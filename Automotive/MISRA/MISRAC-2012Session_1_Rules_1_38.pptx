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2"/>
  </p:notesMasterIdLst>
  <p:handoutMasterIdLst>
    <p:handoutMasterId r:id="rId53"/>
  </p:handoutMasterIdLst>
  <p:sldIdLst>
    <p:sldId id="256" r:id="rId2"/>
    <p:sldId id="694" r:id="rId3"/>
    <p:sldId id="259" r:id="rId4"/>
    <p:sldId id="260" r:id="rId5"/>
    <p:sldId id="261" r:id="rId6"/>
    <p:sldId id="671" r:id="rId7"/>
    <p:sldId id="280" r:id="rId8"/>
    <p:sldId id="622" r:id="rId9"/>
    <p:sldId id="621" r:id="rId10"/>
    <p:sldId id="623" r:id="rId11"/>
    <p:sldId id="624" r:id="rId12"/>
    <p:sldId id="625" r:id="rId13"/>
    <p:sldId id="626" r:id="rId14"/>
    <p:sldId id="627" r:id="rId15"/>
    <p:sldId id="628" r:id="rId16"/>
    <p:sldId id="630" r:id="rId17"/>
    <p:sldId id="631" r:id="rId18"/>
    <p:sldId id="632" r:id="rId19"/>
    <p:sldId id="633" r:id="rId20"/>
    <p:sldId id="634" r:id="rId21"/>
    <p:sldId id="635" r:id="rId22"/>
    <p:sldId id="636" r:id="rId23"/>
    <p:sldId id="637" r:id="rId24"/>
    <p:sldId id="638" r:id="rId25"/>
    <p:sldId id="639" r:id="rId26"/>
    <p:sldId id="640" r:id="rId27"/>
    <p:sldId id="643" r:id="rId28"/>
    <p:sldId id="644" r:id="rId29"/>
    <p:sldId id="645" r:id="rId30"/>
    <p:sldId id="646" r:id="rId31"/>
    <p:sldId id="647" r:id="rId32"/>
    <p:sldId id="648" r:id="rId33"/>
    <p:sldId id="649" r:id="rId34"/>
    <p:sldId id="650" r:id="rId35"/>
    <p:sldId id="651" r:id="rId36"/>
    <p:sldId id="652" r:id="rId37"/>
    <p:sldId id="653" r:id="rId38"/>
    <p:sldId id="654" r:id="rId39"/>
    <p:sldId id="655" r:id="rId40"/>
    <p:sldId id="656" r:id="rId41"/>
    <p:sldId id="657" r:id="rId42"/>
    <p:sldId id="658" r:id="rId43"/>
    <p:sldId id="659" r:id="rId44"/>
    <p:sldId id="660" r:id="rId45"/>
    <p:sldId id="661" r:id="rId46"/>
    <p:sldId id="662" r:id="rId47"/>
    <p:sldId id="663" r:id="rId48"/>
    <p:sldId id="664" r:id="rId49"/>
    <p:sldId id="665" r:id="rId50"/>
    <p:sldId id="693" r:id="rId5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867"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1546" autoAdjust="0"/>
    <p:restoredTop sz="94641" autoAdjust="0"/>
  </p:normalViewPr>
  <p:slideViewPr>
    <p:cSldViewPr snapToGrid="0">
      <p:cViewPr varScale="1">
        <p:scale>
          <a:sx n="78" d="100"/>
          <a:sy n="78" d="100"/>
        </p:scale>
        <p:origin x="1037" y="62"/>
      </p:cViewPr>
      <p:guideLst>
        <p:guide orient="horz" pos="867"/>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handoutMaster" Target="handoutMasters/handoutMaster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C0CE3-64C2-8BE4-F529-68FA24F1C850}"/>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a:extLst>
              <a:ext uri="{FF2B5EF4-FFF2-40B4-BE49-F238E27FC236}">
                <a16:creationId xmlns:a16="http://schemas.microsoft.com/office/drawing/2014/main" id="{32BA8F09-2173-DB5B-9AC9-88D1BC830C8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BEAAA3C-0D47-4815-B047-FF090E9739A4}" type="datetimeFigureOut">
              <a:rPr lang="en-IN" smtClean="0"/>
              <a:t>26-06-2024</a:t>
            </a:fld>
            <a:endParaRPr lang="en-IN"/>
          </a:p>
        </p:txBody>
      </p:sp>
      <p:sp>
        <p:nvSpPr>
          <p:cNvPr id="4" name="Footer Placeholder 3">
            <a:extLst>
              <a:ext uri="{FF2B5EF4-FFF2-40B4-BE49-F238E27FC236}">
                <a16:creationId xmlns:a16="http://schemas.microsoft.com/office/drawing/2014/main" id="{5F23F634-5CA8-9230-69BA-CEEDCEF82E72}"/>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a:extLst>
              <a:ext uri="{FF2B5EF4-FFF2-40B4-BE49-F238E27FC236}">
                <a16:creationId xmlns:a16="http://schemas.microsoft.com/office/drawing/2014/main" id="{653E76C5-64AA-C05F-D72A-6D5DB21302ED}"/>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B6DB3F2-10F9-4E3C-8D35-B39AAD116313}" type="slidenum">
              <a:rPr lang="en-IN" smtClean="0"/>
              <a:t>‹#›</a:t>
            </a:fld>
            <a:endParaRPr lang="en-IN"/>
          </a:p>
        </p:txBody>
      </p:sp>
    </p:spTree>
    <p:extLst>
      <p:ext uri="{BB962C8B-B14F-4D97-AF65-F5344CB8AC3E}">
        <p14:creationId xmlns:p14="http://schemas.microsoft.com/office/powerpoint/2010/main" val="1256004573"/>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7521722-3FAF-42AD-B449-C84EF407100E}" type="datetimeFigureOut">
              <a:rPr lang="en-IN" smtClean="0"/>
              <a:t>26-06-2024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B3D5608-69BC-4A3A-A24C-10871E1E142E}" type="slidenum">
              <a:rPr lang="en-IN" smtClean="0"/>
              <a:t>‹#›</a:t>
            </a:fld>
            <a:endParaRPr lang="en-IN"/>
          </a:p>
        </p:txBody>
      </p:sp>
    </p:spTree>
    <p:extLst>
      <p:ext uri="{BB962C8B-B14F-4D97-AF65-F5344CB8AC3E}">
        <p14:creationId xmlns:p14="http://schemas.microsoft.com/office/powerpoint/2010/main" val="2323788241"/>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43FFED-36D7-43B2-F888-9EABB5DED81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A7D6D8D7-69F6-2189-E687-C59CE438FA6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57A9F7BE-2E75-77AB-D65F-4950040E5BDD}"/>
              </a:ext>
            </a:extLst>
          </p:cNvPr>
          <p:cNvSpPr>
            <a:spLocks noGrp="1"/>
          </p:cNvSpPr>
          <p:nvPr>
            <p:ph type="dt" sz="half" idx="10"/>
          </p:nvPr>
        </p:nvSpPr>
        <p:spPr/>
        <p:txBody>
          <a:bodyPr/>
          <a:lstStyle/>
          <a:p>
            <a:fld id="{8BA2CA84-D347-4BAF-97F3-11DEC6C01C52}" type="datetime1">
              <a:rPr lang="en-IN" smtClean="0"/>
              <a:t>26-06-2024</a:t>
            </a:fld>
            <a:endParaRPr lang="en-IN"/>
          </a:p>
        </p:txBody>
      </p:sp>
      <p:sp>
        <p:nvSpPr>
          <p:cNvPr id="5" name="Footer Placeholder 4">
            <a:extLst>
              <a:ext uri="{FF2B5EF4-FFF2-40B4-BE49-F238E27FC236}">
                <a16:creationId xmlns:a16="http://schemas.microsoft.com/office/drawing/2014/main" id="{6E4F6083-A183-26B6-370D-B11C32BA24A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6229B87-89A4-BEC0-CA38-DEB8CC6BADCD}"/>
              </a:ext>
            </a:extLst>
          </p:cNvPr>
          <p:cNvSpPr>
            <a:spLocks noGrp="1"/>
          </p:cNvSpPr>
          <p:nvPr>
            <p:ph type="sldNum" sz="quarter" idx="12"/>
          </p:nvPr>
        </p:nvSpPr>
        <p:spPr/>
        <p:txBody>
          <a:bodyPr/>
          <a:lstStyle/>
          <a:p>
            <a:fld id="{91247CA1-BCEC-4DD4-9B23-E2AE1AEA27A6}" type="slidenum">
              <a:rPr lang="en-IN" smtClean="0"/>
              <a:t>‹#›</a:t>
            </a:fld>
            <a:endParaRPr lang="en-IN"/>
          </a:p>
        </p:txBody>
      </p:sp>
    </p:spTree>
    <p:extLst>
      <p:ext uri="{BB962C8B-B14F-4D97-AF65-F5344CB8AC3E}">
        <p14:creationId xmlns:p14="http://schemas.microsoft.com/office/powerpoint/2010/main" val="25061135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2E1E1E-F06E-A7AA-BCFA-D7A1235A67F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E35E01B-9010-4A28-75BF-BEBC017D6E9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812D907-7E0F-78EE-C3BB-1112EB6CEBFC}"/>
              </a:ext>
            </a:extLst>
          </p:cNvPr>
          <p:cNvSpPr>
            <a:spLocks noGrp="1"/>
          </p:cNvSpPr>
          <p:nvPr>
            <p:ph type="dt" sz="half" idx="10"/>
          </p:nvPr>
        </p:nvSpPr>
        <p:spPr/>
        <p:txBody>
          <a:bodyPr/>
          <a:lstStyle/>
          <a:p>
            <a:fld id="{E430A3A9-4A49-413A-A80D-084EB205B96C}" type="datetime1">
              <a:rPr lang="en-IN" smtClean="0"/>
              <a:t>26-06-2024</a:t>
            </a:fld>
            <a:endParaRPr lang="en-IN"/>
          </a:p>
        </p:txBody>
      </p:sp>
      <p:sp>
        <p:nvSpPr>
          <p:cNvPr id="5" name="Footer Placeholder 4">
            <a:extLst>
              <a:ext uri="{FF2B5EF4-FFF2-40B4-BE49-F238E27FC236}">
                <a16:creationId xmlns:a16="http://schemas.microsoft.com/office/drawing/2014/main" id="{69083002-D866-0E39-AE6D-5E2F88D06C8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A30640E-A427-61CF-ACC6-0F966EE48669}"/>
              </a:ext>
            </a:extLst>
          </p:cNvPr>
          <p:cNvSpPr>
            <a:spLocks noGrp="1"/>
          </p:cNvSpPr>
          <p:nvPr>
            <p:ph type="sldNum" sz="quarter" idx="12"/>
          </p:nvPr>
        </p:nvSpPr>
        <p:spPr/>
        <p:txBody>
          <a:bodyPr/>
          <a:lstStyle/>
          <a:p>
            <a:fld id="{91247CA1-BCEC-4DD4-9B23-E2AE1AEA27A6}" type="slidenum">
              <a:rPr lang="en-IN" smtClean="0"/>
              <a:t>‹#›</a:t>
            </a:fld>
            <a:endParaRPr lang="en-IN"/>
          </a:p>
        </p:txBody>
      </p:sp>
    </p:spTree>
    <p:extLst>
      <p:ext uri="{BB962C8B-B14F-4D97-AF65-F5344CB8AC3E}">
        <p14:creationId xmlns:p14="http://schemas.microsoft.com/office/powerpoint/2010/main" val="39831090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F703C0-997D-2811-523A-68EA8BA90A0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A8FFE6D8-AD5C-85DE-6EF3-4908CCEA386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D835809-DD79-9B47-25BA-93E963DED268}"/>
              </a:ext>
            </a:extLst>
          </p:cNvPr>
          <p:cNvSpPr>
            <a:spLocks noGrp="1"/>
          </p:cNvSpPr>
          <p:nvPr>
            <p:ph type="dt" sz="half" idx="10"/>
          </p:nvPr>
        </p:nvSpPr>
        <p:spPr/>
        <p:txBody>
          <a:bodyPr/>
          <a:lstStyle/>
          <a:p>
            <a:fld id="{894B9D9E-0D13-4E16-BD68-1DBB35BA5E88}" type="datetime1">
              <a:rPr lang="en-IN" smtClean="0"/>
              <a:t>26-06-2024</a:t>
            </a:fld>
            <a:endParaRPr lang="en-IN"/>
          </a:p>
        </p:txBody>
      </p:sp>
      <p:sp>
        <p:nvSpPr>
          <p:cNvPr id="5" name="Footer Placeholder 4">
            <a:extLst>
              <a:ext uri="{FF2B5EF4-FFF2-40B4-BE49-F238E27FC236}">
                <a16:creationId xmlns:a16="http://schemas.microsoft.com/office/drawing/2014/main" id="{99A8DD06-AA4D-9ED2-2DA4-5CCFEF576C5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7744DC2-2DC6-8103-9593-03AC79224EF9}"/>
              </a:ext>
            </a:extLst>
          </p:cNvPr>
          <p:cNvSpPr>
            <a:spLocks noGrp="1"/>
          </p:cNvSpPr>
          <p:nvPr>
            <p:ph type="sldNum" sz="quarter" idx="12"/>
          </p:nvPr>
        </p:nvSpPr>
        <p:spPr/>
        <p:txBody>
          <a:bodyPr/>
          <a:lstStyle/>
          <a:p>
            <a:fld id="{91247CA1-BCEC-4DD4-9B23-E2AE1AEA27A6}" type="slidenum">
              <a:rPr lang="en-IN" smtClean="0"/>
              <a:t>‹#›</a:t>
            </a:fld>
            <a:endParaRPr lang="en-IN"/>
          </a:p>
        </p:txBody>
      </p:sp>
    </p:spTree>
    <p:extLst>
      <p:ext uri="{BB962C8B-B14F-4D97-AF65-F5344CB8AC3E}">
        <p14:creationId xmlns:p14="http://schemas.microsoft.com/office/powerpoint/2010/main" val="8732414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164AF0-F1DA-E600-1F3D-5CAE8D53867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2BF6802-7FA9-40C6-A738-3C4A09E3B24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3E2AD067-9DD0-3B89-CF9C-32D1092C357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314AF70E-CF9B-67E5-D5F1-E3EACAA35BA6}"/>
              </a:ext>
            </a:extLst>
          </p:cNvPr>
          <p:cNvSpPr>
            <a:spLocks noGrp="1"/>
          </p:cNvSpPr>
          <p:nvPr>
            <p:ph type="dt" sz="half" idx="10"/>
          </p:nvPr>
        </p:nvSpPr>
        <p:spPr/>
        <p:txBody>
          <a:bodyPr/>
          <a:lstStyle/>
          <a:p>
            <a:fld id="{A2018679-1E3D-49AE-AFB6-AE56D52B92D8}" type="datetime1">
              <a:rPr lang="en-IN" smtClean="0"/>
              <a:t>26-06-2024</a:t>
            </a:fld>
            <a:endParaRPr lang="en-IN"/>
          </a:p>
        </p:txBody>
      </p:sp>
      <p:sp>
        <p:nvSpPr>
          <p:cNvPr id="6" name="Footer Placeholder 5">
            <a:extLst>
              <a:ext uri="{FF2B5EF4-FFF2-40B4-BE49-F238E27FC236}">
                <a16:creationId xmlns:a16="http://schemas.microsoft.com/office/drawing/2014/main" id="{EE1787F8-A13B-62EB-F956-0127918C67B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39D254B-F6B3-81D0-8E47-43D336C5072C}"/>
              </a:ext>
            </a:extLst>
          </p:cNvPr>
          <p:cNvSpPr>
            <a:spLocks noGrp="1"/>
          </p:cNvSpPr>
          <p:nvPr>
            <p:ph type="sldNum" sz="quarter" idx="12"/>
          </p:nvPr>
        </p:nvSpPr>
        <p:spPr/>
        <p:txBody>
          <a:bodyPr/>
          <a:lstStyle/>
          <a:p>
            <a:fld id="{91247CA1-BCEC-4DD4-9B23-E2AE1AEA27A6}" type="slidenum">
              <a:rPr lang="en-IN" smtClean="0"/>
              <a:t>‹#›</a:t>
            </a:fld>
            <a:endParaRPr lang="en-IN"/>
          </a:p>
        </p:txBody>
      </p:sp>
    </p:spTree>
    <p:extLst>
      <p:ext uri="{BB962C8B-B14F-4D97-AF65-F5344CB8AC3E}">
        <p14:creationId xmlns:p14="http://schemas.microsoft.com/office/powerpoint/2010/main" val="36494953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9A6BB3-C3CD-9344-D40C-91D1B13B43C8}"/>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D6D280C-7763-6258-8323-496778AEB5F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C4B3309-2F1B-ADDA-34E8-AD2D30CD769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AE936486-85AA-3681-084C-692C3F4F002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769680C-E779-17D2-60FF-29FB6DB4F24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E8F234B5-31F1-46AE-18C1-2EB08614662A}"/>
              </a:ext>
            </a:extLst>
          </p:cNvPr>
          <p:cNvSpPr>
            <a:spLocks noGrp="1"/>
          </p:cNvSpPr>
          <p:nvPr>
            <p:ph type="dt" sz="half" idx="10"/>
          </p:nvPr>
        </p:nvSpPr>
        <p:spPr/>
        <p:txBody>
          <a:bodyPr/>
          <a:lstStyle/>
          <a:p>
            <a:fld id="{47C3FC5D-BD83-495D-A262-D365429151FD}" type="datetime1">
              <a:rPr lang="en-IN" smtClean="0"/>
              <a:t>26-06-2024</a:t>
            </a:fld>
            <a:endParaRPr lang="en-IN"/>
          </a:p>
        </p:txBody>
      </p:sp>
      <p:sp>
        <p:nvSpPr>
          <p:cNvPr id="8" name="Footer Placeholder 7">
            <a:extLst>
              <a:ext uri="{FF2B5EF4-FFF2-40B4-BE49-F238E27FC236}">
                <a16:creationId xmlns:a16="http://schemas.microsoft.com/office/drawing/2014/main" id="{4EBCED9A-5A97-F55C-5156-86BEAB6D77DF}"/>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6061C6B2-A937-B892-F407-63F6CBAB9FAF}"/>
              </a:ext>
            </a:extLst>
          </p:cNvPr>
          <p:cNvSpPr>
            <a:spLocks noGrp="1"/>
          </p:cNvSpPr>
          <p:nvPr>
            <p:ph type="sldNum" sz="quarter" idx="12"/>
          </p:nvPr>
        </p:nvSpPr>
        <p:spPr/>
        <p:txBody>
          <a:bodyPr/>
          <a:lstStyle/>
          <a:p>
            <a:fld id="{91247CA1-BCEC-4DD4-9B23-E2AE1AEA27A6}" type="slidenum">
              <a:rPr lang="en-IN" smtClean="0"/>
              <a:t>‹#›</a:t>
            </a:fld>
            <a:endParaRPr lang="en-IN"/>
          </a:p>
        </p:txBody>
      </p:sp>
    </p:spTree>
    <p:extLst>
      <p:ext uri="{BB962C8B-B14F-4D97-AF65-F5344CB8AC3E}">
        <p14:creationId xmlns:p14="http://schemas.microsoft.com/office/powerpoint/2010/main" val="31455156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31EE3D-95BE-BDE2-4375-E9FCE599B9BE}"/>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34E05EBC-3FCC-87FC-B49C-8C3597188E7A}"/>
              </a:ext>
            </a:extLst>
          </p:cNvPr>
          <p:cNvSpPr>
            <a:spLocks noGrp="1"/>
          </p:cNvSpPr>
          <p:nvPr>
            <p:ph type="dt" sz="half" idx="10"/>
          </p:nvPr>
        </p:nvSpPr>
        <p:spPr/>
        <p:txBody>
          <a:bodyPr/>
          <a:lstStyle/>
          <a:p>
            <a:fld id="{AFC694A5-D437-4D36-B258-FEC4582DD98B}" type="datetime1">
              <a:rPr lang="en-IN" smtClean="0"/>
              <a:t>26-06-2024</a:t>
            </a:fld>
            <a:endParaRPr lang="en-IN"/>
          </a:p>
        </p:txBody>
      </p:sp>
      <p:sp>
        <p:nvSpPr>
          <p:cNvPr id="4" name="Footer Placeholder 3">
            <a:extLst>
              <a:ext uri="{FF2B5EF4-FFF2-40B4-BE49-F238E27FC236}">
                <a16:creationId xmlns:a16="http://schemas.microsoft.com/office/drawing/2014/main" id="{DBCE593F-302D-D4FD-1007-44558FC0176A}"/>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A0286216-5107-88DF-5C7A-6A76D82BAB6C}"/>
              </a:ext>
            </a:extLst>
          </p:cNvPr>
          <p:cNvSpPr>
            <a:spLocks noGrp="1"/>
          </p:cNvSpPr>
          <p:nvPr>
            <p:ph type="sldNum" sz="quarter" idx="12"/>
          </p:nvPr>
        </p:nvSpPr>
        <p:spPr/>
        <p:txBody>
          <a:bodyPr/>
          <a:lstStyle/>
          <a:p>
            <a:fld id="{91247CA1-BCEC-4DD4-9B23-E2AE1AEA27A6}" type="slidenum">
              <a:rPr lang="en-IN" smtClean="0"/>
              <a:t>‹#›</a:t>
            </a:fld>
            <a:endParaRPr lang="en-IN"/>
          </a:p>
        </p:txBody>
      </p:sp>
    </p:spTree>
    <p:extLst>
      <p:ext uri="{BB962C8B-B14F-4D97-AF65-F5344CB8AC3E}">
        <p14:creationId xmlns:p14="http://schemas.microsoft.com/office/powerpoint/2010/main" val="1686593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BC7759D-C61F-7990-D517-A4BDF28569E4}"/>
              </a:ext>
            </a:extLst>
          </p:cNvPr>
          <p:cNvSpPr>
            <a:spLocks noGrp="1"/>
          </p:cNvSpPr>
          <p:nvPr>
            <p:ph type="dt" sz="half" idx="10"/>
          </p:nvPr>
        </p:nvSpPr>
        <p:spPr/>
        <p:txBody>
          <a:bodyPr/>
          <a:lstStyle/>
          <a:p>
            <a:fld id="{BB0B7B17-AEE6-4A7D-9A3D-A09392F485D4}" type="datetime1">
              <a:rPr lang="en-IN" smtClean="0"/>
              <a:t>26-06-2024</a:t>
            </a:fld>
            <a:endParaRPr lang="en-IN"/>
          </a:p>
        </p:txBody>
      </p:sp>
      <p:sp>
        <p:nvSpPr>
          <p:cNvPr id="3" name="Footer Placeholder 2">
            <a:extLst>
              <a:ext uri="{FF2B5EF4-FFF2-40B4-BE49-F238E27FC236}">
                <a16:creationId xmlns:a16="http://schemas.microsoft.com/office/drawing/2014/main" id="{4379D4AA-7EBA-3832-421F-5A147424A5A4}"/>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032C5293-7D86-D7BC-DE0A-4659F2628539}"/>
              </a:ext>
            </a:extLst>
          </p:cNvPr>
          <p:cNvSpPr>
            <a:spLocks noGrp="1"/>
          </p:cNvSpPr>
          <p:nvPr>
            <p:ph type="sldNum" sz="quarter" idx="12"/>
          </p:nvPr>
        </p:nvSpPr>
        <p:spPr/>
        <p:txBody>
          <a:bodyPr/>
          <a:lstStyle/>
          <a:p>
            <a:fld id="{91247CA1-BCEC-4DD4-9B23-E2AE1AEA27A6}" type="slidenum">
              <a:rPr lang="en-IN" smtClean="0"/>
              <a:t>‹#›</a:t>
            </a:fld>
            <a:endParaRPr lang="en-IN"/>
          </a:p>
        </p:txBody>
      </p:sp>
    </p:spTree>
    <p:extLst>
      <p:ext uri="{BB962C8B-B14F-4D97-AF65-F5344CB8AC3E}">
        <p14:creationId xmlns:p14="http://schemas.microsoft.com/office/powerpoint/2010/main" val="32460293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F73D98-6C16-E9BA-5E19-301BC189FC6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81E30364-5E1A-9B39-3069-77829F5338A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0B986B81-E291-141C-6521-82FEF600238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13884E5-59A8-DE53-75D9-42322A559A1E}"/>
              </a:ext>
            </a:extLst>
          </p:cNvPr>
          <p:cNvSpPr>
            <a:spLocks noGrp="1"/>
          </p:cNvSpPr>
          <p:nvPr>
            <p:ph type="dt" sz="half" idx="10"/>
          </p:nvPr>
        </p:nvSpPr>
        <p:spPr/>
        <p:txBody>
          <a:bodyPr/>
          <a:lstStyle/>
          <a:p>
            <a:fld id="{4ED6D81C-2B35-4C28-923D-F05C6688615C}" type="datetime1">
              <a:rPr lang="en-IN" smtClean="0"/>
              <a:t>26-06-2024</a:t>
            </a:fld>
            <a:endParaRPr lang="en-IN"/>
          </a:p>
        </p:txBody>
      </p:sp>
      <p:sp>
        <p:nvSpPr>
          <p:cNvPr id="6" name="Footer Placeholder 5">
            <a:extLst>
              <a:ext uri="{FF2B5EF4-FFF2-40B4-BE49-F238E27FC236}">
                <a16:creationId xmlns:a16="http://schemas.microsoft.com/office/drawing/2014/main" id="{D0C6CBD6-6A54-A9AB-F164-2F173D90B75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7735D2E-548B-32B6-EBD8-6B7D85DAB471}"/>
              </a:ext>
            </a:extLst>
          </p:cNvPr>
          <p:cNvSpPr>
            <a:spLocks noGrp="1"/>
          </p:cNvSpPr>
          <p:nvPr>
            <p:ph type="sldNum" sz="quarter" idx="12"/>
          </p:nvPr>
        </p:nvSpPr>
        <p:spPr/>
        <p:txBody>
          <a:bodyPr/>
          <a:lstStyle/>
          <a:p>
            <a:fld id="{91247CA1-BCEC-4DD4-9B23-E2AE1AEA27A6}" type="slidenum">
              <a:rPr lang="en-IN" smtClean="0"/>
              <a:t>‹#›</a:t>
            </a:fld>
            <a:endParaRPr lang="en-IN"/>
          </a:p>
        </p:txBody>
      </p:sp>
    </p:spTree>
    <p:extLst>
      <p:ext uri="{BB962C8B-B14F-4D97-AF65-F5344CB8AC3E}">
        <p14:creationId xmlns:p14="http://schemas.microsoft.com/office/powerpoint/2010/main" val="5127313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330479-EA5C-320D-F829-764A2E210CF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4DD4E253-F503-BF9E-F205-FFED791D741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6ADD9114-88BC-744F-6A24-4C939C6A9AB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6378E0A-F634-D52C-AE73-64020501FF94}"/>
              </a:ext>
            </a:extLst>
          </p:cNvPr>
          <p:cNvSpPr>
            <a:spLocks noGrp="1"/>
          </p:cNvSpPr>
          <p:nvPr>
            <p:ph type="dt" sz="half" idx="10"/>
          </p:nvPr>
        </p:nvSpPr>
        <p:spPr/>
        <p:txBody>
          <a:bodyPr/>
          <a:lstStyle/>
          <a:p>
            <a:fld id="{31759A61-A63B-4143-92AB-879CC31FC8ED}" type="datetime1">
              <a:rPr lang="en-IN" smtClean="0"/>
              <a:t>26-06-2024</a:t>
            </a:fld>
            <a:endParaRPr lang="en-IN"/>
          </a:p>
        </p:txBody>
      </p:sp>
      <p:sp>
        <p:nvSpPr>
          <p:cNvPr id="6" name="Footer Placeholder 5">
            <a:extLst>
              <a:ext uri="{FF2B5EF4-FFF2-40B4-BE49-F238E27FC236}">
                <a16:creationId xmlns:a16="http://schemas.microsoft.com/office/drawing/2014/main" id="{4D188671-8B07-4CD1-F42A-E3CAEEBE353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9ABE829-1E77-F739-86C5-ACFF9EBA9205}"/>
              </a:ext>
            </a:extLst>
          </p:cNvPr>
          <p:cNvSpPr>
            <a:spLocks noGrp="1"/>
          </p:cNvSpPr>
          <p:nvPr>
            <p:ph type="sldNum" sz="quarter" idx="12"/>
          </p:nvPr>
        </p:nvSpPr>
        <p:spPr/>
        <p:txBody>
          <a:bodyPr/>
          <a:lstStyle/>
          <a:p>
            <a:fld id="{91247CA1-BCEC-4DD4-9B23-E2AE1AEA27A6}" type="slidenum">
              <a:rPr lang="en-IN" smtClean="0"/>
              <a:t>‹#›</a:t>
            </a:fld>
            <a:endParaRPr lang="en-IN"/>
          </a:p>
        </p:txBody>
      </p:sp>
    </p:spTree>
    <p:extLst>
      <p:ext uri="{BB962C8B-B14F-4D97-AF65-F5344CB8AC3E}">
        <p14:creationId xmlns:p14="http://schemas.microsoft.com/office/powerpoint/2010/main" val="40308168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3D84DF-F862-841D-A52F-72AEA894FD49}"/>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0576B6B-FBE1-895C-91B0-67BE8BAA43D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7879D52-B4A2-46EE-7E70-2677FF4C56C8}"/>
              </a:ext>
            </a:extLst>
          </p:cNvPr>
          <p:cNvSpPr>
            <a:spLocks noGrp="1"/>
          </p:cNvSpPr>
          <p:nvPr>
            <p:ph type="dt" sz="half" idx="10"/>
          </p:nvPr>
        </p:nvSpPr>
        <p:spPr/>
        <p:txBody>
          <a:bodyPr/>
          <a:lstStyle/>
          <a:p>
            <a:fld id="{04961202-0DBA-4B4C-908F-06724AE6692E}" type="datetime1">
              <a:rPr lang="en-IN" smtClean="0"/>
              <a:t>26-06-2024</a:t>
            </a:fld>
            <a:endParaRPr lang="en-IN"/>
          </a:p>
        </p:txBody>
      </p:sp>
      <p:sp>
        <p:nvSpPr>
          <p:cNvPr id="5" name="Footer Placeholder 4">
            <a:extLst>
              <a:ext uri="{FF2B5EF4-FFF2-40B4-BE49-F238E27FC236}">
                <a16:creationId xmlns:a16="http://schemas.microsoft.com/office/drawing/2014/main" id="{1D4E4A1A-140E-794E-99F6-D87E02B1932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E968B75-8717-D169-3BC4-30ADA82BA480}"/>
              </a:ext>
            </a:extLst>
          </p:cNvPr>
          <p:cNvSpPr>
            <a:spLocks noGrp="1"/>
          </p:cNvSpPr>
          <p:nvPr>
            <p:ph type="sldNum" sz="quarter" idx="12"/>
          </p:nvPr>
        </p:nvSpPr>
        <p:spPr/>
        <p:txBody>
          <a:bodyPr/>
          <a:lstStyle/>
          <a:p>
            <a:fld id="{91247CA1-BCEC-4DD4-9B23-E2AE1AEA27A6}" type="slidenum">
              <a:rPr lang="en-IN" smtClean="0"/>
              <a:t>‹#›</a:t>
            </a:fld>
            <a:endParaRPr lang="en-IN"/>
          </a:p>
        </p:txBody>
      </p:sp>
    </p:spTree>
    <p:extLst>
      <p:ext uri="{BB962C8B-B14F-4D97-AF65-F5344CB8AC3E}">
        <p14:creationId xmlns:p14="http://schemas.microsoft.com/office/powerpoint/2010/main" val="41552282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FCC44AC-DE64-58B8-4BB4-30BCA67B347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36C749C-F4EF-4973-8E51-41A59D16220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C486724-209B-7DF2-92FB-1A941B290259}"/>
              </a:ext>
            </a:extLst>
          </p:cNvPr>
          <p:cNvSpPr>
            <a:spLocks noGrp="1"/>
          </p:cNvSpPr>
          <p:nvPr>
            <p:ph type="dt" sz="half" idx="10"/>
          </p:nvPr>
        </p:nvSpPr>
        <p:spPr/>
        <p:txBody>
          <a:bodyPr/>
          <a:lstStyle/>
          <a:p>
            <a:fld id="{A0F9B281-E007-44FF-97DA-DE060F3B3F9F}" type="datetime1">
              <a:rPr lang="en-IN" smtClean="0"/>
              <a:t>26-06-2024</a:t>
            </a:fld>
            <a:endParaRPr lang="en-IN"/>
          </a:p>
        </p:txBody>
      </p:sp>
      <p:sp>
        <p:nvSpPr>
          <p:cNvPr id="5" name="Footer Placeholder 4">
            <a:extLst>
              <a:ext uri="{FF2B5EF4-FFF2-40B4-BE49-F238E27FC236}">
                <a16:creationId xmlns:a16="http://schemas.microsoft.com/office/drawing/2014/main" id="{A9D7517B-C853-8AA5-026D-3FE584963FF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DE3087A-B328-CC17-20DF-D52B33FDD603}"/>
              </a:ext>
            </a:extLst>
          </p:cNvPr>
          <p:cNvSpPr>
            <a:spLocks noGrp="1"/>
          </p:cNvSpPr>
          <p:nvPr>
            <p:ph type="sldNum" sz="quarter" idx="12"/>
          </p:nvPr>
        </p:nvSpPr>
        <p:spPr/>
        <p:txBody>
          <a:bodyPr/>
          <a:lstStyle/>
          <a:p>
            <a:fld id="{91247CA1-BCEC-4DD4-9B23-E2AE1AEA27A6}" type="slidenum">
              <a:rPr lang="en-IN" smtClean="0"/>
              <a:t>‹#›</a:t>
            </a:fld>
            <a:endParaRPr lang="en-IN"/>
          </a:p>
        </p:txBody>
      </p:sp>
    </p:spTree>
    <p:extLst>
      <p:ext uri="{BB962C8B-B14F-4D97-AF65-F5344CB8AC3E}">
        <p14:creationId xmlns:p14="http://schemas.microsoft.com/office/powerpoint/2010/main" val="15548053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pattFill prst="pct5">
          <a:fgClr>
            <a:schemeClr val="bg1"/>
          </a:fgClr>
          <a:bgClr>
            <a:schemeClr val="bg1"/>
          </a:bgClr>
        </a:patt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9428427-087B-192A-4412-417CF470F1B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BD65A91-73F4-933C-A11B-2933EE5E2B4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919BD1B-1900-D153-8D49-C53D79ACFF0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EA33891-03AF-4560-8B10-77BCB7FDFEA3}" type="datetime1">
              <a:rPr lang="en-IN" smtClean="0"/>
              <a:t>26-06-2024</a:t>
            </a:fld>
            <a:endParaRPr lang="en-IN"/>
          </a:p>
        </p:txBody>
      </p:sp>
      <p:sp>
        <p:nvSpPr>
          <p:cNvPr id="5" name="Footer Placeholder 4">
            <a:extLst>
              <a:ext uri="{FF2B5EF4-FFF2-40B4-BE49-F238E27FC236}">
                <a16:creationId xmlns:a16="http://schemas.microsoft.com/office/drawing/2014/main" id="{C560E8CE-D1E7-414D-849C-5281FE841B6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49F80EF1-60FF-CCFB-9CC4-C7F81BED54D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1247CA1-BCEC-4DD4-9B23-E2AE1AEA27A6}" type="slidenum">
              <a:rPr lang="en-IN" smtClean="0"/>
              <a:t>‹#›</a:t>
            </a:fld>
            <a:endParaRPr lang="en-IN"/>
          </a:p>
        </p:txBody>
      </p:sp>
    </p:spTree>
    <p:extLst>
      <p:ext uri="{BB962C8B-B14F-4D97-AF65-F5344CB8AC3E}">
        <p14:creationId xmlns:p14="http://schemas.microsoft.com/office/powerpoint/2010/main" val="304633813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0" name="Rectangle 39">
            <a:extLst>
              <a:ext uri="{FF2B5EF4-FFF2-40B4-BE49-F238E27FC236}">
                <a16:creationId xmlns:a16="http://schemas.microsoft.com/office/drawing/2014/main" id="{5A292AEA-2528-46C0-B426-95822B6141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2" name="Rectangle 41">
            <a:extLst>
              <a:ext uri="{FF2B5EF4-FFF2-40B4-BE49-F238E27FC236}">
                <a16:creationId xmlns:a16="http://schemas.microsoft.com/office/drawing/2014/main" id="{D8B7B198-E4DF-43CD-AD8C-1998843237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dirty="0"/>
          </a:p>
        </p:txBody>
      </p:sp>
      <p:sp>
        <p:nvSpPr>
          <p:cNvPr id="44" name="Freeform: Shape 43">
            <a:extLst>
              <a:ext uri="{FF2B5EF4-FFF2-40B4-BE49-F238E27FC236}">
                <a16:creationId xmlns:a16="http://schemas.microsoft.com/office/drawing/2014/main" id="{2BE67753-EA0E-4819-8D22-0B6600CF7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96934" y="3984"/>
            <a:ext cx="9376632" cy="6858000"/>
          </a:xfrm>
          <a:custGeom>
            <a:avLst/>
            <a:gdLst>
              <a:gd name="connsiteX0" fmla="*/ 1691615 w 9376632"/>
              <a:gd name="connsiteY0" fmla="*/ 0 h 6858000"/>
              <a:gd name="connsiteX1" fmla="*/ 7685017 w 9376632"/>
              <a:gd name="connsiteY1" fmla="*/ 0 h 6858000"/>
              <a:gd name="connsiteX2" fmla="*/ 7840634 w 9376632"/>
              <a:gd name="connsiteY2" fmla="*/ 134799 h 6858000"/>
              <a:gd name="connsiteX3" fmla="*/ 9376632 w 9376632"/>
              <a:gd name="connsiteY3" fmla="*/ 3605175 h 6858000"/>
              <a:gd name="connsiteX4" fmla="*/ 8158692 w 9376632"/>
              <a:gd name="connsiteY4" fmla="*/ 6757493 h 6858000"/>
              <a:gd name="connsiteX5" fmla="*/ 8062868 w 9376632"/>
              <a:gd name="connsiteY5" fmla="*/ 6858000 h 6858000"/>
              <a:gd name="connsiteX6" fmla="*/ 1313765 w 9376632"/>
              <a:gd name="connsiteY6" fmla="*/ 6858000 h 6858000"/>
              <a:gd name="connsiteX7" fmla="*/ 1217940 w 9376632"/>
              <a:gd name="connsiteY7" fmla="*/ 6757493 h 6858000"/>
              <a:gd name="connsiteX8" fmla="*/ 0 w 9376632"/>
              <a:gd name="connsiteY8" fmla="*/ 3605175 h 6858000"/>
              <a:gd name="connsiteX9" fmla="*/ 1535999 w 9376632"/>
              <a:gd name="connsiteY9" fmla="*/ 13479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376632" h="6858000">
                <a:moveTo>
                  <a:pt x="1691615" y="0"/>
                </a:moveTo>
                <a:lnTo>
                  <a:pt x="7685017" y="0"/>
                </a:lnTo>
                <a:lnTo>
                  <a:pt x="7840634" y="134799"/>
                </a:lnTo>
                <a:cubicBezTo>
                  <a:pt x="8784230" y="992423"/>
                  <a:pt x="9376632" y="2229618"/>
                  <a:pt x="9376632" y="3605175"/>
                </a:cubicBezTo>
                <a:cubicBezTo>
                  <a:pt x="9376632" y="4818903"/>
                  <a:pt x="8915419" y="5924908"/>
                  <a:pt x="8158692" y="6757493"/>
                </a:cubicBezTo>
                <a:lnTo>
                  <a:pt x="8062868" y="6858000"/>
                </a:lnTo>
                <a:lnTo>
                  <a:pt x="1313765" y="6858000"/>
                </a:lnTo>
                <a:lnTo>
                  <a:pt x="1217940" y="6757493"/>
                </a:lnTo>
                <a:cubicBezTo>
                  <a:pt x="461213" y="5924908"/>
                  <a:pt x="0" y="4818903"/>
                  <a:pt x="0" y="3605175"/>
                </a:cubicBezTo>
                <a:cubicBezTo>
                  <a:pt x="0" y="2229618"/>
                  <a:pt x="592403" y="992423"/>
                  <a:pt x="1535999" y="134799"/>
                </a:cubicBezTo>
                <a:close/>
              </a:path>
            </a:pathLst>
          </a:cu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6" name="Group 45">
            <a:extLst>
              <a:ext uri="{FF2B5EF4-FFF2-40B4-BE49-F238E27FC236}">
                <a16:creationId xmlns:a16="http://schemas.microsoft.com/office/drawing/2014/main" id="{D76D63AC-0421-45EC-B383-E79A61A78C6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303402" y="3985"/>
            <a:ext cx="9772765" cy="6858000"/>
            <a:chOff x="1303402" y="36937"/>
            <a:chExt cx="9772765" cy="6858000"/>
          </a:xfrm>
          <a:solidFill>
            <a:schemeClr val="bg1">
              <a:alpha val="30000"/>
            </a:schemeClr>
          </a:solidFill>
        </p:grpSpPr>
        <p:sp>
          <p:nvSpPr>
            <p:cNvPr id="47" name="Freeform: Shape 46">
              <a:extLst>
                <a:ext uri="{FF2B5EF4-FFF2-40B4-BE49-F238E27FC236}">
                  <a16:creationId xmlns:a16="http://schemas.microsoft.com/office/drawing/2014/main" id="{B997A32E-7032-4107-9C8B-99DB59EDD5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6937"/>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8" name="Freeform: Shape 47">
              <a:extLst>
                <a:ext uri="{FF2B5EF4-FFF2-40B4-BE49-F238E27FC236}">
                  <a16:creationId xmlns:a16="http://schemas.microsoft.com/office/drawing/2014/main" id="{943BB27F-1470-42CA-91FF-D94BC691C8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6937"/>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9" name="Freeform: Shape 48">
              <a:extLst>
                <a:ext uri="{FF2B5EF4-FFF2-40B4-BE49-F238E27FC236}">
                  <a16:creationId xmlns:a16="http://schemas.microsoft.com/office/drawing/2014/main" id="{E997B002-17FD-47B3-A06A-76802FE15C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6937"/>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0" name="Freeform: Shape 49">
              <a:extLst>
                <a:ext uri="{FF2B5EF4-FFF2-40B4-BE49-F238E27FC236}">
                  <a16:creationId xmlns:a16="http://schemas.microsoft.com/office/drawing/2014/main" id="{E401EA35-9D2E-43B7-860F-EBB8A6C3E0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6937"/>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1" name="Freeform: Shape 50">
              <a:extLst>
                <a:ext uri="{FF2B5EF4-FFF2-40B4-BE49-F238E27FC236}">
                  <a16:creationId xmlns:a16="http://schemas.microsoft.com/office/drawing/2014/main" id="{F8C44827-3D81-4FF9-B4A5-5650D1B20A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6937"/>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2" name="Freeform: Shape 51">
              <a:extLst>
                <a:ext uri="{FF2B5EF4-FFF2-40B4-BE49-F238E27FC236}">
                  <a16:creationId xmlns:a16="http://schemas.microsoft.com/office/drawing/2014/main" id="{F613D97F-F6DF-4D32-AD91-209A80E7A2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8320" y="36937"/>
              <a:ext cx="9767847" cy="6858000"/>
            </a:xfrm>
            <a:custGeom>
              <a:avLst/>
              <a:gdLst>
                <a:gd name="connsiteX0" fmla="*/ 7151367 w 9767847"/>
                <a:gd name="connsiteY0" fmla="*/ 0 h 6858000"/>
                <a:gd name="connsiteX1" fmla="*/ 7881247 w 9767847"/>
                <a:gd name="connsiteY1" fmla="*/ 0 h 6858000"/>
                <a:gd name="connsiteX2" fmla="*/ 7990553 w 9767847"/>
                <a:gd name="connsiteY2" fmla="*/ 81317 h 6858000"/>
                <a:gd name="connsiteX3" fmla="*/ 9767847 w 9767847"/>
                <a:gd name="connsiteY3" fmla="*/ 3649031 h 6858000"/>
                <a:gd name="connsiteX4" fmla="*/ 8652597 w 9767847"/>
                <a:gd name="connsiteY4" fmla="*/ 6590005 h 6858000"/>
                <a:gd name="connsiteX5" fmla="*/ 8395306 w 9767847"/>
                <a:gd name="connsiteY5" fmla="*/ 6858000 h 6858000"/>
                <a:gd name="connsiteX6" fmla="*/ 6762603 w 9767847"/>
                <a:gd name="connsiteY6" fmla="*/ 6858000 h 6858000"/>
                <a:gd name="connsiteX7" fmla="*/ 6765962 w 9767847"/>
                <a:gd name="connsiteY7" fmla="*/ 6854844 h 6858000"/>
                <a:gd name="connsiteX8" fmla="*/ 6804586 w 9767847"/>
                <a:gd name="connsiteY8" fmla="*/ 6817103 h 6858000"/>
                <a:gd name="connsiteX9" fmla="*/ 6881735 w 9767847"/>
                <a:gd name="connsiteY9" fmla="*/ 6741197 h 6858000"/>
                <a:gd name="connsiteX10" fmla="*/ 6958883 w 9767847"/>
                <a:gd name="connsiteY10" fmla="*/ 6664822 h 6858000"/>
                <a:gd name="connsiteX11" fmla="*/ 7267925 w 9767847"/>
                <a:gd name="connsiteY11" fmla="*/ 6355694 h 6858000"/>
                <a:gd name="connsiteX12" fmla="*/ 7424360 w 9767847"/>
                <a:gd name="connsiteY12" fmla="*/ 6200685 h 6858000"/>
                <a:gd name="connsiteX13" fmla="*/ 7504938 w 9767847"/>
                <a:gd name="connsiteY13" fmla="*/ 6122708 h 6858000"/>
                <a:gd name="connsiteX14" fmla="*/ 7546396 w 9767847"/>
                <a:gd name="connsiteY14" fmla="*/ 6083697 h 6858000"/>
                <a:gd name="connsiteX15" fmla="*/ 7588002 w 9767847"/>
                <a:gd name="connsiteY15" fmla="*/ 6045532 h 6858000"/>
                <a:gd name="connsiteX16" fmla="*/ 7631000 w 9767847"/>
                <a:gd name="connsiteY16" fmla="*/ 6006709 h 6858000"/>
                <a:gd name="connsiteX17" fmla="*/ 7675440 w 9767847"/>
                <a:gd name="connsiteY17" fmla="*/ 5968309 h 6858000"/>
                <a:gd name="connsiteX18" fmla="*/ 7720626 w 9767847"/>
                <a:gd name="connsiteY18" fmla="*/ 5930851 h 6858000"/>
                <a:gd name="connsiteX19" fmla="*/ 7766458 w 9767847"/>
                <a:gd name="connsiteY19" fmla="*/ 5894334 h 6858000"/>
                <a:gd name="connsiteX20" fmla="*/ 7955254 w 9767847"/>
                <a:gd name="connsiteY20" fmla="*/ 5756828 h 6858000"/>
                <a:gd name="connsiteX21" fmla="*/ 8352678 w 9767847"/>
                <a:gd name="connsiteY21" fmla="*/ 5517630 h 6858000"/>
                <a:gd name="connsiteX22" fmla="*/ 8451350 w 9767847"/>
                <a:gd name="connsiteY22" fmla="*/ 5465254 h 6858000"/>
                <a:gd name="connsiteX23" fmla="*/ 8548532 w 9767847"/>
                <a:gd name="connsiteY23" fmla="*/ 5413395 h 6858000"/>
                <a:gd name="connsiteX24" fmla="*/ 8729473 w 9767847"/>
                <a:gd name="connsiteY24" fmla="*/ 5309961 h 6858000"/>
                <a:gd name="connsiteX25" fmla="*/ 8770781 w 9767847"/>
                <a:gd name="connsiteY25" fmla="*/ 5283232 h 6858000"/>
                <a:gd name="connsiteX26" fmla="*/ 8790964 w 9767847"/>
                <a:gd name="connsiteY26" fmla="*/ 5269492 h 6858000"/>
                <a:gd name="connsiteX27" fmla="*/ 8810499 w 9767847"/>
                <a:gd name="connsiteY27" fmla="*/ 5255703 h 6858000"/>
                <a:gd name="connsiteX28" fmla="*/ 8883571 w 9767847"/>
                <a:gd name="connsiteY28" fmla="*/ 5198479 h 6858000"/>
                <a:gd name="connsiteX29" fmla="*/ 9006651 w 9767847"/>
                <a:gd name="connsiteY29" fmla="*/ 5070527 h 6858000"/>
                <a:gd name="connsiteX30" fmla="*/ 9033494 w 9767847"/>
                <a:gd name="connsiteY30" fmla="*/ 5034105 h 6858000"/>
                <a:gd name="connsiteX31" fmla="*/ 9040305 w 9767847"/>
                <a:gd name="connsiteY31" fmla="*/ 5024551 h 6858000"/>
                <a:gd name="connsiteX32" fmla="*/ 9046568 w 9767847"/>
                <a:gd name="connsiteY32" fmla="*/ 5015281 h 6858000"/>
                <a:gd name="connsiteX33" fmla="*/ 9058846 w 9767847"/>
                <a:gd name="connsiteY33" fmla="*/ 4996645 h 6858000"/>
                <a:gd name="connsiteX34" fmla="*/ 9104529 w 9767847"/>
                <a:gd name="connsiteY34" fmla="*/ 4918105 h 6858000"/>
                <a:gd name="connsiteX35" fmla="*/ 9181081 w 9767847"/>
                <a:gd name="connsiteY35" fmla="*/ 4744694 h 6858000"/>
                <a:gd name="connsiteX36" fmla="*/ 9240731 w 9767847"/>
                <a:gd name="connsiteY36" fmla="*/ 4557872 h 6858000"/>
                <a:gd name="connsiteX37" fmla="*/ 9265388 w 9767847"/>
                <a:gd name="connsiteY37" fmla="*/ 4461073 h 6858000"/>
                <a:gd name="connsiteX38" fmla="*/ 9276571 w 9767847"/>
                <a:gd name="connsiteY38" fmla="*/ 4411943 h 6858000"/>
                <a:gd name="connsiteX39" fmla="*/ 9281841 w 9767847"/>
                <a:gd name="connsiteY39" fmla="*/ 4387379 h 6858000"/>
                <a:gd name="connsiteX40" fmla="*/ 9286513 w 9767847"/>
                <a:gd name="connsiteY40" fmla="*/ 4364838 h 6858000"/>
                <a:gd name="connsiteX41" fmla="*/ 9296754 w 9767847"/>
                <a:gd name="connsiteY41" fmla="*/ 4312038 h 6858000"/>
                <a:gd name="connsiteX42" fmla="*/ 9301029 w 9767847"/>
                <a:gd name="connsiteY42" fmla="*/ 4289074 h 6858000"/>
                <a:gd name="connsiteX43" fmla="*/ 9302818 w 9767847"/>
                <a:gd name="connsiteY43" fmla="*/ 4278581 h 6858000"/>
                <a:gd name="connsiteX44" fmla="*/ 9304658 w 9767847"/>
                <a:gd name="connsiteY44" fmla="*/ 4266816 h 6858000"/>
                <a:gd name="connsiteX45" fmla="*/ 9312810 w 9767847"/>
                <a:gd name="connsiteY45" fmla="*/ 4215945 h 6858000"/>
                <a:gd name="connsiteX46" fmla="*/ 9316887 w 9767847"/>
                <a:gd name="connsiteY46" fmla="*/ 4190486 h 6858000"/>
                <a:gd name="connsiteX47" fmla="*/ 9318923 w 9767847"/>
                <a:gd name="connsiteY47" fmla="*/ 4177780 h 6858000"/>
                <a:gd name="connsiteX48" fmla="*/ 9320515 w 9767847"/>
                <a:gd name="connsiteY48" fmla="*/ 4164886 h 6858000"/>
                <a:gd name="connsiteX49" fmla="*/ 9332445 w 9767847"/>
                <a:gd name="connsiteY49" fmla="*/ 4064981 h 6858000"/>
                <a:gd name="connsiteX50" fmla="*/ 9336173 w 9767847"/>
                <a:gd name="connsiteY50" fmla="*/ 4018676 h 6858000"/>
                <a:gd name="connsiteX51" fmla="*/ 9340199 w 9767847"/>
                <a:gd name="connsiteY51" fmla="*/ 3965171 h 6858000"/>
                <a:gd name="connsiteX52" fmla="*/ 9347557 w 9767847"/>
                <a:gd name="connsiteY52" fmla="*/ 3765972 h 6858000"/>
                <a:gd name="connsiteX53" fmla="*/ 9346364 w 9767847"/>
                <a:gd name="connsiteY53" fmla="*/ 3664938 h 6858000"/>
                <a:gd name="connsiteX54" fmla="*/ 9344921 w 9767847"/>
                <a:gd name="connsiteY54" fmla="*/ 3615243 h 6858000"/>
                <a:gd name="connsiteX55" fmla="*/ 9344524 w 9767847"/>
                <a:gd name="connsiteY55" fmla="*/ 3603526 h 6858000"/>
                <a:gd name="connsiteX56" fmla="*/ 9343728 w 9767847"/>
                <a:gd name="connsiteY56" fmla="*/ 3590774 h 6858000"/>
                <a:gd name="connsiteX57" fmla="*/ 9342188 w 9767847"/>
                <a:gd name="connsiteY57" fmla="*/ 3565268 h 6858000"/>
                <a:gd name="connsiteX58" fmla="*/ 9339056 w 9767847"/>
                <a:gd name="connsiteY58" fmla="*/ 3514256 h 6858000"/>
                <a:gd name="connsiteX59" fmla="*/ 9334334 w 9767847"/>
                <a:gd name="connsiteY59" fmla="*/ 3463057 h 6858000"/>
                <a:gd name="connsiteX60" fmla="*/ 9329363 w 9767847"/>
                <a:gd name="connsiteY60" fmla="*/ 3411810 h 6858000"/>
                <a:gd name="connsiteX61" fmla="*/ 9328319 w 9767847"/>
                <a:gd name="connsiteY61" fmla="*/ 3400657 h 6858000"/>
                <a:gd name="connsiteX62" fmla="*/ 9327177 w 9767847"/>
                <a:gd name="connsiteY62" fmla="*/ 3390116 h 6858000"/>
                <a:gd name="connsiteX63" fmla="*/ 9324293 w 9767847"/>
                <a:gd name="connsiteY63" fmla="*/ 3366774 h 6858000"/>
                <a:gd name="connsiteX64" fmla="*/ 9320763 w 9767847"/>
                <a:gd name="connsiteY64" fmla="*/ 3340329 h 6858000"/>
                <a:gd name="connsiteX65" fmla="*/ 9317184 w 9767847"/>
                <a:gd name="connsiteY65" fmla="*/ 3311245 h 6858000"/>
                <a:gd name="connsiteX66" fmla="*/ 9311021 w 9767847"/>
                <a:gd name="connsiteY66" fmla="*/ 3266211 h 6858000"/>
                <a:gd name="connsiteX67" fmla="*/ 9302719 w 9767847"/>
                <a:gd name="connsiteY67" fmla="*/ 3215717 h 6858000"/>
                <a:gd name="connsiteX68" fmla="*/ 9293970 w 9767847"/>
                <a:gd name="connsiteY68" fmla="*/ 3165789 h 6858000"/>
                <a:gd name="connsiteX69" fmla="*/ 9252065 w 9767847"/>
                <a:gd name="connsiteY69" fmla="*/ 2967107 h 6858000"/>
                <a:gd name="connsiteX70" fmla="*/ 9227211 w 9767847"/>
                <a:gd name="connsiteY70" fmla="*/ 2868473 h 6858000"/>
                <a:gd name="connsiteX71" fmla="*/ 9220699 w 9767847"/>
                <a:gd name="connsiteY71" fmla="*/ 2844426 h 6858000"/>
                <a:gd name="connsiteX72" fmla="*/ 9213740 w 9767847"/>
                <a:gd name="connsiteY72" fmla="*/ 2820191 h 6858000"/>
                <a:gd name="connsiteX73" fmla="*/ 9199374 w 9767847"/>
                <a:gd name="connsiteY73" fmla="*/ 2771438 h 6858000"/>
                <a:gd name="connsiteX74" fmla="*/ 9061829 w 9767847"/>
                <a:gd name="connsiteY74" fmla="*/ 2385418 h 6858000"/>
                <a:gd name="connsiteX75" fmla="*/ 8978865 w 9767847"/>
                <a:gd name="connsiteY75" fmla="*/ 2196855 h 6858000"/>
                <a:gd name="connsiteX76" fmla="*/ 8956694 w 9767847"/>
                <a:gd name="connsiteY76" fmla="*/ 2150219 h 6858000"/>
                <a:gd name="connsiteX77" fmla="*/ 8934176 w 9767847"/>
                <a:gd name="connsiteY77" fmla="*/ 2103914 h 6858000"/>
                <a:gd name="connsiteX78" fmla="*/ 8887151 w 9767847"/>
                <a:gd name="connsiteY78" fmla="*/ 2011350 h 6858000"/>
                <a:gd name="connsiteX79" fmla="*/ 8787533 w 9767847"/>
                <a:gd name="connsiteY79" fmla="*/ 1828527 h 6858000"/>
                <a:gd name="connsiteX80" fmla="*/ 8761485 w 9767847"/>
                <a:gd name="connsiteY80" fmla="*/ 1783398 h 6858000"/>
                <a:gd name="connsiteX81" fmla="*/ 8734791 w 9767847"/>
                <a:gd name="connsiteY81" fmla="*/ 1737893 h 6858000"/>
                <a:gd name="connsiteX82" fmla="*/ 8680808 w 9767847"/>
                <a:gd name="connsiteY82" fmla="*/ 1648812 h 6858000"/>
                <a:gd name="connsiteX83" fmla="*/ 8567024 w 9767847"/>
                <a:gd name="connsiteY83" fmla="*/ 1472906 h 6858000"/>
                <a:gd name="connsiteX84" fmla="*/ 8537446 w 9767847"/>
                <a:gd name="connsiteY84" fmla="*/ 1429330 h 6858000"/>
                <a:gd name="connsiteX85" fmla="*/ 8507423 w 9767847"/>
                <a:gd name="connsiteY85" fmla="*/ 1385896 h 6858000"/>
                <a:gd name="connsiteX86" fmla="*/ 8446529 w 9767847"/>
                <a:gd name="connsiteY86" fmla="*/ 1300295 h 6858000"/>
                <a:gd name="connsiteX87" fmla="*/ 8319224 w 9767847"/>
                <a:gd name="connsiteY87" fmla="*/ 1131026 h 6858000"/>
                <a:gd name="connsiteX88" fmla="*/ 8286366 w 9767847"/>
                <a:gd name="connsiteY88" fmla="*/ 1089050 h 6858000"/>
                <a:gd name="connsiteX89" fmla="*/ 8270161 w 9767847"/>
                <a:gd name="connsiteY89" fmla="*/ 1068439 h 6858000"/>
                <a:gd name="connsiteX90" fmla="*/ 8253856 w 9767847"/>
                <a:gd name="connsiteY90" fmla="*/ 1048156 h 6858000"/>
                <a:gd name="connsiteX91" fmla="*/ 8186352 w 9767847"/>
                <a:gd name="connsiteY91" fmla="*/ 966275 h 6858000"/>
                <a:gd name="connsiteX92" fmla="*/ 8046768 w 9767847"/>
                <a:gd name="connsiteY92" fmla="*/ 805429 h 6858000"/>
                <a:gd name="connsiteX93" fmla="*/ 8010927 w 9767847"/>
                <a:gd name="connsiteY93" fmla="*/ 765853 h 6858000"/>
                <a:gd name="connsiteX94" fmla="*/ 7974788 w 9767847"/>
                <a:gd name="connsiteY94" fmla="*/ 726653 h 6858000"/>
                <a:gd name="connsiteX95" fmla="*/ 7901070 w 9767847"/>
                <a:gd name="connsiteY95" fmla="*/ 648724 h 6858000"/>
                <a:gd name="connsiteX96" fmla="*/ 7750054 w 9767847"/>
                <a:gd name="connsiteY96" fmla="*/ 497008 h 6858000"/>
                <a:gd name="connsiteX97" fmla="*/ 7592277 w 9767847"/>
                <a:gd name="connsiteY97" fmla="*/ 351221 h 6858000"/>
                <a:gd name="connsiteX98" fmla="*/ 7257734 w 9767847"/>
                <a:gd name="connsiteY98" fmla="*/ 76964 h 6858000"/>
                <a:gd name="connsiteX99" fmla="*/ 1886601 w 9767847"/>
                <a:gd name="connsiteY99" fmla="*/ 0 h 6858000"/>
                <a:gd name="connsiteX100" fmla="*/ 2292926 w 9767847"/>
                <a:gd name="connsiteY100" fmla="*/ 0 h 6858000"/>
                <a:gd name="connsiteX101" fmla="*/ 2135542 w 9767847"/>
                <a:gd name="connsiteY101" fmla="*/ 117781 h 6858000"/>
                <a:gd name="connsiteX102" fmla="*/ 1969576 w 9767847"/>
                <a:gd name="connsiteY102" fmla="*/ 254986 h 6858000"/>
                <a:gd name="connsiteX103" fmla="*/ 1659938 w 9767847"/>
                <a:gd name="connsiteY103" fmla="*/ 549855 h 6858000"/>
                <a:gd name="connsiteX104" fmla="*/ 729383 w 9767847"/>
                <a:gd name="connsiteY104" fmla="*/ 1936480 h 6858000"/>
                <a:gd name="connsiteX105" fmla="*/ 578465 w 9767847"/>
                <a:gd name="connsiteY105" fmla="*/ 2320807 h 6858000"/>
                <a:gd name="connsiteX106" fmla="*/ 465080 w 9767847"/>
                <a:gd name="connsiteY106" fmla="*/ 2714875 h 6858000"/>
                <a:gd name="connsiteX107" fmla="*/ 423820 w 9767847"/>
                <a:gd name="connsiteY107" fmla="*/ 2915436 h 6858000"/>
                <a:gd name="connsiteX108" fmla="*/ 392355 w 9767847"/>
                <a:gd name="connsiteY108" fmla="*/ 3118071 h 6858000"/>
                <a:gd name="connsiteX109" fmla="*/ 358801 w 9767847"/>
                <a:gd name="connsiteY109" fmla="*/ 3526915 h 6858000"/>
                <a:gd name="connsiteX110" fmla="*/ 410350 w 9767847"/>
                <a:gd name="connsiteY110" fmla="*/ 4348226 h 6858000"/>
                <a:gd name="connsiteX111" fmla="*/ 449022 w 9767847"/>
                <a:gd name="connsiteY111" fmla="*/ 4551049 h 6858000"/>
                <a:gd name="connsiteX112" fmla="*/ 498882 w 9767847"/>
                <a:gd name="connsiteY112" fmla="*/ 4752365 h 6858000"/>
                <a:gd name="connsiteX113" fmla="*/ 559775 w 9767847"/>
                <a:gd name="connsiteY113" fmla="*/ 4951657 h 6858000"/>
                <a:gd name="connsiteX114" fmla="*/ 631406 w 9767847"/>
                <a:gd name="connsiteY114" fmla="*/ 5147986 h 6858000"/>
                <a:gd name="connsiteX115" fmla="*/ 1023461 w 9767847"/>
                <a:gd name="connsiteY115" fmla="*/ 5893957 h 6858000"/>
                <a:gd name="connsiteX116" fmla="*/ 1575880 w 9767847"/>
                <a:gd name="connsiteY116" fmla="*/ 6547646 h 6858000"/>
                <a:gd name="connsiteX117" fmla="*/ 1905228 w 9767847"/>
                <a:gd name="connsiteY117" fmla="*/ 6829468 h 6858000"/>
                <a:gd name="connsiteX118" fmla="*/ 1944230 w 9767847"/>
                <a:gd name="connsiteY118" fmla="*/ 6858000 h 6858000"/>
                <a:gd name="connsiteX119" fmla="*/ 1372541 w 9767847"/>
                <a:gd name="connsiteY119" fmla="*/ 6858000 h 6858000"/>
                <a:gd name="connsiteX120" fmla="*/ 1115251 w 9767847"/>
                <a:gd name="connsiteY120" fmla="*/ 6590005 h 6858000"/>
                <a:gd name="connsiteX121" fmla="*/ 0 w 9767847"/>
                <a:gd name="connsiteY121" fmla="*/ 3649031 h 6858000"/>
                <a:gd name="connsiteX122" fmla="*/ 1777294 w 9767847"/>
                <a:gd name="connsiteY122" fmla="*/ 813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9767847" h="6858000">
                  <a:moveTo>
                    <a:pt x="7151367" y="0"/>
                  </a:moveTo>
                  <a:lnTo>
                    <a:pt x="7881247" y="0"/>
                  </a:lnTo>
                  <a:lnTo>
                    <a:pt x="7990553" y="81317"/>
                  </a:lnTo>
                  <a:cubicBezTo>
                    <a:pt x="9075991" y="929334"/>
                    <a:pt x="9767847" y="2212695"/>
                    <a:pt x="9767847" y="3649031"/>
                  </a:cubicBezTo>
                  <a:cubicBezTo>
                    <a:pt x="9767847" y="4766182"/>
                    <a:pt x="9349317" y="5790792"/>
                    <a:pt x="8652597" y="6590005"/>
                  </a:cubicBezTo>
                  <a:lnTo>
                    <a:pt x="8395306" y="6858000"/>
                  </a:lnTo>
                  <a:lnTo>
                    <a:pt x="6762603" y="6858000"/>
                  </a:lnTo>
                  <a:lnTo>
                    <a:pt x="6765962" y="6854844"/>
                  </a:lnTo>
                  <a:cubicBezTo>
                    <a:pt x="6779036" y="6842703"/>
                    <a:pt x="6791663" y="6829621"/>
                    <a:pt x="6804586" y="6817103"/>
                  </a:cubicBezTo>
                  <a:lnTo>
                    <a:pt x="6881735" y="6741197"/>
                  </a:lnTo>
                  <a:cubicBezTo>
                    <a:pt x="6907435" y="6715881"/>
                    <a:pt x="6933134" y="6690798"/>
                    <a:pt x="6958883" y="6664822"/>
                  </a:cubicBezTo>
                  <a:lnTo>
                    <a:pt x="7267925" y="6355694"/>
                  </a:lnTo>
                  <a:lnTo>
                    <a:pt x="7424360" y="6200685"/>
                  </a:lnTo>
                  <a:cubicBezTo>
                    <a:pt x="7450754" y="6174802"/>
                    <a:pt x="7477598" y="6148731"/>
                    <a:pt x="7504938" y="6122708"/>
                  </a:cubicBezTo>
                  <a:lnTo>
                    <a:pt x="7546396" y="6083697"/>
                  </a:lnTo>
                  <a:cubicBezTo>
                    <a:pt x="7560264" y="6070803"/>
                    <a:pt x="7574780" y="6057532"/>
                    <a:pt x="7588002" y="6045532"/>
                  </a:cubicBezTo>
                  <a:lnTo>
                    <a:pt x="7631000" y="6006709"/>
                  </a:lnTo>
                  <a:lnTo>
                    <a:pt x="7675440" y="5968309"/>
                  </a:lnTo>
                  <a:cubicBezTo>
                    <a:pt x="7690404" y="5955698"/>
                    <a:pt x="7705564" y="5943321"/>
                    <a:pt x="7720626" y="5930851"/>
                  </a:cubicBezTo>
                  <a:cubicBezTo>
                    <a:pt x="7735738" y="5918427"/>
                    <a:pt x="7751197" y="5906521"/>
                    <a:pt x="7766458" y="5894334"/>
                  </a:cubicBezTo>
                  <a:cubicBezTo>
                    <a:pt x="7827949" y="5846192"/>
                    <a:pt x="7890979" y="5800499"/>
                    <a:pt x="7955254" y="5756828"/>
                  </a:cubicBezTo>
                  <a:cubicBezTo>
                    <a:pt x="8083800" y="5669534"/>
                    <a:pt x="8216872" y="5590336"/>
                    <a:pt x="8352678" y="5517630"/>
                  </a:cubicBezTo>
                  <a:lnTo>
                    <a:pt x="8451350" y="5465254"/>
                  </a:lnTo>
                  <a:lnTo>
                    <a:pt x="8548532" y="5413395"/>
                  </a:lnTo>
                  <a:cubicBezTo>
                    <a:pt x="8612110" y="5379090"/>
                    <a:pt x="8673251" y="5345208"/>
                    <a:pt x="8729473" y="5309961"/>
                  </a:cubicBezTo>
                  <a:cubicBezTo>
                    <a:pt x="8743591" y="5301115"/>
                    <a:pt x="8757161" y="5292361"/>
                    <a:pt x="8770781" y="5283232"/>
                  </a:cubicBezTo>
                  <a:cubicBezTo>
                    <a:pt x="8777591" y="5278667"/>
                    <a:pt x="8784451" y="5274103"/>
                    <a:pt x="8790964" y="5269492"/>
                  </a:cubicBezTo>
                  <a:cubicBezTo>
                    <a:pt x="8797574" y="5264879"/>
                    <a:pt x="8804235" y="5260314"/>
                    <a:pt x="8810499" y="5255703"/>
                  </a:cubicBezTo>
                  <a:cubicBezTo>
                    <a:pt x="8835999" y="5237303"/>
                    <a:pt x="8860407" y="5218291"/>
                    <a:pt x="8883571" y="5198479"/>
                  </a:cubicBezTo>
                  <a:cubicBezTo>
                    <a:pt x="8929900" y="5158856"/>
                    <a:pt x="8971258" y="5116315"/>
                    <a:pt x="9006651" y="5070527"/>
                  </a:cubicBezTo>
                  <a:cubicBezTo>
                    <a:pt x="9015351" y="5059328"/>
                    <a:pt x="9024398" y="5046857"/>
                    <a:pt x="9033494" y="5034105"/>
                  </a:cubicBezTo>
                  <a:lnTo>
                    <a:pt x="9040305" y="5024551"/>
                  </a:lnTo>
                  <a:lnTo>
                    <a:pt x="9046568" y="5015281"/>
                  </a:lnTo>
                  <a:cubicBezTo>
                    <a:pt x="9050743" y="5009163"/>
                    <a:pt x="9054819" y="5002952"/>
                    <a:pt x="9058846" y="4996645"/>
                  </a:cubicBezTo>
                  <a:cubicBezTo>
                    <a:pt x="9075002" y="4971517"/>
                    <a:pt x="9090212" y="4945305"/>
                    <a:pt x="9104529" y="4918105"/>
                  </a:cubicBezTo>
                  <a:cubicBezTo>
                    <a:pt x="9133211" y="4863752"/>
                    <a:pt x="9158313" y="4805447"/>
                    <a:pt x="9181081" y="4744694"/>
                  </a:cubicBezTo>
                  <a:cubicBezTo>
                    <a:pt x="9203748" y="4684178"/>
                    <a:pt x="9223383" y="4621778"/>
                    <a:pt x="9240731" y="4557872"/>
                  </a:cubicBezTo>
                  <a:cubicBezTo>
                    <a:pt x="9249481" y="4525966"/>
                    <a:pt x="9257682" y="4493684"/>
                    <a:pt x="9265388" y="4461073"/>
                  </a:cubicBezTo>
                  <a:cubicBezTo>
                    <a:pt x="9269215" y="4444744"/>
                    <a:pt x="9272943" y="4428367"/>
                    <a:pt x="9276571" y="4411943"/>
                  </a:cubicBezTo>
                  <a:lnTo>
                    <a:pt x="9281841" y="4387379"/>
                  </a:lnTo>
                  <a:lnTo>
                    <a:pt x="9286513" y="4364838"/>
                  </a:lnTo>
                  <a:lnTo>
                    <a:pt x="9296754" y="4312038"/>
                  </a:lnTo>
                  <a:lnTo>
                    <a:pt x="9301029" y="4289074"/>
                  </a:lnTo>
                  <a:lnTo>
                    <a:pt x="9302818" y="4278581"/>
                  </a:lnTo>
                  <a:lnTo>
                    <a:pt x="9304658" y="4266816"/>
                  </a:lnTo>
                  <a:lnTo>
                    <a:pt x="9312810" y="4215945"/>
                  </a:lnTo>
                  <a:lnTo>
                    <a:pt x="9316887" y="4190486"/>
                  </a:lnTo>
                  <a:lnTo>
                    <a:pt x="9318923" y="4177780"/>
                  </a:lnTo>
                  <a:cubicBezTo>
                    <a:pt x="9319570" y="4173546"/>
                    <a:pt x="9319969" y="4169169"/>
                    <a:pt x="9320515" y="4164886"/>
                  </a:cubicBezTo>
                  <a:lnTo>
                    <a:pt x="9332445" y="4064981"/>
                  </a:lnTo>
                  <a:cubicBezTo>
                    <a:pt x="9333836" y="4052370"/>
                    <a:pt x="9334880" y="4036888"/>
                    <a:pt x="9336173" y="4018676"/>
                  </a:cubicBezTo>
                  <a:lnTo>
                    <a:pt x="9340199" y="3965171"/>
                  </a:lnTo>
                  <a:cubicBezTo>
                    <a:pt x="9345071" y="3899806"/>
                    <a:pt x="9347358" y="3832983"/>
                    <a:pt x="9347557" y="3765972"/>
                  </a:cubicBezTo>
                  <a:cubicBezTo>
                    <a:pt x="9347656" y="3732420"/>
                    <a:pt x="9347209" y="3698773"/>
                    <a:pt x="9346364" y="3664938"/>
                  </a:cubicBezTo>
                  <a:lnTo>
                    <a:pt x="9344921" y="3615243"/>
                  </a:lnTo>
                  <a:lnTo>
                    <a:pt x="9344524" y="3603526"/>
                  </a:lnTo>
                  <a:lnTo>
                    <a:pt x="9343728" y="3590774"/>
                  </a:lnTo>
                  <a:lnTo>
                    <a:pt x="9342188" y="3565268"/>
                  </a:lnTo>
                  <a:lnTo>
                    <a:pt x="9339056" y="3514256"/>
                  </a:lnTo>
                  <a:cubicBezTo>
                    <a:pt x="9337914" y="3497221"/>
                    <a:pt x="9335874" y="3480138"/>
                    <a:pt x="9334334" y="3463057"/>
                  </a:cubicBezTo>
                  <a:lnTo>
                    <a:pt x="9329363" y="3411810"/>
                  </a:lnTo>
                  <a:lnTo>
                    <a:pt x="9328319" y="3400657"/>
                  </a:lnTo>
                  <a:lnTo>
                    <a:pt x="9327177" y="3390116"/>
                  </a:lnTo>
                  <a:lnTo>
                    <a:pt x="9324293" y="3366774"/>
                  </a:lnTo>
                  <a:lnTo>
                    <a:pt x="9320763" y="3340329"/>
                  </a:lnTo>
                  <a:lnTo>
                    <a:pt x="9317184" y="3311245"/>
                  </a:lnTo>
                  <a:cubicBezTo>
                    <a:pt x="9315594" y="3296893"/>
                    <a:pt x="9313506" y="3282306"/>
                    <a:pt x="9311021" y="3266211"/>
                  </a:cubicBezTo>
                  <a:lnTo>
                    <a:pt x="9302719" y="3215717"/>
                  </a:lnTo>
                  <a:cubicBezTo>
                    <a:pt x="9299936" y="3199059"/>
                    <a:pt x="9297003" y="3182400"/>
                    <a:pt x="9293970" y="3165789"/>
                  </a:cubicBezTo>
                  <a:cubicBezTo>
                    <a:pt x="9281891" y="3099295"/>
                    <a:pt x="9267674" y="3033084"/>
                    <a:pt x="9252065" y="2967107"/>
                  </a:cubicBezTo>
                  <a:cubicBezTo>
                    <a:pt x="9244261" y="2934167"/>
                    <a:pt x="9235959" y="2901273"/>
                    <a:pt x="9227211" y="2868473"/>
                  </a:cubicBezTo>
                  <a:lnTo>
                    <a:pt x="9220699" y="2844426"/>
                  </a:lnTo>
                  <a:lnTo>
                    <a:pt x="9213740" y="2820191"/>
                  </a:lnTo>
                  <a:cubicBezTo>
                    <a:pt x="9209216" y="2804049"/>
                    <a:pt x="9204345" y="2787768"/>
                    <a:pt x="9199374" y="2771438"/>
                  </a:cubicBezTo>
                  <a:cubicBezTo>
                    <a:pt x="9159855" y="2641086"/>
                    <a:pt x="9114272" y="2512099"/>
                    <a:pt x="9061829" y="2385418"/>
                  </a:cubicBezTo>
                  <a:cubicBezTo>
                    <a:pt x="9035582" y="2322077"/>
                    <a:pt x="9008043" y="2259160"/>
                    <a:pt x="8978865" y="2196855"/>
                  </a:cubicBezTo>
                  <a:lnTo>
                    <a:pt x="8956694" y="2150219"/>
                  </a:lnTo>
                  <a:lnTo>
                    <a:pt x="8934176" y="2103914"/>
                  </a:lnTo>
                  <a:cubicBezTo>
                    <a:pt x="8918915" y="2073091"/>
                    <a:pt x="8903157" y="2042032"/>
                    <a:pt x="8887151" y="2011350"/>
                  </a:cubicBezTo>
                  <a:cubicBezTo>
                    <a:pt x="8854988" y="1949891"/>
                    <a:pt x="8822082" y="1888810"/>
                    <a:pt x="8787533" y="1828527"/>
                  </a:cubicBezTo>
                  <a:lnTo>
                    <a:pt x="8761485" y="1783398"/>
                  </a:lnTo>
                  <a:lnTo>
                    <a:pt x="8734791" y="1737893"/>
                  </a:lnTo>
                  <a:cubicBezTo>
                    <a:pt x="8717047" y="1707823"/>
                    <a:pt x="8699200" y="1678363"/>
                    <a:pt x="8680808" y="1648812"/>
                  </a:cubicBezTo>
                  <a:cubicBezTo>
                    <a:pt x="8644322" y="1589658"/>
                    <a:pt x="8606194" y="1531118"/>
                    <a:pt x="8567024" y="1472906"/>
                  </a:cubicBezTo>
                  <a:lnTo>
                    <a:pt x="8537446" y="1429330"/>
                  </a:lnTo>
                  <a:lnTo>
                    <a:pt x="8507423" y="1385896"/>
                  </a:lnTo>
                  <a:cubicBezTo>
                    <a:pt x="8487390" y="1357284"/>
                    <a:pt x="8467158" y="1328719"/>
                    <a:pt x="8446529" y="1300295"/>
                  </a:cubicBezTo>
                  <a:cubicBezTo>
                    <a:pt x="8405271" y="1243496"/>
                    <a:pt x="8362718" y="1187120"/>
                    <a:pt x="8319224" y="1131026"/>
                  </a:cubicBezTo>
                  <a:lnTo>
                    <a:pt x="8286366" y="1089050"/>
                  </a:lnTo>
                  <a:lnTo>
                    <a:pt x="8270161" y="1068439"/>
                  </a:lnTo>
                  <a:lnTo>
                    <a:pt x="8253856" y="1048156"/>
                  </a:lnTo>
                  <a:cubicBezTo>
                    <a:pt x="8231636" y="1020675"/>
                    <a:pt x="8209117" y="993381"/>
                    <a:pt x="8186352" y="966275"/>
                  </a:cubicBezTo>
                  <a:cubicBezTo>
                    <a:pt x="8140917" y="911922"/>
                    <a:pt x="8094240" y="858417"/>
                    <a:pt x="8046768" y="805429"/>
                  </a:cubicBezTo>
                  <a:lnTo>
                    <a:pt x="8010927" y="765853"/>
                  </a:lnTo>
                  <a:lnTo>
                    <a:pt x="7974788" y="726653"/>
                  </a:lnTo>
                  <a:cubicBezTo>
                    <a:pt x="7950382" y="700489"/>
                    <a:pt x="7925824" y="674465"/>
                    <a:pt x="7901070" y="648724"/>
                  </a:cubicBezTo>
                  <a:cubicBezTo>
                    <a:pt x="7851510" y="597289"/>
                    <a:pt x="7801404" y="546514"/>
                    <a:pt x="7750054" y="497008"/>
                  </a:cubicBezTo>
                  <a:cubicBezTo>
                    <a:pt x="7698902" y="447644"/>
                    <a:pt x="7645913" y="398938"/>
                    <a:pt x="7592277" y="351221"/>
                  </a:cubicBezTo>
                  <a:cubicBezTo>
                    <a:pt x="7484856" y="255786"/>
                    <a:pt x="7373308" y="164304"/>
                    <a:pt x="7257734" y="76964"/>
                  </a:cubicBezTo>
                  <a:close/>
                  <a:moveTo>
                    <a:pt x="1886601" y="0"/>
                  </a:moveTo>
                  <a:lnTo>
                    <a:pt x="2292926" y="0"/>
                  </a:lnTo>
                  <a:lnTo>
                    <a:pt x="2135542" y="117781"/>
                  </a:lnTo>
                  <a:cubicBezTo>
                    <a:pt x="2078998" y="162280"/>
                    <a:pt x="2023659" y="208045"/>
                    <a:pt x="1969576" y="254986"/>
                  </a:cubicBezTo>
                  <a:cubicBezTo>
                    <a:pt x="1861309" y="348820"/>
                    <a:pt x="1758064" y="447314"/>
                    <a:pt x="1659938" y="549855"/>
                  </a:cubicBezTo>
                  <a:cubicBezTo>
                    <a:pt x="1266987" y="960346"/>
                    <a:pt x="953820" y="1431495"/>
                    <a:pt x="729383" y="1936480"/>
                  </a:cubicBezTo>
                  <a:cubicBezTo>
                    <a:pt x="673260" y="2062362"/>
                    <a:pt x="622855" y="2190972"/>
                    <a:pt x="578465" y="2320807"/>
                  </a:cubicBezTo>
                  <a:cubicBezTo>
                    <a:pt x="534125" y="2450687"/>
                    <a:pt x="496147" y="2582216"/>
                    <a:pt x="465080" y="2714875"/>
                  </a:cubicBezTo>
                  <a:cubicBezTo>
                    <a:pt x="449769" y="2780991"/>
                    <a:pt x="435850" y="2848191"/>
                    <a:pt x="423820" y="2915436"/>
                  </a:cubicBezTo>
                  <a:cubicBezTo>
                    <a:pt x="411840" y="2982731"/>
                    <a:pt x="401054" y="3050260"/>
                    <a:pt x="392355" y="3118071"/>
                  </a:cubicBezTo>
                  <a:cubicBezTo>
                    <a:pt x="374509" y="3253646"/>
                    <a:pt x="363424" y="3389880"/>
                    <a:pt x="358801" y="3526915"/>
                  </a:cubicBezTo>
                  <a:cubicBezTo>
                    <a:pt x="349009" y="3800843"/>
                    <a:pt x="366357" y="4075570"/>
                    <a:pt x="410350" y="4348226"/>
                  </a:cubicBezTo>
                  <a:cubicBezTo>
                    <a:pt x="421286" y="4416132"/>
                    <a:pt x="434209" y="4483660"/>
                    <a:pt x="449022" y="4551049"/>
                  </a:cubicBezTo>
                  <a:cubicBezTo>
                    <a:pt x="463737" y="4618436"/>
                    <a:pt x="480389" y="4685588"/>
                    <a:pt x="498882" y="4752365"/>
                  </a:cubicBezTo>
                  <a:cubicBezTo>
                    <a:pt x="517373" y="4819141"/>
                    <a:pt x="537704" y="4885635"/>
                    <a:pt x="559775" y="4951657"/>
                  </a:cubicBezTo>
                  <a:cubicBezTo>
                    <a:pt x="581946" y="5017775"/>
                    <a:pt x="605358" y="5083375"/>
                    <a:pt x="631406" y="5147986"/>
                  </a:cubicBezTo>
                  <a:cubicBezTo>
                    <a:pt x="734055" y="5407608"/>
                    <a:pt x="865188" y="5658570"/>
                    <a:pt x="1023461" y="5893957"/>
                  </a:cubicBezTo>
                  <a:cubicBezTo>
                    <a:pt x="1181487" y="6129578"/>
                    <a:pt x="1367051" y="6349247"/>
                    <a:pt x="1575880" y="6547646"/>
                  </a:cubicBezTo>
                  <a:cubicBezTo>
                    <a:pt x="1680269" y="6646916"/>
                    <a:pt x="1790338" y="6740939"/>
                    <a:pt x="1905228" y="6829468"/>
                  </a:cubicBezTo>
                  <a:lnTo>
                    <a:pt x="1944230" y="6858000"/>
                  </a:lnTo>
                  <a:lnTo>
                    <a:pt x="1372541" y="6858000"/>
                  </a:lnTo>
                  <a:lnTo>
                    <a:pt x="1115251" y="6590005"/>
                  </a:lnTo>
                  <a:cubicBezTo>
                    <a:pt x="418530" y="5790792"/>
                    <a:pt x="0" y="4766182"/>
                    <a:pt x="0" y="3649031"/>
                  </a:cubicBezTo>
                  <a:cubicBezTo>
                    <a:pt x="0" y="2212695"/>
                    <a:pt x="691856" y="929334"/>
                    <a:pt x="1777294" y="81317"/>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3" name="Freeform: Shape 52">
              <a:extLst>
                <a:ext uri="{FF2B5EF4-FFF2-40B4-BE49-F238E27FC236}">
                  <a16:creationId xmlns:a16="http://schemas.microsoft.com/office/drawing/2014/main" id="{82B0ED5C-927D-4C5F-8F27-1B403820B9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3402" y="36937"/>
              <a:ext cx="9767847" cy="6858000"/>
            </a:xfrm>
            <a:custGeom>
              <a:avLst/>
              <a:gdLst>
                <a:gd name="connsiteX0" fmla="*/ 7145704 w 9767847"/>
                <a:gd name="connsiteY0" fmla="*/ 0 h 6858000"/>
                <a:gd name="connsiteX1" fmla="*/ 7875738 w 9767847"/>
                <a:gd name="connsiteY1" fmla="*/ 0 h 6858000"/>
                <a:gd name="connsiteX2" fmla="*/ 7990553 w 9767847"/>
                <a:gd name="connsiteY2" fmla="*/ 85415 h 6858000"/>
                <a:gd name="connsiteX3" fmla="*/ 9767847 w 9767847"/>
                <a:gd name="connsiteY3" fmla="*/ 3653129 h 6858000"/>
                <a:gd name="connsiteX4" fmla="*/ 8652597 w 9767847"/>
                <a:gd name="connsiteY4" fmla="*/ 6594103 h 6858000"/>
                <a:gd name="connsiteX5" fmla="*/ 8399240 w 9767847"/>
                <a:gd name="connsiteY5" fmla="*/ 6858000 h 6858000"/>
                <a:gd name="connsiteX6" fmla="*/ 6766926 w 9767847"/>
                <a:gd name="connsiteY6" fmla="*/ 6858000 h 6858000"/>
                <a:gd name="connsiteX7" fmla="*/ 6804586 w 9767847"/>
                <a:gd name="connsiteY7" fmla="*/ 6821201 h 6858000"/>
                <a:gd name="connsiteX8" fmla="*/ 6881735 w 9767847"/>
                <a:gd name="connsiteY8" fmla="*/ 6745295 h 6858000"/>
                <a:gd name="connsiteX9" fmla="*/ 6958883 w 9767847"/>
                <a:gd name="connsiteY9" fmla="*/ 6668920 h 6858000"/>
                <a:gd name="connsiteX10" fmla="*/ 7267925 w 9767847"/>
                <a:gd name="connsiteY10" fmla="*/ 6359792 h 6858000"/>
                <a:gd name="connsiteX11" fmla="*/ 7424360 w 9767847"/>
                <a:gd name="connsiteY11" fmla="*/ 6204783 h 6858000"/>
                <a:gd name="connsiteX12" fmla="*/ 7504938 w 9767847"/>
                <a:gd name="connsiteY12" fmla="*/ 6126806 h 6858000"/>
                <a:gd name="connsiteX13" fmla="*/ 7546396 w 9767847"/>
                <a:gd name="connsiteY13" fmla="*/ 6087795 h 6858000"/>
                <a:gd name="connsiteX14" fmla="*/ 7588002 w 9767847"/>
                <a:gd name="connsiteY14" fmla="*/ 6049630 h 6858000"/>
                <a:gd name="connsiteX15" fmla="*/ 7631000 w 9767847"/>
                <a:gd name="connsiteY15" fmla="*/ 6010807 h 6858000"/>
                <a:gd name="connsiteX16" fmla="*/ 7675440 w 9767847"/>
                <a:gd name="connsiteY16" fmla="*/ 5972407 h 6858000"/>
                <a:gd name="connsiteX17" fmla="*/ 7720626 w 9767847"/>
                <a:gd name="connsiteY17" fmla="*/ 5934949 h 6858000"/>
                <a:gd name="connsiteX18" fmla="*/ 7766458 w 9767847"/>
                <a:gd name="connsiteY18" fmla="*/ 5898432 h 6858000"/>
                <a:gd name="connsiteX19" fmla="*/ 7955254 w 9767847"/>
                <a:gd name="connsiteY19" fmla="*/ 5760926 h 6858000"/>
                <a:gd name="connsiteX20" fmla="*/ 8352678 w 9767847"/>
                <a:gd name="connsiteY20" fmla="*/ 5521728 h 6858000"/>
                <a:gd name="connsiteX21" fmla="*/ 8451350 w 9767847"/>
                <a:gd name="connsiteY21" fmla="*/ 5469352 h 6858000"/>
                <a:gd name="connsiteX22" fmla="*/ 8548532 w 9767847"/>
                <a:gd name="connsiteY22" fmla="*/ 5417493 h 6858000"/>
                <a:gd name="connsiteX23" fmla="*/ 8729473 w 9767847"/>
                <a:gd name="connsiteY23" fmla="*/ 5314059 h 6858000"/>
                <a:gd name="connsiteX24" fmla="*/ 8770781 w 9767847"/>
                <a:gd name="connsiteY24" fmla="*/ 5287330 h 6858000"/>
                <a:gd name="connsiteX25" fmla="*/ 8790964 w 9767847"/>
                <a:gd name="connsiteY25" fmla="*/ 5273590 h 6858000"/>
                <a:gd name="connsiteX26" fmla="*/ 8810499 w 9767847"/>
                <a:gd name="connsiteY26" fmla="*/ 5259801 h 6858000"/>
                <a:gd name="connsiteX27" fmla="*/ 8883571 w 9767847"/>
                <a:gd name="connsiteY27" fmla="*/ 5202577 h 6858000"/>
                <a:gd name="connsiteX28" fmla="*/ 9006651 w 9767847"/>
                <a:gd name="connsiteY28" fmla="*/ 5074625 h 6858000"/>
                <a:gd name="connsiteX29" fmla="*/ 9033494 w 9767847"/>
                <a:gd name="connsiteY29" fmla="*/ 5038203 h 6858000"/>
                <a:gd name="connsiteX30" fmla="*/ 9040305 w 9767847"/>
                <a:gd name="connsiteY30" fmla="*/ 5028649 h 6858000"/>
                <a:gd name="connsiteX31" fmla="*/ 9046568 w 9767847"/>
                <a:gd name="connsiteY31" fmla="*/ 5019379 h 6858000"/>
                <a:gd name="connsiteX32" fmla="*/ 9058846 w 9767847"/>
                <a:gd name="connsiteY32" fmla="*/ 5000743 h 6858000"/>
                <a:gd name="connsiteX33" fmla="*/ 9104529 w 9767847"/>
                <a:gd name="connsiteY33" fmla="*/ 4922203 h 6858000"/>
                <a:gd name="connsiteX34" fmla="*/ 9181081 w 9767847"/>
                <a:gd name="connsiteY34" fmla="*/ 4748792 h 6858000"/>
                <a:gd name="connsiteX35" fmla="*/ 9240731 w 9767847"/>
                <a:gd name="connsiteY35" fmla="*/ 4561970 h 6858000"/>
                <a:gd name="connsiteX36" fmla="*/ 9265388 w 9767847"/>
                <a:gd name="connsiteY36" fmla="*/ 4465171 h 6858000"/>
                <a:gd name="connsiteX37" fmla="*/ 9276571 w 9767847"/>
                <a:gd name="connsiteY37" fmla="*/ 4416041 h 6858000"/>
                <a:gd name="connsiteX38" fmla="*/ 9281841 w 9767847"/>
                <a:gd name="connsiteY38" fmla="*/ 4391477 h 6858000"/>
                <a:gd name="connsiteX39" fmla="*/ 9286513 w 9767847"/>
                <a:gd name="connsiteY39" fmla="*/ 4368936 h 6858000"/>
                <a:gd name="connsiteX40" fmla="*/ 9296754 w 9767847"/>
                <a:gd name="connsiteY40" fmla="*/ 4316136 h 6858000"/>
                <a:gd name="connsiteX41" fmla="*/ 9301029 w 9767847"/>
                <a:gd name="connsiteY41" fmla="*/ 4293172 h 6858000"/>
                <a:gd name="connsiteX42" fmla="*/ 9302818 w 9767847"/>
                <a:gd name="connsiteY42" fmla="*/ 4282679 h 6858000"/>
                <a:gd name="connsiteX43" fmla="*/ 9304658 w 9767847"/>
                <a:gd name="connsiteY43" fmla="*/ 4270914 h 6858000"/>
                <a:gd name="connsiteX44" fmla="*/ 9312810 w 9767847"/>
                <a:gd name="connsiteY44" fmla="*/ 4220043 h 6858000"/>
                <a:gd name="connsiteX45" fmla="*/ 9316887 w 9767847"/>
                <a:gd name="connsiteY45" fmla="*/ 4194584 h 6858000"/>
                <a:gd name="connsiteX46" fmla="*/ 9318923 w 9767847"/>
                <a:gd name="connsiteY46" fmla="*/ 4181878 h 6858000"/>
                <a:gd name="connsiteX47" fmla="*/ 9320515 w 9767847"/>
                <a:gd name="connsiteY47" fmla="*/ 4168984 h 6858000"/>
                <a:gd name="connsiteX48" fmla="*/ 9332445 w 9767847"/>
                <a:gd name="connsiteY48" fmla="*/ 4069079 h 6858000"/>
                <a:gd name="connsiteX49" fmla="*/ 9336173 w 9767847"/>
                <a:gd name="connsiteY49" fmla="*/ 4022774 h 6858000"/>
                <a:gd name="connsiteX50" fmla="*/ 9340199 w 9767847"/>
                <a:gd name="connsiteY50" fmla="*/ 3969269 h 6858000"/>
                <a:gd name="connsiteX51" fmla="*/ 9347557 w 9767847"/>
                <a:gd name="connsiteY51" fmla="*/ 3770070 h 6858000"/>
                <a:gd name="connsiteX52" fmla="*/ 9346364 w 9767847"/>
                <a:gd name="connsiteY52" fmla="*/ 3669036 h 6858000"/>
                <a:gd name="connsiteX53" fmla="*/ 9344921 w 9767847"/>
                <a:gd name="connsiteY53" fmla="*/ 3619341 h 6858000"/>
                <a:gd name="connsiteX54" fmla="*/ 9344524 w 9767847"/>
                <a:gd name="connsiteY54" fmla="*/ 3607624 h 6858000"/>
                <a:gd name="connsiteX55" fmla="*/ 9343728 w 9767847"/>
                <a:gd name="connsiteY55" fmla="*/ 3594872 h 6858000"/>
                <a:gd name="connsiteX56" fmla="*/ 9342188 w 9767847"/>
                <a:gd name="connsiteY56" fmla="*/ 3569366 h 6858000"/>
                <a:gd name="connsiteX57" fmla="*/ 9339056 w 9767847"/>
                <a:gd name="connsiteY57" fmla="*/ 3518354 h 6858000"/>
                <a:gd name="connsiteX58" fmla="*/ 9334334 w 9767847"/>
                <a:gd name="connsiteY58" fmla="*/ 3467155 h 6858000"/>
                <a:gd name="connsiteX59" fmla="*/ 9329363 w 9767847"/>
                <a:gd name="connsiteY59" fmla="*/ 3415908 h 6858000"/>
                <a:gd name="connsiteX60" fmla="*/ 9328319 w 9767847"/>
                <a:gd name="connsiteY60" fmla="*/ 3404755 h 6858000"/>
                <a:gd name="connsiteX61" fmla="*/ 9327177 w 9767847"/>
                <a:gd name="connsiteY61" fmla="*/ 3394214 h 6858000"/>
                <a:gd name="connsiteX62" fmla="*/ 9324293 w 9767847"/>
                <a:gd name="connsiteY62" fmla="*/ 3370872 h 6858000"/>
                <a:gd name="connsiteX63" fmla="*/ 9320763 w 9767847"/>
                <a:gd name="connsiteY63" fmla="*/ 3344427 h 6858000"/>
                <a:gd name="connsiteX64" fmla="*/ 9317184 w 9767847"/>
                <a:gd name="connsiteY64" fmla="*/ 3315343 h 6858000"/>
                <a:gd name="connsiteX65" fmla="*/ 9311021 w 9767847"/>
                <a:gd name="connsiteY65" fmla="*/ 3270309 h 6858000"/>
                <a:gd name="connsiteX66" fmla="*/ 9302719 w 9767847"/>
                <a:gd name="connsiteY66" fmla="*/ 3219815 h 6858000"/>
                <a:gd name="connsiteX67" fmla="*/ 9293970 w 9767847"/>
                <a:gd name="connsiteY67" fmla="*/ 3169887 h 6858000"/>
                <a:gd name="connsiteX68" fmla="*/ 9252065 w 9767847"/>
                <a:gd name="connsiteY68" fmla="*/ 2971205 h 6858000"/>
                <a:gd name="connsiteX69" fmla="*/ 9227211 w 9767847"/>
                <a:gd name="connsiteY69" fmla="*/ 2872571 h 6858000"/>
                <a:gd name="connsiteX70" fmla="*/ 9220699 w 9767847"/>
                <a:gd name="connsiteY70" fmla="*/ 2848524 h 6858000"/>
                <a:gd name="connsiteX71" fmla="*/ 9213740 w 9767847"/>
                <a:gd name="connsiteY71" fmla="*/ 2824289 h 6858000"/>
                <a:gd name="connsiteX72" fmla="*/ 9199374 w 9767847"/>
                <a:gd name="connsiteY72" fmla="*/ 2775536 h 6858000"/>
                <a:gd name="connsiteX73" fmla="*/ 9061829 w 9767847"/>
                <a:gd name="connsiteY73" fmla="*/ 2389515 h 6858000"/>
                <a:gd name="connsiteX74" fmla="*/ 8978865 w 9767847"/>
                <a:gd name="connsiteY74" fmla="*/ 2200953 h 6858000"/>
                <a:gd name="connsiteX75" fmla="*/ 8956694 w 9767847"/>
                <a:gd name="connsiteY75" fmla="*/ 2154317 h 6858000"/>
                <a:gd name="connsiteX76" fmla="*/ 8934176 w 9767847"/>
                <a:gd name="connsiteY76" fmla="*/ 2108012 h 6858000"/>
                <a:gd name="connsiteX77" fmla="*/ 8887151 w 9767847"/>
                <a:gd name="connsiteY77" fmla="*/ 2015448 h 6858000"/>
                <a:gd name="connsiteX78" fmla="*/ 8787533 w 9767847"/>
                <a:gd name="connsiteY78" fmla="*/ 1832625 h 6858000"/>
                <a:gd name="connsiteX79" fmla="*/ 8761485 w 9767847"/>
                <a:gd name="connsiteY79" fmla="*/ 1787496 h 6858000"/>
                <a:gd name="connsiteX80" fmla="*/ 8734791 w 9767847"/>
                <a:gd name="connsiteY80" fmla="*/ 1741991 h 6858000"/>
                <a:gd name="connsiteX81" fmla="*/ 8680808 w 9767847"/>
                <a:gd name="connsiteY81" fmla="*/ 1652910 h 6858000"/>
                <a:gd name="connsiteX82" fmla="*/ 8567024 w 9767847"/>
                <a:gd name="connsiteY82" fmla="*/ 1477004 h 6858000"/>
                <a:gd name="connsiteX83" fmla="*/ 8537446 w 9767847"/>
                <a:gd name="connsiteY83" fmla="*/ 1433428 h 6858000"/>
                <a:gd name="connsiteX84" fmla="*/ 8507423 w 9767847"/>
                <a:gd name="connsiteY84" fmla="*/ 1389994 h 6858000"/>
                <a:gd name="connsiteX85" fmla="*/ 8446529 w 9767847"/>
                <a:gd name="connsiteY85" fmla="*/ 1304393 h 6858000"/>
                <a:gd name="connsiteX86" fmla="*/ 8319224 w 9767847"/>
                <a:gd name="connsiteY86" fmla="*/ 1135124 h 6858000"/>
                <a:gd name="connsiteX87" fmla="*/ 8286366 w 9767847"/>
                <a:gd name="connsiteY87" fmla="*/ 1093148 h 6858000"/>
                <a:gd name="connsiteX88" fmla="*/ 8270161 w 9767847"/>
                <a:gd name="connsiteY88" fmla="*/ 1072538 h 6858000"/>
                <a:gd name="connsiteX89" fmla="*/ 8253856 w 9767847"/>
                <a:gd name="connsiteY89" fmla="*/ 1052254 h 6858000"/>
                <a:gd name="connsiteX90" fmla="*/ 8186352 w 9767847"/>
                <a:gd name="connsiteY90" fmla="*/ 970373 h 6858000"/>
                <a:gd name="connsiteX91" fmla="*/ 8046768 w 9767847"/>
                <a:gd name="connsiteY91" fmla="*/ 809527 h 6858000"/>
                <a:gd name="connsiteX92" fmla="*/ 8010927 w 9767847"/>
                <a:gd name="connsiteY92" fmla="*/ 769951 h 6858000"/>
                <a:gd name="connsiteX93" fmla="*/ 7974788 w 9767847"/>
                <a:gd name="connsiteY93" fmla="*/ 730751 h 6858000"/>
                <a:gd name="connsiteX94" fmla="*/ 7901070 w 9767847"/>
                <a:gd name="connsiteY94" fmla="*/ 652823 h 6858000"/>
                <a:gd name="connsiteX95" fmla="*/ 7750054 w 9767847"/>
                <a:gd name="connsiteY95" fmla="*/ 501106 h 6858000"/>
                <a:gd name="connsiteX96" fmla="*/ 7592277 w 9767847"/>
                <a:gd name="connsiteY96" fmla="*/ 355319 h 6858000"/>
                <a:gd name="connsiteX97" fmla="*/ 7257734 w 9767847"/>
                <a:gd name="connsiteY97" fmla="*/ 81062 h 6858000"/>
                <a:gd name="connsiteX98" fmla="*/ 1892109 w 9767847"/>
                <a:gd name="connsiteY98" fmla="*/ 0 h 6858000"/>
                <a:gd name="connsiteX99" fmla="*/ 2298402 w 9767847"/>
                <a:gd name="connsiteY99" fmla="*/ 0 h 6858000"/>
                <a:gd name="connsiteX100" fmla="*/ 2135542 w 9767847"/>
                <a:gd name="connsiteY100" fmla="*/ 121879 h 6858000"/>
                <a:gd name="connsiteX101" fmla="*/ 1969576 w 9767847"/>
                <a:gd name="connsiteY101" fmla="*/ 259084 h 6858000"/>
                <a:gd name="connsiteX102" fmla="*/ 1659938 w 9767847"/>
                <a:gd name="connsiteY102" fmla="*/ 553953 h 6858000"/>
                <a:gd name="connsiteX103" fmla="*/ 729383 w 9767847"/>
                <a:gd name="connsiteY103" fmla="*/ 1940578 h 6858000"/>
                <a:gd name="connsiteX104" fmla="*/ 578465 w 9767847"/>
                <a:gd name="connsiteY104" fmla="*/ 2324905 h 6858000"/>
                <a:gd name="connsiteX105" fmla="*/ 465080 w 9767847"/>
                <a:gd name="connsiteY105" fmla="*/ 2718973 h 6858000"/>
                <a:gd name="connsiteX106" fmla="*/ 423820 w 9767847"/>
                <a:gd name="connsiteY106" fmla="*/ 2919535 h 6858000"/>
                <a:gd name="connsiteX107" fmla="*/ 392355 w 9767847"/>
                <a:gd name="connsiteY107" fmla="*/ 3122169 h 6858000"/>
                <a:gd name="connsiteX108" fmla="*/ 358801 w 9767847"/>
                <a:gd name="connsiteY108" fmla="*/ 3531013 h 6858000"/>
                <a:gd name="connsiteX109" fmla="*/ 410350 w 9767847"/>
                <a:gd name="connsiteY109" fmla="*/ 4352324 h 6858000"/>
                <a:gd name="connsiteX110" fmla="*/ 449022 w 9767847"/>
                <a:gd name="connsiteY110" fmla="*/ 4555147 h 6858000"/>
                <a:gd name="connsiteX111" fmla="*/ 498882 w 9767847"/>
                <a:gd name="connsiteY111" fmla="*/ 4756463 h 6858000"/>
                <a:gd name="connsiteX112" fmla="*/ 559775 w 9767847"/>
                <a:gd name="connsiteY112" fmla="*/ 4955755 h 6858000"/>
                <a:gd name="connsiteX113" fmla="*/ 631406 w 9767847"/>
                <a:gd name="connsiteY113" fmla="*/ 5152084 h 6858000"/>
                <a:gd name="connsiteX114" fmla="*/ 1023461 w 9767847"/>
                <a:gd name="connsiteY114" fmla="*/ 5898055 h 6858000"/>
                <a:gd name="connsiteX115" fmla="*/ 1575880 w 9767847"/>
                <a:gd name="connsiteY115" fmla="*/ 6551744 h 6858000"/>
                <a:gd name="connsiteX116" fmla="*/ 1905228 w 9767847"/>
                <a:gd name="connsiteY116" fmla="*/ 6833566 h 6858000"/>
                <a:gd name="connsiteX117" fmla="*/ 1938629 w 9767847"/>
                <a:gd name="connsiteY117" fmla="*/ 6858000 h 6858000"/>
                <a:gd name="connsiteX118" fmla="*/ 1368607 w 9767847"/>
                <a:gd name="connsiteY118" fmla="*/ 6858000 h 6858000"/>
                <a:gd name="connsiteX119" fmla="*/ 1115251 w 9767847"/>
                <a:gd name="connsiteY119" fmla="*/ 6594103 h 6858000"/>
                <a:gd name="connsiteX120" fmla="*/ 0 w 9767847"/>
                <a:gd name="connsiteY120" fmla="*/ 3653129 h 6858000"/>
                <a:gd name="connsiteX121" fmla="*/ 1777294 w 9767847"/>
                <a:gd name="connsiteY121" fmla="*/ 854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9767847" h="6858000">
                  <a:moveTo>
                    <a:pt x="7145704" y="0"/>
                  </a:moveTo>
                  <a:lnTo>
                    <a:pt x="7875738" y="0"/>
                  </a:lnTo>
                  <a:lnTo>
                    <a:pt x="7990553" y="85415"/>
                  </a:lnTo>
                  <a:cubicBezTo>
                    <a:pt x="9075991" y="933432"/>
                    <a:pt x="9767847" y="2216793"/>
                    <a:pt x="9767847" y="3653129"/>
                  </a:cubicBezTo>
                  <a:cubicBezTo>
                    <a:pt x="9767847" y="4770280"/>
                    <a:pt x="9349317" y="5794890"/>
                    <a:pt x="8652597" y="6594103"/>
                  </a:cubicBezTo>
                  <a:lnTo>
                    <a:pt x="8399240" y="6858000"/>
                  </a:lnTo>
                  <a:lnTo>
                    <a:pt x="6766926" y="6858000"/>
                  </a:lnTo>
                  <a:lnTo>
                    <a:pt x="6804586" y="6821201"/>
                  </a:lnTo>
                  <a:lnTo>
                    <a:pt x="6881735" y="6745295"/>
                  </a:lnTo>
                  <a:cubicBezTo>
                    <a:pt x="6907435" y="6719979"/>
                    <a:pt x="6933134" y="6694896"/>
                    <a:pt x="6958883" y="6668920"/>
                  </a:cubicBezTo>
                  <a:lnTo>
                    <a:pt x="7267925" y="6359792"/>
                  </a:lnTo>
                  <a:lnTo>
                    <a:pt x="7424360" y="6204783"/>
                  </a:lnTo>
                  <a:cubicBezTo>
                    <a:pt x="7450754" y="6178900"/>
                    <a:pt x="7477598" y="6152829"/>
                    <a:pt x="7504938" y="6126806"/>
                  </a:cubicBezTo>
                  <a:lnTo>
                    <a:pt x="7546396" y="6087795"/>
                  </a:lnTo>
                  <a:cubicBezTo>
                    <a:pt x="7560264" y="6074901"/>
                    <a:pt x="7574780" y="6061630"/>
                    <a:pt x="7588002" y="6049630"/>
                  </a:cubicBezTo>
                  <a:lnTo>
                    <a:pt x="7631000" y="6010807"/>
                  </a:lnTo>
                  <a:lnTo>
                    <a:pt x="7675440" y="5972407"/>
                  </a:lnTo>
                  <a:cubicBezTo>
                    <a:pt x="7690404" y="5959796"/>
                    <a:pt x="7705564" y="5947419"/>
                    <a:pt x="7720626" y="5934949"/>
                  </a:cubicBezTo>
                  <a:cubicBezTo>
                    <a:pt x="7735738" y="5922525"/>
                    <a:pt x="7751197" y="5910619"/>
                    <a:pt x="7766458" y="5898432"/>
                  </a:cubicBezTo>
                  <a:cubicBezTo>
                    <a:pt x="7827949" y="5850290"/>
                    <a:pt x="7890979" y="5804597"/>
                    <a:pt x="7955254" y="5760926"/>
                  </a:cubicBezTo>
                  <a:cubicBezTo>
                    <a:pt x="8083800" y="5673632"/>
                    <a:pt x="8216872" y="5594434"/>
                    <a:pt x="8352678" y="5521728"/>
                  </a:cubicBezTo>
                  <a:lnTo>
                    <a:pt x="8451350" y="5469352"/>
                  </a:lnTo>
                  <a:lnTo>
                    <a:pt x="8548532" y="5417493"/>
                  </a:lnTo>
                  <a:cubicBezTo>
                    <a:pt x="8612110" y="5383188"/>
                    <a:pt x="8673251" y="5349306"/>
                    <a:pt x="8729473" y="5314059"/>
                  </a:cubicBezTo>
                  <a:cubicBezTo>
                    <a:pt x="8743591" y="5305213"/>
                    <a:pt x="8757161" y="5296459"/>
                    <a:pt x="8770781" y="5287330"/>
                  </a:cubicBezTo>
                  <a:cubicBezTo>
                    <a:pt x="8777591" y="5282765"/>
                    <a:pt x="8784451" y="5278201"/>
                    <a:pt x="8790964" y="5273590"/>
                  </a:cubicBezTo>
                  <a:cubicBezTo>
                    <a:pt x="8797574" y="5268977"/>
                    <a:pt x="8804235" y="5264412"/>
                    <a:pt x="8810499" y="5259801"/>
                  </a:cubicBezTo>
                  <a:cubicBezTo>
                    <a:pt x="8835999" y="5241401"/>
                    <a:pt x="8860407" y="5222389"/>
                    <a:pt x="8883571" y="5202577"/>
                  </a:cubicBezTo>
                  <a:cubicBezTo>
                    <a:pt x="8929900" y="5162954"/>
                    <a:pt x="8971258" y="5120413"/>
                    <a:pt x="9006651" y="5074625"/>
                  </a:cubicBezTo>
                  <a:cubicBezTo>
                    <a:pt x="9015351" y="5063426"/>
                    <a:pt x="9024398" y="5050955"/>
                    <a:pt x="9033494" y="5038203"/>
                  </a:cubicBezTo>
                  <a:lnTo>
                    <a:pt x="9040305" y="5028649"/>
                  </a:lnTo>
                  <a:lnTo>
                    <a:pt x="9046568" y="5019379"/>
                  </a:lnTo>
                  <a:cubicBezTo>
                    <a:pt x="9050743" y="5013261"/>
                    <a:pt x="9054819" y="5007050"/>
                    <a:pt x="9058846" y="5000743"/>
                  </a:cubicBezTo>
                  <a:cubicBezTo>
                    <a:pt x="9075002" y="4975615"/>
                    <a:pt x="9090212" y="4949403"/>
                    <a:pt x="9104529" y="4922203"/>
                  </a:cubicBezTo>
                  <a:cubicBezTo>
                    <a:pt x="9133211" y="4867850"/>
                    <a:pt x="9158313" y="4809545"/>
                    <a:pt x="9181081" y="4748792"/>
                  </a:cubicBezTo>
                  <a:cubicBezTo>
                    <a:pt x="9203748" y="4688276"/>
                    <a:pt x="9223383" y="4625876"/>
                    <a:pt x="9240731" y="4561970"/>
                  </a:cubicBezTo>
                  <a:cubicBezTo>
                    <a:pt x="9249481" y="4530064"/>
                    <a:pt x="9257682" y="4497782"/>
                    <a:pt x="9265388" y="4465171"/>
                  </a:cubicBezTo>
                  <a:cubicBezTo>
                    <a:pt x="9269215" y="4448842"/>
                    <a:pt x="9272943" y="4432465"/>
                    <a:pt x="9276571" y="4416041"/>
                  </a:cubicBezTo>
                  <a:lnTo>
                    <a:pt x="9281841" y="4391477"/>
                  </a:lnTo>
                  <a:lnTo>
                    <a:pt x="9286513" y="4368936"/>
                  </a:lnTo>
                  <a:lnTo>
                    <a:pt x="9296754" y="4316136"/>
                  </a:lnTo>
                  <a:lnTo>
                    <a:pt x="9301029" y="4293172"/>
                  </a:lnTo>
                  <a:lnTo>
                    <a:pt x="9302818" y="4282679"/>
                  </a:lnTo>
                  <a:lnTo>
                    <a:pt x="9304658" y="4270914"/>
                  </a:lnTo>
                  <a:lnTo>
                    <a:pt x="9312810" y="4220043"/>
                  </a:lnTo>
                  <a:lnTo>
                    <a:pt x="9316887" y="4194584"/>
                  </a:lnTo>
                  <a:lnTo>
                    <a:pt x="9318923" y="4181878"/>
                  </a:lnTo>
                  <a:cubicBezTo>
                    <a:pt x="9319570" y="4177644"/>
                    <a:pt x="9319969" y="4173267"/>
                    <a:pt x="9320515" y="4168984"/>
                  </a:cubicBezTo>
                  <a:lnTo>
                    <a:pt x="9332445" y="4069079"/>
                  </a:lnTo>
                  <a:cubicBezTo>
                    <a:pt x="9333836" y="4056468"/>
                    <a:pt x="9334880" y="4040986"/>
                    <a:pt x="9336173" y="4022774"/>
                  </a:cubicBezTo>
                  <a:lnTo>
                    <a:pt x="9340199" y="3969269"/>
                  </a:lnTo>
                  <a:cubicBezTo>
                    <a:pt x="9345071" y="3903904"/>
                    <a:pt x="9347358" y="3837081"/>
                    <a:pt x="9347557" y="3770070"/>
                  </a:cubicBezTo>
                  <a:cubicBezTo>
                    <a:pt x="9347656" y="3736518"/>
                    <a:pt x="9347209" y="3702871"/>
                    <a:pt x="9346364" y="3669036"/>
                  </a:cubicBezTo>
                  <a:lnTo>
                    <a:pt x="9344921" y="3619341"/>
                  </a:lnTo>
                  <a:lnTo>
                    <a:pt x="9344524" y="3607624"/>
                  </a:lnTo>
                  <a:lnTo>
                    <a:pt x="9343728" y="3594872"/>
                  </a:lnTo>
                  <a:lnTo>
                    <a:pt x="9342188" y="3569366"/>
                  </a:lnTo>
                  <a:lnTo>
                    <a:pt x="9339056" y="3518354"/>
                  </a:lnTo>
                  <a:cubicBezTo>
                    <a:pt x="9337914" y="3501319"/>
                    <a:pt x="9335874" y="3484236"/>
                    <a:pt x="9334334" y="3467155"/>
                  </a:cubicBezTo>
                  <a:lnTo>
                    <a:pt x="9329363" y="3415908"/>
                  </a:lnTo>
                  <a:lnTo>
                    <a:pt x="9328319" y="3404755"/>
                  </a:lnTo>
                  <a:lnTo>
                    <a:pt x="9327177" y="3394214"/>
                  </a:lnTo>
                  <a:lnTo>
                    <a:pt x="9324293" y="3370872"/>
                  </a:lnTo>
                  <a:lnTo>
                    <a:pt x="9320763" y="3344427"/>
                  </a:lnTo>
                  <a:lnTo>
                    <a:pt x="9317184" y="3315343"/>
                  </a:lnTo>
                  <a:cubicBezTo>
                    <a:pt x="9315594" y="3300991"/>
                    <a:pt x="9313506" y="3286404"/>
                    <a:pt x="9311021" y="3270309"/>
                  </a:cubicBezTo>
                  <a:lnTo>
                    <a:pt x="9302719" y="3219815"/>
                  </a:lnTo>
                  <a:cubicBezTo>
                    <a:pt x="9299936" y="3203157"/>
                    <a:pt x="9297003" y="3186498"/>
                    <a:pt x="9293970" y="3169887"/>
                  </a:cubicBezTo>
                  <a:cubicBezTo>
                    <a:pt x="9281891" y="3103393"/>
                    <a:pt x="9267674" y="3037182"/>
                    <a:pt x="9252065" y="2971205"/>
                  </a:cubicBezTo>
                  <a:cubicBezTo>
                    <a:pt x="9244261" y="2938265"/>
                    <a:pt x="9235959" y="2905371"/>
                    <a:pt x="9227211" y="2872571"/>
                  </a:cubicBezTo>
                  <a:lnTo>
                    <a:pt x="9220699" y="2848524"/>
                  </a:lnTo>
                  <a:lnTo>
                    <a:pt x="9213740" y="2824289"/>
                  </a:lnTo>
                  <a:cubicBezTo>
                    <a:pt x="9209216" y="2808147"/>
                    <a:pt x="9204345" y="2791866"/>
                    <a:pt x="9199374" y="2775536"/>
                  </a:cubicBezTo>
                  <a:cubicBezTo>
                    <a:pt x="9159855" y="2645184"/>
                    <a:pt x="9114272" y="2516197"/>
                    <a:pt x="9061829" y="2389515"/>
                  </a:cubicBezTo>
                  <a:cubicBezTo>
                    <a:pt x="9035582" y="2326175"/>
                    <a:pt x="9008043" y="2263258"/>
                    <a:pt x="8978865" y="2200953"/>
                  </a:cubicBezTo>
                  <a:lnTo>
                    <a:pt x="8956694" y="2154317"/>
                  </a:lnTo>
                  <a:lnTo>
                    <a:pt x="8934176" y="2108012"/>
                  </a:lnTo>
                  <a:cubicBezTo>
                    <a:pt x="8918915" y="2077189"/>
                    <a:pt x="8903157" y="2046130"/>
                    <a:pt x="8887151" y="2015448"/>
                  </a:cubicBezTo>
                  <a:cubicBezTo>
                    <a:pt x="8854988" y="1953989"/>
                    <a:pt x="8822082" y="1892908"/>
                    <a:pt x="8787533" y="1832625"/>
                  </a:cubicBezTo>
                  <a:lnTo>
                    <a:pt x="8761485" y="1787496"/>
                  </a:lnTo>
                  <a:lnTo>
                    <a:pt x="8734791" y="1741991"/>
                  </a:lnTo>
                  <a:cubicBezTo>
                    <a:pt x="8717047" y="1711921"/>
                    <a:pt x="8699200" y="1682461"/>
                    <a:pt x="8680808" y="1652910"/>
                  </a:cubicBezTo>
                  <a:cubicBezTo>
                    <a:pt x="8644322" y="1593756"/>
                    <a:pt x="8606194" y="1535216"/>
                    <a:pt x="8567024" y="1477004"/>
                  </a:cubicBezTo>
                  <a:lnTo>
                    <a:pt x="8537446" y="1433428"/>
                  </a:lnTo>
                  <a:lnTo>
                    <a:pt x="8507423" y="1389994"/>
                  </a:lnTo>
                  <a:cubicBezTo>
                    <a:pt x="8487390" y="1361382"/>
                    <a:pt x="8467158" y="1332817"/>
                    <a:pt x="8446529" y="1304393"/>
                  </a:cubicBezTo>
                  <a:cubicBezTo>
                    <a:pt x="8405271" y="1247595"/>
                    <a:pt x="8362718" y="1191218"/>
                    <a:pt x="8319224" y="1135124"/>
                  </a:cubicBezTo>
                  <a:lnTo>
                    <a:pt x="8286366" y="1093148"/>
                  </a:lnTo>
                  <a:lnTo>
                    <a:pt x="8270161" y="1072538"/>
                  </a:lnTo>
                  <a:lnTo>
                    <a:pt x="8253856" y="1052254"/>
                  </a:lnTo>
                  <a:cubicBezTo>
                    <a:pt x="8231636" y="1024773"/>
                    <a:pt x="8209117" y="997479"/>
                    <a:pt x="8186352" y="970373"/>
                  </a:cubicBezTo>
                  <a:cubicBezTo>
                    <a:pt x="8140917" y="916020"/>
                    <a:pt x="8094240" y="862515"/>
                    <a:pt x="8046768" y="809527"/>
                  </a:cubicBezTo>
                  <a:lnTo>
                    <a:pt x="8010927" y="769951"/>
                  </a:lnTo>
                  <a:lnTo>
                    <a:pt x="7974788" y="730751"/>
                  </a:lnTo>
                  <a:cubicBezTo>
                    <a:pt x="7950382" y="704587"/>
                    <a:pt x="7925824" y="678563"/>
                    <a:pt x="7901070" y="652823"/>
                  </a:cubicBezTo>
                  <a:cubicBezTo>
                    <a:pt x="7851510" y="601387"/>
                    <a:pt x="7801404" y="550612"/>
                    <a:pt x="7750054" y="501106"/>
                  </a:cubicBezTo>
                  <a:cubicBezTo>
                    <a:pt x="7698902" y="451742"/>
                    <a:pt x="7645913" y="403036"/>
                    <a:pt x="7592277" y="355319"/>
                  </a:cubicBezTo>
                  <a:cubicBezTo>
                    <a:pt x="7484856" y="259884"/>
                    <a:pt x="7373308" y="168402"/>
                    <a:pt x="7257734" y="81062"/>
                  </a:cubicBezTo>
                  <a:close/>
                  <a:moveTo>
                    <a:pt x="1892109" y="0"/>
                  </a:moveTo>
                  <a:lnTo>
                    <a:pt x="2298402" y="0"/>
                  </a:lnTo>
                  <a:lnTo>
                    <a:pt x="2135542" y="121879"/>
                  </a:lnTo>
                  <a:cubicBezTo>
                    <a:pt x="2078998" y="166378"/>
                    <a:pt x="2023659" y="212143"/>
                    <a:pt x="1969576" y="259084"/>
                  </a:cubicBezTo>
                  <a:cubicBezTo>
                    <a:pt x="1861309" y="352918"/>
                    <a:pt x="1758064" y="451412"/>
                    <a:pt x="1659938" y="553953"/>
                  </a:cubicBezTo>
                  <a:cubicBezTo>
                    <a:pt x="1266987" y="964444"/>
                    <a:pt x="953820" y="1435593"/>
                    <a:pt x="729383" y="1940578"/>
                  </a:cubicBezTo>
                  <a:cubicBezTo>
                    <a:pt x="673260" y="2066459"/>
                    <a:pt x="622855" y="2195070"/>
                    <a:pt x="578465" y="2324905"/>
                  </a:cubicBezTo>
                  <a:cubicBezTo>
                    <a:pt x="534125" y="2454785"/>
                    <a:pt x="496147" y="2586314"/>
                    <a:pt x="465080" y="2718973"/>
                  </a:cubicBezTo>
                  <a:cubicBezTo>
                    <a:pt x="449769" y="2785089"/>
                    <a:pt x="435850" y="2852289"/>
                    <a:pt x="423820" y="2919535"/>
                  </a:cubicBezTo>
                  <a:cubicBezTo>
                    <a:pt x="411840" y="2986829"/>
                    <a:pt x="401054" y="3054358"/>
                    <a:pt x="392355" y="3122169"/>
                  </a:cubicBezTo>
                  <a:cubicBezTo>
                    <a:pt x="374509" y="3257744"/>
                    <a:pt x="363424" y="3393978"/>
                    <a:pt x="358801" y="3531013"/>
                  </a:cubicBezTo>
                  <a:cubicBezTo>
                    <a:pt x="349009" y="3804941"/>
                    <a:pt x="366357" y="4079668"/>
                    <a:pt x="410350" y="4352324"/>
                  </a:cubicBezTo>
                  <a:cubicBezTo>
                    <a:pt x="421286" y="4420230"/>
                    <a:pt x="434209" y="4487758"/>
                    <a:pt x="449022" y="4555147"/>
                  </a:cubicBezTo>
                  <a:cubicBezTo>
                    <a:pt x="463737" y="4622534"/>
                    <a:pt x="480389" y="4689686"/>
                    <a:pt x="498882" y="4756463"/>
                  </a:cubicBezTo>
                  <a:cubicBezTo>
                    <a:pt x="517373" y="4823239"/>
                    <a:pt x="537704" y="4889733"/>
                    <a:pt x="559775" y="4955755"/>
                  </a:cubicBezTo>
                  <a:cubicBezTo>
                    <a:pt x="581946" y="5021873"/>
                    <a:pt x="605358" y="5087473"/>
                    <a:pt x="631406" y="5152084"/>
                  </a:cubicBezTo>
                  <a:cubicBezTo>
                    <a:pt x="734055" y="5411706"/>
                    <a:pt x="865188" y="5662668"/>
                    <a:pt x="1023461" y="5898055"/>
                  </a:cubicBezTo>
                  <a:cubicBezTo>
                    <a:pt x="1181487" y="6133676"/>
                    <a:pt x="1367051" y="6353345"/>
                    <a:pt x="1575880" y="6551744"/>
                  </a:cubicBezTo>
                  <a:cubicBezTo>
                    <a:pt x="1680269" y="6651014"/>
                    <a:pt x="1790338" y="6745037"/>
                    <a:pt x="1905228" y="6833566"/>
                  </a:cubicBezTo>
                  <a:lnTo>
                    <a:pt x="1938629" y="6858000"/>
                  </a:lnTo>
                  <a:lnTo>
                    <a:pt x="1368607" y="6858000"/>
                  </a:lnTo>
                  <a:lnTo>
                    <a:pt x="1115251" y="6594103"/>
                  </a:lnTo>
                  <a:cubicBezTo>
                    <a:pt x="418530" y="5794890"/>
                    <a:pt x="0" y="4770280"/>
                    <a:pt x="0" y="3653129"/>
                  </a:cubicBezTo>
                  <a:cubicBezTo>
                    <a:pt x="0" y="2216793"/>
                    <a:pt x="691856" y="933432"/>
                    <a:pt x="1777294" y="85415"/>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grpSp>
      <p:sp>
        <p:nvSpPr>
          <p:cNvPr id="2" name="Title 1">
            <a:extLst>
              <a:ext uri="{FF2B5EF4-FFF2-40B4-BE49-F238E27FC236}">
                <a16:creationId xmlns:a16="http://schemas.microsoft.com/office/drawing/2014/main" id="{8FB44EAD-9809-7711-9716-CB8F557A1391}"/>
              </a:ext>
            </a:extLst>
          </p:cNvPr>
          <p:cNvSpPr>
            <a:spLocks noGrp="1"/>
          </p:cNvSpPr>
          <p:nvPr>
            <p:ph type="ctrTitle"/>
          </p:nvPr>
        </p:nvSpPr>
        <p:spPr>
          <a:xfrm>
            <a:off x="3502731" y="1542402"/>
            <a:ext cx="5186842" cy="2387918"/>
          </a:xfrm>
        </p:spPr>
        <p:txBody>
          <a:bodyPr anchor="b">
            <a:normAutofit/>
          </a:bodyPr>
          <a:lstStyle/>
          <a:p>
            <a:r>
              <a:rPr lang="en-IN" sz="5200" dirty="0">
                <a:solidFill>
                  <a:schemeClr val="tx2"/>
                </a:solidFill>
              </a:rPr>
              <a:t>MISRA C -2012</a:t>
            </a:r>
          </a:p>
        </p:txBody>
      </p:sp>
      <p:sp>
        <p:nvSpPr>
          <p:cNvPr id="3" name="Subtitle 2">
            <a:extLst>
              <a:ext uri="{FF2B5EF4-FFF2-40B4-BE49-F238E27FC236}">
                <a16:creationId xmlns:a16="http://schemas.microsoft.com/office/drawing/2014/main" id="{01CF5FAF-ED27-3EA8-9DBE-1A550957A76D}"/>
              </a:ext>
            </a:extLst>
          </p:cNvPr>
          <p:cNvSpPr>
            <a:spLocks noGrp="1"/>
          </p:cNvSpPr>
          <p:nvPr>
            <p:ph type="subTitle" idx="1"/>
          </p:nvPr>
        </p:nvSpPr>
        <p:spPr>
          <a:xfrm>
            <a:off x="3502135" y="4001587"/>
            <a:ext cx="5188034" cy="682079"/>
          </a:xfrm>
        </p:spPr>
        <p:txBody>
          <a:bodyPr>
            <a:normAutofit/>
          </a:bodyPr>
          <a:lstStyle/>
          <a:p>
            <a:r>
              <a:rPr lang="en-IN" sz="1500" dirty="0">
                <a:solidFill>
                  <a:schemeClr val="tx2"/>
                </a:solidFill>
              </a:rPr>
              <a:t>Prepared by –Chiranjit Adhikary</a:t>
            </a:r>
          </a:p>
          <a:p>
            <a:r>
              <a:rPr lang="en-IN" sz="1500" dirty="0">
                <a:solidFill>
                  <a:schemeClr val="tx2"/>
                </a:solidFill>
              </a:rPr>
              <a:t>Software Design Engineer  </a:t>
            </a:r>
          </a:p>
        </p:txBody>
      </p:sp>
      <p:grpSp>
        <p:nvGrpSpPr>
          <p:cNvPr id="55" name="Group 54">
            <a:extLst>
              <a:ext uri="{FF2B5EF4-FFF2-40B4-BE49-F238E27FC236}">
                <a16:creationId xmlns:a16="http://schemas.microsoft.com/office/drawing/2014/main" id="{87F87F1B-42BA-4AC7-A4E2-41544DDB2CE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05" y="-4155"/>
            <a:ext cx="2514948" cy="2174333"/>
            <a:chOff x="-305" y="-4155"/>
            <a:chExt cx="2514948" cy="2174333"/>
          </a:xfrm>
        </p:grpSpPr>
        <p:sp>
          <p:nvSpPr>
            <p:cNvPr id="56" name="Freeform: Shape 55">
              <a:extLst>
                <a:ext uri="{FF2B5EF4-FFF2-40B4-BE49-F238E27FC236}">
                  <a16:creationId xmlns:a16="http://schemas.microsoft.com/office/drawing/2014/main" id="{68B53067-4E48-4E71-A6A9-A8CAABAFBF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7" name="Freeform: Shape 56">
              <a:extLst>
                <a:ext uri="{FF2B5EF4-FFF2-40B4-BE49-F238E27FC236}">
                  <a16:creationId xmlns:a16="http://schemas.microsoft.com/office/drawing/2014/main" id="{06D1A0D3-4BB8-41D9-9CE7-2884C83F44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8" name="Freeform: Shape 57">
              <a:extLst>
                <a:ext uri="{FF2B5EF4-FFF2-40B4-BE49-F238E27FC236}">
                  <a16:creationId xmlns:a16="http://schemas.microsoft.com/office/drawing/2014/main" id="{81E20F06-3B09-4B89-A36B-AB8BFBCCA5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dirty="0"/>
            </a:p>
          </p:txBody>
        </p:sp>
        <p:sp>
          <p:nvSpPr>
            <p:cNvPr id="59" name="Freeform: Shape 58">
              <a:extLst>
                <a:ext uri="{FF2B5EF4-FFF2-40B4-BE49-F238E27FC236}">
                  <a16:creationId xmlns:a16="http://schemas.microsoft.com/office/drawing/2014/main" id="{DAE6C3D7-7D5B-4926-877D-45F117BB6B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61" name="Group 60">
            <a:extLst>
              <a:ext uri="{FF2B5EF4-FFF2-40B4-BE49-F238E27FC236}">
                <a16:creationId xmlns:a16="http://schemas.microsoft.com/office/drawing/2014/main" id="{967346A5-7569-4F15-AB5D-BE3DADF192C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9685727" y="4683666"/>
            <a:ext cx="2514948" cy="2174333"/>
            <a:chOff x="-305" y="-4155"/>
            <a:chExt cx="2514948" cy="2174333"/>
          </a:xfrm>
        </p:grpSpPr>
        <p:sp>
          <p:nvSpPr>
            <p:cNvPr id="62" name="Freeform: Shape 61">
              <a:extLst>
                <a:ext uri="{FF2B5EF4-FFF2-40B4-BE49-F238E27FC236}">
                  <a16:creationId xmlns:a16="http://schemas.microsoft.com/office/drawing/2014/main" id="{E1951533-A568-4765-AB1F-F71D9AFDEA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3" name="Freeform: Shape 62">
              <a:extLst>
                <a:ext uri="{FF2B5EF4-FFF2-40B4-BE49-F238E27FC236}">
                  <a16:creationId xmlns:a16="http://schemas.microsoft.com/office/drawing/2014/main" id="{A7214F52-4F3F-4C96-A62E-F1401D6C04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4" name="Freeform: Shape 63">
              <a:extLst>
                <a:ext uri="{FF2B5EF4-FFF2-40B4-BE49-F238E27FC236}">
                  <a16:creationId xmlns:a16="http://schemas.microsoft.com/office/drawing/2014/main" id="{023146A1-291C-4FA0-AB5B-EB04D42398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dirty="0"/>
            </a:p>
          </p:txBody>
        </p:sp>
        <p:sp>
          <p:nvSpPr>
            <p:cNvPr id="65" name="Freeform: Shape 64">
              <a:extLst>
                <a:ext uri="{FF2B5EF4-FFF2-40B4-BE49-F238E27FC236}">
                  <a16:creationId xmlns:a16="http://schemas.microsoft.com/office/drawing/2014/main" id="{62977932-2B03-4899-8306-5002CEE68E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6" name="Slide Number Placeholder 5">
            <a:extLst>
              <a:ext uri="{FF2B5EF4-FFF2-40B4-BE49-F238E27FC236}">
                <a16:creationId xmlns:a16="http://schemas.microsoft.com/office/drawing/2014/main" id="{CB5DD979-E106-FED1-90BD-A467B5196ECC}"/>
              </a:ext>
            </a:extLst>
          </p:cNvPr>
          <p:cNvSpPr>
            <a:spLocks noGrp="1"/>
          </p:cNvSpPr>
          <p:nvPr>
            <p:ph type="sldNum" sz="quarter" idx="12"/>
          </p:nvPr>
        </p:nvSpPr>
        <p:spPr/>
        <p:txBody>
          <a:bodyPr/>
          <a:lstStyle/>
          <a:p>
            <a:fld id="{91247CA1-BCEC-4DD4-9B23-E2AE1AEA27A6}" type="slidenum">
              <a:rPr lang="en-IN" smtClean="0"/>
              <a:pPr/>
              <a:t>1</a:t>
            </a:fld>
            <a:endParaRPr lang="en-IN" dirty="0"/>
          </a:p>
        </p:txBody>
      </p:sp>
    </p:spTree>
    <p:extLst>
      <p:ext uri="{BB962C8B-B14F-4D97-AF65-F5344CB8AC3E}">
        <p14:creationId xmlns:p14="http://schemas.microsoft.com/office/powerpoint/2010/main" val="26354442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fade">
                                      <p:cBhvr>
                                        <p:cTn id="17"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0" name="Rectangle 39">
            <a:extLst>
              <a:ext uri="{FF2B5EF4-FFF2-40B4-BE49-F238E27FC236}">
                <a16:creationId xmlns:a16="http://schemas.microsoft.com/office/drawing/2014/main" id="{5A292AEA-2528-46C0-B426-95822B6141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2" name="Rectangle 41">
            <a:extLst>
              <a:ext uri="{FF2B5EF4-FFF2-40B4-BE49-F238E27FC236}">
                <a16:creationId xmlns:a16="http://schemas.microsoft.com/office/drawing/2014/main" id="{D8B7B198-E4DF-43CD-AD8C-1998843237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dirty="0"/>
          </a:p>
        </p:txBody>
      </p:sp>
      <p:sp>
        <p:nvSpPr>
          <p:cNvPr id="44" name="Freeform: Shape 43">
            <a:extLst>
              <a:ext uri="{FF2B5EF4-FFF2-40B4-BE49-F238E27FC236}">
                <a16:creationId xmlns:a16="http://schemas.microsoft.com/office/drawing/2014/main" id="{2BE67753-EA0E-4819-8D22-0B6600CF7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96934" y="3984"/>
            <a:ext cx="9376632" cy="6858000"/>
          </a:xfrm>
          <a:custGeom>
            <a:avLst/>
            <a:gdLst>
              <a:gd name="connsiteX0" fmla="*/ 1691615 w 9376632"/>
              <a:gd name="connsiteY0" fmla="*/ 0 h 6858000"/>
              <a:gd name="connsiteX1" fmla="*/ 7685017 w 9376632"/>
              <a:gd name="connsiteY1" fmla="*/ 0 h 6858000"/>
              <a:gd name="connsiteX2" fmla="*/ 7840634 w 9376632"/>
              <a:gd name="connsiteY2" fmla="*/ 134799 h 6858000"/>
              <a:gd name="connsiteX3" fmla="*/ 9376632 w 9376632"/>
              <a:gd name="connsiteY3" fmla="*/ 3605175 h 6858000"/>
              <a:gd name="connsiteX4" fmla="*/ 8158692 w 9376632"/>
              <a:gd name="connsiteY4" fmla="*/ 6757493 h 6858000"/>
              <a:gd name="connsiteX5" fmla="*/ 8062868 w 9376632"/>
              <a:gd name="connsiteY5" fmla="*/ 6858000 h 6858000"/>
              <a:gd name="connsiteX6" fmla="*/ 1313765 w 9376632"/>
              <a:gd name="connsiteY6" fmla="*/ 6858000 h 6858000"/>
              <a:gd name="connsiteX7" fmla="*/ 1217940 w 9376632"/>
              <a:gd name="connsiteY7" fmla="*/ 6757493 h 6858000"/>
              <a:gd name="connsiteX8" fmla="*/ 0 w 9376632"/>
              <a:gd name="connsiteY8" fmla="*/ 3605175 h 6858000"/>
              <a:gd name="connsiteX9" fmla="*/ 1535999 w 9376632"/>
              <a:gd name="connsiteY9" fmla="*/ 13479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376632" h="6858000">
                <a:moveTo>
                  <a:pt x="1691615" y="0"/>
                </a:moveTo>
                <a:lnTo>
                  <a:pt x="7685017" y="0"/>
                </a:lnTo>
                <a:lnTo>
                  <a:pt x="7840634" y="134799"/>
                </a:lnTo>
                <a:cubicBezTo>
                  <a:pt x="8784230" y="992423"/>
                  <a:pt x="9376632" y="2229618"/>
                  <a:pt x="9376632" y="3605175"/>
                </a:cubicBezTo>
                <a:cubicBezTo>
                  <a:pt x="9376632" y="4818903"/>
                  <a:pt x="8915419" y="5924908"/>
                  <a:pt x="8158692" y="6757493"/>
                </a:cubicBezTo>
                <a:lnTo>
                  <a:pt x="8062868" y="6858000"/>
                </a:lnTo>
                <a:lnTo>
                  <a:pt x="1313765" y="6858000"/>
                </a:lnTo>
                <a:lnTo>
                  <a:pt x="1217940" y="6757493"/>
                </a:lnTo>
                <a:cubicBezTo>
                  <a:pt x="461213" y="5924908"/>
                  <a:pt x="0" y="4818903"/>
                  <a:pt x="0" y="3605175"/>
                </a:cubicBezTo>
                <a:cubicBezTo>
                  <a:pt x="0" y="2229618"/>
                  <a:pt x="592403" y="992423"/>
                  <a:pt x="1535999" y="134799"/>
                </a:cubicBezTo>
                <a:close/>
              </a:path>
            </a:pathLst>
          </a:cu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6" name="Group 45">
            <a:extLst>
              <a:ext uri="{FF2B5EF4-FFF2-40B4-BE49-F238E27FC236}">
                <a16:creationId xmlns:a16="http://schemas.microsoft.com/office/drawing/2014/main" id="{D76D63AC-0421-45EC-B383-E79A61A78C6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303402" y="3985"/>
            <a:ext cx="9772765" cy="6858000"/>
            <a:chOff x="1303402" y="36937"/>
            <a:chExt cx="9772765" cy="6858000"/>
          </a:xfrm>
          <a:solidFill>
            <a:schemeClr val="bg1">
              <a:alpha val="30000"/>
            </a:schemeClr>
          </a:solidFill>
        </p:grpSpPr>
        <p:sp>
          <p:nvSpPr>
            <p:cNvPr id="47" name="Freeform: Shape 46">
              <a:extLst>
                <a:ext uri="{FF2B5EF4-FFF2-40B4-BE49-F238E27FC236}">
                  <a16:creationId xmlns:a16="http://schemas.microsoft.com/office/drawing/2014/main" id="{B997A32E-7032-4107-9C8B-99DB59EDD5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6937"/>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8" name="Freeform: Shape 47">
              <a:extLst>
                <a:ext uri="{FF2B5EF4-FFF2-40B4-BE49-F238E27FC236}">
                  <a16:creationId xmlns:a16="http://schemas.microsoft.com/office/drawing/2014/main" id="{943BB27F-1470-42CA-91FF-D94BC691C8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6937"/>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9" name="Freeform: Shape 48">
              <a:extLst>
                <a:ext uri="{FF2B5EF4-FFF2-40B4-BE49-F238E27FC236}">
                  <a16:creationId xmlns:a16="http://schemas.microsoft.com/office/drawing/2014/main" id="{E997B002-17FD-47B3-A06A-76802FE15C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6937"/>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0" name="Freeform: Shape 49">
              <a:extLst>
                <a:ext uri="{FF2B5EF4-FFF2-40B4-BE49-F238E27FC236}">
                  <a16:creationId xmlns:a16="http://schemas.microsoft.com/office/drawing/2014/main" id="{E401EA35-9D2E-43B7-860F-EBB8A6C3E0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6937"/>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1" name="Freeform: Shape 50">
              <a:extLst>
                <a:ext uri="{FF2B5EF4-FFF2-40B4-BE49-F238E27FC236}">
                  <a16:creationId xmlns:a16="http://schemas.microsoft.com/office/drawing/2014/main" id="{F8C44827-3D81-4FF9-B4A5-5650D1B20A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6937"/>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2" name="Freeform: Shape 51">
              <a:extLst>
                <a:ext uri="{FF2B5EF4-FFF2-40B4-BE49-F238E27FC236}">
                  <a16:creationId xmlns:a16="http://schemas.microsoft.com/office/drawing/2014/main" id="{F613D97F-F6DF-4D32-AD91-209A80E7A2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8320" y="36937"/>
              <a:ext cx="9767847" cy="6858000"/>
            </a:xfrm>
            <a:custGeom>
              <a:avLst/>
              <a:gdLst>
                <a:gd name="connsiteX0" fmla="*/ 7151367 w 9767847"/>
                <a:gd name="connsiteY0" fmla="*/ 0 h 6858000"/>
                <a:gd name="connsiteX1" fmla="*/ 7881247 w 9767847"/>
                <a:gd name="connsiteY1" fmla="*/ 0 h 6858000"/>
                <a:gd name="connsiteX2" fmla="*/ 7990553 w 9767847"/>
                <a:gd name="connsiteY2" fmla="*/ 81317 h 6858000"/>
                <a:gd name="connsiteX3" fmla="*/ 9767847 w 9767847"/>
                <a:gd name="connsiteY3" fmla="*/ 3649031 h 6858000"/>
                <a:gd name="connsiteX4" fmla="*/ 8652597 w 9767847"/>
                <a:gd name="connsiteY4" fmla="*/ 6590005 h 6858000"/>
                <a:gd name="connsiteX5" fmla="*/ 8395306 w 9767847"/>
                <a:gd name="connsiteY5" fmla="*/ 6858000 h 6858000"/>
                <a:gd name="connsiteX6" fmla="*/ 6762603 w 9767847"/>
                <a:gd name="connsiteY6" fmla="*/ 6858000 h 6858000"/>
                <a:gd name="connsiteX7" fmla="*/ 6765962 w 9767847"/>
                <a:gd name="connsiteY7" fmla="*/ 6854844 h 6858000"/>
                <a:gd name="connsiteX8" fmla="*/ 6804586 w 9767847"/>
                <a:gd name="connsiteY8" fmla="*/ 6817103 h 6858000"/>
                <a:gd name="connsiteX9" fmla="*/ 6881735 w 9767847"/>
                <a:gd name="connsiteY9" fmla="*/ 6741197 h 6858000"/>
                <a:gd name="connsiteX10" fmla="*/ 6958883 w 9767847"/>
                <a:gd name="connsiteY10" fmla="*/ 6664822 h 6858000"/>
                <a:gd name="connsiteX11" fmla="*/ 7267925 w 9767847"/>
                <a:gd name="connsiteY11" fmla="*/ 6355694 h 6858000"/>
                <a:gd name="connsiteX12" fmla="*/ 7424360 w 9767847"/>
                <a:gd name="connsiteY12" fmla="*/ 6200685 h 6858000"/>
                <a:gd name="connsiteX13" fmla="*/ 7504938 w 9767847"/>
                <a:gd name="connsiteY13" fmla="*/ 6122708 h 6858000"/>
                <a:gd name="connsiteX14" fmla="*/ 7546396 w 9767847"/>
                <a:gd name="connsiteY14" fmla="*/ 6083697 h 6858000"/>
                <a:gd name="connsiteX15" fmla="*/ 7588002 w 9767847"/>
                <a:gd name="connsiteY15" fmla="*/ 6045532 h 6858000"/>
                <a:gd name="connsiteX16" fmla="*/ 7631000 w 9767847"/>
                <a:gd name="connsiteY16" fmla="*/ 6006709 h 6858000"/>
                <a:gd name="connsiteX17" fmla="*/ 7675440 w 9767847"/>
                <a:gd name="connsiteY17" fmla="*/ 5968309 h 6858000"/>
                <a:gd name="connsiteX18" fmla="*/ 7720626 w 9767847"/>
                <a:gd name="connsiteY18" fmla="*/ 5930851 h 6858000"/>
                <a:gd name="connsiteX19" fmla="*/ 7766458 w 9767847"/>
                <a:gd name="connsiteY19" fmla="*/ 5894334 h 6858000"/>
                <a:gd name="connsiteX20" fmla="*/ 7955254 w 9767847"/>
                <a:gd name="connsiteY20" fmla="*/ 5756828 h 6858000"/>
                <a:gd name="connsiteX21" fmla="*/ 8352678 w 9767847"/>
                <a:gd name="connsiteY21" fmla="*/ 5517630 h 6858000"/>
                <a:gd name="connsiteX22" fmla="*/ 8451350 w 9767847"/>
                <a:gd name="connsiteY22" fmla="*/ 5465254 h 6858000"/>
                <a:gd name="connsiteX23" fmla="*/ 8548532 w 9767847"/>
                <a:gd name="connsiteY23" fmla="*/ 5413395 h 6858000"/>
                <a:gd name="connsiteX24" fmla="*/ 8729473 w 9767847"/>
                <a:gd name="connsiteY24" fmla="*/ 5309961 h 6858000"/>
                <a:gd name="connsiteX25" fmla="*/ 8770781 w 9767847"/>
                <a:gd name="connsiteY25" fmla="*/ 5283232 h 6858000"/>
                <a:gd name="connsiteX26" fmla="*/ 8790964 w 9767847"/>
                <a:gd name="connsiteY26" fmla="*/ 5269492 h 6858000"/>
                <a:gd name="connsiteX27" fmla="*/ 8810499 w 9767847"/>
                <a:gd name="connsiteY27" fmla="*/ 5255703 h 6858000"/>
                <a:gd name="connsiteX28" fmla="*/ 8883571 w 9767847"/>
                <a:gd name="connsiteY28" fmla="*/ 5198479 h 6858000"/>
                <a:gd name="connsiteX29" fmla="*/ 9006651 w 9767847"/>
                <a:gd name="connsiteY29" fmla="*/ 5070527 h 6858000"/>
                <a:gd name="connsiteX30" fmla="*/ 9033494 w 9767847"/>
                <a:gd name="connsiteY30" fmla="*/ 5034105 h 6858000"/>
                <a:gd name="connsiteX31" fmla="*/ 9040305 w 9767847"/>
                <a:gd name="connsiteY31" fmla="*/ 5024551 h 6858000"/>
                <a:gd name="connsiteX32" fmla="*/ 9046568 w 9767847"/>
                <a:gd name="connsiteY32" fmla="*/ 5015281 h 6858000"/>
                <a:gd name="connsiteX33" fmla="*/ 9058846 w 9767847"/>
                <a:gd name="connsiteY33" fmla="*/ 4996645 h 6858000"/>
                <a:gd name="connsiteX34" fmla="*/ 9104529 w 9767847"/>
                <a:gd name="connsiteY34" fmla="*/ 4918105 h 6858000"/>
                <a:gd name="connsiteX35" fmla="*/ 9181081 w 9767847"/>
                <a:gd name="connsiteY35" fmla="*/ 4744694 h 6858000"/>
                <a:gd name="connsiteX36" fmla="*/ 9240731 w 9767847"/>
                <a:gd name="connsiteY36" fmla="*/ 4557872 h 6858000"/>
                <a:gd name="connsiteX37" fmla="*/ 9265388 w 9767847"/>
                <a:gd name="connsiteY37" fmla="*/ 4461073 h 6858000"/>
                <a:gd name="connsiteX38" fmla="*/ 9276571 w 9767847"/>
                <a:gd name="connsiteY38" fmla="*/ 4411943 h 6858000"/>
                <a:gd name="connsiteX39" fmla="*/ 9281841 w 9767847"/>
                <a:gd name="connsiteY39" fmla="*/ 4387379 h 6858000"/>
                <a:gd name="connsiteX40" fmla="*/ 9286513 w 9767847"/>
                <a:gd name="connsiteY40" fmla="*/ 4364838 h 6858000"/>
                <a:gd name="connsiteX41" fmla="*/ 9296754 w 9767847"/>
                <a:gd name="connsiteY41" fmla="*/ 4312038 h 6858000"/>
                <a:gd name="connsiteX42" fmla="*/ 9301029 w 9767847"/>
                <a:gd name="connsiteY42" fmla="*/ 4289074 h 6858000"/>
                <a:gd name="connsiteX43" fmla="*/ 9302818 w 9767847"/>
                <a:gd name="connsiteY43" fmla="*/ 4278581 h 6858000"/>
                <a:gd name="connsiteX44" fmla="*/ 9304658 w 9767847"/>
                <a:gd name="connsiteY44" fmla="*/ 4266816 h 6858000"/>
                <a:gd name="connsiteX45" fmla="*/ 9312810 w 9767847"/>
                <a:gd name="connsiteY45" fmla="*/ 4215945 h 6858000"/>
                <a:gd name="connsiteX46" fmla="*/ 9316887 w 9767847"/>
                <a:gd name="connsiteY46" fmla="*/ 4190486 h 6858000"/>
                <a:gd name="connsiteX47" fmla="*/ 9318923 w 9767847"/>
                <a:gd name="connsiteY47" fmla="*/ 4177780 h 6858000"/>
                <a:gd name="connsiteX48" fmla="*/ 9320515 w 9767847"/>
                <a:gd name="connsiteY48" fmla="*/ 4164886 h 6858000"/>
                <a:gd name="connsiteX49" fmla="*/ 9332445 w 9767847"/>
                <a:gd name="connsiteY49" fmla="*/ 4064981 h 6858000"/>
                <a:gd name="connsiteX50" fmla="*/ 9336173 w 9767847"/>
                <a:gd name="connsiteY50" fmla="*/ 4018676 h 6858000"/>
                <a:gd name="connsiteX51" fmla="*/ 9340199 w 9767847"/>
                <a:gd name="connsiteY51" fmla="*/ 3965171 h 6858000"/>
                <a:gd name="connsiteX52" fmla="*/ 9347557 w 9767847"/>
                <a:gd name="connsiteY52" fmla="*/ 3765972 h 6858000"/>
                <a:gd name="connsiteX53" fmla="*/ 9346364 w 9767847"/>
                <a:gd name="connsiteY53" fmla="*/ 3664938 h 6858000"/>
                <a:gd name="connsiteX54" fmla="*/ 9344921 w 9767847"/>
                <a:gd name="connsiteY54" fmla="*/ 3615243 h 6858000"/>
                <a:gd name="connsiteX55" fmla="*/ 9344524 w 9767847"/>
                <a:gd name="connsiteY55" fmla="*/ 3603526 h 6858000"/>
                <a:gd name="connsiteX56" fmla="*/ 9343728 w 9767847"/>
                <a:gd name="connsiteY56" fmla="*/ 3590774 h 6858000"/>
                <a:gd name="connsiteX57" fmla="*/ 9342188 w 9767847"/>
                <a:gd name="connsiteY57" fmla="*/ 3565268 h 6858000"/>
                <a:gd name="connsiteX58" fmla="*/ 9339056 w 9767847"/>
                <a:gd name="connsiteY58" fmla="*/ 3514256 h 6858000"/>
                <a:gd name="connsiteX59" fmla="*/ 9334334 w 9767847"/>
                <a:gd name="connsiteY59" fmla="*/ 3463057 h 6858000"/>
                <a:gd name="connsiteX60" fmla="*/ 9329363 w 9767847"/>
                <a:gd name="connsiteY60" fmla="*/ 3411810 h 6858000"/>
                <a:gd name="connsiteX61" fmla="*/ 9328319 w 9767847"/>
                <a:gd name="connsiteY61" fmla="*/ 3400657 h 6858000"/>
                <a:gd name="connsiteX62" fmla="*/ 9327177 w 9767847"/>
                <a:gd name="connsiteY62" fmla="*/ 3390116 h 6858000"/>
                <a:gd name="connsiteX63" fmla="*/ 9324293 w 9767847"/>
                <a:gd name="connsiteY63" fmla="*/ 3366774 h 6858000"/>
                <a:gd name="connsiteX64" fmla="*/ 9320763 w 9767847"/>
                <a:gd name="connsiteY64" fmla="*/ 3340329 h 6858000"/>
                <a:gd name="connsiteX65" fmla="*/ 9317184 w 9767847"/>
                <a:gd name="connsiteY65" fmla="*/ 3311245 h 6858000"/>
                <a:gd name="connsiteX66" fmla="*/ 9311021 w 9767847"/>
                <a:gd name="connsiteY66" fmla="*/ 3266211 h 6858000"/>
                <a:gd name="connsiteX67" fmla="*/ 9302719 w 9767847"/>
                <a:gd name="connsiteY67" fmla="*/ 3215717 h 6858000"/>
                <a:gd name="connsiteX68" fmla="*/ 9293970 w 9767847"/>
                <a:gd name="connsiteY68" fmla="*/ 3165789 h 6858000"/>
                <a:gd name="connsiteX69" fmla="*/ 9252065 w 9767847"/>
                <a:gd name="connsiteY69" fmla="*/ 2967107 h 6858000"/>
                <a:gd name="connsiteX70" fmla="*/ 9227211 w 9767847"/>
                <a:gd name="connsiteY70" fmla="*/ 2868473 h 6858000"/>
                <a:gd name="connsiteX71" fmla="*/ 9220699 w 9767847"/>
                <a:gd name="connsiteY71" fmla="*/ 2844426 h 6858000"/>
                <a:gd name="connsiteX72" fmla="*/ 9213740 w 9767847"/>
                <a:gd name="connsiteY72" fmla="*/ 2820191 h 6858000"/>
                <a:gd name="connsiteX73" fmla="*/ 9199374 w 9767847"/>
                <a:gd name="connsiteY73" fmla="*/ 2771438 h 6858000"/>
                <a:gd name="connsiteX74" fmla="*/ 9061829 w 9767847"/>
                <a:gd name="connsiteY74" fmla="*/ 2385418 h 6858000"/>
                <a:gd name="connsiteX75" fmla="*/ 8978865 w 9767847"/>
                <a:gd name="connsiteY75" fmla="*/ 2196855 h 6858000"/>
                <a:gd name="connsiteX76" fmla="*/ 8956694 w 9767847"/>
                <a:gd name="connsiteY76" fmla="*/ 2150219 h 6858000"/>
                <a:gd name="connsiteX77" fmla="*/ 8934176 w 9767847"/>
                <a:gd name="connsiteY77" fmla="*/ 2103914 h 6858000"/>
                <a:gd name="connsiteX78" fmla="*/ 8887151 w 9767847"/>
                <a:gd name="connsiteY78" fmla="*/ 2011350 h 6858000"/>
                <a:gd name="connsiteX79" fmla="*/ 8787533 w 9767847"/>
                <a:gd name="connsiteY79" fmla="*/ 1828527 h 6858000"/>
                <a:gd name="connsiteX80" fmla="*/ 8761485 w 9767847"/>
                <a:gd name="connsiteY80" fmla="*/ 1783398 h 6858000"/>
                <a:gd name="connsiteX81" fmla="*/ 8734791 w 9767847"/>
                <a:gd name="connsiteY81" fmla="*/ 1737893 h 6858000"/>
                <a:gd name="connsiteX82" fmla="*/ 8680808 w 9767847"/>
                <a:gd name="connsiteY82" fmla="*/ 1648812 h 6858000"/>
                <a:gd name="connsiteX83" fmla="*/ 8567024 w 9767847"/>
                <a:gd name="connsiteY83" fmla="*/ 1472906 h 6858000"/>
                <a:gd name="connsiteX84" fmla="*/ 8537446 w 9767847"/>
                <a:gd name="connsiteY84" fmla="*/ 1429330 h 6858000"/>
                <a:gd name="connsiteX85" fmla="*/ 8507423 w 9767847"/>
                <a:gd name="connsiteY85" fmla="*/ 1385896 h 6858000"/>
                <a:gd name="connsiteX86" fmla="*/ 8446529 w 9767847"/>
                <a:gd name="connsiteY86" fmla="*/ 1300295 h 6858000"/>
                <a:gd name="connsiteX87" fmla="*/ 8319224 w 9767847"/>
                <a:gd name="connsiteY87" fmla="*/ 1131026 h 6858000"/>
                <a:gd name="connsiteX88" fmla="*/ 8286366 w 9767847"/>
                <a:gd name="connsiteY88" fmla="*/ 1089050 h 6858000"/>
                <a:gd name="connsiteX89" fmla="*/ 8270161 w 9767847"/>
                <a:gd name="connsiteY89" fmla="*/ 1068439 h 6858000"/>
                <a:gd name="connsiteX90" fmla="*/ 8253856 w 9767847"/>
                <a:gd name="connsiteY90" fmla="*/ 1048156 h 6858000"/>
                <a:gd name="connsiteX91" fmla="*/ 8186352 w 9767847"/>
                <a:gd name="connsiteY91" fmla="*/ 966275 h 6858000"/>
                <a:gd name="connsiteX92" fmla="*/ 8046768 w 9767847"/>
                <a:gd name="connsiteY92" fmla="*/ 805429 h 6858000"/>
                <a:gd name="connsiteX93" fmla="*/ 8010927 w 9767847"/>
                <a:gd name="connsiteY93" fmla="*/ 765853 h 6858000"/>
                <a:gd name="connsiteX94" fmla="*/ 7974788 w 9767847"/>
                <a:gd name="connsiteY94" fmla="*/ 726653 h 6858000"/>
                <a:gd name="connsiteX95" fmla="*/ 7901070 w 9767847"/>
                <a:gd name="connsiteY95" fmla="*/ 648724 h 6858000"/>
                <a:gd name="connsiteX96" fmla="*/ 7750054 w 9767847"/>
                <a:gd name="connsiteY96" fmla="*/ 497008 h 6858000"/>
                <a:gd name="connsiteX97" fmla="*/ 7592277 w 9767847"/>
                <a:gd name="connsiteY97" fmla="*/ 351221 h 6858000"/>
                <a:gd name="connsiteX98" fmla="*/ 7257734 w 9767847"/>
                <a:gd name="connsiteY98" fmla="*/ 76964 h 6858000"/>
                <a:gd name="connsiteX99" fmla="*/ 1886601 w 9767847"/>
                <a:gd name="connsiteY99" fmla="*/ 0 h 6858000"/>
                <a:gd name="connsiteX100" fmla="*/ 2292926 w 9767847"/>
                <a:gd name="connsiteY100" fmla="*/ 0 h 6858000"/>
                <a:gd name="connsiteX101" fmla="*/ 2135542 w 9767847"/>
                <a:gd name="connsiteY101" fmla="*/ 117781 h 6858000"/>
                <a:gd name="connsiteX102" fmla="*/ 1969576 w 9767847"/>
                <a:gd name="connsiteY102" fmla="*/ 254986 h 6858000"/>
                <a:gd name="connsiteX103" fmla="*/ 1659938 w 9767847"/>
                <a:gd name="connsiteY103" fmla="*/ 549855 h 6858000"/>
                <a:gd name="connsiteX104" fmla="*/ 729383 w 9767847"/>
                <a:gd name="connsiteY104" fmla="*/ 1936480 h 6858000"/>
                <a:gd name="connsiteX105" fmla="*/ 578465 w 9767847"/>
                <a:gd name="connsiteY105" fmla="*/ 2320807 h 6858000"/>
                <a:gd name="connsiteX106" fmla="*/ 465080 w 9767847"/>
                <a:gd name="connsiteY106" fmla="*/ 2714875 h 6858000"/>
                <a:gd name="connsiteX107" fmla="*/ 423820 w 9767847"/>
                <a:gd name="connsiteY107" fmla="*/ 2915436 h 6858000"/>
                <a:gd name="connsiteX108" fmla="*/ 392355 w 9767847"/>
                <a:gd name="connsiteY108" fmla="*/ 3118071 h 6858000"/>
                <a:gd name="connsiteX109" fmla="*/ 358801 w 9767847"/>
                <a:gd name="connsiteY109" fmla="*/ 3526915 h 6858000"/>
                <a:gd name="connsiteX110" fmla="*/ 410350 w 9767847"/>
                <a:gd name="connsiteY110" fmla="*/ 4348226 h 6858000"/>
                <a:gd name="connsiteX111" fmla="*/ 449022 w 9767847"/>
                <a:gd name="connsiteY111" fmla="*/ 4551049 h 6858000"/>
                <a:gd name="connsiteX112" fmla="*/ 498882 w 9767847"/>
                <a:gd name="connsiteY112" fmla="*/ 4752365 h 6858000"/>
                <a:gd name="connsiteX113" fmla="*/ 559775 w 9767847"/>
                <a:gd name="connsiteY113" fmla="*/ 4951657 h 6858000"/>
                <a:gd name="connsiteX114" fmla="*/ 631406 w 9767847"/>
                <a:gd name="connsiteY114" fmla="*/ 5147986 h 6858000"/>
                <a:gd name="connsiteX115" fmla="*/ 1023461 w 9767847"/>
                <a:gd name="connsiteY115" fmla="*/ 5893957 h 6858000"/>
                <a:gd name="connsiteX116" fmla="*/ 1575880 w 9767847"/>
                <a:gd name="connsiteY116" fmla="*/ 6547646 h 6858000"/>
                <a:gd name="connsiteX117" fmla="*/ 1905228 w 9767847"/>
                <a:gd name="connsiteY117" fmla="*/ 6829468 h 6858000"/>
                <a:gd name="connsiteX118" fmla="*/ 1944230 w 9767847"/>
                <a:gd name="connsiteY118" fmla="*/ 6858000 h 6858000"/>
                <a:gd name="connsiteX119" fmla="*/ 1372541 w 9767847"/>
                <a:gd name="connsiteY119" fmla="*/ 6858000 h 6858000"/>
                <a:gd name="connsiteX120" fmla="*/ 1115251 w 9767847"/>
                <a:gd name="connsiteY120" fmla="*/ 6590005 h 6858000"/>
                <a:gd name="connsiteX121" fmla="*/ 0 w 9767847"/>
                <a:gd name="connsiteY121" fmla="*/ 3649031 h 6858000"/>
                <a:gd name="connsiteX122" fmla="*/ 1777294 w 9767847"/>
                <a:gd name="connsiteY122" fmla="*/ 813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9767847" h="6858000">
                  <a:moveTo>
                    <a:pt x="7151367" y="0"/>
                  </a:moveTo>
                  <a:lnTo>
                    <a:pt x="7881247" y="0"/>
                  </a:lnTo>
                  <a:lnTo>
                    <a:pt x="7990553" y="81317"/>
                  </a:lnTo>
                  <a:cubicBezTo>
                    <a:pt x="9075991" y="929334"/>
                    <a:pt x="9767847" y="2212695"/>
                    <a:pt x="9767847" y="3649031"/>
                  </a:cubicBezTo>
                  <a:cubicBezTo>
                    <a:pt x="9767847" y="4766182"/>
                    <a:pt x="9349317" y="5790792"/>
                    <a:pt x="8652597" y="6590005"/>
                  </a:cubicBezTo>
                  <a:lnTo>
                    <a:pt x="8395306" y="6858000"/>
                  </a:lnTo>
                  <a:lnTo>
                    <a:pt x="6762603" y="6858000"/>
                  </a:lnTo>
                  <a:lnTo>
                    <a:pt x="6765962" y="6854844"/>
                  </a:lnTo>
                  <a:cubicBezTo>
                    <a:pt x="6779036" y="6842703"/>
                    <a:pt x="6791663" y="6829621"/>
                    <a:pt x="6804586" y="6817103"/>
                  </a:cubicBezTo>
                  <a:lnTo>
                    <a:pt x="6881735" y="6741197"/>
                  </a:lnTo>
                  <a:cubicBezTo>
                    <a:pt x="6907435" y="6715881"/>
                    <a:pt x="6933134" y="6690798"/>
                    <a:pt x="6958883" y="6664822"/>
                  </a:cubicBezTo>
                  <a:lnTo>
                    <a:pt x="7267925" y="6355694"/>
                  </a:lnTo>
                  <a:lnTo>
                    <a:pt x="7424360" y="6200685"/>
                  </a:lnTo>
                  <a:cubicBezTo>
                    <a:pt x="7450754" y="6174802"/>
                    <a:pt x="7477598" y="6148731"/>
                    <a:pt x="7504938" y="6122708"/>
                  </a:cubicBezTo>
                  <a:lnTo>
                    <a:pt x="7546396" y="6083697"/>
                  </a:lnTo>
                  <a:cubicBezTo>
                    <a:pt x="7560264" y="6070803"/>
                    <a:pt x="7574780" y="6057532"/>
                    <a:pt x="7588002" y="6045532"/>
                  </a:cubicBezTo>
                  <a:lnTo>
                    <a:pt x="7631000" y="6006709"/>
                  </a:lnTo>
                  <a:lnTo>
                    <a:pt x="7675440" y="5968309"/>
                  </a:lnTo>
                  <a:cubicBezTo>
                    <a:pt x="7690404" y="5955698"/>
                    <a:pt x="7705564" y="5943321"/>
                    <a:pt x="7720626" y="5930851"/>
                  </a:cubicBezTo>
                  <a:cubicBezTo>
                    <a:pt x="7735738" y="5918427"/>
                    <a:pt x="7751197" y="5906521"/>
                    <a:pt x="7766458" y="5894334"/>
                  </a:cubicBezTo>
                  <a:cubicBezTo>
                    <a:pt x="7827949" y="5846192"/>
                    <a:pt x="7890979" y="5800499"/>
                    <a:pt x="7955254" y="5756828"/>
                  </a:cubicBezTo>
                  <a:cubicBezTo>
                    <a:pt x="8083800" y="5669534"/>
                    <a:pt x="8216872" y="5590336"/>
                    <a:pt x="8352678" y="5517630"/>
                  </a:cubicBezTo>
                  <a:lnTo>
                    <a:pt x="8451350" y="5465254"/>
                  </a:lnTo>
                  <a:lnTo>
                    <a:pt x="8548532" y="5413395"/>
                  </a:lnTo>
                  <a:cubicBezTo>
                    <a:pt x="8612110" y="5379090"/>
                    <a:pt x="8673251" y="5345208"/>
                    <a:pt x="8729473" y="5309961"/>
                  </a:cubicBezTo>
                  <a:cubicBezTo>
                    <a:pt x="8743591" y="5301115"/>
                    <a:pt x="8757161" y="5292361"/>
                    <a:pt x="8770781" y="5283232"/>
                  </a:cubicBezTo>
                  <a:cubicBezTo>
                    <a:pt x="8777591" y="5278667"/>
                    <a:pt x="8784451" y="5274103"/>
                    <a:pt x="8790964" y="5269492"/>
                  </a:cubicBezTo>
                  <a:cubicBezTo>
                    <a:pt x="8797574" y="5264879"/>
                    <a:pt x="8804235" y="5260314"/>
                    <a:pt x="8810499" y="5255703"/>
                  </a:cubicBezTo>
                  <a:cubicBezTo>
                    <a:pt x="8835999" y="5237303"/>
                    <a:pt x="8860407" y="5218291"/>
                    <a:pt x="8883571" y="5198479"/>
                  </a:cubicBezTo>
                  <a:cubicBezTo>
                    <a:pt x="8929900" y="5158856"/>
                    <a:pt x="8971258" y="5116315"/>
                    <a:pt x="9006651" y="5070527"/>
                  </a:cubicBezTo>
                  <a:cubicBezTo>
                    <a:pt x="9015351" y="5059328"/>
                    <a:pt x="9024398" y="5046857"/>
                    <a:pt x="9033494" y="5034105"/>
                  </a:cubicBezTo>
                  <a:lnTo>
                    <a:pt x="9040305" y="5024551"/>
                  </a:lnTo>
                  <a:lnTo>
                    <a:pt x="9046568" y="5015281"/>
                  </a:lnTo>
                  <a:cubicBezTo>
                    <a:pt x="9050743" y="5009163"/>
                    <a:pt x="9054819" y="5002952"/>
                    <a:pt x="9058846" y="4996645"/>
                  </a:cubicBezTo>
                  <a:cubicBezTo>
                    <a:pt x="9075002" y="4971517"/>
                    <a:pt x="9090212" y="4945305"/>
                    <a:pt x="9104529" y="4918105"/>
                  </a:cubicBezTo>
                  <a:cubicBezTo>
                    <a:pt x="9133211" y="4863752"/>
                    <a:pt x="9158313" y="4805447"/>
                    <a:pt x="9181081" y="4744694"/>
                  </a:cubicBezTo>
                  <a:cubicBezTo>
                    <a:pt x="9203748" y="4684178"/>
                    <a:pt x="9223383" y="4621778"/>
                    <a:pt x="9240731" y="4557872"/>
                  </a:cubicBezTo>
                  <a:cubicBezTo>
                    <a:pt x="9249481" y="4525966"/>
                    <a:pt x="9257682" y="4493684"/>
                    <a:pt x="9265388" y="4461073"/>
                  </a:cubicBezTo>
                  <a:cubicBezTo>
                    <a:pt x="9269215" y="4444744"/>
                    <a:pt x="9272943" y="4428367"/>
                    <a:pt x="9276571" y="4411943"/>
                  </a:cubicBezTo>
                  <a:lnTo>
                    <a:pt x="9281841" y="4387379"/>
                  </a:lnTo>
                  <a:lnTo>
                    <a:pt x="9286513" y="4364838"/>
                  </a:lnTo>
                  <a:lnTo>
                    <a:pt x="9296754" y="4312038"/>
                  </a:lnTo>
                  <a:lnTo>
                    <a:pt x="9301029" y="4289074"/>
                  </a:lnTo>
                  <a:lnTo>
                    <a:pt x="9302818" y="4278581"/>
                  </a:lnTo>
                  <a:lnTo>
                    <a:pt x="9304658" y="4266816"/>
                  </a:lnTo>
                  <a:lnTo>
                    <a:pt x="9312810" y="4215945"/>
                  </a:lnTo>
                  <a:lnTo>
                    <a:pt x="9316887" y="4190486"/>
                  </a:lnTo>
                  <a:lnTo>
                    <a:pt x="9318923" y="4177780"/>
                  </a:lnTo>
                  <a:cubicBezTo>
                    <a:pt x="9319570" y="4173546"/>
                    <a:pt x="9319969" y="4169169"/>
                    <a:pt x="9320515" y="4164886"/>
                  </a:cubicBezTo>
                  <a:lnTo>
                    <a:pt x="9332445" y="4064981"/>
                  </a:lnTo>
                  <a:cubicBezTo>
                    <a:pt x="9333836" y="4052370"/>
                    <a:pt x="9334880" y="4036888"/>
                    <a:pt x="9336173" y="4018676"/>
                  </a:cubicBezTo>
                  <a:lnTo>
                    <a:pt x="9340199" y="3965171"/>
                  </a:lnTo>
                  <a:cubicBezTo>
                    <a:pt x="9345071" y="3899806"/>
                    <a:pt x="9347358" y="3832983"/>
                    <a:pt x="9347557" y="3765972"/>
                  </a:cubicBezTo>
                  <a:cubicBezTo>
                    <a:pt x="9347656" y="3732420"/>
                    <a:pt x="9347209" y="3698773"/>
                    <a:pt x="9346364" y="3664938"/>
                  </a:cubicBezTo>
                  <a:lnTo>
                    <a:pt x="9344921" y="3615243"/>
                  </a:lnTo>
                  <a:lnTo>
                    <a:pt x="9344524" y="3603526"/>
                  </a:lnTo>
                  <a:lnTo>
                    <a:pt x="9343728" y="3590774"/>
                  </a:lnTo>
                  <a:lnTo>
                    <a:pt x="9342188" y="3565268"/>
                  </a:lnTo>
                  <a:lnTo>
                    <a:pt x="9339056" y="3514256"/>
                  </a:lnTo>
                  <a:cubicBezTo>
                    <a:pt x="9337914" y="3497221"/>
                    <a:pt x="9335874" y="3480138"/>
                    <a:pt x="9334334" y="3463057"/>
                  </a:cubicBezTo>
                  <a:lnTo>
                    <a:pt x="9329363" y="3411810"/>
                  </a:lnTo>
                  <a:lnTo>
                    <a:pt x="9328319" y="3400657"/>
                  </a:lnTo>
                  <a:lnTo>
                    <a:pt x="9327177" y="3390116"/>
                  </a:lnTo>
                  <a:lnTo>
                    <a:pt x="9324293" y="3366774"/>
                  </a:lnTo>
                  <a:lnTo>
                    <a:pt x="9320763" y="3340329"/>
                  </a:lnTo>
                  <a:lnTo>
                    <a:pt x="9317184" y="3311245"/>
                  </a:lnTo>
                  <a:cubicBezTo>
                    <a:pt x="9315594" y="3296893"/>
                    <a:pt x="9313506" y="3282306"/>
                    <a:pt x="9311021" y="3266211"/>
                  </a:cubicBezTo>
                  <a:lnTo>
                    <a:pt x="9302719" y="3215717"/>
                  </a:lnTo>
                  <a:cubicBezTo>
                    <a:pt x="9299936" y="3199059"/>
                    <a:pt x="9297003" y="3182400"/>
                    <a:pt x="9293970" y="3165789"/>
                  </a:cubicBezTo>
                  <a:cubicBezTo>
                    <a:pt x="9281891" y="3099295"/>
                    <a:pt x="9267674" y="3033084"/>
                    <a:pt x="9252065" y="2967107"/>
                  </a:cubicBezTo>
                  <a:cubicBezTo>
                    <a:pt x="9244261" y="2934167"/>
                    <a:pt x="9235959" y="2901273"/>
                    <a:pt x="9227211" y="2868473"/>
                  </a:cubicBezTo>
                  <a:lnTo>
                    <a:pt x="9220699" y="2844426"/>
                  </a:lnTo>
                  <a:lnTo>
                    <a:pt x="9213740" y="2820191"/>
                  </a:lnTo>
                  <a:cubicBezTo>
                    <a:pt x="9209216" y="2804049"/>
                    <a:pt x="9204345" y="2787768"/>
                    <a:pt x="9199374" y="2771438"/>
                  </a:cubicBezTo>
                  <a:cubicBezTo>
                    <a:pt x="9159855" y="2641086"/>
                    <a:pt x="9114272" y="2512099"/>
                    <a:pt x="9061829" y="2385418"/>
                  </a:cubicBezTo>
                  <a:cubicBezTo>
                    <a:pt x="9035582" y="2322077"/>
                    <a:pt x="9008043" y="2259160"/>
                    <a:pt x="8978865" y="2196855"/>
                  </a:cubicBezTo>
                  <a:lnTo>
                    <a:pt x="8956694" y="2150219"/>
                  </a:lnTo>
                  <a:lnTo>
                    <a:pt x="8934176" y="2103914"/>
                  </a:lnTo>
                  <a:cubicBezTo>
                    <a:pt x="8918915" y="2073091"/>
                    <a:pt x="8903157" y="2042032"/>
                    <a:pt x="8887151" y="2011350"/>
                  </a:cubicBezTo>
                  <a:cubicBezTo>
                    <a:pt x="8854988" y="1949891"/>
                    <a:pt x="8822082" y="1888810"/>
                    <a:pt x="8787533" y="1828527"/>
                  </a:cubicBezTo>
                  <a:lnTo>
                    <a:pt x="8761485" y="1783398"/>
                  </a:lnTo>
                  <a:lnTo>
                    <a:pt x="8734791" y="1737893"/>
                  </a:lnTo>
                  <a:cubicBezTo>
                    <a:pt x="8717047" y="1707823"/>
                    <a:pt x="8699200" y="1678363"/>
                    <a:pt x="8680808" y="1648812"/>
                  </a:cubicBezTo>
                  <a:cubicBezTo>
                    <a:pt x="8644322" y="1589658"/>
                    <a:pt x="8606194" y="1531118"/>
                    <a:pt x="8567024" y="1472906"/>
                  </a:cubicBezTo>
                  <a:lnTo>
                    <a:pt x="8537446" y="1429330"/>
                  </a:lnTo>
                  <a:lnTo>
                    <a:pt x="8507423" y="1385896"/>
                  </a:lnTo>
                  <a:cubicBezTo>
                    <a:pt x="8487390" y="1357284"/>
                    <a:pt x="8467158" y="1328719"/>
                    <a:pt x="8446529" y="1300295"/>
                  </a:cubicBezTo>
                  <a:cubicBezTo>
                    <a:pt x="8405271" y="1243496"/>
                    <a:pt x="8362718" y="1187120"/>
                    <a:pt x="8319224" y="1131026"/>
                  </a:cubicBezTo>
                  <a:lnTo>
                    <a:pt x="8286366" y="1089050"/>
                  </a:lnTo>
                  <a:lnTo>
                    <a:pt x="8270161" y="1068439"/>
                  </a:lnTo>
                  <a:lnTo>
                    <a:pt x="8253856" y="1048156"/>
                  </a:lnTo>
                  <a:cubicBezTo>
                    <a:pt x="8231636" y="1020675"/>
                    <a:pt x="8209117" y="993381"/>
                    <a:pt x="8186352" y="966275"/>
                  </a:cubicBezTo>
                  <a:cubicBezTo>
                    <a:pt x="8140917" y="911922"/>
                    <a:pt x="8094240" y="858417"/>
                    <a:pt x="8046768" y="805429"/>
                  </a:cubicBezTo>
                  <a:lnTo>
                    <a:pt x="8010927" y="765853"/>
                  </a:lnTo>
                  <a:lnTo>
                    <a:pt x="7974788" y="726653"/>
                  </a:lnTo>
                  <a:cubicBezTo>
                    <a:pt x="7950382" y="700489"/>
                    <a:pt x="7925824" y="674465"/>
                    <a:pt x="7901070" y="648724"/>
                  </a:cubicBezTo>
                  <a:cubicBezTo>
                    <a:pt x="7851510" y="597289"/>
                    <a:pt x="7801404" y="546514"/>
                    <a:pt x="7750054" y="497008"/>
                  </a:cubicBezTo>
                  <a:cubicBezTo>
                    <a:pt x="7698902" y="447644"/>
                    <a:pt x="7645913" y="398938"/>
                    <a:pt x="7592277" y="351221"/>
                  </a:cubicBezTo>
                  <a:cubicBezTo>
                    <a:pt x="7484856" y="255786"/>
                    <a:pt x="7373308" y="164304"/>
                    <a:pt x="7257734" y="76964"/>
                  </a:cubicBezTo>
                  <a:close/>
                  <a:moveTo>
                    <a:pt x="1886601" y="0"/>
                  </a:moveTo>
                  <a:lnTo>
                    <a:pt x="2292926" y="0"/>
                  </a:lnTo>
                  <a:lnTo>
                    <a:pt x="2135542" y="117781"/>
                  </a:lnTo>
                  <a:cubicBezTo>
                    <a:pt x="2078998" y="162280"/>
                    <a:pt x="2023659" y="208045"/>
                    <a:pt x="1969576" y="254986"/>
                  </a:cubicBezTo>
                  <a:cubicBezTo>
                    <a:pt x="1861309" y="348820"/>
                    <a:pt x="1758064" y="447314"/>
                    <a:pt x="1659938" y="549855"/>
                  </a:cubicBezTo>
                  <a:cubicBezTo>
                    <a:pt x="1266987" y="960346"/>
                    <a:pt x="953820" y="1431495"/>
                    <a:pt x="729383" y="1936480"/>
                  </a:cubicBezTo>
                  <a:cubicBezTo>
                    <a:pt x="673260" y="2062362"/>
                    <a:pt x="622855" y="2190972"/>
                    <a:pt x="578465" y="2320807"/>
                  </a:cubicBezTo>
                  <a:cubicBezTo>
                    <a:pt x="534125" y="2450687"/>
                    <a:pt x="496147" y="2582216"/>
                    <a:pt x="465080" y="2714875"/>
                  </a:cubicBezTo>
                  <a:cubicBezTo>
                    <a:pt x="449769" y="2780991"/>
                    <a:pt x="435850" y="2848191"/>
                    <a:pt x="423820" y="2915436"/>
                  </a:cubicBezTo>
                  <a:cubicBezTo>
                    <a:pt x="411840" y="2982731"/>
                    <a:pt x="401054" y="3050260"/>
                    <a:pt x="392355" y="3118071"/>
                  </a:cubicBezTo>
                  <a:cubicBezTo>
                    <a:pt x="374509" y="3253646"/>
                    <a:pt x="363424" y="3389880"/>
                    <a:pt x="358801" y="3526915"/>
                  </a:cubicBezTo>
                  <a:cubicBezTo>
                    <a:pt x="349009" y="3800843"/>
                    <a:pt x="366357" y="4075570"/>
                    <a:pt x="410350" y="4348226"/>
                  </a:cubicBezTo>
                  <a:cubicBezTo>
                    <a:pt x="421286" y="4416132"/>
                    <a:pt x="434209" y="4483660"/>
                    <a:pt x="449022" y="4551049"/>
                  </a:cubicBezTo>
                  <a:cubicBezTo>
                    <a:pt x="463737" y="4618436"/>
                    <a:pt x="480389" y="4685588"/>
                    <a:pt x="498882" y="4752365"/>
                  </a:cubicBezTo>
                  <a:cubicBezTo>
                    <a:pt x="517373" y="4819141"/>
                    <a:pt x="537704" y="4885635"/>
                    <a:pt x="559775" y="4951657"/>
                  </a:cubicBezTo>
                  <a:cubicBezTo>
                    <a:pt x="581946" y="5017775"/>
                    <a:pt x="605358" y="5083375"/>
                    <a:pt x="631406" y="5147986"/>
                  </a:cubicBezTo>
                  <a:cubicBezTo>
                    <a:pt x="734055" y="5407608"/>
                    <a:pt x="865188" y="5658570"/>
                    <a:pt x="1023461" y="5893957"/>
                  </a:cubicBezTo>
                  <a:cubicBezTo>
                    <a:pt x="1181487" y="6129578"/>
                    <a:pt x="1367051" y="6349247"/>
                    <a:pt x="1575880" y="6547646"/>
                  </a:cubicBezTo>
                  <a:cubicBezTo>
                    <a:pt x="1680269" y="6646916"/>
                    <a:pt x="1790338" y="6740939"/>
                    <a:pt x="1905228" y="6829468"/>
                  </a:cubicBezTo>
                  <a:lnTo>
                    <a:pt x="1944230" y="6858000"/>
                  </a:lnTo>
                  <a:lnTo>
                    <a:pt x="1372541" y="6858000"/>
                  </a:lnTo>
                  <a:lnTo>
                    <a:pt x="1115251" y="6590005"/>
                  </a:lnTo>
                  <a:cubicBezTo>
                    <a:pt x="418530" y="5790792"/>
                    <a:pt x="0" y="4766182"/>
                    <a:pt x="0" y="3649031"/>
                  </a:cubicBezTo>
                  <a:cubicBezTo>
                    <a:pt x="0" y="2212695"/>
                    <a:pt x="691856" y="929334"/>
                    <a:pt x="1777294" y="81317"/>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3" name="Freeform: Shape 52">
              <a:extLst>
                <a:ext uri="{FF2B5EF4-FFF2-40B4-BE49-F238E27FC236}">
                  <a16:creationId xmlns:a16="http://schemas.microsoft.com/office/drawing/2014/main" id="{82B0ED5C-927D-4C5F-8F27-1B403820B9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3402" y="36937"/>
              <a:ext cx="9767847" cy="6858000"/>
            </a:xfrm>
            <a:custGeom>
              <a:avLst/>
              <a:gdLst>
                <a:gd name="connsiteX0" fmla="*/ 7145704 w 9767847"/>
                <a:gd name="connsiteY0" fmla="*/ 0 h 6858000"/>
                <a:gd name="connsiteX1" fmla="*/ 7875738 w 9767847"/>
                <a:gd name="connsiteY1" fmla="*/ 0 h 6858000"/>
                <a:gd name="connsiteX2" fmla="*/ 7990553 w 9767847"/>
                <a:gd name="connsiteY2" fmla="*/ 85415 h 6858000"/>
                <a:gd name="connsiteX3" fmla="*/ 9767847 w 9767847"/>
                <a:gd name="connsiteY3" fmla="*/ 3653129 h 6858000"/>
                <a:gd name="connsiteX4" fmla="*/ 8652597 w 9767847"/>
                <a:gd name="connsiteY4" fmla="*/ 6594103 h 6858000"/>
                <a:gd name="connsiteX5" fmla="*/ 8399240 w 9767847"/>
                <a:gd name="connsiteY5" fmla="*/ 6858000 h 6858000"/>
                <a:gd name="connsiteX6" fmla="*/ 6766926 w 9767847"/>
                <a:gd name="connsiteY6" fmla="*/ 6858000 h 6858000"/>
                <a:gd name="connsiteX7" fmla="*/ 6804586 w 9767847"/>
                <a:gd name="connsiteY7" fmla="*/ 6821201 h 6858000"/>
                <a:gd name="connsiteX8" fmla="*/ 6881735 w 9767847"/>
                <a:gd name="connsiteY8" fmla="*/ 6745295 h 6858000"/>
                <a:gd name="connsiteX9" fmla="*/ 6958883 w 9767847"/>
                <a:gd name="connsiteY9" fmla="*/ 6668920 h 6858000"/>
                <a:gd name="connsiteX10" fmla="*/ 7267925 w 9767847"/>
                <a:gd name="connsiteY10" fmla="*/ 6359792 h 6858000"/>
                <a:gd name="connsiteX11" fmla="*/ 7424360 w 9767847"/>
                <a:gd name="connsiteY11" fmla="*/ 6204783 h 6858000"/>
                <a:gd name="connsiteX12" fmla="*/ 7504938 w 9767847"/>
                <a:gd name="connsiteY12" fmla="*/ 6126806 h 6858000"/>
                <a:gd name="connsiteX13" fmla="*/ 7546396 w 9767847"/>
                <a:gd name="connsiteY13" fmla="*/ 6087795 h 6858000"/>
                <a:gd name="connsiteX14" fmla="*/ 7588002 w 9767847"/>
                <a:gd name="connsiteY14" fmla="*/ 6049630 h 6858000"/>
                <a:gd name="connsiteX15" fmla="*/ 7631000 w 9767847"/>
                <a:gd name="connsiteY15" fmla="*/ 6010807 h 6858000"/>
                <a:gd name="connsiteX16" fmla="*/ 7675440 w 9767847"/>
                <a:gd name="connsiteY16" fmla="*/ 5972407 h 6858000"/>
                <a:gd name="connsiteX17" fmla="*/ 7720626 w 9767847"/>
                <a:gd name="connsiteY17" fmla="*/ 5934949 h 6858000"/>
                <a:gd name="connsiteX18" fmla="*/ 7766458 w 9767847"/>
                <a:gd name="connsiteY18" fmla="*/ 5898432 h 6858000"/>
                <a:gd name="connsiteX19" fmla="*/ 7955254 w 9767847"/>
                <a:gd name="connsiteY19" fmla="*/ 5760926 h 6858000"/>
                <a:gd name="connsiteX20" fmla="*/ 8352678 w 9767847"/>
                <a:gd name="connsiteY20" fmla="*/ 5521728 h 6858000"/>
                <a:gd name="connsiteX21" fmla="*/ 8451350 w 9767847"/>
                <a:gd name="connsiteY21" fmla="*/ 5469352 h 6858000"/>
                <a:gd name="connsiteX22" fmla="*/ 8548532 w 9767847"/>
                <a:gd name="connsiteY22" fmla="*/ 5417493 h 6858000"/>
                <a:gd name="connsiteX23" fmla="*/ 8729473 w 9767847"/>
                <a:gd name="connsiteY23" fmla="*/ 5314059 h 6858000"/>
                <a:gd name="connsiteX24" fmla="*/ 8770781 w 9767847"/>
                <a:gd name="connsiteY24" fmla="*/ 5287330 h 6858000"/>
                <a:gd name="connsiteX25" fmla="*/ 8790964 w 9767847"/>
                <a:gd name="connsiteY25" fmla="*/ 5273590 h 6858000"/>
                <a:gd name="connsiteX26" fmla="*/ 8810499 w 9767847"/>
                <a:gd name="connsiteY26" fmla="*/ 5259801 h 6858000"/>
                <a:gd name="connsiteX27" fmla="*/ 8883571 w 9767847"/>
                <a:gd name="connsiteY27" fmla="*/ 5202577 h 6858000"/>
                <a:gd name="connsiteX28" fmla="*/ 9006651 w 9767847"/>
                <a:gd name="connsiteY28" fmla="*/ 5074625 h 6858000"/>
                <a:gd name="connsiteX29" fmla="*/ 9033494 w 9767847"/>
                <a:gd name="connsiteY29" fmla="*/ 5038203 h 6858000"/>
                <a:gd name="connsiteX30" fmla="*/ 9040305 w 9767847"/>
                <a:gd name="connsiteY30" fmla="*/ 5028649 h 6858000"/>
                <a:gd name="connsiteX31" fmla="*/ 9046568 w 9767847"/>
                <a:gd name="connsiteY31" fmla="*/ 5019379 h 6858000"/>
                <a:gd name="connsiteX32" fmla="*/ 9058846 w 9767847"/>
                <a:gd name="connsiteY32" fmla="*/ 5000743 h 6858000"/>
                <a:gd name="connsiteX33" fmla="*/ 9104529 w 9767847"/>
                <a:gd name="connsiteY33" fmla="*/ 4922203 h 6858000"/>
                <a:gd name="connsiteX34" fmla="*/ 9181081 w 9767847"/>
                <a:gd name="connsiteY34" fmla="*/ 4748792 h 6858000"/>
                <a:gd name="connsiteX35" fmla="*/ 9240731 w 9767847"/>
                <a:gd name="connsiteY35" fmla="*/ 4561970 h 6858000"/>
                <a:gd name="connsiteX36" fmla="*/ 9265388 w 9767847"/>
                <a:gd name="connsiteY36" fmla="*/ 4465171 h 6858000"/>
                <a:gd name="connsiteX37" fmla="*/ 9276571 w 9767847"/>
                <a:gd name="connsiteY37" fmla="*/ 4416041 h 6858000"/>
                <a:gd name="connsiteX38" fmla="*/ 9281841 w 9767847"/>
                <a:gd name="connsiteY38" fmla="*/ 4391477 h 6858000"/>
                <a:gd name="connsiteX39" fmla="*/ 9286513 w 9767847"/>
                <a:gd name="connsiteY39" fmla="*/ 4368936 h 6858000"/>
                <a:gd name="connsiteX40" fmla="*/ 9296754 w 9767847"/>
                <a:gd name="connsiteY40" fmla="*/ 4316136 h 6858000"/>
                <a:gd name="connsiteX41" fmla="*/ 9301029 w 9767847"/>
                <a:gd name="connsiteY41" fmla="*/ 4293172 h 6858000"/>
                <a:gd name="connsiteX42" fmla="*/ 9302818 w 9767847"/>
                <a:gd name="connsiteY42" fmla="*/ 4282679 h 6858000"/>
                <a:gd name="connsiteX43" fmla="*/ 9304658 w 9767847"/>
                <a:gd name="connsiteY43" fmla="*/ 4270914 h 6858000"/>
                <a:gd name="connsiteX44" fmla="*/ 9312810 w 9767847"/>
                <a:gd name="connsiteY44" fmla="*/ 4220043 h 6858000"/>
                <a:gd name="connsiteX45" fmla="*/ 9316887 w 9767847"/>
                <a:gd name="connsiteY45" fmla="*/ 4194584 h 6858000"/>
                <a:gd name="connsiteX46" fmla="*/ 9318923 w 9767847"/>
                <a:gd name="connsiteY46" fmla="*/ 4181878 h 6858000"/>
                <a:gd name="connsiteX47" fmla="*/ 9320515 w 9767847"/>
                <a:gd name="connsiteY47" fmla="*/ 4168984 h 6858000"/>
                <a:gd name="connsiteX48" fmla="*/ 9332445 w 9767847"/>
                <a:gd name="connsiteY48" fmla="*/ 4069079 h 6858000"/>
                <a:gd name="connsiteX49" fmla="*/ 9336173 w 9767847"/>
                <a:gd name="connsiteY49" fmla="*/ 4022774 h 6858000"/>
                <a:gd name="connsiteX50" fmla="*/ 9340199 w 9767847"/>
                <a:gd name="connsiteY50" fmla="*/ 3969269 h 6858000"/>
                <a:gd name="connsiteX51" fmla="*/ 9347557 w 9767847"/>
                <a:gd name="connsiteY51" fmla="*/ 3770070 h 6858000"/>
                <a:gd name="connsiteX52" fmla="*/ 9346364 w 9767847"/>
                <a:gd name="connsiteY52" fmla="*/ 3669036 h 6858000"/>
                <a:gd name="connsiteX53" fmla="*/ 9344921 w 9767847"/>
                <a:gd name="connsiteY53" fmla="*/ 3619341 h 6858000"/>
                <a:gd name="connsiteX54" fmla="*/ 9344524 w 9767847"/>
                <a:gd name="connsiteY54" fmla="*/ 3607624 h 6858000"/>
                <a:gd name="connsiteX55" fmla="*/ 9343728 w 9767847"/>
                <a:gd name="connsiteY55" fmla="*/ 3594872 h 6858000"/>
                <a:gd name="connsiteX56" fmla="*/ 9342188 w 9767847"/>
                <a:gd name="connsiteY56" fmla="*/ 3569366 h 6858000"/>
                <a:gd name="connsiteX57" fmla="*/ 9339056 w 9767847"/>
                <a:gd name="connsiteY57" fmla="*/ 3518354 h 6858000"/>
                <a:gd name="connsiteX58" fmla="*/ 9334334 w 9767847"/>
                <a:gd name="connsiteY58" fmla="*/ 3467155 h 6858000"/>
                <a:gd name="connsiteX59" fmla="*/ 9329363 w 9767847"/>
                <a:gd name="connsiteY59" fmla="*/ 3415908 h 6858000"/>
                <a:gd name="connsiteX60" fmla="*/ 9328319 w 9767847"/>
                <a:gd name="connsiteY60" fmla="*/ 3404755 h 6858000"/>
                <a:gd name="connsiteX61" fmla="*/ 9327177 w 9767847"/>
                <a:gd name="connsiteY61" fmla="*/ 3394214 h 6858000"/>
                <a:gd name="connsiteX62" fmla="*/ 9324293 w 9767847"/>
                <a:gd name="connsiteY62" fmla="*/ 3370872 h 6858000"/>
                <a:gd name="connsiteX63" fmla="*/ 9320763 w 9767847"/>
                <a:gd name="connsiteY63" fmla="*/ 3344427 h 6858000"/>
                <a:gd name="connsiteX64" fmla="*/ 9317184 w 9767847"/>
                <a:gd name="connsiteY64" fmla="*/ 3315343 h 6858000"/>
                <a:gd name="connsiteX65" fmla="*/ 9311021 w 9767847"/>
                <a:gd name="connsiteY65" fmla="*/ 3270309 h 6858000"/>
                <a:gd name="connsiteX66" fmla="*/ 9302719 w 9767847"/>
                <a:gd name="connsiteY66" fmla="*/ 3219815 h 6858000"/>
                <a:gd name="connsiteX67" fmla="*/ 9293970 w 9767847"/>
                <a:gd name="connsiteY67" fmla="*/ 3169887 h 6858000"/>
                <a:gd name="connsiteX68" fmla="*/ 9252065 w 9767847"/>
                <a:gd name="connsiteY68" fmla="*/ 2971205 h 6858000"/>
                <a:gd name="connsiteX69" fmla="*/ 9227211 w 9767847"/>
                <a:gd name="connsiteY69" fmla="*/ 2872571 h 6858000"/>
                <a:gd name="connsiteX70" fmla="*/ 9220699 w 9767847"/>
                <a:gd name="connsiteY70" fmla="*/ 2848524 h 6858000"/>
                <a:gd name="connsiteX71" fmla="*/ 9213740 w 9767847"/>
                <a:gd name="connsiteY71" fmla="*/ 2824289 h 6858000"/>
                <a:gd name="connsiteX72" fmla="*/ 9199374 w 9767847"/>
                <a:gd name="connsiteY72" fmla="*/ 2775536 h 6858000"/>
                <a:gd name="connsiteX73" fmla="*/ 9061829 w 9767847"/>
                <a:gd name="connsiteY73" fmla="*/ 2389515 h 6858000"/>
                <a:gd name="connsiteX74" fmla="*/ 8978865 w 9767847"/>
                <a:gd name="connsiteY74" fmla="*/ 2200953 h 6858000"/>
                <a:gd name="connsiteX75" fmla="*/ 8956694 w 9767847"/>
                <a:gd name="connsiteY75" fmla="*/ 2154317 h 6858000"/>
                <a:gd name="connsiteX76" fmla="*/ 8934176 w 9767847"/>
                <a:gd name="connsiteY76" fmla="*/ 2108012 h 6858000"/>
                <a:gd name="connsiteX77" fmla="*/ 8887151 w 9767847"/>
                <a:gd name="connsiteY77" fmla="*/ 2015448 h 6858000"/>
                <a:gd name="connsiteX78" fmla="*/ 8787533 w 9767847"/>
                <a:gd name="connsiteY78" fmla="*/ 1832625 h 6858000"/>
                <a:gd name="connsiteX79" fmla="*/ 8761485 w 9767847"/>
                <a:gd name="connsiteY79" fmla="*/ 1787496 h 6858000"/>
                <a:gd name="connsiteX80" fmla="*/ 8734791 w 9767847"/>
                <a:gd name="connsiteY80" fmla="*/ 1741991 h 6858000"/>
                <a:gd name="connsiteX81" fmla="*/ 8680808 w 9767847"/>
                <a:gd name="connsiteY81" fmla="*/ 1652910 h 6858000"/>
                <a:gd name="connsiteX82" fmla="*/ 8567024 w 9767847"/>
                <a:gd name="connsiteY82" fmla="*/ 1477004 h 6858000"/>
                <a:gd name="connsiteX83" fmla="*/ 8537446 w 9767847"/>
                <a:gd name="connsiteY83" fmla="*/ 1433428 h 6858000"/>
                <a:gd name="connsiteX84" fmla="*/ 8507423 w 9767847"/>
                <a:gd name="connsiteY84" fmla="*/ 1389994 h 6858000"/>
                <a:gd name="connsiteX85" fmla="*/ 8446529 w 9767847"/>
                <a:gd name="connsiteY85" fmla="*/ 1304393 h 6858000"/>
                <a:gd name="connsiteX86" fmla="*/ 8319224 w 9767847"/>
                <a:gd name="connsiteY86" fmla="*/ 1135124 h 6858000"/>
                <a:gd name="connsiteX87" fmla="*/ 8286366 w 9767847"/>
                <a:gd name="connsiteY87" fmla="*/ 1093148 h 6858000"/>
                <a:gd name="connsiteX88" fmla="*/ 8270161 w 9767847"/>
                <a:gd name="connsiteY88" fmla="*/ 1072538 h 6858000"/>
                <a:gd name="connsiteX89" fmla="*/ 8253856 w 9767847"/>
                <a:gd name="connsiteY89" fmla="*/ 1052254 h 6858000"/>
                <a:gd name="connsiteX90" fmla="*/ 8186352 w 9767847"/>
                <a:gd name="connsiteY90" fmla="*/ 970373 h 6858000"/>
                <a:gd name="connsiteX91" fmla="*/ 8046768 w 9767847"/>
                <a:gd name="connsiteY91" fmla="*/ 809527 h 6858000"/>
                <a:gd name="connsiteX92" fmla="*/ 8010927 w 9767847"/>
                <a:gd name="connsiteY92" fmla="*/ 769951 h 6858000"/>
                <a:gd name="connsiteX93" fmla="*/ 7974788 w 9767847"/>
                <a:gd name="connsiteY93" fmla="*/ 730751 h 6858000"/>
                <a:gd name="connsiteX94" fmla="*/ 7901070 w 9767847"/>
                <a:gd name="connsiteY94" fmla="*/ 652823 h 6858000"/>
                <a:gd name="connsiteX95" fmla="*/ 7750054 w 9767847"/>
                <a:gd name="connsiteY95" fmla="*/ 501106 h 6858000"/>
                <a:gd name="connsiteX96" fmla="*/ 7592277 w 9767847"/>
                <a:gd name="connsiteY96" fmla="*/ 355319 h 6858000"/>
                <a:gd name="connsiteX97" fmla="*/ 7257734 w 9767847"/>
                <a:gd name="connsiteY97" fmla="*/ 81062 h 6858000"/>
                <a:gd name="connsiteX98" fmla="*/ 1892109 w 9767847"/>
                <a:gd name="connsiteY98" fmla="*/ 0 h 6858000"/>
                <a:gd name="connsiteX99" fmla="*/ 2298402 w 9767847"/>
                <a:gd name="connsiteY99" fmla="*/ 0 h 6858000"/>
                <a:gd name="connsiteX100" fmla="*/ 2135542 w 9767847"/>
                <a:gd name="connsiteY100" fmla="*/ 121879 h 6858000"/>
                <a:gd name="connsiteX101" fmla="*/ 1969576 w 9767847"/>
                <a:gd name="connsiteY101" fmla="*/ 259084 h 6858000"/>
                <a:gd name="connsiteX102" fmla="*/ 1659938 w 9767847"/>
                <a:gd name="connsiteY102" fmla="*/ 553953 h 6858000"/>
                <a:gd name="connsiteX103" fmla="*/ 729383 w 9767847"/>
                <a:gd name="connsiteY103" fmla="*/ 1940578 h 6858000"/>
                <a:gd name="connsiteX104" fmla="*/ 578465 w 9767847"/>
                <a:gd name="connsiteY104" fmla="*/ 2324905 h 6858000"/>
                <a:gd name="connsiteX105" fmla="*/ 465080 w 9767847"/>
                <a:gd name="connsiteY105" fmla="*/ 2718973 h 6858000"/>
                <a:gd name="connsiteX106" fmla="*/ 423820 w 9767847"/>
                <a:gd name="connsiteY106" fmla="*/ 2919535 h 6858000"/>
                <a:gd name="connsiteX107" fmla="*/ 392355 w 9767847"/>
                <a:gd name="connsiteY107" fmla="*/ 3122169 h 6858000"/>
                <a:gd name="connsiteX108" fmla="*/ 358801 w 9767847"/>
                <a:gd name="connsiteY108" fmla="*/ 3531013 h 6858000"/>
                <a:gd name="connsiteX109" fmla="*/ 410350 w 9767847"/>
                <a:gd name="connsiteY109" fmla="*/ 4352324 h 6858000"/>
                <a:gd name="connsiteX110" fmla="*/ 449022 w 9767847"/>
                <a:gd name="connsiteY110" fmla="*/ 4555147 h 6858000"/>
                <a:gd name="connsiteX111" fmla="*/ 498882 w 9767847"/>
                <a:gd name="connsiteY111" fmla="*/ 4756463 h 6858000"/>
                <a:gd name="connsiteX112" fmla="*/ 559775 w 9767847"/>
                <a:gd name="connsiteY112" fmla="*/ 4955755 h 6858000"/>
                <a:gd name="connsiteX113" fmla="*/ 631406 w 9767847"/>
                <a:gd name="connsiteY113" fmla="*/ 5152084 h 6858000"/>
                <a:gd name="connsiteX114" fmla="*/ 1023461 w 9767847"/>
                <a:gd name="connsiteY114" fmla="*/ 5898055 h 6858000"/>
                <a:gd name="connsiteX115" fmla="*/ 1575880 w 9767847"/>
                <a:gd name="connsiteY115" fmla="*/ 6551744 h 6858000"/>
                <a:gd name="connsiteX116" fmla="*/ 1905228 w 9767847"/>
                <a:gd name="connsiteY116" fmla="*/ 6833566 h 6858000"/>
                <a:gd name="connsiteX117" fmla="*/ 1938629 w 9767847"/>
                <a:gd name="connsiteY117" fmla="*/ 6858000 h 6858000"/>
                <a:gd name="connsiteX118" fmla="*/ 1368607 w 9767847"/>
                <a:gd name="connsiteY118" fmla="*/ 6858000 h 6858000"/>
                <a:gd name="connsiteX119" fmla="*/ 1115251 w 9767847"/>
                <a:gd name="connsiteY119" fmla="*/ 6594103 h 6858000"/>
                <a:gd name="connsiteX120" fmla="*/ 0 w 9767847"/>
                <a:gd name="connsiteY120" fmla="*/ 3653129 h 6858000"/>
                <a:gd name="connsiteX121" fmla="*/ 1777294 w 9767847"/>
                <a:gd name="connsiteY121" fmla="*/ 854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9767847" h="6858000">
                  <a:moveTo>
                    <a:pt x="7145704" y="0"/>
                  </a:moveTo>
                  <a:lnTo>
                    <a:pt x="7875738" y="0"/>
                  </a:lnTo>
                  <a:lnTo>
                    <a:pt x="7990553" y="85415"/>
                  </a:lnTo>
                  <a:cubicBezTo>
                    <a:pt x="9075991" y="933432"/>
                    <a:pt x="9767847" y="2216793"/>
                    <a:pt x="9767847" y="3653129"/>
                  </a:cubicBezTo>
                  <a:cubicBezTo>
                    <a:pt x="9767847" y="4770280"/>
                    <a:pt x="9349317" y="5794890"/>
                    <a:pt x="8652597" y="6594103"/>
                  </a:cubicBezTo>
                  <a:lnTo>
                    <a:pt x="8399240" y="6858000"/>
                  </a:lnTo>
                  <a:lnTo>
                    <a:pt x="6766926" y="6858000"/>
                  </a:lnTo>
                  <a:lnTo>
                    <a:pt x="6804586" y="6821201"/>
                  </a:lnTo>
                  <a:lnTo>
                    <a:pt x="6881735" y="6745295"/>
                  </a:lnTo>
                  <a:cubicBezTo>
                    <a:pt x="6907435" y="6719979"/>
                    <a:pt x="6933134" y="6694896"/>
                    <a:pt x="6958883" y="6668920"/>
                  </a:cubicBezTo>
                  <a:lnTo>
                    <a:pt x="7267925" y="6359792"/>
                  </a:lnTo>
                  <a:lnTo>
                    <a:pt x="7424360" y="6204783"/>
                  </a:lnTo>
                  <a:cubicBezTo>
                    <a:pt x="7450754" y="6178900"/>
                    <a:pt x="7477598" y="6152829"/>
                    <a:pt x="7504938" y="6126806"/>
                  </a:cubicBezTo>
                  <a:lnTo>
                    <a:pt x="7546396" y="6087795"/>
                  </a:lnTo>
                  <a:cubicBezTo>
                    <a:pt x="7560264" y="6074901"/>
                    <a:pt x="7574780" y="6061630"/>
                    <a:pt x="7588002" y="6049630"/>
                  </a:cubicBezTo>
                  <a:lnTo>
                    <a:pt x="7631000" y="6010807"/>
                  </a:lnTo>
                  <a:lnTo>
                    <a:pt x="7675440" y="5972407"/>
                  </a:lnTo>
                  <a:cubicBezTo>
                    <a:pt x="7690404" y="5959796"/>
                    <a:pt x="7705564" y="5947419"/>
                    <a:pt x="7720626" y="5934949"/>
                  </a:cubicBezTo>
                  <a:cubicBezTo>
                    <a:pt x="7735738" y="5922525"/>
                    <a:pt x="7751197" y="5910619"/>
                    <a:pt x="7766458" y="5898432"/>
                  </a:cubicBezTo>
                  <a:cubicBezTo>
                    <a:pt x="7827949" y="5850290"/>
                    <a:pt x="7890979" y="5804597"/>
                    <a:pt x="7955254" y="5760926"/>
                  </a:cubicBezTo>
                  <a:cubicBezTo>
                    <a:pt x="8083800" y="5673632"/>
                    <a:pt x="8216872" y="5594434"/>
                    <a:pt x="8352678" y="5521728"/>
                  </a:cubicBezTo>
                  <a:lnTo>
                    <a:pt x="8451350" y="5469352"/>
                  </a:lnTo>
                  <a:lnTo>
                    <a:pt x="8548532" y="5417493"/>
                  </a:lnTo>
                  <a:cubicBezTo>
                    <a:pt x="8612110" y="5383188"/>
                    <a:pt x="8673251" y="5349306"/>
                    <a:pt x="8729473" y="5314059"/>
                  </a:cubicBezTo>
                  <a:cubicBezTo>
                    <a:pt x="8743591" y="5305213"/>
                    <a:pt x="8757161" y="5296459"/>
                    <a:pt x="8770781" y="5287330"/>
                  </a:cubicBezTo>
                  <a:cubicBezTo>
                    <a:pt x="8777591" y="5282765"/>
                    <a:pt x="8784451" y="5278201"/>
                    <a:pt x="8790964" y="5273590"/>
                  </a:cubicBezTo>
                  <a:cubicBezTo>
                    <a:pt x="8797574" y="5268977"/>
                    <a:pt x="8804235" y="5264412"/>
                    <a:pt x="8810499" y="5259801"/>
                  </a:cubicBezTo>
                  <a:cubicBezTo>
                    <a:pt x="8835999" y="5241401"/>
                    <a:pt x="8860407" y="5222389"/>
                    <a:pt x="8883571" y="5202577"/>
                  </a:cubicBezTo>
                  <a:cubicBezTo>
                    <a:pt x="8929900" y="5162954"/>
                    <a:pt x="8971258" y="5120413"/>
                    <a:pt x="9006651" y="5074625"/>
                  </a:cubicBezTo>
                  <a:cubicBezTo>
                    <a:pt x="9015351" y="5063426"/>
                    <a:pt x="9024398" y="5050955"/>
                    <a:pt x="9033494" y="5038203"/>
                  </a:cubicBezTo>
                  <a:lnTo>
                    <a:pt x="9040305" y="5028649"/>
                  </a:lnTo>
                  <a:lnTo>
                    <a:pt x="9046568" y="5019379"/>
                  </a:lnTo>
                  <a:cubicBezTo>
                    <a:pt x="9050743" y="5013261"/>
                    <a:pt x="9054819" y="5007050"/>
                    <a:pt x="9058846" y="5000743"/>
                  </a:cubicBezTo>
                  <a:cubicBezTo>
                    <a:pt x="9075002" y="4975615"/>
                    <a:pt x="9090212" y="4949403"/>
                    <a:pt x="9104529" y="4922203"/>
                  </a:cubicBezTo>
                  <a:cubicBezTo>
                    <a:pt x="9133211" y="4867850"/>
                    <a:pt x="9158313" y="4809545"/>
                    <a:pt x="9181081" y="4748792"/>
                  </a:cubicBezTo>
                  <a:cubicBezTo>
                    <a:pt x="9203748" y="4688276"/>
                    <a:pt x="9223383" y="4625876"/>
                    <a:pt x="9240731" y="4561970"/>
                  </a:cubicBezTo>
                  <a:cubicBezTo>
                    <a:pt x="9249481" y="4530064"/>
                    <a:pt x="9257682" y="4497782"/>
                    <a:pt x="9265388" y="4465171"/>
                  </a:cubicBezTo>
                  <a:cubicBezTo>
                    <a:pt x="9269215" y="4448842"/>
                    <a:pt x="9272943" y="4432465"/>
                    <a:pt x="9276571" y="4416041"/>
                  </a:cubicBezTo>
                  <a:lnTo>
                    <a:pt x="9281841" y="4391477"/>
                  </a:lnTo>
                  <a:lnTo>
                    <a:pt x="9286513" y="4368936"/>
                  </a:lnTo>
                  <a:lnTo>
                    <a:pt x="9296754" y="4316136"/>
                  </a:lnTo>
                  <a:lnTo>
                    <a:pt x="9301029" y="4293172"/>
                  </a:lnTo>
                  <a:lnTo>
                    <a:pt x="9302818" y="4282679"/>
                  </a:lnTo>
                  <a:lnTo>
                    <a:pt x="9304658" y="4270914"/>
                  </a:lnTo>
                  <a:lnTo>
                    <a:pt x="9312810" y="4220043"/>
                  </a:lnTo>
                  <a:lnTo>
                    <a:pt x="9316887" y="4194584"/>
                  </a:lnTo>
                  <a:lnTo>
                    <a:pt x="9318923" y="4181878"/>
                  </a:lnTo>
                  <a:cubicBezTo>
                    <a:pt x="9319570" y="4177644"/>
                    <a:pt x="9319969" y="4173267"/>
                    <a:pt x="9320515" y="4168984"/>
                  </a:cubicBezTo>
                  <a:lnTo>
                    <a:pt x="9332445" y="4069079"/>
                  </a:lnTo>
                  <a:cubicBezTo>
                    <a:pt x="9333836" y="4056468"/>
                    <a:pt x="9334880" y="4040986"/>
                    <a:pt x="9336173" y="4022774"/>
                  </a:cubicBezTo>
                  <a:lnTo>
                    <a:pt x="9340199" y="3969269"/>
                  </a:lnTo>
                  <a:cubicBezTo>
                    <a:pt x="9345071" y="3903904"/>
                    <a:pt x="9347358" y="3837081"/>
                    <a:pt x="9347557" y="3770070"/>
                  </a:cubicBezTo>
                  <a:cubicBezTo>
                    <a:pt x="9347656" y="3736518"/>
                    <a:pt x="9347209" y="3702871"/>
                    <a:pt x="9346364" y="3669036"/>
                  </a:cubicBezTo>
                  <a:lnTo>
                    <a:pt x="9344921" y="3619341"/>
                  </a:lnTo>
                  <a:lnTo>
                    <a:pt x="9344524" y="3607624"/>
                  </a:lnTo>
                  <a:lnTo>
                    <a:pt x="9343728" y="3594872"/>
                  </a:lnTo>
                  <a:lnTo>
                    <a:pt x="9342188" y="3569366"/>
                  </a:lnTo>
                  <a:lnTo>
                    <a:pt x="9339056" y="3518354"/>
                  </a:lnTo>
                  <a:cubicBezTo>
                    <a:pt x="9337914" y="3501319"/>
                    <a:pt x="9335874" y="3484236"/>
                    <a:pt x="9334334" y="3467155"/>
                  </a:cubicBezTo>
                  <a:lnTo>
                    <a:pt x="9329363" y="3415908"/>
                  </a:lnTo>
                  <a:lnTo>
                    <a:pt x="9328319" y="3404755"/>
                  </a:lnTo>
                  <a:lnTo>
                    <a:pt x="9327177" y="3394214"/>
                  </a:lnTo>
                  <a:lnTo>
                    <a:pt x="9324293" y="3370872"/>
                  </a:lnTo>
                  <a:lnTo>
                    <a:pt x="9320763" y="3344427"/>
                  </a:lnTo>
                  <a:lnTo>
                    <a:pt x="9317184" y="3315343"/>
                  </a:lnTo>
                  <a:cubicBezTo>
                    <a:pt x="9315594" y="3300991"/>
                    <a:pt x="9313506" y="3286404"/>
                    <a:pt x="9311021" y="3270309"/>
                  </a:cubicBezTo>
                  <a:lnTo>
                    <a:pt x="9302719" y="3219815"/>
                  </a:lnTo>
                  <a:cubicBezTo>
                    <a:pt x="9299936" y="3203157"/>
                    <a:pt x="9297003" y="3186498"/>
                    <a:pt x="9293970" y="3169887"/>
                  </a:cubicBezTo>
                  <a:cubicBezTo>
                    <a:pt x="9281891" y="3103393"/>
                    <a:pt x="9267674" y="3037182"/>
                    <a:pt x="9252065" y="2971205"/>
                  </a:cubicBezTo>
                  <a:cubicBezTo>
                    <a:pt x="9244261" y="2938265"/>
                    <a:pt x="9235959" y="2905371"/>
                    <a:pt x="9227211" y="2872571"/>
                  </a:cubicBezTo>
                  <a:lnTo>
                    <a:pt x="9220699" y="2848524"/>
                  </a:lnTo>
                  <a:lnTo>
                    <a:pt x="9213740" y="2824289"/>
                  </a:lnTo>
                  <a:cubicBezTo>
                    <a:pt x="9209216" y="2808147"/>
                    <a:pt x="9204345" y="2791866"/>
                    <a:pt x="9199374" y="2775536"/>
                  </a:cubicBezTo>
                  <a:cubicBezTo>
                    <a:pt x="9159855" y="2645184"/>
                    <a:pt x="9114272" y="2516197"/>
                    <a:pt x="9061829" y="2389515"/>
                  </a:cubicBezTo>
                  <a:cubicBezTo>
                    <a:pt x="9035582" y="2326175"/>
                    <a:pt x="9008043" y="2263258"/>
                    <a:pt x="8978865" y="2200953"/>
                  </a:cubicBezTo>
                  <a:lnTo>
                    <a:pt x="8956694" y="2154317"/>
                  </a:lnTo>
                  <a:lnTo>
                    <a:pt x="8934176" y="2108012"/>
                  </a:lnTo>
                  <a:cubicBezTo>
                    <a:pt x="8918915" y="2077189"/>
                    <a:pt x="8903157" y="2046130"/>
                    <a:pt x="8887151" y="2015448"/>
                  </a:cubicBezTo>
                  <a:cubicBezTo>
                    <a:pt x="8854988" y="1953989"/>
                    <a:pt x="8822082" y="1892908"/>
                    <a:pt x="8787533" y="1832625"/>
                  </a:cubicBezTo>
                  <a:lnTo>
                    <a:pt x="8761485" y="1787496"/>
                  </a:lnTo>
                  <a:lnTo>
                    <a:pt x="8734791" y="1741991"/>
                  </a:lnTo>
                  <a:cubicBezTo>
                    <a:pt x="8717047" y="1711921"/>
                    <a:pt x="8699200" y="1682461"/>
                    <a:pt x="8680808" y="1652910"/>
                  </a:cubicBezTo>
                  <a:cubicBezTo>
                    <a:pt x="8644322" y="1593756"/>
                    <a:pt x="8606194" y="1535216"/>
                    <a:pt x="8567024" y="1477004"/>
                  </a:cubicBezTo>
                  <a:lnTo>
                    <a:pt x="8537446" y="1433428"/>
                  </a:lnTo>
                  <a:lnTo>
                    <a:pt x="8507423" y="1389994"/>
                  </a:lnTo>
                  <a:cubicBezTo>
                    <a:pt x="8487390" y="1361382"/>
                    <a:pt x="8467158" y="1332817"/>
                    <a:pt x="8446529" y="1304393"/>
                  </a:cubicBezTo>
                  <a:cubicBezTo>
                    <a:pt x="8405271" y="1247595"/>
                    <a:pt x="8362718" y="1191218"/>
                    <a:pt x="8319224" y="1135124"/>
                  </a:cubicBezTo>
                  <a:lnTo>
                    <a:pt x="8286366" y="1093148"/>
                  </a:lnTo>
                  <a:lnTo>
                    <a:pt x="8270161" y="1072538"/>
                  </a:lnTo>
                  <a:lnTo>
                    <a:pt x="8253856" y="1052254"/>
                  </a:lnTo>
                  <a:cubicBezTo>
                    <a:pt x="8231636" y="1024773"/>
                    <a:pt x="8209117" y="997479"/>
                    <a:pt x="8186352" y="970373"/>
                  </a:cubicBezTo>
                  <a:cubicBezTo>
                    <a:pt x="8140917" y="916020"/>
                    <a:pt x="8094240" y="862515"/>
                    <a:pt x="8046768" y="809527"/>
                  </a:cubicBezTo>
                  <a:lnTo>
                    <a:pt x="8010927" y="769951"/>
                  </a:lnTo>
                  <a:lnTo>
                    <a:pt x="7974788" y="730751"/>
                  </a:lnTo>
                  <a:cubicBezTo>
                    <a:pt x="7950382" y="704587"/>
                    <a:pt x="7925824" y="678563"/>
                    <a:pt x="7901070" y="652823"/>
                  </a:cubicBezTo>
                  <a:cubicBezTo>
                    <a:pt x="7851510" y="601387"/>
                    <a:pt x="7801404" y="550612"/>
                    <a:pt x="7750054" y="501106"/>
                  </a:cubicBezTo>
                  <a:cubicBezTo>
                    <a:pt x="7698902" y="451742"/>
                    <a:pt x="7645913" y="403036"/>
                    <a:pt x="7592277" y="355319"/>
                  </a:cubicBezTo>
                  <a:cubicBezTo>
                    <a:pt x="7484856" y="259884"/>
                    <a:pt x="7373308" y="168402"/>
                    <a:pt x="7257734" y="81062"/>
                  </a:cubicBezTo>
                  <a:close/>
                  <a:moveTo>
                    <a:pt x="1892109" y="0"/>
                  </a:moveTo>
                  <a:lnTo>
                    <a:pt x="2298402" y="0"/>
                  </a:lnTo>
                  <a:lnTo>
                    <a:pt x="2135542" y="121879"/>
                  </a:lnTo>
                  <a:cubicBezTo>
                    <a:pt x="2078998" y="166378"/>
                    <a:pt x="2023659" y="212143"/>
                    <a:pt x="1969576" y="259084"/>
                  </a:cubicBezTo>
                  <a:cubicBezTo>
                    <a:pt x="1861309" y="352918"/>
                    <a:pt x="1758064" y="451412"/>
                    <a:pt x="1659938" y="553953"/>
                  </a:cubicBezTo>
                  <a:cubicBezTo>
                    <a:pt x="1266987" y="964444"/>
                    <a:pt x="953820" y="1435593"/>
                    <a:pt x="729383" y="1940578"/>
                  </a:cubicBezTo>
                  <a:cubicBezTo>
                    <a:pt x="673260" y="2066459"/>
                    <a:pt x="622855" y="2195070"/>
                    <a:pt x="578465" y="2324905"/>
                  </a:cubicBezTo>
                  <a:cubicBezTo>
                    <a:pt x="534125" y="2454785"/>
                    <a:pt x="496147" y="2586314"/>
                    <a:pt x="465080" y="2718973"/>
                  </a:cubicBezTo>
                  <a:cubicBezTo>
                    <a:pt x="449769" y="2785089"/>
                    <a:pt x="435850" y="2852289"/>
                    <a:pt x="423820" y="2919535"/>
                  </a:cubicBezTo>
                  <a:cubicBezTo>
                    <a:pt x="411840" y="2986829"/>
                    <a:pt x="401054" y="3054358"/>
                    <a:pt x="392355" y="3122169"/>
                  </a:cubicBezTo>
                  <a:cubicBezTo>
                    <a:pt x="374509" y="3257744"/>
                    <a:pt x="363424" y="3393978"/>
                    <a:pt x="358801" y="3531013"/>
                  </a:cubicBezTo>
                  <a:cubicBezTo>
                    <a:pt x="349009" y="3804941"/>
                    <a:pt x="366357" y="4079668"/>
                    <a:pt x="410350" y="4352324"/>
                  </a:cubicBezTo>
                  <a:cubicBezTo>
                    <a:pt x="421286" y="4420230"/>
                    <a:pt x="434209" y="4487758"/>
                    <a:pt x="449022" y="4555147"/>
                  </a:cubicBezTo>
                  <a:cubicBezTo>
                    <a:pt x="463737" y="4622534"/>
                    <a:pt x="480389" y="4689686"/>
                    <a:pt x="498882" y="4756463"/>
                  </a:cubicBezTo>
                  <a:cubicBezTo>
                    <a:pt x="517373" y="4823239"/>
                    <a:pt x="537704" y="4889733"/>
                    <a:pt x="559775" y="4955755"/>
                  </a:cubicBezTo>
                  <a:cubicBezTo>
                    <a:pt x="581946" y="5021873"/>
                    <a:pt x="605358" y="5087473"/>
                    <a:pt x="631406" y="5152084"/>
                  </a:cubicBezTo>
                  <a:cubicBezTo>
                    <a:pt x="734055" y="5411706"/>
                    <a:pt x="865188" y="5662668"/>
                    <a:pt x="1023461" y="5898055"/>
                  </a:cubicBezTo>
                  <a:cubicBezTo>
                    <a:pt x="1181487" y="6133676"/>
                    <a:pt x="1367051" y="6353345"/>
                    <a:pt x="1575880" y="6551744"/>
                  </a:cubicBezTo>
                  <a:cubicBezTo>
                    <a:pt x="1680269" y="6651014"/>
                    <a:pt x="1790338" y="6745037"/>
                    <a:pt x="1905228" y="6833566"/>
                  </a:cubicBezTo>
                  <a:lnTo>
                    <a:pt x="1938629" y="6858000"/>
                  </a:lnTo>
                  <a:lnTo>
                    <a:pt x="1368607" y="6858000"/>
                  </a:lnTo>
                  <a:lnTo>
                    <a:pt x="1115251" y="6594103"/>
                  </a:lnTo>
                  <a:cubicBezTo>
                    <a:pt x="418530" y="5794890"/>
                    <a:pt x="0" y="4770280"/>
                    <a:pt x="0" y="3653129"/>
                  </a:cubicBezTo>
                  <a:cubicBezTo>
                    <a:pt x="0" y="2216793"/>
                    <a:pt x="691856" y="933432"/>
                    <a:pt x="1777294" y="85415"/>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grpSp>
      <p:grpSp>
        <p:nvGrpSpPr>
          <p:cNvPr id="55" name="Group 54">
            <a:extLst>
              <a:ext uri="{FF2B5EF4-FFF2-40B4-BE49-F238E27FC236}">
                <a16:creationId xmlns:a16="http://schemas.microsoft.com/office/drawing/2014/main" id="{87F87F1B-42BA-4AC7-A4E2-41544DDB2CE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05" y="-4155"/>
            <a:ext cx="2514948" cy="2174333"/>
            <a:chOff x="-305" y="-4155"/>
            <a:chExt cx="2514948" cy="2174333"/>
          </a:xfrm>
        </p:grpSpPr>
        <p:sp>
          <p:nvSpPr>
            <p:cNvPr id="56" name="Freeform: Shape 55">
              <a:extLst>
                <a:ext uri="{FF2B5EF4-FFF2-40B4-BE49-F238E27FC236}">
                  <a16:creationId xmlns:a16="http://schemas.microsoft.com/office/drawing/2014/main" id="{68B53067-4E48-4E71-A6A9-A8CAABAFBF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7" name="Freeform: Shape 56">
              <a:extLst>
                <a:ext uri="{FF2B5EF4-FFF2-40B4-BE49-F238E27FC236}">
                  <a16:creationId xmlns:a16="http://schemas.microsoft.com/office/drawing/2014/main" id="{06D1A0D3-4BB8-41D9-9CE7-2884C83F44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8" name="Freeform: Shape 57">
              <a:extLst>
                <a:ext uri="{FF2B5EF4-FFF2-40B4-BE49-F238E27FC236}">
                  <a16:creationId xmlns:a16="http://schemas.microsoft.com/office/drawing/2014/main" id="{81E20F06-3B09-4B89-A36B-AB8BFBCCA5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dirty="0"/>
            </a:p>
          </p:txBody>
        </p:sp>
        <p:sp>
          <p:nvSpPr>
            <p:cNvPr id="59" name="Freeform: Shape 58">
              <a:extLst>
                <a:ext uri="{FF2B5EF4-FFF2-40B4-BE49-F238E27FC236}">
                  <a16:creationId xmlns:a16="http://schemas.microsoft.com/office/drawing/2014/main" id="{DAE6C3D7-7D5B-4926-877D-45F117BB6B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61" name="Group 60">
            <a:extLst>
              <a:ext uri="{FF2B5EF4-FFF2-40B4-BE49-F238E27FC236}">
                <a16:creationId xmlns:a16="http://schemas.microsoft.com/office/drawing/2014/main" id="{967346A5-7569-4F15-AB5D-BE3DADF192C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9685727" y="4683666"/>
            <a:ext cx="2514948" cy="2174333"/>
            <a:chOff x="-305" y="-4155"/>
            <a:chExt cx="2514948" cy="2174333"/>
          </a:xfrm>
        </p:grpSpPr>
        <p:sp>
          <p:nvSpPr>
            <p:cNvPr id="62" name="Freeform: Shape 61">
              <a:extLst>
                <a:ext uri="{FF2B5EF4-FFF2-40B4-BE49-F238E27FC236}">
                  <a16:creationId xmlns:a16="http://schemas.microsoft.com/office/drawing/2014/main" id="{E1951533-A568-4765-AB1F-F71D9AFDEA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3" name="Freeform: Shape 62">
              <a:extLst>
                <a:ext uri="{FF2B5EF4-FFF2-40B4-BE49-F238E27FC236}">
                  <a16:creationId xmlns:a16="http://schemas.microsoft.com/office/drawing/2014/main" id="{A7214F52-4F3F-4C96-A62E-F1401D6C04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4" name="Freeform: Shape 63">
              <a:extLst>
                <a:ext uri="{FF2B5EF4-FFF2-40B4-BE49-F238E27FC236}">
                  <a16:creationId xmlns:a16="http://schemas.microsoft.com/office/drawing/2014/main" id="{023146A1-291C-4FA0-AB5B-EB04D42398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dirty="0"/>
            </a:p>
          </p:txBody>
        </p:sp>
        <p:sp>
          <p:nvSpPr>
            <p:cNvPr id="65" name="Freeform: Shape 64">
              <a:extLst>
                <a:ext uri="{FF2B5EF4-FFF2-40B4-BE49-F238E27FC236}">
                  <a16:creationId xmlns:a16="http://schemas.microsoft.com/office/drawing/2014/main" id="{62977932-2B03-4899-8306-5002CEE68E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6" name="Slide Number Placeholder 5">
            <a:extLst>
              <a:ext uri="{FF2B5EF4-FFF2-40B4-BE49-F238E27FC236}">
                <a16:creationId xmlns:a16="http://schemas.microsoft.com/office/drawing/2014/main" id="{CB5DD979-E106-FED1-90BD-A467B5196ECC}"/>
              </a:ext>
            </a:extLst>
          </p:cNvPr>
          <p:cNvSpPr>
            <a:spLocks noGrp="1"/>
          </p:cNvSpPr>
          <p:nvPr>
            <p:ph type="sldNum" sz="quarter" idx="12"/>
          </p:nvPr>
        </p:nvSpPr>
        <p:spPr/>
        <p:txBody>
          <a:bodyPr/>
          <a:lstStyle/>
          <a:p>
            <a:fld id="{91247CA1-BCEC-4DD4-9B23-E2AE1AEA27A6}" type="slidenum">
              <a:rPr lang="en-IN" smtClean="0"/>
              <a:pPr/>
              <a:t>2</a:t>
            </a:fld>
            <a:endParaRPr lang="en-IN" dirty="0"/>
          </a:p>
        </p:txBody>
      </p:sp>
      <p:sp>
        <p:nvSpPr>
          <p:cNvPr id="12" name="TextBox 11">
            <a:extLst>
              <a:ext uri="{FF2B5EF4-FFF2-40B4-BE49-F238E27FC236}">
                <a16:creationId xmlns:a16="http://schemas.microsoft.com/office/drawing/2014/main" id="{615D9F14-991D-14A3-D825-6DF06FA27557}"/>
              </a:ext>
            </a:extLst>
          </p:cNvPr>
          <p:cNvSpPr txBox="1"/>
          <p:nvPr/>
        </p:nvSpPr>
        <p:spPr>
          <a:xfrm>
            <a:off x="3481041" y="2388590"/>
            <a:ext cx="5840651" cy="1569660"/>
          </a:xfrm>
          <a:prstGeom prst="rect">
            <a:avLst/>
          </a:prstGeom>
          <a:noFill/>
        </p:spPr>
        <p:txBody>
          <a:bodyPr wrap="square">
            <a:spAutoFit/>
          </a:bodyPr>
          <a:lstStyle/>
          <a:p>
            <a:r>
              <a:rPr lang="en-IN" sz="9600" dirty="0"/>
              <a:t>Session 1</a:t>
            </a:r>
          </a:p>
        </p:txBody>
      </p:sp>
      <p:sp>
        <p:nvSpPr>
          <p:cNvPr id="13" name="TextBox 12">
            <a:extLst>
              <a:ext uri="{FF2B5EF4-FFF2-40B4-BE49-F238E27FC236}">
                <a16:creationId xmlns:a16="http://schemas.microsoft.com/office/drawing/2014/main" id="{1B9BBEFF-2B56-09E2-077D-4803145E8E3C}"/>
              </a:ext>
            </a:extLst>
          </p:cNvPr>
          <p:cNvSpPr txBox="1"/>
          <p:nvPr/>
        </p:nvSpPr>
        <p:spPr>
          <a:xfrm>
            <a:off x="4573040" y="3840071"/>
            <a:ext cx="3277975" cy="707886"/>
          </a:xfrm>
          <a:prstGeom prst="rect">
            <a:avLst/>
          </a:prstGeom>
          <a:noFill/>
        </p:spPr>
        <p:txBody>
          <a:bodyPr wrap="square" rtlCol="0">
            <a:spAutoFit/>
          </a:bodyPr>
          <a:lstStyle/>
          <a:p>
            <a:r>
              <a:rPr lang="en-IN" sz="4000" dirty="0"/>
              <a:t>Rules( 1-38)</a:t>
            </a:r>
          </a:p>
        </p:txBody>
      </p:sp>
    </p:spTree>
    <p:extLst>
      <p:ext uri="{BB962C8B-B14F-4D97-AF65-F5344CB8AC3E}">
        <p14:creationId xmlns:p14="http://schemas.microsoft.com/office/powerpoint/2010/main" val="27560684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5A292AEA-2528-46C0-B426-95822B6141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Rectangle 27">
            <a:extLst>
              <a:ext uri="{FF2B5EF4-FFF2-40B4-BE49-F238E27FC236}">
                <a16:creationId xmlns:a16="http://schemas.microsoft.com/office/drawing/2014/main" id="{D8B7B198-E4DF-43CD-AD8C-1998843237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dirty="0"/>
          </a:p>
        </p:txBody>
      </p:sp>
      <p:sp>
        <p:nvSpPr>
          <p:cNvPr id="34" name="Freeform: Shape 33">
            <a:extLst>
              <a:ext uri="{FF2B5EF4-FFF2-40B4-BE49-F238E27FC236}">
                <a16:creationId xmlns:a16="http://schemas.microsoft.com/office/drawing/2014/main" id="{2BE67753-EA0E-4819-8D22-0B6600CF7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96934" y="3984"/>
            <a:ext cx="9376632" cy="6858000"/>
          </a:xfrm>
          <a:custGeom>
            <a:avLst/>
            <a:gdLst>
              <a:gd name="connsiteX0" fmla="*/ 1691615 w 9376632"/>
              <a:gd name="connsiteY0" fmla="*/ 0 h 6858000"/>
              <a:gd name="connsiteX1" fmla="*/ 7685017 w 9376632"/>
              <a:gd name="connsiteY1" fmla="*/ 0 h 6858000"/>
              <a:gd name="connsiteX2" fmla="*/ 7840634 w 9376632"/>
              <a:gd name="connsiteY2" fmla="*/ 134799 h 6858000"/>
              <a:gd name="connsiteX3" fmla="*/ 9376632 w 9376632"/>
              <a:gd name="connsiteY3" fmla="*/ 3605175 h 6858000"/>
              <a:gd name="connsiteX4" fmla="*/ 8158692 w 9376632"/>
              <a:gd name="connsiteY4" fmla="*/ 6757493 h 6858000"/>
              <a:gd name="connsiteX5" fmla="*/ 8062868 w 9376632"/>
              <a:gd name="connsiteY5" fmla="*/ 6858000 h 6858000"/>
              <a:gd name="connsiteX6" fmla="*/ 1313765 w 9376632"/>
              <a:gd name="connsiteY6" fmla="*/ 6858000 h 6858000"/>
              <a:gd name="connsiteX7" fmla="*/ 1217940 w 9376632"/>
              <a:gd name="connsiteY7" fmla="*/ 6757493 h 6858000"/>
              <a:gd name="connsiteX8" fmla="*/ 0 w 9376632"/>
              <a:gd name="connsiteY8" fmla="*/ 3605175 h 6858000"/>
              <a:gd name="connsiteX9" fmla="*/ 1535999 w 9376632"/>
              <a:gd name="connsiteY9" fmla="*/ 13479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376632" h="6858000">
                <a:moveTo>
                  <a:pt x="1691615" y="0"/>
                </a:moveTo>
                <a:lnTo>
                  <a:pt x="7685017" y="0"/>
                </a:lnTo>
                <a:lnTo>
                  <a:pt x="7840634" y="134799"/>
                </a:lnTo>
                <a:cubicBezTo>
                  <a:pt x="8784230" y="992423"/>
                  <a:pt x="9376632" y="2229618"/>
                  <a:pt x="9376632" y="3605175"/>
                </a:cubicBezTo>
                <a:cubicBezTo>
                  <a:pt x="9376632" y="4818903"/>
                  <a:pt x="8915419" y="5924908"/>
                  <a:pt x="8158692" y="6757493"/>
                </a:cubicBezTo>
                <a:lnTo>
                  <a:pt x="8062868" y="6858000"/>
                </a:lnTo>
                <a:lnTo>
                  <a:pt x="1313765" y="6858000"/>
                </a:lnTo>
                <a:lnTo>
                  <a:pt x="1217940" y="6757493"/>
                </a:lnTo>
                <a:cubicBezTo>
                  <a:pt x="461213" y="5924908"/>
                  <a:pt x="0" y="4818903"/>
                  <a:pt x="0" y="3605175"/>
                </a:cubicBezTo>
                <a:cubicBezTo>
                  <a:pt x="0" y="2229618"/>
                  <a:pt x="592403" y="992423"/>
                  <a:pt x="1535999" y="134799"/>
                </a:cubicBezTo>
                <a:close/>
              </a:path>
            </a:pathLst>
          </a:cu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35" name="Group 34">
            <a:extLst>
              <a:ext uri="{FF2B5EF4-FFF2-40B4-BE49-F238E27FC236}">
                <a16:creationId xmlns:a16="http://schemas.microsoft.com/office/drawing/2014/main" id="{D76D63AC-0421-45EC-B383-E79A61A78C6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303402" y="3985"/>
            <a:ext cx="9772765" cy="6858000"/>
            <a:chOff x="1303402" y="36937"/>
            <a:chExt cx="9772765" cy="6858000"/>
          </a:xfrm>
          <a:solidFill>
            <a:schemeClr val="bg1">
              <a:alpha val="30000"/>
            </a:schemeClr>
          </a:solidFill>
        </p:grpSpPr>
        <p:sp>
          <p:nvSpPr>
            <p:cNvPr id="15" name="Freeform: Shape 14">
              <a:extLst>
                <a:ext uri="{FF2B5EF4-FFF2-40B4-BE49-F238E27FC236}">
                  <a16:creationId xmlns:a16="http://schemas.microsoft.com/office/drawing/2014/main" id="{B997A32E-7032-4107-9C8B-99DB59EDD5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6937"/>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Shape 15">
              <a:extLst>
                <a:ext uri="{FF2B5EF4-FFF2-40B4-BE49-F238E27FC236}">
                  <a16:creationId xmlns:a16="http://schemas.microsoft.com/office/drawing/2014/main" id="{943BB27F-1470-42CA-91FF-D94BC691C8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6937"/>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Freeform: Shape 16">
              <a:extLst>
                <a:ext uri="{FF2B5EF4-FFF2-40B4-BE49-F238E27FC236}">
                  <a16:creationId xmlns:a16="http://schemas.microsoft.com/office/drawing/2014/main" id="{E997B002-17FD-47B3-A06A-76802FE15C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6937"/>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Freeform: Shape 17">
              <a:extLst>
                <a:ext uri="{FF2B5EF4-FFF2-40B4-BE49-F238E27FC236}">
                  <a16:creationId xmlns:a16="http://schemas.microsoft.com/office/drawing/2014/main" id="{E401EA35-9D2E-43B7-860F-EBB8A6C3E0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6937"/>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Freeform: Shape 18">
              <a:extLst>
                <a:ext uri="{FF2B5EF4-FFF2-40B4-BE49-F238E27FC236}">
                  <a16:creationId xmlns:a16="http://schemas.microsoft.com/office/drawing/2014/main" id="{F8C44827-3D81-4FF9-B4A5-5650D1B20A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6937"/>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Freeform: Shape 19">
              <a:extLst>
                <a:ext uri="{FF2B5EF4-FFF2-40B4-BE49-F238E27FC236}">
                  <a16:creationId xmlns:a16="http://schemas.microsoft.com/office/drawing/2014/main" id="{F613D97F-F6DF-4D32-AD91-209A80E7A2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8320" y="36937"/>
              <a:ext cx="9767847" cy="6858000"/>
            </a:xfrm>
            <a:custGeom>
              <a:avLst/>
              <a:gdLst>
                <a:gd name="connsiteX0" fmla="*/ 7151367 w 9767847"/>
                <a:gd name="connsiteY0" fmla="*/ 0 h 6858000"/>
                <a:gd name="connsiteX1" fmla="*/ 7881247 w 9767847"/>
                <a:gd name="connsiteY1" fmla="*/ 0 h 6858000"/>
                <a:gd name="connsiteX2" fmla="*/ 7990553 w 9767847"/>
                <a:gd name="connsiteY2" fmla="*/ 81317 h 6858000"/>
                <a:gd name="connsiteX3" fmla="*/ 9767847 w 9767847"/>
                <a:gd name="connsiteY3" fmla="*/ 3649031 h 6858000"/>
                <a:gd name="connsiteX4" fmla="*/ 8652597 w 9767847"/>
                <a:gd name="connsiteY4" fmla="*/ 6590005 h 6858000"/>
                <a:gd name="connsiteX5" fmla="*/ 8395306 w 9767847"/>
                <a:gd name="connsiteY5" fmla="*/ 6858000 h 6858000"/>
                <a:gd name="connsiteX6" fmla="*/ 6762603 w 9767847"/>
                <a:gd name="connsiteY6" fmla="*/ 6858000 h 6858000"/>
                <a:gd name="connsiteX7" fmla="*/ 6765962 w 9767847"/>
                <a:gd name="connsiteY7" fmla="*/ 6854844 h 6858000"/>
                <a:gd name="connsiteX8" fmla="*/ 6804586 w 9767847"/>
                <a:gd name="connsiteY8" fmla="*/ 6817103 h 6858000"/>
                <a:gd name="connsiteX9" fmla="*/ 6881735 w 9767847"/>
                <a:gd name="connsiteY9" fmla="*/ 6741197 h 6858000"/>
                <a:gd name="connsiteX10" fmla="*/ 6958883 w 9767847"/>
                <a:gd name="connsiteY10" fmla="*/ 6664822 h 6858000"/>
                <a:gd name="connsiteX11" fmla="*/ 7267925 w 9767847"/>
                <a:gd name="connsiteY11" fmla="*/ 6355694 h 6858000"/>
                <a:gd name="connsiteX12" fmla="*/ 7424360 w 9767847"/>
                <a:gd name="connsiteY12" fmla="*/ 6200685 h 6858000"/>
                <a:gd name="connsiteX13" fmla="*/ 7504938 w 9767847"/>
                <a:gd name="connsiteY13" fmla="*/ 6122708 h 6858000"/>
                <a:gd name="connsiteX14" fmla="*/ 7546396 w 9767847"/>
                <a:gd name="connsiteY14" fmla="*/ 6083697 h 6858000"/>
                <a:gd name="connsiteX15" fmla="*/ 7588002 w 9767847"/>
                <a:gd name="connsiteY15" fmla="*/ 6045532 h 6858000"/>
                <a:gd name="connsiteX16" fmla="*/ 7631000 w 9767847"/>
                <a:gd name="connsiteY16" fmla="*/ 6006709 h 6858000"/>
                <a:gd name="connsiteX17" fmla="*/ 7675440 w 9767847"/>
                <a:gd name="connsiteY17" fmla="*/ 5968309 h 6858000"/>
                <a:gd name="connsiteX18" fmla="*/ 7720626 w 9767847"/>
                <a:gd name="connsiteY18" fmla="*/ 5930851 h 6858000"/>
                <a:gd name="connsiteX19" fmla="*/ 7766458 w 9767847"/>
                <a:gd name="connsiteY19" fmla="*/ 5894334 h 6858000"/>
                <a:gd name="connsiteX20" fmla="*/ 7955254 w 9767847"/>
                <a:gd name="connsiteY20" fmla="*/ 5756828 h 6858000"/>
                <a:gd name="connsiteX21" fmla="*/ 8352678 w 9767847"/>
                <a:gd name="connsiteY21" fmla="*/ 5517630 h 6858000"/>
                <a:gd name="connsiteX22" fmla="*/ 8451350 w 9767847"/>
                <a:gd name="connsiteY22" fmla="*/ 5465254 h 6858000"/>
                <a:gd name="connsiteX23" fmla="*/ 8548532 w 9767847"/>
                <a:gd name="connsiteY23" fmla="*/ 5413395 h 6858000"/>
                <a:gd name="connsiteX24" fmla="*/ 8729473 w 9767847"/>
                <a:gd name="connsiteY24" fmla="*/ 5309961 h 6858000"/>
                <a:gd name="connsiteX25" fmla="*/ 8770781 w 9767847"/>
                <a:gd name="connsiteY25" fmla="*/ 5283232 h 6858000"/>
                <a:gd name="connsiteX26" fmla="*/ 8790964 w 9767847"/>
                <a:gd name="connsiteY26" fmla="*/ 5269492 h 6858000"/>
                <a:gd name="connsiteX27" fmla="*/ 8810499 w 9767847"/>
                <a:gd name="connsiteY27" fmla="*/ 5255703 h 6858000"/>
                <a:gd name="connsiteX28" fmla="*/ 8883571 w 9767847"/>
                <a:gd name="connsiteY28" fmla="*/ 5198479 h 6858000"/>
                <a:gd name="connsiteX29" fmla="*/ 9006651 w 9767847"/>
                <a:gd name="connsiteY29" fmla="*/ 5070527 h 6858000"/>
                <a:gd name="connsiteX30" fmla="*/ 9033494 w 9767847"/>
                <a:gd name="connsiteY30" fmla="*/ 5034105 h 6858000"/>
                <a:gd name="connsiteX31" fmla="*/ 9040305 w 9767847"/>
                <a:gd name="connsiteY31" fmla="*/ 5024551 h 6858000"/>
                <a:gd name="connsiteX32" fmla="*/ 9046568 w 9767847"/>
                <a:gd name="connsiteY32" fmla="*/ 5015281 h 6858000"/>
                <a:gd name="connsiteX33" fmla="*/ 9058846 w 9767847"/>
                <a:gd name="connsiteY33" fmla="*/ 4996645 h 6858000"/>
                <a:gd name="connsiteX34" fmla="*/ 9104529 w 9767847"/>
                <a:gd name="connsiteY34" fmla="*/ 4918105 h 6858000"/>
                <a:gd name="connsiteX35" fmla="*/ 9181081 w 9767847"/>
                <a:gd name="connsiteY35" fmla="*/ 4744694 h 6858000"/>
                <a:gd name="connsiteX36" fmla="*/ 9240731 w 9767847"/>
                <a:gd name="connsiteY36" fmla="*/ 4557872 h 6858000"/>
                <a:gd name="connsiteX37" fmla="*/ 9265388 w 9767847"/>
                <a:gd name="connsiteY37" fmla="*/ 4461073 h 6858000"/>
                <a:gd name="connsiteX38" fmla="*/ 9276571 w 9767847"/>
                <a:gd name="connsiteY38" fmla="*/ 4411943 h 6858000"/>
                <a:gd name="connsiteX39" fmla="*/ 9281841 w 9767847"/>
                <a:gd name="connsiteY39" fmla="*/ 4387379 h 6858000"/>
                <a:gd name="connsiteX40" fmla="*/ 9286513 w 9767847"/>
                <a:gd name="connsiteY40" fmla="*/ 4364838 h 6858000"/>
                <a:gd name="connsiteX41" fmla="*/ 9296754 w 9767847"/>
                <a:gd name="connsiteY41" fmla="*/ 4312038 h 6858000"/>
                <a:gd name="connsiteX42" fmla="*/ 9301029 w 9767847"/>
                <a:gd name="connsiteY42" fmla="*/ 4289074 h 6858000"/>
                <a:gd name="connsiteX43" fmla="*/ 9302818 w 9767847"/>
                <a:gd name="connsiteY43" fmla="*/ 4278581 h 6858000"/>
                <a:gd name="connsiteX44" fmla="*/ 9304658 w 9767847"/>
                <a:gd name="connsiteY44" fmla="*/ 4266816 h 6858000"/>
                <a:gd name="connsiteX45" fmla="*/ 9312810 w 9767847"/>
                <a:gd name="connsiteY45" fmla="*/ 4215945 h 6858000"/>
                <a:gd name="connsiteX46" fmla="*/ 9316887 w 9767847"/>
                <a:gd name="connsiteY46" fmla="*/ 4190486 h 6858000"/>
                <a:gd name="connsiteX47" fmla="*/ 9318923 w 9767847"/>
                <a:gd name="connsiteY47" fmla="*/ 4177780 h 6858000"/>
                <a:gd name="connsiteX48" fmla="*/ 9320515 w 9767847"/>
                <a:gd name="connsiteY48" fmla="*/ 4164886 h 6858000"/>
                <a:gd name="connsiteX49" fmla="*/ 9332445 w 9767847"/>
                <a:gd name="connsiteY49" fmla="*/ 4064981 h 6858000"/>
                <a:gd name="connsiteX50" fmla="*/ 9336173 w 9767847"/>
                <a:gd name="connsiteY50" fmla="*/ 4018676 h 6858000"/>
                <a:gd name="connsiteX51" fmla="*/ 9340199 w 9767847"/>
                <a:gd name="connsiteY51" fmla="*/ 3965171 h 6858000"/>
                <a:gd name="connsiteX52" fmla="*/ 9347557 w 9767847"/>
                <a:gd name="connsiteY52" fmla="*/ 3765972 h 6858000"/>
                <a:gd name="connsiteX53" fmla="*/ 9346364 w 9767847"/>
                <a:gd name="connsiteY53" fmla="*/ 3664938 h 6858000"/>
                <a:gd name="connsiteX54" fmla="*/ 9344921 w 9767847"/>
                <a:gd name="connsiteY54" fmla="*/ 3615243 h 6858000"/>
                <a:gd name="connsiteX55" fmla="*/ 9344524 w 9767847"/>
                <a:gd name="connsiteY55" fmla="*/ 3603526 h 6858000"/>
                <a:gd name="connsiteX56" fmla="*/ 9343728 w 9767847"/>
                <a:gd name="connsiteY56" fmla="*/ 3590774 h 6858000"/>
                <a:gd name="connsiteX57" fmla="*/ 9342188 w 9767847"/>
                <a:gd name="connsiteY57" fmla="*/ 3565268 h 6858000"/>
                <a:gd name="connsiteX58" fmla="*/ 9339056 w 9767847"/>
                <a:gd name="connsiteY58" fmla="*/ 3514256 h 6858000"/>
                <a:gd name="connsiteX59" fmla="*/ 9334334 w 9767847"/>
                <a:gd name="connsiteY59" fmla="*/ 3463057 h 6858000"/>
                <a:gd name="connsiteX60" fmla="*/ 9329363 w 9767847"/>
                <a:gd name="connsiteY60" fmla="*/ 3411810 h 6858000"/>
                <a:gd name="connsiteX61" fmla="*/ 9328319 w 9767847"/>
                <a:gd name="connsiteY61" fmla="*/ 3400657 h 6858000"/>
                <a:gd name="connsiteX62" fmla="*/ 9327177 w 9767847"/>
                <a:gd name="connsiteY62" fmla="*/ 3390116 h 6858000"/>
                <a:gd name="connsiteX63" fmla="*/ 9324293 w 9767847"/>
                <a:gd name="connsiteY63" fmla="*/ 3366774 h 6858000"/>
                <a:gd name="connsiteX64" fmla="*/ 9320763 w 9767847"/>
                <a:gd name="connsiteY64" fmla="*/ 3340329 h 6858000"/>
                <a:gd name="connsiteX65" fmla="*/ 9317184 w 9767847"/>
                <a:gd name="connsiteY65" fmla="*/ 3311245 h 6858000"/>
                <a:gd name="connsiteX66" fmla="*/ 9311021 w 9767847"/>
                <a:gd name="connsiteY66" fmla="*/ 3266211 h 6858000"/>
                <a:gd name="connsiteX67" fmla="*/ 9302719 w 9767847"/>
                <a:gd name="connsiteY67" fmla="*/ 3215717 h 6858000"/>
                <a:gd name="connsiteX68" fmla="*/ 9293970 w 9767847"/>
                <a:gd name="connsiteY68" fmla="*/ 3165789 h 6858000"/>
                <a:gd name="connsiteX69" fmla="*/ 9252065 w 9767847"/>
                <a:gd name="connsiteY69" fmla="*/ 2967107 h 6858000"/>
                <a:gd name="connsiteX70" fmla="*/ 9227211 w 9767847"/>
                <a:gd name="connsiteY70" fmla="*/ 2868473 h 6858000"/>
                <a:gd name="connsiteX71" fmla="*/ 9220699 w 9767847"/>
                <a:gd name="connsiteY71" fmla="*/ 2844426 h 6858000"/>
                <a:gd name="connsiteX72" fmla="*/ 9213740 w 9767847"/>
                <a:gd name="connsiteY72" fmla="*/ 2820191 h 6858000"/>
                <a:gd name="connsiteX73" fmla="*/ 9199374 w 9767847"/>
                <a:gd name="connsiteY73" fmla="*/ 2771438 h 6858000"/>
                <a:gd name="connsiteX74" fmla="*/ 9061829 w 9767847"/>
                <a:gd name="connsiteY74" fmla="*/ 2385418 h 6858000"/>
                <a:gd name="connsiteX75" fmla="*/ 8978865 w 9767847"/>
                <a:gd name="connsiteY75" fmla="*/ 2196855 h 6858000"/>
                <a:gd name="connsiteX76" fmla="*/ 8956694 w 9767847"/>
                <a:gd name="connsiteY76" fmla="*/ 2150219 h 6858000"/>
                <a:gd name="connsiteX77" fmla="*/ 8934176 w 9767847"/>
                <a:gd name="connsiteY77" fmla="*/ 2103914 h 6858000"/>
                <a:gd name="connsiteX78" fmla="*/ 8887151 w 9767847"/>
                <a:gd name="connsiteY78" fmla="*/ 2011350 h 6858000"/>
                <a:gd name="connsiteX79" fmla="*/ 8787533 w 9767847"/>
                <a:gd name="connsiteY79" fmla="*/ 1828527 h 6858000"/>
                <a:gd name="connsiteX80" fmla="*/ 8761485 w 9767847"/>
                <a:gd name="connsiteY80" fmla="*/ 1783398 h 6858000"/>
                <a:gd name="connsiteX81" fmla="*/ 8734791 w 9767847"/>
                <a:gd name="connsiteY81" fmla="*/ 1737893 h 6858000"/>
                <a:gd name="connsiteX82" fmla="*/ 8680808 w 9767847"/>
                <a:gd name="connsiteY82" fmla="*/ 1648812 h 6858000"/>
                <a:gd name="connsiteX83" fmla="*/ 8567024 w 9767847"/>
                <a:gd name="connsiteY83" fmla="*/ 1472906 h 6858000"/>
                <a:gd name="connsiteX84" fmla="*/ 8537446 w 9767847"/>
                <a:gd name="connsiteY84" fmla="*/ 1429330 h 6858000"/>
                <a:gd name="connsiteX85" fmla="*/ 8507423 w 9767847"/>
                <a:gd name="connsiteY85" fmla="*/ 1385896 h 6858000"/>
                <a:gd name="connsiteX86" fmla="*/ 8446529 w 9767847"/>
                <a:gd name="connsiteY86" fmla="*/ 1300295 h 6858000"/>
                <a:gd name="connsiteX87" fmla="*/ 8319224 w 9767847"/>
                <a:gd name="connsiteY87" fmla="*/ 1131026 h 6858000"/>
                <a:gd name="connsiteX88" fmla="*/ 8286366 w 9767847"/>
                <a:gd name="connsiteY88" fmla="*/ 1089050 h 6858000"/>
                <a:gd name="connsiteX89" fmla="*/ 8270161 w 9767847"/>
                <a:gd name="connsiteY89" fmla="*/ 1068439 h 6858000"/>
                <a:gd name="connsiteX90" fmla="*/ 8253856 w 9767847"/>
                <a:gd name="connsiteY90" fmla="*/ 1048156 h 6858000"/>
                <a:gd name="connsiteX91" fmla="*/ 8186352 w 9767847"/>
                <a:gd name="connsiteY91" fmla="*/ 966275 h 6858000"/>
                <a:gd name="connsiteX92" fmla="*/ 8046768 w 9767847"/>
                <a:gd name="connsiteY92" fmla="*/ 805429 h 6858000"/>
                <a:gd name="connsiteX93" fmla="*/ 8010927 w 9767847"/>
                <a:gd name="connsiteY93" fmla="*/ 765853 h 6858000"/>
                <a:gd name="connsiteX94" fmla="*/ 7974788 w 9767847"/>
                <a:gd name="connsiteY94" fmla="*/ 726653 h 6858000"/>
                <a:gd name="connsiteX95" fmla="*/ 7901070 w 9767847"/>
                <a:gd name="connsiteY95" fmla="*/ 648724 h 6858000"/>
                <a:gd name="connsiteX96" fmla="*/ 7750054 w 9767847"/>
                <a:gd name="connsiteY96" fmla="*/ 497008 h 6858000"/>
                <a:gd name="connsiteX97" fmla="*/ 7592277 w 9767847"/>
                <a:gd name="connsiteY97" fmla="*/ 351221 h 6858000"/>
                <a:gd name="connsiteX98" fmla="*/ 7257734 w 9767847"/>
                <a:gd name="connsiteY98" fmla="*/ 76964 h 6858000"/>
                <a:gd name="connsiteX99" fmla="*/ 1886601 w 9767847"/>
                <a:gd name="connsiteY99" fmla="*/ 0 h 6858000"/>
                <a:gd name="connsiteX100" fmla="*/ 2292926 w 9767847"/>
                <a:gd name="connsiteY100" fmla="*/ 0 h 6858000"/>
                <a:gd name="connsiteX101" fmla="*/ 2135542 w 9767847"/>
                <a:gd name="connsiteY101" fmla="*/ 117781 h 6858000"/>
                <a:gd name="connsiteX102" fmla="*/ 1969576 w 9767847"/>
                <a:gd name="connsiteY102" fmla="*/ 254986 h 6858000"/>
                <a:gd name="connsiteX103" fmla="*/ 1659938 w 9767847"/>
                <a:gd name="connsiteY103" fmla="*/ 549855 h 6858000"/>
                <a:gd name="connsiteX104" fmla="*/ 729383 w 9767847"/>
                <a:gd name="connsiteY104" fmla="*/ 1936480 h 6858000"/>
                <a:gd name="connsiteX105" fmla="*/ 578465 w 9767847"/>
                <a:gd name="connsiteY105" fmla="*/ 2320807 h 6858000"/>
                <a:gd name="connsiteX106" fmla="*/ 465080 w 9767847"/>
                <a:gd name="connsiteY106" fmla="*/ 2714875 h 6858000"/>
                <a:gd name="connsiteX107" fmla="*/ 423820 w 9767847"/>
                <a:gd name="connsiteY107" fmla="*/ 2915436 h 6858000"/>
                <a:gd name="connsiteX108" fmla="*/ 392355 w 9767847"/>
                <a:gd name="connsiteY108" fmla="*/ 3118071 h 6858000"/>
                <a:gd name="connsiteX109" fmla="*/ 358801 w 9767847"/>
                <a:gd name="connsiteY109" fmla="*/ 3526915 h 6858000"/>
                <a:gd name="connsiteX110" fmla="*/ 410350 w 9767847"/>
                <a:gd name="connsiteY110" fmla="*/ 4348226 h 6858000"/>
                <a:gd name="connsiteX111" fmla="*/ 449022 w 9767847"/>
                <a:gd name="connsiteY111" fmla="*/ 4551049 h 6858000"/>
                <a:gd name="connsiteX112" fmla="*/ 498882 w 9767847"/>
                <a:gd name="connsiteY112" fmla="*/ 4752365 h 6858000"/>
                <a:gd name="connsiteX113" fmla="*/ 559775 w 9767847"/>
                <a:gd name="connsiteY113" fmla="*/ 4951657 h 6858000"/>
                <a:gd name="connsiteX114" fmla="*/ 631406 w 9767847"/>
                <a:gd name="connsiteY114" fmla="*/ 5147986 h 6858000"/>
                <a:gd name="connsiteX115" fmla="*/ 1023461 w 9767847"/>
                <a:gd name="connsiteY115" fmla="*/ 5893957 h 6858000"/>
                <a:gd name="connsiteX116" fmla="*/ 1575880 w 9767847"/>
                <a:gd name="connsiteY116" fmla="*/ 6547646 h 6858000"/>
                <a:gd name="connsiteX117" fmla="*/ 1905228 w 9767847"/>
                <a:gd name="connsiteY117" fmla="*/ 6829468 h 6858000"/>
                <a:gd name="connsiteX118" fmla="*/ 1944230 w 9767847"/>
                <a:gd name="connsiteY118" fmla="*/ 6858000 h 6858000"/>
                <a:gd name="connsiteX119" fmla="*/ 1372541 w 9767847"/>
                <a:gd name="connsiteY119" fmla="*/ 6858000 h 6858000"/>
                <a:gd name="connsiteX120" fmla="*/ 1115251 w 9767847"/>
                <a:gd name="connsiteY120" fmla="*/ 6590005 h 6858000"/>
                <a:gd name="connsiteX121" fmla="*/ 0 w 9767847"/>
                <a:gd name="connsiteY121" fmla="*/ 3649031 h 6858000"/>
                <a:gd name="connsiteX122" fmla="*/ 1777294 w 9767847"/>
                <a:gd name="connsiteY122" fmla="*/ 813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9767847" h="6858000">
                  <a:moveTo>
                    <a:pt x="7151367" y="0"/>
                  </a:moveTo>
                  <a:lnTo>
                    <a:pt x="7881247" y="0"/>
                  </a:lnTo>
                  <a:lnTo>
                    <a:pt x="7990553" y="81317"/>
                  </a:lnTo>
                  <a:cubicBezTo>
                    <a:pt x="9075991" y="929334"/>
                    <a:pt x="9767847" y="2212695"/>
                    <a:pt x="9767847" y="3649031"/>
                  </a:cubicBezTo>
                  <a:cubicBezTo>
                    <a:pt x="9767847" y="4766182"/>
                    <a:pt x="9349317" y="5790792"/>
                    <a:pt x="8652597" y="6590005"/>
                  </a:cubicBezTo>
                  <a:lnTo>
                    <a:pt x="8395306" y="6858000"/>
                  </a:lnTo>
                  <a:lnTo>
                    <a:pt x="6762603" y="6858000"/>
                  </a:lnTo>
                  <a:lnTo>
                    <a:pt x="6765962" y="6854844"/>
                  </a:lnTo>
                  <a:cubicBezTo>
                    <a:pt x="6779036" y="6842703"/>
                    <a:pt x="6791663" y="6829621"/>
                    <a:pt x="6804586" y="6817103"/>
                  </a:cubicBezTo>
                  <a:lnTo>
                    <a:pt x="6881735" y="6741197"/>
                  </a:lnTo>
                  <a:cubicBezTo>
                    <a:pt x="6907435" y="6715881"/>
                    <a:pt x="6933134" y="6690798"/>
                    <a:pt x="6958883" y="6664822"/>
                  </a:cubicBezTo>
                  <a:lnTo>
                    <a:pt x="7267925" y="6355694"/>
                  </a:lnTo>
                  <a:lnTo>
                    <a:pt x="7424360" y="6200685"/>
                  </a:lnTo>
                  <a:cubicBezTo>
                    <a:pt x="7450754" y="6174802"/>
                    <a:pt x="7477598" y="6148731"/>
                    <a:pt x="7504938" y="6122708"/>
                  </a:cubicBezTo>
                  <a:lnTo>
                    <a:pt x="7546396" y="6083697"/>
                  </a:lnTo>
                  <a:cubicBezTo>
                    <a:pt x="7560264" y="6070803"/>
                    <a:pt x="7574780" y="6057532"/>
                    <a:pt x="7588002" y="6045532"/>
                  </a:cubicBezTo>
                  <a:lnTo>
                    <a:pt x="7631000" y="6006709"/>
                  </a:lnTo>
                  <a:lnTo>
                    <a:pt x="7675440" y="5968309"/>
                  </a:lnTo>
                  <a:cubicBezTo>
                    <a:pt x="7690404" y="5955698"/>
                    <a:pt x="7705564" y="5943321"/>
                    <a:pt x="7720626" y="5930851"/>
                  </a:cubicBezTo>
                  <a:cubicBezTo>
                    <a:pt x="7735738" y="5918427"/>
                    <a:pt x="7751197" y="5906521"/>
                    <a:pt x="7766458" y="5894334"/>
                  </a:cubicBezTo>
                  <a:cubicBezTo>
                    <a:pt x="7827949" y="5846192"/>
                    <a:pt x="7890979" y="5800499"/>
                    <a:pt x="7955254" y="5756828"/>
                  </a:cubicBezTo>
                  <a:cubicBezTo>
                    <a:pt x="8083800" y="5669534"/>
                    <a:pt x="8216872" y="5590336"/>
                    <a:pt x="8352678" y="5517630"/>
                  </a:cubicBezTo>
                  <a:lnTo>
                    <a:pt x="8451350" y="5465254"/>
                  </a:lnTo>
                  <a:lnTo>
                    <a:pt x="8548532" y="5413395"/>
                  </a:lnTo>
                  <a:cubicBezTo>
                    <a:pt x="8612110" y="5379090"/>
                    <a:pt x="8673251" y="5345208"/>
                    <a:pt x="8729473" y="5309961"/>
                  </a:cubicBezTo>
                  <a:cubicBezTo>
                    <a:pt x="8743591" y="5301115"/>
                    <a:pt x="8757161" y="5292361"/>
                    <a:pt x="8770781" y="5283232"/>
                  </a:cubicBezTo>
                  <a:cubicBezTo>
                    <a:pt x="8777591" y="5278667"/>
                    <a:pt x="8784451" y="5274103"/>
                    <a:pt x="8790964" y="5269492"/>
                  </a:cubicBezTo>
                  <a:cubicBezTo>
                    <a:pt x="8797574" y="5264879"/>
                    <a:pt x="8804235" y="5260314"/>
                    <a:pt x="8810499" y="5255703"/>
                  </a:cubicBezTo>
                  <a:cubicBezTo>
                    <a:pt x="8835999" y="5237303"/>
                    <a:pt x="8860407" y="5218291"/>
                    <a:pt x="8883571" y="5198479"/>
                  </a:cubicBezTo>
                  <a:cubicBezTo>
                    <a:pt x="8929900" y="5158856"/>
                    <a:pt x="8971258" y="5116315"/>
                    <a:pt x="9006651" y="5070527"/>
                  </a:cubicBezTo>
                  <a:cubicBezTo>
                    <a:pt x="9015351" y="5059328"/>
                    <a:pt x="9024398" y="5046857"/>
                    <a:pt x="9033494" y="5034105"/>
                  </a:cubicBezTo>
                  <a:lnTo>
                    <a:pt x="9040305" y="5024551"/>
                  </a:lnTo>
                  <a:lnTo>
                    <a:pt x="9046568" y="5015281"/>
                  </a:lnTo>
                  <a:cubicBezTo>
                    <a:pt x="9050743" y="5009163"/>
                    <a:pt x="9054819" y="5002952"/>
                    <a:pt x="9058846" y="4996645"/>
                  </a:cubicBezTo>
                  <a:cubicBezTo>
                    <a:pt x="9075002" y="4971517"/>
                    <a:pt x="9090212" y="4945305"/>
                    <a:pt x="9104529" y="4918105"/>
                  </a:cubicBezTo>
                  <a:cubicBezTo>
                    <a:pt x="9133211" y="4863752"/>
                    <a:pt x="9158313" y="4805447"/>
                    <a:pt x="9181081" y="4744694"/>
                  </a:cubicBezTo>
                  <a:cubicBezTo>
                    <a:pt x="9203748" y="4684178"/>
                    <a:pt x="9223383" y="4621778"/>
                    <a:pt x="9240731" y="4557872"/>
                  </a:cubicBezTo>
                  <a:cubicBezTo>
                    <a:pt x="9249481" y="4525966"/>
                    <a:pt x="9257682" y="4493684"/>
                    <a:pt x="9265388" y="4461073"/>
                  </a:cubicBezTo>
                  <a:cubicBezTo>
                    <a:pt x="9269215" y="4444744"/>
                    <a:pt x="9272943" y="4428367"/>
                    <a:pt x="9276571" y="4411943"/>
                  </a:cubicBezTo>
                  <a:lnTo>
                    <a:pt x="9281841" y="4387379"/>
                  </a:lnTo>
                  <a:lnTo>
                    <a:pt x="9286513" y="4364838"/>
                  </a:lnTo>
                  <a:lnTo>
                    <a:pt x="9296754" y="4312038"/>
                  </a:lnTo>
                  <a:lnTo>
                    <a:pt x="9301029" y="4289074"/>
                  </a:lnTo>
                  <a:lnTo>
                    <a:pt x="9302818" y="4278581"/>
                  </a:lnTo>
                  <a:lnTo>
                    <a:pt x="9304658" y="4266816"/>
                  </a:lnTo>
                  <a:lnTo>
                    <a:pt x="9312810" y="4215945"/>
                  </a:lnTo>
                  <a:lnTo>
                    <a:pt x="9316887" y="4190486"/>
                  </a:lnTo>
                  <a:lnTo>
                    <a:pt x="9318923" y="4177780"/>
                  </a:lnTo>
                  <a:cubicBezTo>
                    <a:pt x="9319570" y="4173546"/>
                    <a:pt x="9319969" y="4169169"/>
                    <a:pt x="9320515" y="4164886"/>
                  </a:cubicBezTo>
                  <a:lnTo>
                    <a:pt x="9332445" y="4064981"/>
                  </a:lnTo>
                  <a:cubicBezTo>
                    <a:pt x="9333836" y="4052370"/>
                    <a:pt x="9334880" y="4036888"/>
                    <a:pt x="9336173" y="4018676"/>
                  </a:cubicBezTo>
                  <a:lnTo>
                    <a:pt x="9340199" y="3965171"/>
                  </a:lnTo>
                  <a:cubicBezTo>
                    <a:pt x="9345071" y="3899806"/>
                    <a:pt x="9347358" y="3832983"/>
                    <a:pt x="9347557" y="3765972"/>
                  </a:cubicBezTo>
                  <a:cubicBezTo>
                    <a:pt x="9347656" y="3732420"/>
                    <a:pt x="9347209" y="3698773"/>
                    <a:pt x="9346364" y="3664938"/>
                  </a:cubicBezTo>
                  <a:lnTo>
                    <a:pt x="9344921" y="3615243"/>
                  </a:lnTo>
                  <a:lnTo>
                    <a:pt x="9344524" y="3603526"/>
                  </a:lnTo>
                  <a:lnTo>
                    <a:pt x="9343728" y="3590774"/>
                  </a:lnTo>
                  <a:lnTo>
                    <a:pt x="9342188" y="3565268"/>
                  </a:lnTo>
                  <a:lnTo>
                    <a:pt x="9339056" y="3514256"/>
                  </a:lnTo>
                  <a:cubicBezTo>
                    <a:pt x="9337914" y="3497221"/>
                    <a:pt x="9335874" y="3480138"/>
                    <a:pt x="9334334" y="3463057"/>
                  </a:cubicBezTo>
                  <a:lnTo>
                    <a:pt x="9329363" y="3411810"/>
                  </a:lnTo>
                  <a:lnTo>
                    <a:pt x="9328319" y="3400657"/>
                  </a:lnTo>
                  <a:lnTo>
                    <a:pt x="9327177" y="3390116"/>
                  </a:lnTo>
                  <a:lnTo>
                    <a:pt x="9324293" y="3366774"/>
                  </a:lnTo>
                  <a:lnTo>
                    <a:pt x="9320763" y="3340329"/>
                  </a:lnTo>
                  <a:lnTo>
                    <a:pt x="9317184" y="3311245"/>
                  </a:lnTo>
                  <a:cubicBezTo>
                    <a:pt x="9315594" y="3296893"/>
                    <a:pt x="9313506" y="3282306"/>
                    <a:pt x="9311021" y="3266211"/>
                  </a:cubicBezTo>
                  <a:lnTo>
                    <a:pt x="9302719" y="3215717"/>
                  </a:lnTo>
                  <a:cubicBezTo>
                    <a:pt x="9299936" y="3199059"/>
                    <a:pt x="9297003" y="3182400"/>
                    <a:pt x="9293970" y="3165789"/>
                  </a:cubicBezTo>
                  <a:cubicBezTo>
                    <a:pt x="9281891" y="3099295"/>
                    <a:pt x="9267674" y="3033084"/>
                    <a:pt x="9252065" y="2967107"/>
                  </a:cubicBezTo>
                  <a:cubicBezTo>
                    <a:pt x="9244261" y="2934167"/>
                    <a:pt x="9235959" y="2901273"/>
                    <a:pt x="9227211" y="2868473"/>
                  </a:cubicBezTo>
                  <a:lnTo>
                    <a:pt x="9220699" y="2844426"/>
                  </a:lnTo>
                  <a:lnTo>
                    <a:pt x="9213740" y="2820191"/>
                  </a:lnTo>
                  <a:cubicBezTo>
                    <a:pt x="9209216" y="2804049"/>
                    <a:pt x="9204345" y="2787768"/>
                    <a:pt x="9199374" y="2771438"/>
                  </a:cubicBezTo>
                  <a:cubicBezTo>
                    <a:pt x="9159855" y="2641086"/>
                    <a:pt x="9114272" y="2512099"/>
                    <a:pt x="9061829" y="2385418"/>
                  </a:cubicBezTo>
                  <a:cubicBezTo>
                    <a:pt x="9035582" y="2322077"/>
                    <a:pt x="9008043" y="2259160"/>
                    <a:pt x="8978865" y="2196855"/>
                  </a:cubicBezTo>
                  <a:lnTo>
                    <a:pt x="8956694" y="2150219"/>
                  </a:lnTo>
                  <a:lnTo>
                    <a:pt x="8934176" y="2103914"/>
                  </a:lnTo>
                  <a:cubicBezTo>
                    <a:pt x="8918915" y="2073091"/>
                    <a:pt x="8903157" y="2042032"/>
                    <a:pt x="8887151" y="2011350"/>
                  </a:cubicBezTo>
                  <a:cubicBezTo>
                    <a:pt x="8854988" y="1949891"/>
                    <a:pt x="8822082" y="1888810"/>
                    <a:pt x="8787533" y="1828527"/>
                  </a:cubicBezTo>
                  <a:lnTo>
                    <a:pt x="8761485" y="1783398"/>
                  </a:lnTo>
                  <a:lnTo>
                    <a:pt x="8734791" y="1737893"/>
                  </a:lnTo>
                  <a:cubicBezTo>
                    <a:pt x="8717047" y="1707823"/>
                    <a:pt x="8699200" y="1678363"/>
                    <a:pt x="8680808" y="1648812"/>
                  </a:cubicBezTo>
                  <a:cubicBezTo>
                    <a:pt x="8644322" y="1589658"/>
                    <a:pt x="8606194" y="1531118"/>
                    <a:pt x="8567024" y="1472906"/>
                  </a:cubicBezTo>
                  <a:lnTo>
                    <a:pt x="8537446" y="1429330"/>
                  </a:lnTo>
                  <a:lnTo>
                    <a:pt x="8507423" y="1385896"/>
                  </a:lnTo>
                  <a:cubicBezTo>
                    <a:pt x="8487390" y="1357284"/>
                    <a:pt x="8467158" y="1328719"/>
                    <a:pt x="8446529" y="1300295"/>
                  </a:cubicBezTo>
                  <a:cubicBezTo>
                    <a:pt x="8405271" y="1243496"/>
                    <a:pt x="8362718" y="1187120"/>
                    <a:pt x="8319224" y="1131026"/>
                  </a:cubicBezTo>
                  <a:lnTo>
                    <a:pt x="8286366" y="1089050"/>
                  </a:lnTo>
                  <a:lnTo>
                    <a:pt x="8270161" y="1068439"/>
                  </a:lnTo>
                  <a:lnTo>
                    <a:pt x="8253856" y="1048156"/>
                  </a:lnTo>
                  <a:cubicBezTo>
                    <a:pt x="8231636" y="1020675"/>
                    <a:pt x="8209117" y="993381"/>
                    <a:pt x="8186352" y="966275"/>
                  </a:cubicBezTo>
                  <a:cubicBezTo>
                    <a:pt x="8140917" y="911922"/>
                    <a:pt x="8094240" y="858417"/>
                    <a:pt x="8046768" y="805429"/>
                  </a:cubicBezTo>
                  <a:lnTo>
                    <a:pt x="8010927" y="765853"/>
                  </a:lnTo>
                  <a:lnTo>
                    <a:pt x="7974788" y="726653"/>
                  </a:lnTo>
                  <a:cubicBezTo>
                    <a:pt x="7950382" y="700489"/>
                    <a:pt x="7925824" y="674465"/>
                    <a:pt x="7901070" y="648724"/>
                  </a:cubicBezTo>
                  <a:cubicBezTo>
                    <a:pt x="7851510" y="597289"/>
                    <a:pt x="7801404" y="546514"/>
                    <a:pt x="7750054" y="497008"/>
                  </a:cubicBezTo>
                  <a:cubicBezTo>
                    <a:pt x="7698902" y="447644"/>
                    <a:pt x="7645913" y="398938"/>
                    <a:pt x="7592277" y="351221"/>
                  </a:cubicBezTo>
                  <a:cubicBezTo>
                    <a:pt x="7484856" y="255786"/>
                    <a:pt x="7373308" y="164304"/>
                    <a:pt x="7257734" y="76964"/>
                  </a:cubicBezTo>
                  <a:close/>
                  <a:moveTo>
                    <a:pt x="1886601" y="0"/>
                  </a:moveTo>
                  <a:lnTo>
                    <a:pt x="2292926" y="0"/>
                  </a:lnTo>
                  <a:lnTo>
                    <a:pt x="2135542" y="117781"/>
                  </a:lnTo>
                  <a:cubicBezTo>
                    <a:pt x="2078998" y="162280"/>
                    <a:pt x="2023659" y="208045"/>
                    <a:pt x="1969576" y="254986"/>
                  </a:cubicBezTo>
                  <a:cubicBezTo>
                    <a:pt x="1861309" y="348820"/>
                    <a:pt x="1758064" y="447314"/>
                    <a:pt x="1659938" y="549855"/>
                  </a:cubicBezTo>
                  <a:cubicBezTo>
                    <a:pt x="1266987" y="960346"/>
                    <a:pt x="953820" y="1431495"/>
                    <a:pt x="729383" y="1936480"/>
                  </a:cubicBezTo>
                  <a:cubicBezTo>
                    <a:pt x="673260" y="2062362"/>
                    <a:pt x="622855" y="2190972"/>
                    <a:pt x="578465" y="2320807"/>
                  </a:cubicBezTo>
                  <a:cubicBezTo>
                    <a:pt x="534125" y="2450687"/>
                    <a:pt x="496147" y="2582216"/>
                    <a:pt x="465080" y="2714875"/>
                  </a:cubicBezTo>
                  <a:cubicBezTo>
                    <a:pt x="449769" y="2780991"/>
                    <a:pt x="435850" y="2848191"/>
                    <a:pt x="423820" y="2915436"/>
                  </a:cubicBezTo>
                  <a:cubicBezTo>
                    <a:pt x="411840" y="2982731"/>
                    <a:pt x="401054" y="3050260"/>
                    <a:pt x="392355" y="3118071"/>
                  </a:cubicBezTo>
                  <a:cubicBezTo>
                    <a:pt x="374509" y="3253646"/>
                    <a:pt x="363424" y="3389880"/>
                    <a:pt x="358801" y="3526915"/>
                  </a:cubicBezTo>
                  <a:cubicBezTo>
                    <a:pt x="349009" y="3800843"/>
                    <a:pt x="366357" y="4075570"/>
                    <a:pt x="410350" y="4348226"/>
                  </a:cubicBezTo>
                  <a:cubicBezTo>
                    <a:pt x="421286" y="4416132"/>
                    <a:pt x="434209" y="4483660"/>
                    <a:pt x="449022" y="4551049"/>
                  </a:cubicBezTo>
                  <a:cubicBezTo>
                    <a:pt x="463737" y="4618436"/>
                    <a:pt x="480389" y="4685588"/>
                    <a:pt x="498882" y="4752365"/>
                  </a:cubicBezTo>
                  <a:cubicBezTo>
                    <a:pt x="517373" y="4819141"/>
                    <a:pt x="537704" y="4885635"/>
                    <a:pt x="559775" y="4951657"/>
                  </a:cubicBezTo>
                  <a:cubicBezTo>
                    <a:pt x="581946" y="5017775"/>
                    <a:pt x="605358" y="5083375"/>
                    <a:pt x="631406" y="5147986"/>
                  </a:cubicBezTo>
                  <a:cubicBezTo>
                    <a:pt x="734055" y="5407608"/>
                    <a:pt x="865188" y="5658570"/>
                    <a:pt x="1023461" y="5893957"/>
                  </a:cubicBezTo>
                  <a:cubicBezTo>
                    <a:pt x="1181487" y="6129578"/>
                    <a:pt x="1367051" y="6349247"/>
                    <a:pt x="1575880" y="6547646"/>
                  </a:cubicBezTo>
                  <a:cubicBezTo>
                    <a:pt x="1680269" y="6646916"/>
                    <a:pt x="1790338" y="6740939"/>
                    <a:pt x="1905228" y="6829468"/>
                  </a:cubicBezTo>
                  <a:lnTo>
                    <a:pt x="1944230" y="6858000"/>
                  </a:lnTo>
                  <a:lnTo>
                    <a:pt x="1372541" y="6858000"/>
                  </a:lnTo>
                  <a:lnTo>
                    <a:pt x="1115251" y="6590005"/>
                  </a:lnTo>
                  <a:cubicBezTo>
                    <a:pt x="418530" y="5790792"/>
                    <a:pt x="0" y="4766182"/>
                    <a:pt x="0" y="3649031"/>
                  </a:cubicBezTo>
                  <a:cubicBezTo>
                    <a:pt x="0" y="2212695"/>
                    <a:pt x="691856" y="929334"/>
                    <a:pt x="1777294" y="81317"/>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1" name="Freeform: Shape 20">
              <a:extLst>
                <a:ext uri="{FF2B5EF4-FFF2-40B4-BE49-F238E27FC236}">
                  <a16:creationId xmlns:a16="http://schemas.microsoft.com/office/drawing/2014/main" id="{82B0ED5C-927D-4C5F-8F27-1B403820B9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3402" y="36937"/>
              <a:ext cx="9767847" cy="6858000"/>
            </a:xfrm>
            <a:custGeom>
              <a:avLst/>
              <a:gdLst>
                <a:gd name="connsiteX0" fmla="*/ 7145704 w 9767847"/>
                <a:gd name="connsiteY0" fmla="*/ 0 h 6858000"/>
                <a:gd name="connsiteX1" fmla="*/ 7875738 w 9767847"/>
                <a:gd name="connsiteY1" fmla="*/ 0 h 6858000"/>
                <a:gd name="connsiteX2" fmla="*/ 7990553 w 9767847"/>
                <a:gd name="connsiteY2" fmla="*/ 85415 h 6858000"/>
                <a:gd name="connsiteX3" fmla="*/ 9767847 w 9767847"/>
                <a:gd name="connsiteY3" fmla="*/ 3653129 h 6858000"/>
                <a:gd name="connsiteX4" fmla="*/ 8652597 w 9767847"/>
                <a:gd name="connsiteY4" fmla="*/ 6594103 h 6858000"/>
                <a:gd name="connsiteX5" fmla="*/ 8399240 w 9767847"/>
                <a:gd name="connsiteY5" fmla="*/ 6858000 h 6858000"/>
                <a:gd name="connsiteX6" fmla="*/ 6766926 w 9767847"/>
                <a:gd name="connsiteY6" fmla="*/ 6858000 h 6858000"/>
                <a:gd name="connsiteX7" fmla="*/ 6804586 w 9767847"/>
                <a:gd name="connsiteY7" fmla="*/ 6821201 h 6858000"/>
                <a:gd name="connsiteX8" fmla="*/ 6881735 w 9767847"/>
                <a:gd name="connsiteY8" fmla="*/ 6745295 h 6858000"/>
                <a:gd name="connsiteX9" fmla="*/ 6958883 w 9767847"/>
                <a:gd name="connsiteY9" fmla="*/ 6668920 h 6858000"/>
                <a:gd name="connsiteX10" fmla="*/ 7267925 w 9767847"/>
                <a:gd name="connsiteY10" fmla="*/ 6359792 h 6858000"/>
                <a:gd name="connsiteX11" fmla="*/ 7424360 w 9767847"/>
                <a:gd name="connsiteY11" fmla="*/ 6204783 h 6858000"/>
                <a:gd name="connsiteX12" fmla="*/ 7504938 w 9767847"/>
                <a:gd name="connsiteY12" fmla="*/ 6126806 h 6858000"/>
                <a:gd name="connsiteX13" fmla="*/ 7546396 w 9767847"/>
                <a:gd name="connsiteY13" fmla="*/ 6087795 h 6858000"/>
                <a:gd name="connsiteX14" fmla="*/ 7588002 w 9767847"/>
                <a:gd name="connsiteY14" fmla="*/ 6049630 h 6858000"/>
                <a:gd name="connsiteX15" fmla="*/ 7631000 w 9767847"/>
                <a:gd name="connsiteY15" fmla="*/ 6010807 h 6858000"/>
                <a:gd name="connsiteX16" fmla="*/ 7675440 w 9767847"/>
                <a:gd name="connsiteY16" fmla="*/ 5972407 h 6858000"/>
                <a:gd name="connsiteX17" fmla="*/ 7720626 w 9767847"/>
                <a:gd name="connsiteY17" fmla="*/ 5934949 h 6858000"/>
                <a:gd name="connsiteX18" fmla="*/ 7766458 w 9767847"/>
                <a:gd name="connsiteY18" fmla="*/ 5898432 h 6858000"/>
                <a:gd name="connsiteX19" fmla="*/ 7955254 w 9767847"/>
                <a:gd name="connsiteY19" fmla="*/ 5760926 h 6858000"/>
                <a:gd name="connsiteX20" fmla="*/ 8352678 w 9767847"/>
                <a:gd name="connsiteY20" fmla="*/ 5521728 h 6858000"/>
                <a:gd name="connsiteX21" fmla="*/ 8451350 w 9767847"/>
                <a:gd name="connsiteY21" fmla="*/ 5469352 h 6858000"/>
                <a:gd name="connsiteX22" fmla="*/ 8548532 w 9767847"/>
                <a:gd name="connsiteY22" fmla="*/ 5417493 h 6858000"/>
                <a:gd name="connsiteX23" fmla="*/ 8729473 w 9767847"/>
                <a:gd name="connsiteY23" fmla="*/ 5314059 h 6858000"/>
                <a:gd name="connsiteX24" fmla="*/ 8770781 w 9767847"/>
                <a:gd name="connsiteY24" fmla="*/ 5287330 h 6858000"/>
                <a:gd name="connsiteX25" fmla="*/ 8790964 w 9767847"/>
                <a:gd name="connsiteY25" fmla="*/ 5273590 h 6858000"/>
                <a:gd name="connsiteX26" fmla="*/ 8810499 w 9767847"/>
                <a:gd name="connsiteY26" fmla="*/ 5259801 h 6858000"/>
                <a:gd name="connsiteX27" fmla="*/ 8883571 w 9767847"/>
                <a:gd name="connsiteY27" fmla="*/ 5202577 h 6858000"/>
                <a:gd name="connsiteX28" fmla="*/ 9006651 w 9767847"/>
                <a:gd name="connsiteY28" fmla="*/ 5074625 h 6858000"/>
                <a:gd name="connsiteX29" fmla="*/ 9033494 w 9767847"/>
                <a:gd name="connsiteY29" fmla="*/ 5038203 h 6858000"/>
                <a:gd name="connsiteX30" fmla="*/ 9040305 w 9767847"/>
                <a:gd name="connsiteY30" fmla="*/ 5028649 h 6858000"/>
                <a:gd name="connsiteX31" fmla="*/ 9046568 w 9767847"/>
                <a:gd name="connsiteY31" fmla="*/ 5019379 h 6858000"/>
                <a:gd name="connsiteX32" fmla="*/ 9058846 w 9767847"/>
                <a:gd name="connsiteY32" fmla="*/ 5000743 h 6858000"/>
                <a:gd name="connsiteX33" fmla="*/ 9104529 w 9767847"/>
                <a:gd name="connsiteY33" fmla="*/ 4922203 h 6858000"/>
                <a:gd name="connsiteX34" fmla="*/ 9181081 w 9767847"/>
                <a:gd name="connsiteY34" fmla="*/ 4748792 h 6858000"/>
                <a:gd name="connsiteX35" fmla="*/ 9240731 w 9767847"/>
                <a:gd name="connsiteY35" fmla="*/ 4561970 h 6858000"/>
                <a:gd name="connsiteX36" fmla="*/ 9265388 w 9767847"/>
                <a:gd name="connsiteY36" fmla="*/ 4465171 h 6858000"/>
                <a:gd name="connsiteX37" fmla="*/ 9276571 w 9767847"/>
                <a:gd name="connsiteY37" fmla="*/ 4416041 h 6858000"/>
                <a:gd name="connsiteX38" fmla="*/ 9281841 w 9767847"/>
                <a:gd name="connsiteY38" fmla="*/ 4391477 h 6858000"/>
                <a:gd name="connsiteX39" fmla="*/ 9286513 w 9767847"/>
                <a:gd name="connsiteY39" fmla="*/ 4368936 h 6858000"/>
                <a:gd name="connsiteX40" fmla="*/ 9296754 w 9767847"/>
                <a:gd name="connsiteY40" fmla="*/ 4316136 h 6858000"/>
                <a:gd name="connsiteX41" fmla="*/ 9301029 w 9767847"/>
                <a:gd name="connsiteY41" fmla="*/ 4293172 h 6858000"/>
                <a:gd name="connsiteX42" fmla="*/ 9302818 w 9767847"/>
                <a:gd name="connsiteY42" fmla="*/ 4282679 h 6858000"/>
                <a:gd name="connsiteX43" fmla="*/ 9304658 w 9767847"/>
                <a:gd name="connsiteY43" fmla="*/ 4270914 h 6858000"/>
                <a:gd name="connsiteX44" fmla="*/ 9312810 w 9767847"/>
                <a:gd name="connsiteY44" fmla="*/ 4220043 h 6858000"/>
                <a:gd name="connsiteX45" fmla="*/ 9316887 w 9767847"/>
                <a:gd name="connsiteY45" fmla="*/ 4194584 h 6858000"/>
                <a:gd name="connsiteX46" fmla="*/ 9318923 w 9767847"/>
                <a:gd name="connsiteY46" fmla="*/ 4181878 h 6858000"/>
                <a:gd name="connsiteX47" fmla="*/ 9320515 w 9767847"/>
                <a:gd name="connsiteY47" fmla="*/ 4168984 h 6858000"/>
                <a:gd name="connsiteX48" fmla="*/ 9332445 w 9767847"/>
                <a:gd name="connsiteY48" fmla="*/ 4069079 h 6858000"/>
                <a:gd name="connsiteX49" fmla="*/ 9336173 w 9767847"/>
                <a:gd name="connsiteY49" fmla="*/ 4022774 h 6858000"/>
                <a:gd name="connsiteX50" fmla="*/ 9340199 w 9767847"/>
                <a:gd name="connsiteY50" fmla="*/ 3969269 h 6858000"/>
                <a:gd name="connsiteX51" fmla="*/ 9347557 w 9767847"/>
                <a:gd name="connsiteY51" fmla="*/ 3770070 h 6858000"/>
                <a:gd name="connsiteX52" fmla="*/ 9346364 w 9767847"/>
                <a:gd name="connsiteY52" fmla="*/ 3669036 h 6858000"/>
                <a:gd name="connsiteX53" fmla="*/ 9344921 w 9767847"/>
                <a:gd name="connsiteY53" fmla="*/ 3619341 h 6858000"/>
                <a:gd name="connsiteX54" fmla="*/ 9344524 w 9767847"/>
                <a:gd name="connsiteY54" fmla="*/ 3607624 h 6858000"/>
                <a:gd name="connsiteX55" fmla="*/ 9343728 w 9767847"/>
                <a:gd name="connsiteY55" fmla="*/ 3594872 h 6858000"/>
                <a:gd name="connsiteX56" fmla="*/ 9342188 w 9767847"/>
                <a:gd name="connsiteY56" fmla="*/ 3569366 h 6858000"/>
                <a:gd name="connsiteX57" fmla="*/ 9339056 w 9767847"/>
                <a:gd name="connsiteY57" fmla="*/ 3518354 h 6858000"/>
                <a:gd name="connsiteX58" fmla="*/ 9334334 w 9767847"/>
                <a:gd name="connsiteY58" fmla="*/ 3467155 h 6858000"/>
                <a:gd name="connsiteX59" fmla="*/ 9329363 w 9767847"/>
                <a:gd name="connsiteY59" fmla="*/ 3415908 h 6858000"/>
                <a:gd name="connsiteX60" fmla="*/ 9328319 w 9767847"/>
                <a:gd name="connsiteY60" fmla="*/ 3404755 h 6858000"/>
                <a:gd name="connsiteX61" fmla="*/ 9327177 w 9767847"/>
                <a:gd name="connsiteY61" fmla="*/ 3394214 h 6858000"/>
                <a:gd name="connsiteX62" fmla="*/ 9324293 w 9767847"/>
                <a:gd name="connsiteY62" fmla="*/ 3370872 h 6858000"/>
                <a:gd name="connsiteX63" fmla="*/ 9320763 w 9767847"/>
                <a:gd name="connsiteY63" fmla="*/ 3344427 h 6858000"/>
                <a:gd name="connsiteX64" fmla="*/ 9317184 w 9767847"/>
                <a:gd name="connsiteY64" fmla="*/ 3315343 h 6858000"/>
                <a:gd name="connsiteX65" fmla="*/ 9311021 w 9767847"/>
                <a:gd name="connsiteY65" fmla="*/ 3270309 h 6858000"/>
                <a:gd name="connsiteX66" fmla="*/ 9302719 w 9767847"/>
                <a:gd name="connsiteY66" fmla="*/ 3219815 h 6858000"/>
                <a:gd name="connsiteX67" fmla="*/ 9293970 w 9767847"/>
                <a:gd name="connsiteY67" fmla="*/ 3169887 h 6858000"/>
                <a:gd name="connsiteX68" fmla="*/ 9252065 w 9767847"/>
                <a:gd name="connsiteY68" fmla="*/ 2971205 h 6858000"/>
                <a:gd name="connsiteX69" fmla="*/ 9227211 w 9767847"/>
                <a:gd name="connsiteY69" fmla="*/ 2872571 h 6858000"/>
                <a:gd name="connsiteX70" fmla="*/ 9220699 w 9767847"/>
                <a:gd name="connsiteY70" fmla="*/ 2848524 h 6858000"/>
                <a:gd name="connsiteX71" fmla="*/ 9213740 w 9767847"/>
                <a:gd name="connsiteY71" fmla="*/ 2824289 h 6858000"/>
                <a:gd name="connsiteX72" fmla="*/ 9199374 w 9767847"/>
                <a:gd name="connsiteY72" fmla="*/ 2775536 h 6858000"/>
                <a:gd name="connsiteX73" fmla="*/ 9061829 w 9767847"/>
                <a:gd name="connsiteY73" fmla="*/ 2389515 h 6858000"/>
                <a:gd name="connsiteX74" fmla="*/ 8978865 w 9767847"/>
                <a:gd name="connsiteY74" fmla="*/ 2200953 h 6858000"/>
                <a:gd name="connsiteX75" fmla="*/ 8956694 w 9767847"/>
                <a:gd name="connsiteY75" fmla="*/ 2154317 h 6858000"/>
                <a:gd name="connsiteX76" fmla="*/ 8934176 w 9767847"/>
                <a:gd name="connsiteY76" fmla="*/ 2108012 h 6858000"/>
                <a:gd name="connsiteX77" fmla="*/ 8887151 w 9767847"/>
                <a:gd name="connsiteY77" fmla="*/ 2015448 h 6858000"/>
                <a:gd name="connsiteX78" fmla="*/ 8787533 w 9767847"/>
                <a:gd name="connsiteY78" fmla="*/ 1832625 h 6858000"/>
                <a:gd name="connsiteX79" fmla="*/ 8761485 w 9767847"/>
                <a:gd name="connsiteY79" fmla="*/ 1787496 h 6858000"/>
                <a:gd name="connsiteX80" fmla="*/ 8734791 w 9767847"/>
                <a:gd name="connsiteY80" fmla="*/ 1741991 h 6858000"/>
                <a:gd name="connsiteX81" fmla="*/ 8680808 w 9767847"/>
                <a:gd name="connsiteY81" fmla="*/ 1652910 h 6858000"/>
                <a:gd name="connsiteX82" fmla="*/ 8567024 w 9767847"/>
                <a:gd name="connsiteY82" fmla="*/ 1477004 h 6858000"/>
                <a:gd name="connsiteX83" fmla="*/ 8537446 w 9767847"/>
                <a:gd name="connsiteY83" fmla="*/ 1433428 h 6858000"/>
                <a:gd name="connsiteX84" fmla="*/ 8507423 w 9767847"/>
                <a:gd name="connsiteY84" fmla="*/ 1389994 h 6858000"/>
                <a:gd name="connsiteX85" fmla="*/ 8446529 w 9767847"/>
                <a:gd name="connsiteY85" fmla="*/ 1304393 h 6858000"/>
                <a:gd name="connsiteX86" fmla="*/ 8319224 w 9767847"/>
                <a:gd name="connsiteY86" fmla="*/ 1135124 h 6858000"/>
                <a:gd name="connsiteX87" fmla="*/ 8286366 w 9767847"/>
                <a:gd name="connsiteY87" fmla="*/ 1093148 h 6858000"/>
                <a:gd name="connsiteX88" fmla="*/ 8270161 w 9767847"/>
                <a:gd name="connsiteY88" fmla="*/ 1072538 h 6858000"/>
                <a:gd name="connsiteX89" fmla="*/ 8253856 w 9767847"/>
                <a:gd name="connsiteY89" fmla="*/ 1052254 h 6858000"/>
                <a:gd name="connsiteX90" fmla="*/ 8186352 w 9767847"/>
                <a:gd name="connsiteY90" fmla="*/ 970373 h 6858000"/>
                <a:gd name="connsiteX91" fmla="*/ 8046768 w 9767847"/>
                <a:gd name="connsiteY91" fmla="*/ 809527 h 6858000"/>
                <a:gd name="connsiteX92" fmla="*/ 8010927 w 9767847"/>
                <a:gd name="connsiteY92" fmla="*/ 769951 h 6858000"/>
                <a:gd name="connsiteX93" fmla="*/ 7974788 w 9767847"/>
                <a:gd name="connsiteY93" fmla="*/ 730751 h 6858000"/>
                <a:gd name="connsiteX94" fmla="*/ 7901070 w 9767847"/>
                <a:gd name="connsiteY94" fmla="*/ 652823 h 6858000"/>
                <a:gd name="connsiteX95" fmla="*/ 7750054 w 9767847"/>
                <a:gd name="connsiteY95" fmla="*/ 501106 h 6858000"/>
                <a:gd name="connsiteX96" fmla="*/ 7592277 w 9767847"/>
                <a:gd name="connsiteY96" fmla="*/ 355319 h 6858000"/>
                <a:gd name="connsiteX97" fmla="*/ 7257734 w 9767847"/>
                <a:gd name="connsiteY97" fmla="*/ 81062 h 6858000"/>
                <a:gd name="connsiteX98" fmla="*/ 1892109 w 9767847"/>
                <a:gd name="connsiteY98" fmla="*/ 0 h 6858000"/>
                <a:gd name="connsiteX99" fmla="*/ 2298402 w 9767847"/>
                <a:gd name="connsiteY99" fmla="*/ 0 h 6858000"/>
                <a:gd name="connsiteX100" fmla="*/ 2135542 w 9767847"/>
                <a:gd name="connsiteY100" fmla="*/ 121879 h 6858000"/>
                <a:gd name="connsiteX101" fmla="*/ 1969576 w 9767847"/>
                <a:gd name="connsiteY101" fmla="*/ 259084 h 6858000"/>
                <a:gd name="connsiteX102" fmla="*/ 1659938 w 9767847"/>
                <a:gd name="connsiteY102" fmla="*/ 553953 h 6858000"/>
                <a:gd name="connsiteX103" fmla="*/ 729383 w 9767847"/>
                <a:gd name="connsiteY103" fmla="*/ 1940578 h 6858000"/>
                <a:gd name="connsiteX104" fmla="*/ 578465 w 9767847"/>
                <a:gd name="connsiteY104" fmla="*/ 2324905 h 6858000"/>
                <a:gd name="connsiteX105" fmla="*/ 465080 w 9767847"/>
                <a:gd name="connsiteY105" fmla="*/ 2718973 h 6858000"/>
                <a:gd name="connsiteX106" fmla="*/ 423820 w 9767847"/>
                <a:gd name="connsiteY106" fmla="*/ 2919535 h 6858000"/>
                <a:gd name="connsiteX107" fmla="*/ 392355 w 9767847"/>
                <a:gd name="connsiteY107" fmla="*/ 3122169 h 6858000"/>
                <a:gd name="connsiteX108" fmla="*/ 358801 w 9767847"/>
                <a:gd name="connsiteY108" fmla="*/ 3531013 h 6858000"/>
                <a:gd name="connsiteX109" fmla="*/ 410350 w 9767847"/>
                <a:gd name="connsiteY109" fmla="*/ 4352324 h 6858000"/>
                <a:gd name="connsiteX110" fmla="*/ 449022 w 9767847"/>
                <a:gd name="connsiteY110" fmla="*/ 4555147 h 6858000"/>
                <a:gd name="connsiteX111" fmla="*/ 498882 w 9767847"/>
                <a:gd name="connsiteY111" fmla="*/ 4756463 h 6858000"/>
                <a:gd name="connsiteX112" fmla="*/ 559775 w 9767847"/>
                <a:gd name="connsiteY112" fmla="*/ 4955755 h 6858000"/>
                <a:gd name="connsiteX113" fmla="*/ 631406 w 9767847"/>
                <a:gd name="connsiteY113" fmla="*/ 5152084 h 6858000"/>
                <a:gd name="connsiteX114" fmla="*/ 1023461 w 9767847"/>
                <a:gd name="connsiteY114" fmla="*/ 5898055 h 6858000"/>
                <a:gd name="connsiteX115" fmla="*/ 1575880 w 9767847"/>
                <a:gd name="connsiteY115" fmla="*/ 6551744 h 6858000"/>
                <a:gd name="connsiteX116" fmla="*/ 1905228 w 9767847"/>
                <a:gd name="connsiteY116" fmla="*/ 6833566 h 6858000"/>
                <a:gd name="connsiteX117" fmla="*/ 1938629 w 9767847"/>
                <a:gd name="connsiteY117" fmla="*/ 6858000 h 6858000"/>
                <a:gd name="connsiteX118" fmla="*/ 1368607 w 9767847"/>
                <a:gd name="connsiteY118" fmla="*/ 6858000 h 6858000"/>
                <a:gd name="connsiteX119" fmla="*/ 1115251 w 9767847"/>
                <a:gd name="connsiteY119" fmla="*/ 6594103 h 6858000"/>
                <a:gd name="connsiteX120" fmla="*/ 0 w 9767847"/>
                <a:gd name="connsiteY120" fmla="*/ 3653129 h 6858000"/>
                <a:gd name="connsiteX121" fmla="*/ 1777294 w 9767847"/>
                <a:gd name="connsiteY121" fmla="*/ 854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9767847" h="6858000">
                  <a:moveTo>
                    <a:pt x="7145704" y="0"/>
                  </a:moveTo>
                  <a:lnTo>
                    <a:pt x="7875738" y="0"/>
                  </a:lnTo>
                  <a:lnTo>
                    <a:pt x="7990553" y="85415"/>
                  </a:lnTo>
                  <a:cubicBezTo>
                    <a:pt x="9075991" y="933432"/>
                    <a:pt x="9767847" y="2216793"/>
                    <a:pt x="9767847" y="3653129"/>
                  </a:cubicBezTo>
                  <a:cubicBezTo>
                    <a:pt x="9767847" y="4770280"/>
                    <a:pt x="9349317" y="5794890"/>
                    <a:pt x="8652597" y="6594103"/>
                  </a:cubicBezTo>
                  <a:lnTo>
                    <a:pt x="8399240" y="6858000"/>
                  </a:lnTo>
                  <a:lnTo>
                    <a:pt x="6766926" y="6858000"/>
                  </a:lnTo>
                  <a:lnTo>
                    <a:pt x="6804586" y="6821201"/>
                  </a:lnTo>
                  <a:lnTo>
                    <a:pt x="6881735" y="6745295"/>
                  </a:lnTo>
                  <a:cubicBezTo>
                    <a:pt x="6907435" y="6719979"/>
                    <a:pt x="6933134" y="6694896"/>
                    <a:pt x="6958883" y="6668920"/>
                  </a:cubicBezTo>
                  <a:lnTo>
                    <a:pt x="7267925" y="6359792"/>
                  </a:lnTo>
                  <a:lnTo>
                    <a:pt x="7424360" y="6204783"/>
                  </a:lnTo>
                  <a:cubicBezTo>
                    <a:pt x="7450754" y="6178900"/>
                    <a:pt x="7477598" y="6152829"/>
                    <a:pt x="7504938" y="6126806"/>
                  </a:cubicBezTo>
                  <a:lnTo>
                    <a:pt x="7546396" y="6087795"/>
                  </a:lnTo>
                  <a:cubicBezTo>
                    <a:pt x="7560264" y="6074901"/>
                    <a:pt x="7574780" y="6061630"/>
                    <a:pt x="7588002" y="6049630"/>
                  </a:cubicBezTo>
                  <a:lnTo>
                    <a:pt x="7631000" y="6010807"/>
                  </a:lnTo>
                  <a:lnTo>
                    <a:pt x="7675440" y="5972407"/>
                  </a:lnTo>
                  <a:cubicBezTo>
                    <a:pt x="7690404" y="5959796"/>
                    <a:pt x="7705564" y="5947419"/>
                    <a:pt x="7720626" y="5934949"/>
                  </a:cubicBezTo>
                  <a:cubicBezTo>
                    <a:pt x="7735738" y="5922525"/>
                    <a:pt x="7751197" y="5910619"/>
                    <a:pt x="7766458" y="5898432"/>
                  </a:cubicBezTo>
                  <a:cubicBezTo>
                    <a:pt x="7827949" y="5850290"/>
                    <a:pt x="7890979" y="5804597"/>
                    <a:pt x="7955254" y="5760926"/>
                  </a:cubicBezTo>
                  <a:cubicBezTo>
                    <a:pt x="8083800" y="5673632"/>
                    <a:pt x="8216872" y="5594434"/>
                    <a:pt x="8352678" y="5521728"/>
                  </a:cubicBezTo>
                  <a:lnTo>
                    <a:pt x="8451350" y="5469352"/>
                  </a:lnTo>
                  <a:lnTo>
                    <a:pt x="8548532" y="5417493"/>
                  </a:lnTo>
                  <a:cubicBezTo>
                    <a:pt x="8612110" y="5383188"/>
                    <a:pt x="8673251" y="5349306"/>
                    <a:pt x="8729473" y="5314059"/>
                  </a:cubicBezTo>
                  <a:cubicBezTo>
                    <a:pt x="8743591" y="5305213"/>
                    <a:pt x="8757161" y="5296459"/>
                    <a:pt x="8770781" y="5287330"/>
                  </a:cubicBezTo>
                  <a:cubicBezTo>
                    <a:pt x="8777591" y="5282765"/>
                    <a:pt x="8784451" y="5278201"/>
                    <a:pt x="8790964" y="5273590"/>
                  </a:cubicBezTo>
                  <a:cubicBezTo>
                    <a:pt x="8797574" y="5268977"/>
                    <a:pt x="8804235" y="5264412"/>
                    <a:pt x="8810499" y="5259801"/>
                  </a:cubicBezTo>
                  <a:cubicBezTo>
                    <a:pt x="8835999" y="5241401"/>
                    <a:pt x="8860407" y="5222389"/>
                    <a:pt x="8883571" y="5202577"/>
                  </a:cubicBezTo>
                  <a:cubicBezTo>
                    <a:pt x="8929900" y="5162954"/>
                    <a:pt x="8971258" y="5120413"/>
                    <a:pt x="9006651" y="5074625"/>
                  </a:cubicBezTo>
                  <a:cubicBezTo>
                    <a:pt x="9015351" y="5063426"/>
                    <a:pt x="9024398" y="5050955"/>
                    <a:pt x="9033494" y="5038203"/>
                  </a:cubicBezTo>
                  <a:lnTo>
                    <a:pt x="9040305" y="5028649"/>
                  </a:lnTo>
                  <a:lnTo>
                    <a:pt x="9046568" y="5019379"/>
                  </a:lnTo>
                  <a:cubicBezTo>
                    <a:pt x="9050743" y="5013261"/>
                    <a:pt x="9054819" y="5007050"/>
                    <a:pt x="9058846" y="5000743"/>
                  </a:cubicBezTo>
                  <a:cubicBezTo>
                    <a:pt x="9075002" y="4975615"/>
                    <a:pt x="9090212" y="4949403"/>
                    <a:pt x="9104529" y="4922203"/>
                  </a:cubicBezTo>
                  <a:cubicBezTo>
                    <a:pt x="9133211" y="4867850"/>
                    <a:pt x="9158313" y="4809545"/>
                    <a:pt x="9181081" y="4748792"/>
                  </a:cubicBezTo>
                  <a:cubicBezTo>
                    <a:pt x="9203748" y="4688276"/>
                    <a:pt x="9223383" y="4625876"/>
                    <a:pt x="9240731" y="4561970"/>
                  </a:cubicBezTo>
                  <a:cubicBezTo>
                    <a:pt x="9249481" y="4530064"/>
                    <a:pt x="9257682" y="4497782"/>
                    <a:pt x="9265388" y="4465171"/>
                  </a:cubicBezTo>
                  <a:cubicBezTo>
                    <a:pt x="9269215" y="4448842"/>
                    <a:pt x="9272943" y="4432465"/>
                    <a:pt x="9276571" y="4416041"/>
                  </a:cubicBezTo>
                  <a:lnTo>
                    <a:pt x="9281841" y="4391477"/>
                  </a:lnTo>
                  <a:lnTo>
                    <a:pt x="9286513" y="4368936"/>
                  </a:lnTo>
                  <a:lnTo>
                    <a:pt x="9296754" y="4316136"/>
                  </a:lnTo>
                  <a:lnTo>
                    <a:pt x="9301029" y="4293172"/>
                  </a:lnTo>
                  <a:lnTo>
                    <a:pt x="9302818" y="4282679"/>
                  </a:lnTo>
                  <a:lnTo>
                    <a:pt x="9304658" y="4270914"/>
                  </a:lnTo>
                  <a:lnTo>
                    <a:pt x="9312810" y="4220043"/>
                  </a:lnTo>
                  <a:lnTo>
                    <a:pt x="9316887" y="4194584"/>
                  </a:lnTo>
                  <a:lnTo>
                    <a:pt x="9318923" y="4181878"/>
                  </a:lnTo>
                  <a:cubicBezTo>
                    <a:pt x="9319570" y="4177644"/>
                    <a:pt x="9319969" y="4173267"/>
                    <a:pt x="9320515" y="4168984"/>
                  </a:cubicBezTo>
                  <a:lnTo>
                    <a:pt x="9332445" y="4069079"/>
                  </a:lnTo>
                  <a:cubicBezTo>
                    <a:pt x="9333836" y="4056468"/>
                    <a:pt x="9334880" y="4040986"/>
                    <a:pt x="9336173" y="4022774"/>
                  </a:cubicBezTo>
                  <a:lnTo>
                    <a:pt x="9340199" y="3969269"/>
                  </a:lnTo>
                  <a:cubicBezTo>
                    <a:pt x="9345071" y="3903904"/>
                    <a:pt x="9347358" y="3837081"/>
                    <a:pt x="9347557" y="3770070"/>
                  </a:cubicBezTo>
                  <a:cubicBezTo>
                    <a:pt x="9347656" y="3736518"/>
                    <a:pt x="9347209" y="3702871"/>
                    <a:pt x="9346364" y="3669036"/>
                  </a:cubicBezTo>
                  <a:lnTo>
                    <a:pt x="9344921" y="3619341"/>
                  </a:lnTo>
                  <a:lnTo>
                    <a:pt x="9344524" y="3607624"/>
                  </a:lnTo>
                  <a:lnTo>
                    <a:pt x="9343728" y="3594872"/>
                  </a:lnTo>
                  <a:lnTo>
                    <a:pt x="9342188" y="3569366"/>
                  </a:lnTo>
                  <a:lnTo>
                    <a:pt x="9339056" y="3518354"/>
                  </a:lnTo>
                  <a:cubicBezTo>
                    <a:pt x="9337914" y="3501319"/>
                    <a:pt x="9335874" y="3484236"/>
                    <a:pt x="9334334" y="3467155"/>
                  </a:cubicBezTo>
                  <a:lnTo>
                    <a:pt x="9329363" y="3415908"/>
                  </a:lnTo>
                  <a:lnTo>
                    <a:pt x="9328319" y="3404755"/>
                  </a:lnTo>
                  <a:lnTo>
                    <a:pt x="9327177" y="3394214"/>
                  </a:lnTo>
                  <a:lnTo>
                    <a:pt x="9324293" y="3370872"/>
                  </a:lnTo>
                  <a:lnTo>
                    <a:pt x="9320763" y="3344427"/>
                  </a:lnTo>
                  <a:lnTo>
                    <a:pt x="9317184" y="3315343"/>
                  </a:lnTo>
                  <a:cubicBezTo>
                    <a:pt x="9315594" y="3300991"/>
                    <a:pt x="9313506" y="3286404"/>
                    <a:pt x="9311021" y="3270309"/>
                  </a:cubicBezTo>
                  <a:lnTo>
                    <a:pt x="9302719" y="3219815"/>
                  </a:lnTo>
                  <a:cubicBezTo>
                    <a:pt x="9299936" y="3203157"/>
                    <a:pt x="9297003" y="3186498"/>
                    <a:pt x="9293970" y="3169887"/>
                  </a:cubicBezTo>
                  <a:cubicBezTo>
                    <a:pt x="9281891" y="3103393"/>
                    <a:pt x="9267674" y="3037182"/>
                    <a:pt x="9252065" y="2971205"/>
                  </a:cubicBezTo>
                  <a:cubicBezTo>
                    <a:pt x="9244261" y="2938265"/>
                    <a:pt x="9235959" y="2905371"/>
                    <a:pt x="9227211" y="2872571"/>
                  </a:cubicBezTo>
                  <a:lnTo>
                    <a:pt x="9220699" y="2848524"/>
                  </a:lnTo>
                  <a:lnTo>
                    <a:pt x="9213740" y="2824289"/>
                  </a:lnTo>
                  <a:cubicBezTo>
                    <a:pt x="9209216" y="2808147"/>
                    <a:pt x="9204345" y="2791866"/>
                    <a:pt x="9199374" y="2775536"/>
                  </a:cubicBezTo>
                  <a:cubicBezTo>
                    <a:pt x="9159855" y="2645184"/>
                    <a:pt x="9114272" y="2516197"/>
                    <a:pt x="9061829" y="2389515"/>
                  </a:cubicBezTo>
                  <a:cubicBezTo>
                    <a:pt x="9035582" y="2326175"/>
                    <a:pt x="9008043" y="2263258"/>
                    <a:pt x="8978865" y="2200953"/>
                  </a:cubicBezTo>
                  <a:lnTo>
                    <a:pt x="8956694" y="2154317"/>
                  </a:lnTo>
                  <a:lnTo>
                    <a:pt x="8934176" y="2108012"/>
                  </a:lnTo>
                  <a:cubicBezTo>
                    <a:pt x="8918915" y="2077189"/>
                    <a:pt x="8903157" y="2046130"/>
                    <a:pt x="8887151" y="2015448"/>
                  </a:cubicBezTo>
                  <a:cubicBezTo>
                    <a:pt x="8854988" y="1953989"/>
                    <a:pt x="8822082" y="1892908"/>
                    <a:pt x="8787533" y="1832625"/>
                  </a:cubicBezTo>
                  <a:lnTo>
                    <a:pt x="8761485" y="1787496"/>
                  </a:lnTo>
                  <a:lnTo>
                    <a:pt x="8734791" y="1741991"/>
                  </a:lnTo>
                  <a:cubicBezTo>
                    <a:pt x="8717047" y="1711921"/>
                    <a:pt x="8699200" y="1682461"/>
                    <a:pt x="8680808" y="1652910"/>
                  </a:cubicBezTo>
                  <a:cubicBezTo>
                    <a:pt x="8644322" y="1593756"/>
                    <a:pt x="8606194" y="1535216"/>
                    <a:pt x="8567024" y="1477004"/>
                  </a:cubicBezTo>
                  <a:lnTo>
                    <a:pt x="8537446" y="1433428"/>
                  </a:lnTo>
                  <a:lnTo>
                    <a:pt x="8507423" y="1389994"/>
                  </a:lnTo>
                  <a:cubicBezTo>
                    <a:pt x="8487390" y="1361382"/>
                    <a:pt x="8467158" y="1332817"/>
                    <a:pt x="8446529" y="1304393"/>
                  </a:cubicBezTo>
                  <a:cubicBezTo>
                    <a:pt x="8405271" y="1247595"/>
                    <a:pt x="8362718" y="1191218"/>
                    <a:pt x="8319224" y="1135124"/>
                  </a:cubicBezTo>
                  <a:lnTo>
                    <a:pt x="8286366" y="1093148"/>
                  </a:lnTo>
                  <a:lnTo>
                    <a:pt x="8270161" y="1072538"/>
                  </a:lnTo>
                  <a:lnTo>
                    <a:pt x="8253856" y="1052254"/>
                  </a:lnTo>
                  <a:cubicBezTo>
                    <a:pt x="8231636" y="1024773"/>
                    <a:pt x="8209117" y="997479"/>
                    <a:pt x="8186352" y="970373"/>
                  </a:cubicBezTo>
                  <a:cubicBezTo>
                    <a:pt x="8140917" y="916020"/>
                    <a:pt x="8094240" y="862515"/>
                    <a:pt x="8046768" y="809527"/>
                  </a:cubicBezTo>
                  <a:lnTo>
                    <a:pt x="8010927" y="769951"/>
                  </a:lnTo>
                  <a:lnTo>
                    <a:pt x="7974788" y="730751"/>
                  </a:lnTo>
                  <a:cubicBezTo>
                    <a:pt x="7950382" y="704587"/>
                    <a:pt x="7925824" y="678563"/>
                    <a:pt x="7901070" y="652823"/>
                  </a:cubicBezTo>
                  <a:cubicBezTo>
                    <a:pt x="7851510" y="601387"/>
                    <a:pt x="7801404" y="550612"/>
                    <a:pt x="7750054" y="501106"/>
                  </a:cubicBezTo>
                  <a:cubicBezTo>
                    <a:pt x="7698902" y="451742"/>
                    <a:pt x="7645913" y="403036"/>
                    <a:pt x="7592277" y="355319"/>
                  </a:cubicBezTo>
                  <a:cubicBezTo>
                    <a:pt x="7484856" y="259884"/>
                    <a:pt x="7373308" y="168402"/>
                    <a:pt x="7257734" y="81062"/>
                  </a:cubicBezTo>
                  <a:close/>
                  <a:moveTo>
                    <a:pt x="1892109" y="0"/>
                  </a:moveTo>
                  <a:lnTo>
                    <a:pt x="2298402" y="0"/>
                  </a:lnTo>
                  <a:lnTo>
                    <a:pt x="2135542" y="121879"/>
                  </a:lnTo>
                  <a:cubicBezTo>
                    <a:pt x="2078998" y="166378"/>
                    <a:pt x="2023659" y="212143"/>
                    <a:pt x="1969576" y="259084"/>
                  </a:cubicBezTo>
                  <a:cubicBezTo>
                    <a:pt x="1861309" y="352918"/>
                    <a:pt x="1758064" y="451412"/>
                    <a:pt x="1659938" y="553953"/>
                  </a:cubicBezTo>
                  <a:cubicBezTo>
                    <a:pt x="1266987" y="964444"/>
                    <a:pt x="953820" y="1435593"/>
                    <a:pt x="729383" y="1940578"/>
                  </a:cubicBezTo>
                  <a:cubicBezTo>
                    <a:pt x="673260" y="2066459"/>
                    <a:pt x="622855" y="2195070"/>
                    <a:pt x="578465" y="2324905"/>
                  </a:cubicBezTo>
                  <a:cubicBezTo>
                    <a:pt x="534125" y="2454785"/>
                    <a:pt x="496147" y="2586314"/>
                    <a:pt x="465080" y="2718973"/>
                  </a:cubicBezTo>
                  <a:cubicBezTo>
                    <a:pt x="449769" y="2785089"/>
                    <a:pt x="435850" y="2852289"/>
                    <a:pt x="423820" y="2919535"/>
                  </a:cubicBezTo>
                  <a:cubicBezTo>
                    <a:pt x="411840" y="2986829"/>
                    <a:pt x="401054" y="3054358"/>
                    <a:pt x="392355" y="3122169"/>
                  </a:cubicBezTo>
                  <a:cubicBezTo>
                    <a:pt x="374509" y="3257744"/>
                    <a:pt x="363424" y="3393978"/>
                    <a:pt x="358801" y="3531013"/>
                  </a:cubicBezTo>
                  <a:cubicBezTo>
                    <a:pt x="349009" y="3804941"/>
                    <a:pt x="366357" y="4079668"/>
                    <a:pt x="410350" y="4352324"/>
                  </a:cubicBezTo>
                  <a:cubicBezTo>
                    <a:pt x="421286" y="4420230"/>
                    <a:pt x="434209" y="4487758"/>
                    <a:pt x="449022" y="4555147"/>
                  </a:cubicBezTo>
                  <a:cubicBezTo>
                    <a:pt x="463737" y="4622534"/>
                    <a:pt x="480389" y="4689686"/>
                    <a:pt x="498882" y="4756463"/>
                  </a:cubicBezTo>
                  <a:cubicBezTo>
                    <a:pt x="517373" y="4823239"/>
                    <a:pt x="537704" y="4889733"/>
                    <a:pt x="559775" y="4955755"/>
                  </a:cubicBezTo>
                  <a:cubicBezTo>
                    <a:pt x="581946" y="5021873"/>
                    <a:pt x="605358" y="5087473"/>
                    <a:pt x="631406" y="5152084"/>
                  </a:cubicBezTo>
                  <a:cubicBezTo>
                    <a:pt x="734055" y="5411706"/>
                    <a:pt x="865188" y="5662668"/>
                    <a:pt x="1023461" y="5898055"/>
                  </a:cubicBezTo>
                  <a:cubicBezTo>
                    <a:pt x="1181487" y="6133676"/>
                    <a:pt x="1367051" y="6353345"/>
                    <a:pt x="1575880" y="6551744"/>
                  </a:cubicBezTo>
                  <a:cubicBezTo>
                    <a:pt x="1680269" y="6651014"/>
                    <a:pt x="1790338" y="6745037"/>
                    <a:pt x="1905228" y="6833566"/>
                  </a:cubicBezTo>
                  <a:lnTo>
                    <a:pt x="1938629" y="6858000"/>
                  </a:lnTo>
                  <a:lnTo>
                    <a:pt x="1368607" y="6858000"/>
                  </a:lnTo>
                  <a:lnTo>
                    <a:pt x="1115251" y="6594103"/>
                  </a:lnTo>
                  <a:cubicBezTo>
                    <a:pt x="418530" y="5794890"/>
                    <a:pt x="0" y="4770280"/>
                    <a:pt x="0" y="3653129"/>
                  </a:cubicBezTo>
                  <a:cubicBezTo>
                    <a:pt x="0" y="2216793"/>
                    <a:pt x="691856" y="933432"/>
                    <a:pt x="1777294" y="85415"/>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grpSp>
      <p:sp>
        <p:nvSpPr>
          <p:cNvPr id="3" name="Subtitle 2">
            <a:extLst>
              <a:ext uri="{FF2B5EF4-FFF2-40B4-BE49-F238E27FC236}">
                <a16:creationId xmlns:a16="http://schemas.microsoft.com/office/drawing/2014/main" id="{01CF5FAF-ED27-3EA8-9DBE-1A550957A76D}"/>
              </a:ext>
            </a:extLst>
          </p:cNvPr>
          <p:cNvSpPr>
            <a:spLocks noGrp="1"/>
          </p:cNvSpPr>
          <p:nvPr>
            <p:ph type="subTitle" idx="1"/>
          </p:nvPr>
        </p:nvSpPr>
        <p:spPr>
          <a:xfrm>
            <a:off x="1069796" y="1271456"/>
            <a:ext cx="10400363" cy="672206"/>
          </a:xfrm>
        </p:spPr>
        <p:txBody>
          <a:bodyPr>
            <a:normAutofit/>
          </a:bodyPr>
          <a:lstStyle/>
          <a:p>
            <a:pPr algn="l"/>
            <a:r>
              <a:rPr lang="en-US" b="0" i="0" dirty="0">
                <a:solidFill>
                  <a:srgbClr val="0D0D0D"/>
                </a:solidFill>
                <a:effectLst/>
                <a:latin typeface="Times New Roman" panose="02020603050405020304" pitchFamily="18" charset="0"/>
                <a:cs typeface="Times New Roman" panose="02020603050405020304" pitchFamily="18" charset="0"/>
              </a:rPr>
              <a:t>MISRA C refers to a set of coding guidelines for the C programming language.</a:t>
            </a:r>
            <a:endParaRPr lang="en-IN" dirty="0">
              <a:solidFill>
                <a:schemeClr val="tx2"/>
              </a:solidFill>
              <a:latin typeface="Times New Roman" panose="02020603050405020304" pitchFamily="18" charset="0"/>
              <a:cs typeface="Times New Roman" panose="02020603050405020304" pitchFamily="18" charset="0"/>
            </a:endParaRPr>
          </a:p>
        </p:txBody>
      </p:sp>
      <p:grpSp>
        <p:nvGrpSpPr>
          <p:cNvPr id="23" name="Group 22">
            <a:extLst>
              <a:ext uri="{FF2B5EF4-FFF2-40B4-BE49-F238E27FC236}">
                <a16:creationId xmlns:a16="http://schemas.microsoft.com/office/drawing/2014/main" id="{87F87F1B-42BA-4AC7-A4E2-41544DDB2CE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05" y="-4155"/>
            <a:ext cx="2514948" cy="2174333"/>
            <a:chOff x="-305" y="-4155"/>
            <a:chExt cx="2514948" cy="2174333"/>
          </a:xfrm>
        </p:grpSpPr>
        <p:sp>
          <p:nvSpPr>
            <p:cNvPr id="24" name="Freeform: Shape 23">
              <a:extLst>
                <a:ext uri="{FF2B5EF4-FFF2-40B4-BE49-F238E27FC236}">
                  <a16:creationId xmlns:a16="http://schemas.microsoft.com/office/drawing/2014/main" id="{68B53067-4E48-4E71-A6A9-A8CAABAFBF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Freeform: Shape 24">
              <a:extLst>
                <a:ext uri="{FF2B5EF4-FFF2-40B4-BE49-F238E27FC236}">
                  <a16:creationId xmlns:a16="http://schemas.microsoft.com/office/drawing/2014/main" id="{06D1A0D3-4BB8-41D9-9CE7-2884C83F44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Freeform: Shape 25">
              <a:extLst>
                <a:ext uri="{FF2B5EF4-FFF2-40B4-BE49-F238E27FC236}">
                  <a16:creationId xmlns:a16="http://schemas.microsoft.com/office/drawing/2014/main" id="{81E20F06-3B09-4B89-A36B-AB8BFBCCA5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dirty="0"/>
            </a:p>
          </p:txBody>
        </p:sp>
        <p:sp>
          <p:nvSpPr>
            <p:cNvPr id="27" name="Freeform: Shape 26">
              <a:extLst>
                <a:ext uri="{FF2B5EF4-FFF2-40B4-BE49-F238E27FC236}">
                  <a16:creationId xmlns:a16="http://schemas.microsoft.com/office/drawing/2014/main" id="{DAE6C3D7-7D5B-4926-877D-45F117BB6B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9" name="Group 28">
            <a:extLst>
              <a:ext uri="{FF2B5EF4-FFF2-40B4-BE49-F238E27FC236}">
                <a16:creationId xmlns:a16="http://schemas.microsoft.com/office/drawing/2014/main" id="{967346A5-7569-4F15-AB5D-BE3DADF192C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9685727" y="4683666"/>
            <a:ext cx="2514948" cy="2174333"/>
            <a:chOff x="-305" y="-4155"/>
            <a:chExt cx="2514948" cy="2174333"/>
          </a:xfrm>
        </p:grpSpPr>
        <p:sp>
          <p:nvSpPr>
            <p:cNvPr id="30" name="Freeform: Shape 29">
              <a:extLst>
                <a:ext uri="{FF2B5EF4-FFF2-40B4-BE49-F238E27FC236}">
                  <a16:creationId xmlns:a16="http://schemas.microsoft.com/office/drawing/2014/main" id="{E1951533-A568-4765-AB1F-F71D9AFDEA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 name="Freeform: Shape 30">
              <a:extLst>
                <a:ext uri="{FF2B5EF4-FFF2-40B4-BE49-F238E27FC236}">
                  <a16:creationId xmlns:a16="http://schemas.microsoft.com/office/drawing/2014/main" id="{A7214F52-4F3F-4C96-A62E-F1401D6C04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Freeform: Shape 31">
              <a:extLst>
                <a:ext uri="{FF2B5EF4-FFF2-40B4-BE49-F238E27FC236}">
                  <a16:creationId xmlns:a16="http://schemas.microsoft.com/office/drawing/2014/main" id="{023146A1-291C-4FA0-AB5B-EB04D42398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dirty="0"/>
            </a:p>
          </p:txBody>
        </p:sp>
        <p:sp>
          <p:nvSpPr>
            <p:cNvPr id="33" name="Freeform: Shape 32">
              <a:extLst>
                <a:ext uri="{FF2B5EF4-FFF2-40B4-BE49-F238E27FC236}">
                  <a16:creationId xmlns:a16="http://schemas.microsoft.com/office/drawing/2014/main" id="{62977932-2B03-4899-8306-5002CEE68E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5" name="Title 1">
            <a:extLst>
              <a:ext uri="{FF2B5EF4-FFF2-40B4-BE49-F238E27FC236}">
                <a16:creationId xmlns:a16="http://schemas.microsoft.com/office/drawing/2014/main" id="{F7473E8E-909B-D20B-8DDB-ECBD28E5DAE5}"/>
              </a:ext>
            </a:extLst>
          </p:cNvPr>
          <p:cNvSpPr txBox="1">
            <a:spLocks/>
          </p:cNvSpPr>
          <p:nvPr/>
        </p:nvSpPr>
        <p:spPr>
          <a:xfrm>
            <a:off x="3598821" y="158896"/>
            <a:ext cx="5186842" cy="819798"/>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5200" dirty="0">
                <a:solidFill>
                  <a:schemeClr val="tx2"/>
                </a:solidFill>
              </a:rPr>
              <a:t>What is MISRA -C </a:t>
            </a:r>
          </a:p>
        </p:txBody>
      </p:sp>
      <p:sp>
        <p:nvSpPr>
          <p:cNvPr id="8" name="Title 1">
            <a:extLst>
              <a:ext uri="{FF2B5EF4-FFF2-40B4-BE49-F238E27FC236}">
                <a16:creationId xmlns:a16="http://schemas.microsoft.com/office/drawing/2014/main" id="{8FB44EAD-9809-7711-9716-CB8F557A1391}"/>
              </a:ext>
            </a:extLst>
          </p:cNvPr>
          <p:cNvSpPr>
            <a:spLocks noGrp="1"/>
          </p:cNvSpPr>
          <p:nvPr>
            <p:ph type="ctrTitle"/>
          </p:nvPr>
        </p:nvSpPr>
        <p:spPr>
          <a:xfrm>
            <a:off x="10382250" y="3983"/>
            <a:ext cx="1809445" cy="447675"/>
          </a:xfrm>
        </p:spPr>
        <p:txBody>
          <a:bodyPr anchor="b">
            <a:normAutofit/>
          </a:bodyPr>
          <a:lstStyle/>
          <a:p>
            <a:r>
              <a:rPr lang="en-IN" sz="2000" dirty="0">
                <a:solidFill>
                  <a:schemeClr val="tx2"/>
                </a:solidFill>
              </a:rPr>
              <a:t>MISRA C -2012</a:t>
            </a:r>
          </a:p>
        </p:txBody>
      </p:sp>
      <p:sp>
        <p:nvSpPr>
          <p:cNvPr id="10" name="TextBox 9">
            <a:extLst>
              <a:ext uri="{FF2B5EF4-FFF2-40B4-BE49-F238E27FC236}">
                <a16:creationId xmlns:a16="http://schemas.microsoft.com/office/drawing/2014/main" id="{66204A34-219C-7E71-5F11-2A35E3D4639D}"/>
              </a:ext>
            </a:extLst>
          </p:cNvPr>
          <p:cNvSpPr txBox="1"/>
          <p:nvPr/>
        </p:nvSpPr>
        <p:spPr>
          <a:xfrm>
            <a:off x="1098638" y="1797984"/>
            <a:ext cx="6580781" cy="400110"/>
          </a:xfrm>
          <a:prstGeom prst="rect">
            <a:avLst/>
          </a:prstGeom>
          <a:noFill/>
        </p:spPr>
        <p:txBody>
          <a:bodyPr wrap="square">
            <a:spAutoFit/>
          </a:bodyPr>
          <a:lstStyle/>
          <a:p>
            <a:pPr marL="342900" indent="-342900">
              <a:buFont typeface="Arial" panose="020B0604020202020204" pitchFamily="34" charset="0"/>
              <a:buChar char="•"/>
            </a:pPr>
            <a:r>
              <a:rPr lang="en-IN" sz="2000" b="1" dirty="0">
                <a:solidFill>
                  <a:schemeClr val="tx2"/>
                </a:solidFill>
              </a:rPr>
              <a:t>What is MISRA </a:t>
            </a:r>
          </a:p>
        </p:txBody>
      </p:sp>
      <p:sp>
        <p:nvSpPr>
          <p:cNvPr id="11" name="Subtitle 2">
            <a:extLst>
              <a:ext uri="{FF2B5EF4-FFF2-40B4-BE49-F238E27FC236}">
                <a16:creationId xmlns:a16="http://schemas.microsoft.com/office/drawing/2014/main" id="{9A1B73AE-D857-32F4-75EF-476570608E93}"/>
              </a:ext>
            </a:extLst>
          </p:cNvPr>
          <p:cNvSpPr txBox="1">
            <a:spLocks/>
          </p:cNvSpPr>
          <p:nvPr/>
        </p:nvSpPr>
        <p:spPr>
          <a:xfrm>
            <a:off x="1466980" y="2288750"/>
            <a:ext cx="8223855" cy="557824"/>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b="0" i="0" dirty="0">
                <a:solidFill>
                  <a:srgbClr val="0D0D0D"/>
                </a:solidFill>
                <a:effectLst/>
                <a:latin typeface="Söhne"/>
              </a:rPr>
              <a:t>Motor Industry Software Reliability Association</a:t>
            </a:r>
            <a:endParaRPr lang="en-IN" dirty="0">
              <a:solidFill>
                <a:schemeClr val="tx2"/>
              </a:solidFill>
            </a:endParaRPr>
          </a:p>
        </p:txBody>
      </p:sp>
      <p:sp>
        <p:nvSpPr>
          <p:cNvPr id="12" name="TextBox 11">
            <a:extLst>
              <a:ext uri="{FF2B5EF4-FFF2-40B4-BE49-F238E27FC236}">
                <a16:creationId xmlns:a16="http://schemas.microsoft.com/office/drawing/2014/main" id="{0F31B198-F3A2-198F-13D7-231513100B92}"/>
              </a:ext>
            </a:extLst>
          </p:cNvPr>
          <p:cNvSpPr txBox="1"/>
          <p:nvPr/>
        </p:nvSpPr>
        <p:spPr>
          <a:xfrm>
            <a:off x="1098637" y="2787103"/>
            <a:ext cx="6580781" cy="400110"/>
          </a:xfrm>
          <a:prstGeom prst="rect">
            <a:avLst/>
          </a:prstGeom>
          <a:noFill/>
        </p:spPr>
        <p:txBody>
          <a:bodyPr wrap="square">
            <a:spAutoFit/>
          </a:bodyPr>
          <a:lstStyle/>
          <a:p>
            <a:pPr marL="342900" indent="-342900">
              <a:buFont typeface="Arial" panose="020B0604020202020204" pitchFamily="34" charset="0"/>
              <a:buChar char="•"/>
            </a:pPr>
            <a:r>
              <a:rPr lang="en-IN" sz="2000" b="1" dirty="0">
                <a:solidFill>
                  <a:schemeClr val="tx2"/>
                </a:solidFill>
              </a:rPr>
              <a:t>Why we need to know about  MISRA -C </a:t>
            </a:r>
          </a:p>
        </p:txBody>
      </p:sp>
      <p:sp>
        <p:nvSpPr>
          <p:cNvPr id="14" name="Subtitle 2">
            <a:extLst>
              <a:ext uri="{FF2B5EF4-FFF2-40B4-BE49-F238E27FC236}">
                <a16:creationId xmlns:a16="http://schemas.microsoft.com/office/drawing/2014/main" id="{1C28A561-B03D-5AA3-5CF8-7AADAD334A2B}"/>
              </a:ext>
            </a:extLst>
          </p:cNvPr>
          <p:cNvSpPr txBox="1">
            <a:spLocks/>
          </p:cNvSpPr>
          <p:nvPr/>
        </p:nvSpPr>
        <p:spPr>
          <a:xfrm>
            <a:off x="1426460" y="3215117"/>
            <a:ext cx="8610600" cy="2165035"/>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b="0" i="0" dirty="0">
                <a:solidFill>
                  <a:srgbClr val="0D0D0D"/>
                </a:solidFill>
                <a:effectLst/>
                <a:latin typeface="Söhne"/>
              </a:rPr>
              <a:t>MISRA C provides rules and recommendations for writing C code in a structured, consistent, and reliable manner. These guidelines cover various aspects of C programming, including syntax, semantics, and language features, with the aim of reducing potential errors and vulnerabilities in software.</a:t>
            </a:r>
            <a:endParaRPr lang="en-IN" dirty="0">
              <a:solidFill>
                <a:schemeClr val="tx2"/>
              </a:solidFill>
            </a:endParaRPr>
          </a:p>
        </p:txBody>
      </p:sp>
      <p:sp>
        <p:nvSpPr>
          <p:cNvPr id="6" name="Slide Number Placeholder 5">
            <a:extLst>
              <a:ext uri="{FF2B5EF4-FFF2-40B4-BE49-F238E27FC236}">
                <a16:creationId xmlns:a16="http://schemas.microsoft.com/office/drawing/2014/main" id="{E16850F0-811A-9A2E-5234-6820EBCEB6E8}"/>
              </a:ext>
            </a:extLst>
          </p:cNvPr>
          <p:cNvSpPr>
            <a:spLocks noGrp="1"/>
          </p:cNvSpPr>
          <p:nvPr>
            <p:ph type="sldNum" sz="quarter" idx="12"/>
          </p:nvPr>
        </p:nvSpPr>
        <p:spPr/>
        <p:txBody>
          <a:bodyPr/>
          <a:lstStyle/>
          <a:p>
            <a:fld id="{91247CA1-BCEC-4DD4-9B23-E2AE1AEA27A6}" type="slidenum">
              <a:rPr lang="en-IN" smtClean="0"/>
              <a:t>3</a:t>
            </a:fld>
            <a:endParaRPr lang="en-IN" dirty="0"/>
          </a:p>
        </p:txBody>
      </p:sp>
      <p:sp>
        <p:nvSpPr>
          <p:cNvPr id="2" name="TextBox 1">
            <a:extLst>
              <a:ext uri="{FF2B5EF4-FFF2-40B4-BE49-F238E27FC236}">
                <a16:creationId xmlns:a16="http://schemas.microsoft.com/office/drawing/2014/main" id="{27E8A538-A9BC-F8EE-EACC-55A75458554A}"/>
              </a:ext>
            </a:extLst>
          </p:cNvPr>
          <p:cNvSpPr txBox="1"/>
          <p:nvPr/>
        </p:nvSpPr>
        <p:spPr>
          <a:xfrm>
            <a:off x="10532532" y="526059"/>
            <a:ext cx="1451144" cy="369332"/>
          </a:xfrm>
          <a:prstGeom prst="rect">
            <a:avLst/>
          </a:prstGeom>
          <a:noFill/>
        </p:spPr>
        <p:txBody>
          <a:bodyPr wrap="square">
            <a:spAutoFit/>
          </a:bodyPr>
          <a:lstStyle/>
          <a:p>
            <a:r>
              <a:rPr lang="en-IN" dirty="0"/>
              <a:t>Session 1</a:t>
            </a:r>
          </a:p>
        </p:txBody>
      </p:sp>
    </p:spTree>
    <p:extLst>
      <p:ext uri="{BB962C8B-B14F-4D97-AF65-F5344CB8AC3E}">
        <p14:creationId xmlns:p14="http://schemas.microsoft.com/office/powerpoint/2010/main" val="3792089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5A292AEA-2528-46C0-B426-95822B6141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Rectangle 27">
            <a:extLst>
              <a:ext uri="{FF2B5EF4-FFF2-40B4-BE49-F238E27FC236}">
                <a16:creationId xmlns:a16="http://schemas.microsoft.com/office/drawing/2014/main" id="{D8B7B198-E4DF-43CD-AD8C-1998843237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dirty="0"/>
          </a:p>
        </p:txBody>
      </p:sp>
      <p:sp>
        <p:nvSpPr>
          <p:cNvPr id="34" name="Freeform: Shape 33">
            <a:extLst>
              <a:ext uri="{FF2B5EF4-FFF2-40B4-BE49-F238E27FC236}">
                <a16:creationId xmlns:a16="http://schemas.microsoft.com/office/drawing/2014/main" id="{2BE67753-EA0E-4819-8D22-0B6600CF7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96934" y="3984"/>
            <a:ext cx="9376632" cy="6858000"/>
          </a:xfrm>
          <a:custGeom>
            <a:avLst/>
            <a:gdLst>
              <a:gd name="connsiteX0" fmla="*/ 1691615 w 9376632"/>
              <a:gd name="connsiteY0" fmla="*/ 0 h 6858000"/>
              <a:gd name="connsiteX1" fmla="*/ 7685017 w 9376632"/>
              <a:gd name="connsiteY1" fmla="*/ 0 h 6858000"/>
              <a:gd name="connsiteX2" fmla="*/ 7840634 w 9376632"/>
              <a:gd name="connsiteY2" fmla="*/ 134799 h 6858000"/>
              <a:gd name="connsiteX3" fmla="*/ 9376632 w 9376632"/>
              <a:gd name="connsiteY3" fmla="*/ 3605175 h 6858000"/>
              <a:gd name="connsiteX4" fmla="*/ 8158692 w 9376632"/>
              <a:gd name="connsiteY4" fmla="*/ 6757493 h 6858000"/>
              <a:gd name="connsiteX5" fmla="*/ 8062868 w 9376632"/>
              <a:gd name="connsiteY5" fmla="*/ 6858000 h 6858000"/>
              <a:gd name="connsiteX6" fmla="*/ 1313765 w 9376632"/>
              <a:gd name="connsiteY6" fmla="*/ 6858000 h 6858000"/>
              <a:gd name="connsiteX7" fmla="*/ 1217940 w 9376632"/>
              <a:gd name="connsiteY7" fmla="*/ 6757493 h 6858000"/>
              <a:gd name="connsiteX8" fmla="*/ 0 w 9376632"/>
              <a:gd name="connsiteY8" fmla="*/ 3605175 h 6858000"/>
              <a:gd name="connsiteX9" fmla="*/ 1535999 w 9376632"/>
              <a:gd name="connsiteY9" fmla="*/ 13479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376632" h="6858000">
                <a:moveTo>
                  <a:pt x="1691615" y="0"/>
                </a:moveTo>
                <a:lnTo>
                  <a:pt x="7685017" y="0"/>
                </a:lnTo>
                <a:lnTo>
                  <a:pt x="7840634" y="134799"/>
                </a:lnTo>
                <a:cubicBezTo>
                  <a:pt x="8784230" y="992423"/>
                  <a:pt x="9376632" y="2229618"/>
                  <a:pt x="9376632" y="3605175"/>
                </a:cubicBezTo>
                <a:cubicBezTo>
                  <a:pt x="9376632" y="4818903"/>
                  <a:pt x="8915419" y="5924908"/>
                  <a:pt x="8158692" y="6757493"/>
                </a:cubicBezTo>
                <a:lnTo>
                  <a:pt x="8062868" y="6858000"/>
                </a:lnTo>
                <a:lnTo>
                  <a:pt x="1313765" y="6858000"/>
                </a:lnTo>
                <a:lnTo>
                  <a:pt x="1217940" y="6757493"/>
                </a:lnTo>
                <a:cubicBezTo>
                  <a:pt x="461213" y="5924908"/>
                  <a:pt x="0" y="4818903"/>
                  <a:pt x="0" y="3605175"/>
                </a:cubicBezTo>
                <a:cubicBezTo>
                  <a:pt x="0" y="2229618"/>
                  <a:pt x="592403" y="992423"/>
                  <a:pt x="1535999" y="134799"/>
                </a:cubicBezTo>
                <a:close/>
              </a:path>
            </a:pathLst>
          </a:cu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35" name="Group 34">
            <a:extLst>
              <a:ext uri="{FF2B5EF4-FFF2-40B4-BE49-F238E27FC236}">
                <a16:creationId xmlns:a16="http://schemas.microsoft.com/office/drawing/2014/main" id="{D76D63AC-0421-45EC-B383-E79A61A78C6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303402" y="3985"/>
            <a:ext cx="9772765" cy="6858000"/>
            <a:chOff x="1303402" y="36937"/>
            <a:chExt cx="9772765" cy="6858000"/>
          </a:xfrm>
          <a:solidFill>
            <a:schemeClr val="bg1">
              <a:alpha val="30000"/>
            </a:schemeClr>
          </a:solidFill>
        </p:grpSpPr>
        <p:sp>
          <p:nvSpPr>
            <p:cNvPr id="15" name="Freeform: Shape 14">
              <a:extLst>
                <a:ext uri="{FF2B5EF4-FFF2-40B4-BE49-F238E27FC236}">
                  <a16:creationId xmlns:a16="http://schemas.microsoft.com/office/drawing/2014/main" id="{B997A32E-7032-4107-9C8B-99DB59EDD5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6937"/>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Shape 15">
              <a:extLst>
                <a:ext uri="{FF2B5EF4-FFF2-40B4-BE49-F238E27FC236}">
                  <a16:creationId xmlns:a16="http://schemas.microsoft.com/office/drawing/2014/main" id="{943BB27F-1470-42CA-91FF-D94BC691C8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6937"/>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Freeform: Shape 16">
              <a:extLst>
                <a:ext uri="{FF2B5EF4-FFF2-40B4-BE49-F238E27FC236}">
                  <a16:creationId xmlns:a16="http://schemas.microsoft.com/office/drawing/2014/main" id="{E997B002-17FD-47B3-A06A-76802FE15C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6937"/>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Freeform: Shape 17">
              <a:extLst>
                <a:ext uri="{FF2B5EF4-FFF2-40B4-BE49-F238E27FC236}">
                  <a16:creationId xmlns:a16="http://schemas.microsoft.com/office/drawing/2014/main" id="{E401EA35-9D2E-43B7-860F-EBB8A6C3E0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6937"/>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Freeform: Shape 18">
              <a:extLst>
                <a:ext uri="{FF2B5EF4-FFF2-40B4-BE49-F238E27FC236}">
                  <a16:creationId xmlns:a16="http://schemas.microsoft.com/office/drawing/2014/main" id="{F8C44827-3D81-4FF9-B4A5-5650D1B20A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6937"/>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Freeform: Shape 19">
              <a:extLst>
                <a:ext uri="{FF2B5EF4-FFF2-40B4-BE49-F238E27FC236}">
                  <a16:creationId xmlns:a16="http://schemas.microsoft.com/office/drawing/2014/main" id="{F613D97F-F6DF-4D32-AD91-209A80E7A2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8320" y="36937"/>
              <a:ext cx="9767847" cy="6858000"/>
            </a:xfrm>
            <a:custGeom>
              <a:avLst/>
              <a:gdLst>
                <a:gd name="connsiteX0" fmla="*/ 7151367 w 9767847"/>
                <a:gd name="connsiteY0" fmla="*/ 0 h 6858000"/>
                <a:gd name="connsiteX1" fmla="*/ 7881247 w 9767847"/>
                <a:gd name="connsiteY1" fmla="*/ 0 h 6858000"/>
                <a:gd name="connsiteX2" fmla="*/ 7990553 w 9767847"/>
                <a:gd name="connsiteY2" fmla="*/ 81317 h 6858000"/>
                <a:gd name="connsiteX3" fmla="*/ 9767847 w 9767847"/>
                <a:gd name="connsiteY3" fmla="*/ 3649031 h 6858000"/>
                <a:gd name="connsiteX4" fmla="*/ 8652597 w 9767847"/>
                <a:gd name="connsiteY4" fmla="*/ 6590005 h 6858000"/>
                <a:gd name="connsiteX5" fmla="*/ 8395306 w 9767847"/>
                <a:gd name="connsiteY5" fmla="*/ 6858000 h 6858000"/>
                <a:gd name="connsiteX6" fmla="*/ 6762603 w 9767847"/>
                <a:gd name="connsiteY6" fmla="*/ 6858000 h 6858000"/>
                <a:gd name="connsiteX7" fmla="*/ 6765962 w 9767847"/>
                <a:gd name="connsiteY7" fmla="*/ 6854844 h 6858000"/>
                <a:gd name="connsiteX8" fmla="*/ 6804586 w 9767847"/>
                <a:gd name="connsiteY8" fmla="*/ 6817103 h 6858000"/>
                <a:gd name="connsiteX9" fmla="*/ 6881735 w 9767847"/>
                <a:gd name="connsiteY9" fmla="*/ 6741197 h 6858000"/>
                <a:gd name="connsiteX10" fmla="*/ 6958883 w 9767847"/>
                <a:gd name="connsiteY10" fmla="*/ 6664822 h 6858000"/>
                <a:gd name="connsiteX11" fmla="*/ 7267925 w 9767847"/>
                <a:gd name="connsiteY11" fmla="*/ 6355694 h 6858000"/>
                <a:gd name="connsiteX12" fmla="*/ 7424360 w 9767847"/>
                <a:gd name="connsiteY12" fmla="*/ 6200685 h 6858000"/>
                <a:gd name="connsiteX13" fmla="*/ 7504938 w 9767847"/>
                <a:gd name="connsiteY13" fmla="*/ 6122708 h 6858000"/>
                <a:gd name="connsiteX14" fmla="*/ 7546396 w 9767847"/>
                <a:gd name="connsiteY14" fmla="*/ 6083697 h 6858000"/>
                <a:gd name="connsiteX15" fmla="*/ 7588002 w 9767847"/>
                <a:gd name="connsiteY15" fmla="*/ 6045532 h 6858000"/>
                <a:gd name="connsiteX16" fmla="*/ 7631000 w 9767847"/>
                <a:gd name="connsiteY16" fmla="*/ 6006709 h 6858000"/>
                <a:gd name="connsiteX17" fmla="*/ 7675440 w 9767847"/>
                <a:gd name="connsiteY17" fmla="*/ 5968309 h 6858000"/>
                <a:gd name="connsiteX18" fmla="*/ 7720626 w 9767847"/>
                <a:gd name="connsiteY18" fmla="*/ 5930851 h 6858000"/>
                <a:gd name="connsiteX19" fmla="*/ 7766458 w 9767847"/>
                <a:gd name="connsiteY19" fmla="*/ 5894334 h 6858000"/>
                <a:gd name="connsiteX20" fmla="*/ 7955254 w 9767847"/>
                <a:gd name="connsiteY20" fmla="*/ 5756828 h 6858000"/>
                <a:gd name="connsiteX21" fmla="*/ 8352678 w 9767847"/>
                <a:gd name="connsiteY21" fmla="*/ 5517630 h 6858000"/>
                <a:gd name="connsiteX22" fmla="*/ 8451350 w 9767847"/>
                <a:gd name="connsiteY22" fmla="*/ 5465254 h 6858000"/>
                <a:gd name="connsiteX23" fmla="*/ 8548532 w 9767847"/>
                <a:gd name="connsiteY23" fmla="*/ 5413395 h 6858000"/>
                <a:gd name="connsiteX24" fmla="*/ 8729473 w 9767847"/>
                <a:gd name="connsiteY24" fmla="*/ 5309961 h 6858000"/>
                <a:gd name="connsiteX25" fmla="*/ 8770781 w 9767847"/>
                <a:gd name="connsiteY25" fmla="*/ 5283232 h 6858000"/>
                <a:gd name="connsiteX26" fmla="*/ 8790964 w 9767847"/>
                <a:gd name="connsiteY26" fmla="*/ 5269492 h 6858000"/>
                <a:gd name="connsiteX27" fmla="*/ 8810499 w 9767847"/>
                <a:gd name="connsiteY27" fmla="*/ 5255703 h 6858000"/>
                <a:gd name="connsiteX28" fmla="*/ 8883571 w 9767847"/>
                <a:gd name="connsiteY28" fmla="*/ 5198479 h 6858000"/>
                <a:gd name="connsiteX29" fmla="*/ 9006651 w 9767847"/>
                <a:gd name="connsiteY29" fmla="*/ 5070527 h 6858000"/>
                <a:gd name="connsiteX30" fmla="*/ 9033494 w 9767847"/>
                <a:gd name="connsiteY30" fmla="*/ 5034105 h 6858000"/>
                <a:gd name="connsiteX31" fmla="*/ 9040305 w 9767847"/>
                <a:gd name="connsiteY31" fmla="*/ 5024551 h 6858000"/>
                <a:gd name="connsiteX32" fmla="*/ 9046568 w 9767847"/>
                <a:gd name="connsiteY32" fmla="*/ 5015281 h 6858000"/>
                <a:gd name="connsiteX33" fmla="*/ 9058846 w 9767847"/>
                <a:gd name="connsiteY33" fmla="*/ 4996645 h 6858000"/>
                <a:gd name="connsiteX34" fmla="*/ 9104529 w 9767847"/>
                <a:gd name="connsiteY34" fmla="*/ 4918105 h 6858000"/>
                <a:gd name="connsiteX35" fmla="*/ 9181081 w 9767847"/>
                <a:gd name="connsiteY35" fmla="*/ 4744694 h 6858000"/>
                <a:gd name="connsiteX36" fmla="*/ 9240731 w 9767847"/>
                <a:gd name="connsiteY36" fmla="*/ 4557872 h 6858000"/>
                <a:gd name="connsiteX37" fmla="*/ 9265388 w 9767847"/>
                <a:gd name="connsiteY37" fmla="*/ 4461073 h 6858000"/>
                <a:gd name="connsiteX38" fmla="*/ 9276571 w 9767847"/>
                <a:gd name="connsiteY38" fmla="*/ 4411943 h 6858000"/>
                <a:gd name="connsiteX39" fmla="*/ 9281841 w 9767847"/>
                <a:gd name="connsiteY39" fmla="*/ 4387379 h 6858000"/>
                <a:gd name="connsiteX40" fmla="*/ 9286513 w 9767847"/>
                <a:gd name="connsiteY40" fmla="*/ 4364838 h 6858000"/>
                <a:gd name="connsiteX41" fmla="*/ 9296754 w 9767847"/>
                <a:gd name="connsiteY41" fmla="*/ 4312038 h 6858000"/>
                <a:gd name="connsiteX42" fmla="*/ 9301029 w 9767847"/>
                <a:gd name="connsiteY42" fmla="*/ 4289074 h 6858000"/>
                <a:gd name="connsiteX43" fmla="*/ 9302818 w 9767847"/>
                <a:gd name="connsiteY43" fmla="*/ 4278581 h 6858000"/>
                <a:gd name="connsiteX44" fmla="*/ 9304658 w 9767847"/>
                <a:gd name="connsiteY44" fmla="*/ 4266816 h 6858000"/>
                <a:gd name="connsiteX45" fmla="*/ 9312810 w 9767847"/>
                <a:gd name="connsiteY45" fmla="*/ 4215945 h 6858000"/>
                <a:gd name="connsiteX46" fmla="*/ 9316887 w 9767847"/>
                <a:gd name="connsiteY46" fmla="*/ 4190486 h 6858000"/>
                <a:gd name="connsiteX47" fmla="*/ 9318923 w 9767847"/>
                <a:gd name="connsiteY47" fmla="*/ 4177780 h 6858000"/>
                <a:gd name="connsiteX48" fmla="*/ 9320515 w 9767847"/>
                <a:gd name="connsiteY48" fmla="*/ 4164886 h 6858000"/>
                <a:gd name="connsiteX49" fmla="*/ 9332445 w 9767847"/>
                <a:gd name="connsiteY49" fmla="*/ 4064981 h 6858000"/>
                <a:gd name="connsiteX50" fmla="*/ 9336173 w 9767847"/>
                <a:gd name="connsiteY50" fmla="*/ 4018676 h 6858000"/>
                <a:gd name="connsiteX51" fmla="*/ 9340199 w 9767847"/>
                <a:gd name="connsiteY51" fmla="*/ 3965171 h 6858000"/>
                <a:gd name="connsiteX52" fmla="*/ 9347557 w 9767847"/>
                <a:gd name="connsiteY52" fmla="*/ 3765972 h 6858000"/>
                <a:gd name="connsiteX53" fmla="*/ 9346364 w 9767847"/>
                <a:gd name="connsiteY53" fmla="*/ 3664938 h 6858000"/>
                <a:gd name="connsiteX54" fmla="*/ 9344921 w 9767847"/>
                <a:gd name="connsiteY54" fmla="*/ 3615243 h 6858000"/>
                <a:gd name="connsiteX55" fmla="*/ 9344524 w 9767847"/>
                <a:gd name="connsiteY55" fmla="*/ 3603526 h 6858000"/>
                <a:gd name="connsiteX56" fmla="*/ 9343728 w 9767847"/>
                <a:gd name="connsiteY56" fmla="*/ 3590774 h 6858000"/>
                <a:gd name="connsiteX57" fmla="*/ 9342188 w 9767847"/>
                <a:gd name="connsiteY57" fmla="*/ 3565268 h 6858000"/>
                <a:gd name="connsiteX58" fmla="*/ 9339056 w 9767847"/>
                <a:gd name="connsiteY58" fmla="*/ 3514256 h 6858000"/>
                <a:gd name="connsiteX59" fmla="*/ 9334334 w 9767847"/>
                <a:gd name="connsiteY59" fmla="*/ 3463057 h 6858000"/>
                <a:gd name="connsiteX60" fmla="*/ 9329363 w 9767847"/>
                <a:gd name="connsiteY60" fmla="*/ 3411810 h 6858000"/>
                <a:gd name="connsiteX61" fmla="*/ 9328319 w 9767847"/>
                <a:gd name="connsiteY61" fmla="*/ 3400657 h 6858000"/>
                <a:gd name="connsiteX62" fmla="*/ 9327177 w 9767847"/>
                <a:gd name="connsiteY62" fmla="*/ 3390116 h 6858000"/>
                <a:gd name="connsiteX63" fmla="*/ 9324293 w 9767847"/>
                <a:gd name="connsiteY63" fmla="*/ 3366774 h 6858000"/>
                <a:gd name="connsiteX64" fmla="*/ 9320763 w 9767847"/>
                <a:gd name="connsiteY64" fmla="*/ 3340329 h 6858000"/>
                <a:gd name="connsiteX65" fmla="*/ 9317184 w 9767847"/>
                <a:gd name="connsiteY65" fmla="*/ 3311245 h 6858000"/>
                <a:gd name="connsiteX66" fmla="*/ 9311021 w 9767847"/>
                <a:gd name="connsiteY66" fmla="*/ 3266211 h 6858000"/>
                <a:gd name="connsiteX67" fmla="*/ 9302719 w 9767847"/>
                <a:gd name="connsiteY67" fmla="*/ 3215717 h 6858000"/>
                <a:gd name="connsiteX68" fmla="*/ 9293970 w 9767847"/>
                <a:gd name="connsiteY68" fmla="*/ 3165789 h 6858000"/>
                <a:gd name="connsiteX69" fmla="*/ 9252065 w 9767847"/>
                <a:gd name="connsiteY69" fmla="*/ 2967107 h 6858000"/>
                <a:gd name="connsiteX70" fmla="*/ 9227211 w 9767847"/>
                <a:gd name="connsiteY70" fmla="*/ 2868473 h 6858000"/>
                <a:gd name="connsiteX71" fmla="*/ 9220699 w 9767847"/>
                <a:gd name="connsiteY71" fmla="*/ 2844426 h 6858000"/>
                <a:gd name="connsiteX72" fmla="*/ 9213740 w 9767847"/>
                <a:gd name="connsiteY72" fmla="*/ 2820191 h 6858000"/>
                <a:gd name="connsiteX73" fmla="*/ 9199374 w 9767847"/>
                <a:gd name="connsiteY73" fmla="*/ 2771438 h 6858000"/>
                <a:gd name="connsiteX74" fmla="*/ 9061829 w 9767847"/>
                <a:gd name="connsiteY74" fmla="*/ 2385418 h 6858000"/>
                <a:gd name="connsiteX75" fmla="*/ 8978865 w 9767847"/>
                <a:gd name="connsiteY75" fmla="*/ 2196855 h 6858000"/>
                <a:gd name="connsiteX76" fmla="*/ 8956694 w 9767847"/>
                <a:gd name="connsiteY76" fmla="*/ 2150219 h 6858000"/>
                <a:gd name="connsiteX77" fmla="*/ 8934176 w 9767847"/>
                <a:gd name="connsiteY77" fmla="*/ 2103914 h 6858000"/>
                <a:gd name="connsiteX78" fmla="*/ 8887151 w 9767847"/>
                <a:gd name="connsiteY78" fmla="*/ 2011350 h 6858000"/>
                <a:gd name="connsiteX79" fmla="*/ 8787533 w 9767847"/>
                <a:gd name="connsiteY79" fmla="*/ 1828527 h 6858000"/>
                <a:gd name="connsiteX80" fmla="*/ 8761485 w 9767847"/>
                <a:gd name="connsiteY80" fmla="*/ 1783398 h 6858000"/>
                <a:gd name="connsiteX81" fmla="*/ 8734791 w 9767847"/>
                <a:gd name="connsiteY81" fmla="*/ 1737893 h 6858000"/>
                <a:gd name="connsiteX82" fmla="*/ 8680808 w 9767847"/>
                <a:gd name="connsiteY82" fmla="*/ 1648812 h 6858000"/>
                <a:gd name="connsiteX83" fmla="*/ 8567024 w 9767847"/>
                <a:gd name="connsiteY83" fmla="*/ 1472906 h 6858000"/>
                <a:gd name="connsiteX84" fmla="*/ 8537446 w 9767847"/>
                <a:gd name="connsiteY84" fmla="*/ 1429330 h 6858000"/>
                <a:gd name="connsiteX85" fmla="*/ 8507423 w 9767847"/>
                <a:gd name="connsiteY85" fmla="*/ 1385896 h 6858000"/>
                <a:gd name="connsiteX86" fmla="*/ 8446529 w 9767847"/>
                <a:gd name="connsiteY86" fmla="*/ 1300295 h 6858000"/>
                <a:gd name="connsiteX87" fmla="*/ 8319224 w 9767847"/>
                <a:gd name="connsiteY87" fmla="*/ 1131026 h 6858000"/>
                <a:gd name="connsiteX88" fmla="*/ 8286366 w 9767847"/>
                <a:gd name="connsiteY88" fmla="*/ 1089050 h 6858000"/>
                <a:gd name="connsiteX89" fmla="*/ 8270161 w 9767847"/>
                <a:gd name="connsiteY89" fmla="*/ 1068439 h 6858000"/>
                <a:gd name="connsiteX90" fmla="*/ 8253856 w 9767847"/>
                <a:gd name="connsiteY90" fmla="*/ 1048156 h 6858000"/>
                <a:gd name="connsiteX91" fmla="*/ 8186352 w 9767847"/>
                <a:gd name="connsiteY91" fmla="*/ 966275 h 6858000"/>
                <a:gd name="connsiteX92" fmla="*/ 8046768 w 9767847"/>
                <a:gd name="connsiteY92" fmla="*/ 805429 h 6858000"/>
                <a:gd name="connsiteX93" fmla="*/ 8010927 w 9767847"/>
                <a:gd name="connsiteY93" fmla="*/ 765853 h 6858000"/>
                <a:gd name="connsiteX94" fmla="*/ 7974788 w 9767847"/>
                <a:gd name="connsiteY94" fmla="*/ 726653 h 6858000"/>
                <a:gd name="connsiteX95" fmla="*/ 7901070 w 9767847"/>
                <a:gd name="connsiteY95" fmla="*/ 648724 h 6858000"/>
                <a:gd name="connsiteX96" fmla="*/ 7750054 w 9767847"/>
                <a:gd name="connsiteY96" fmla="*/ 497008 h 6858000"/>
                <a:gd name="connsiteX97" fmla="*/ 7592277 w 9767847"/>
                <a:gd name="connsiteY97" fmla="*/ 351221 h 6858000"/>
                <a:gd name="connsiteX98" fmla="*/ 7257734 w 9767847"/>
                <a:gd name="connsiteY98" fmla="*/ 76964 h 6858000"/>
                <a:gd name="connsiteX99" fmla="*/ 1886601 w 9767847"/>
                <a:gd name="connsiteY99" fmla="*/ 0 h 6858000"/>
                <a:gd name="connsiteX100" fmla="*/ 2292926 w 9767847"/>
                <a:gd name="connsiteY100" fmla="*/ 0 h 6858000"/>
                <a:gd name="connsiteX101" fmla="*/ 2135542 w 9767847"/>
                <a:gd name="connsiteY101" fmla="*/ 117781 h 6858000"/>
                <a:gd name="connsiteX102" fmla="*/ 1969576 w 9767847"/>
                <a:gd name="connsiteY102" fmla="*/ 254986 h 6858000"/>
                <a:gd name="connsiteX103" fmla="*/ 1659938 w 9767847"/>
                <a:gd name="connsiteY103" fmla="*/ 549855 h 6858000"/>
                <a:gd name="connsiteX104" fmla="*/ 729383 w 9767847"/>
                <a:gd name="connsiteY104" fmla="*/ 1936480 h 6858000"/>
                <a:gd name="connsiteX105" fmla="*/ 578465 w 9767847"/>
                <a:gd name="connsiteY105" fmla="*/ 2320807 h 6858000"/>
                <a:gd name="connsiteX106" fmla="*/ 465080 w 9767847"/>
                <a:gd name="connsiteY106" fmla="*/ 2714875 h 6858000"/>
                <a:gd name="connsiteX107" fmla="*/ 423820 w 9767847"/>
                <a:gd name="connsiteY107" fmla="*/ 2915436 h 6858000"/>
                <a:gd name="connsiteX108" fmla="*/ 392355 w 9767847"/>
                <a:gd name="connsiteY108" fmla="*/ 3118071 h 6858000"/>
                <a:gd name="connsiteX109" fmla="*/ 358801 w 9767847"/>
                <a:gd name="connsiteY109" fmla="*/ 3526915 h 6858000"/>
                <a:gd name="connsiteX110" fmla="*/ 410350 w 9767847"/>
                <a:gd name="connsiteY110" fmla="*/ 4348226 h 6858000"/>
                <a:gd name="connsiteX111" fmla="*/ 449022 w 9767847"/>
                <a:gd name="connsiteY111" fmla="*/ 4551049 h 6858000"/>
                <a:gd name="connsiteX112" fmla="*/ 498882 w 9767847"/>
                <a:gd name="connsiteY112" fmla="*/ 4752365 h 6858000"/>
                <a:gd name="connsiteX113" fmla="*/ 559775 w 9767847"/>
                <a:gd name="connsiteY113" fmla="*/ 4951657 h 6858000"/>
                <a:gd name="connsiteX114" fmla="*/ 631406 w 9767847"/>
                <a:gd name="connsiteY114" fmla="*/ 5147986 h 6858000"/>
                <a:gd name="connsiteX115" fmla="*/ 1023461 w 9767847"/>
                <a:gd name="connsiteY115" fmla="*/ 5893957 h 6858000"/>
                <a:gd name="connsiteX116" fmla="*/ 1575880 w 9767847"/>
                <a:gd name="connsiteY116" fmla="*/ 6547646 h 6858000"/>
                <a:gd name="connsiteX117" fmla="*/ 1905228 w 9767847"/>
                <a:gd name="connsiteY117" fmla="*/ 6829468 h 6858000"/>
                <a:gd name="connsiteX118" fmla="*/ 1944230 w 9767847"/>
                <a:gd name="connsiteY118" fmla="*/ 6858000 h 6858000"/>
                <a:gd name="connsiteX119" fmla="*/ 1372541 w 9767847"/>
                <a:gd name="connsiteY119" fmla="*/ 6858000 h 6858000"/>
                <a:gd name="connsiteX120" fmla="*/ 1115251 w 9767847"/>
                <a:gd name="connsiteY120" fmla="*/ 6590005 h 6858000"/>
                <a:gd name="connsiteX121" fmla="*/ 0 w 9767847"/>
                <a:gd name="connsiteY121" fmla="*/ 3649031 h 6858000"/>
                <a:gd name="connsiteX122" fmla="*/ 1777294 w 9767847"/>
                <a:gd name="connsiteY122" fmla="*/ 813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9767847" h="6858000">
                  <a:moveTo>
                    <a:pt x="7151367" y="0"/>
                  </a:moveTo>
                  <a:lnTo>
                    <a:pt x="7881247" y="0"/>
                  </a:lnTo>
                  <a:lnTo>
                    <a:pt x="7990553" y="81317"/>
                  </a:lnTo>
                  <a:cubicBezTo>
                    <a:pt x="9075991" y="929334"/>
                    <a:pt x="9767847" y="2212695"/>
                    <a:pt x="9767847" y="3649031"/>
                  </a:cubicBezTo>
                  <a:cubicBezTo>
                    <a:pt x="9767847" y="4766182"/>
                    <a:pt x="9349317" y="5790792"/>
                    <a:pt x="8652597" y="6590005"/>
                  </a:cubicBezTo>
                  <a:lnTo>
                    <a:pt x="8395306" y="6858000"/>
                  </a:lnTo>
                  <a:lnTo>
                    <a:pt x="6762603" y="6858000"/>
                  </a:lnTo>
                  <a:lnTo>
                    <a:pt x="6765962" y="6854844"/>
                  </a:lnTo>
                  <a:cubicBezTo>
                    <a:pt x="6779036" y="6842703"/>
                    <a:pt x="6791663" y="6829621"/>
                    <a:pt x="6804586" y="6817103"/>
                  </a:cubicBezTo>
                  <a:lnTo>
                    <a:pt x="6881735" y="6741197"/>
                  </a:lnTo>
                  <a:cubicBezTo>
                    <a:pt x="6907435" y="6715881"/>
                    <a:pt x="6933134" y="6690798"/>
                    <a:pt x="6958883" y="6664822"/>
                  </a:cubicBezTo>
                  <a:lnTo>
                    <a:pt x="7267925" y="6355694"/>
                  </a:lnTo>
                  <a:lnTo>
                    <a:pt x="7424360" y="6200685"/>
                  </a:lnTo>
                  <a:cubicBezTo>
                    <a:pt x="7450754" y="6174802"/>
                    <a:pt x="7477598" y="6148731"/>
                    <a:pt x="7504938" y="6122708"/>
                  </a:cubicBezTo>
                  <a:lnTo>
                    <a:pt x="7546396" y="6083697"/>
                  </a:lnTo>
                  <a:cubicBezTo>
                    <a:pt x="7560264" y="6070803"/>
                    <a:pt x="7574780" y="6057532"/>
                    <a:pt x="7588002" y="6045532"/>
                  </a:cubicBezTo>
                  <a:lnTo>
                    <a:pt x="7631000" y="6006709"/>
                  </a:lnTo>
                  <a:lnTo>
                    <a:pt x="7675440" y="5968309"/>
                  </a:lnTo>
                  <a:cubicBezTo>
                    <a:pt x="7690404" y="5955698"/>
                    <a:pt x="7705564" y="5943321"/>
                    <a:pt x="7720626" y="5930851"/>
                  </a:cubicBezTo>
                  <a:cubicBezTo>
                    <a:pt x="7735738" y="5918427"/>
                    <a:pt x="7751197" y="5906521"/>
                    <a:pt x="7766458" y="5894334"/>
                  </a:cubicBezTo>
                  <a:cubicBezTo>
                    <a:pt x="7827949" y="5846192"/>
                    <a:pt x="7890979" y="5800499"/>
                    <a:pt x="7955254" y="5756828"/>
                  </a:cubicBezTo>
                  <a:cubicBezTo>
                    <a:pt x="8083800" y="5669534"/>
                    <a:pt x="8216872" y="5590336"/>
                    <a:pt x="8352678" y="5517630"/>
                  </a:cubicBezTo>
                  <a:lnTo>
                    <a:pt x="8451350" y="5465254"/>
                  </a:lnTo>
                  <a:lnTo>
                    <a:pt x="8548532" y="5413395"/>
                  </a:lnTo>
                  <a:cubicBezTo>
                    <a:pt x="8612110" y="5379090"/>
                    <a:pt x="8673251" y="5345208"/>
                    <a:pt x="8729473" y="5309961"/>
                  </a:cubicBezTo>
                  <a:cubicBezTo>
                    <a:pt x="8743591" y="5301115"/>
                    <a:pt x="8757161" y="5292361"/>
                    <a:pt x="8770781" y="5283232"/>
                  </a:cubicBezTo>
                  <a:cubicBezTo>
                    <a:pt x="8777591" y="5278667"/>
                    <a:pt x="8784451" y="5274103"/>
                    <a:pt x="8790964" y="5269492"/>
                  </a:cubicBezTo>
                  <a:cubicBezTo>
                    <a:pt x="8797574" y="5264879"/>
                    <a:pt x="8804235" y="5260314"/>
                    <a:pt x="8810499" y="5255703"/>
                  </a:cubicBezTo>
                  <a:cubicBezTo>
                    <a:pt x="8835999" y="5237303"/>
                    <a:pt x="8860407" y="5218291"/>
                    <a:pt x="8883571" y="5198479"/>
                  </a:cubicBezTo>
                  <a:cubicBezTo>
                    <a:pt x="8929900" y="5158856"/>
                    <a:pt x="8971258" y="5116315"/>
                    <a:pt x="9006651" y="5070527"/>
                  </a:cubicBezTo>
                  <a:cubicBezTo>
                    <a:pt x="9015351" y="5059328"/>
                    <a:pt x="9024398" y="5046857"/>
                    <a:pt x="9033494" y="5034105"/>
                  </a:cubicBezTo>
                  <a:lnTo>
                    <a:pt x="9040305" y="5024551"/>
                  </a:lnTo>
                  <a:lnTo>
                    <a:pt x="9046568" y="5015281"/>
                  </a:lnTo>
                  <a:cubicBezTo>
                    <a:pt x="9050743" y="5009163"/>
                    <a:pt x="9054819" y="5002952"/>
                    <a:pt x="9058846" y="4996645"/>
                  </a:cubicBezTo>
                  <a:cubicBezTo>
                    <a:pt x="9075002" y="4971517"/>
                    <a:pt x="9090212" y="4945305"/>
                    <a:pt x="9104529" y="4918105"/>
                  </a:cubicBezTo>
                  <a:cubicBezTo>
                    <a:pt x="9133211" y="4863752"/>
                    <a:pt x="9158313" y="4805447"/>
                    <a:pt x="9181081" y="4744694"/>
                  </a:cubicBezTo>
                  <a:cubicBezTo>
                    <a:pt x="9203748" y="4684178"/>
                    <a:pt x="9223383" y="4621778"/>
                    <a:pt x="9240731" y="4557872"/>
                  </a:cubicBezTo>
                  <a:cubicBezTo>
                    <a:pt x="9249481" y="4525966"/>
                    <a:pt x="9257682" y="4493684"/>
                    <a:pt x="9265388" y="4461073"/>
                  </a:cubicBezTo>
                  <a:cubicBezTo>
                    <a:pt x="9269215" y="4444744"/>
                    <a:pt x="9272943" y="4428367"/>
                    <a:pt x="9276571" y="4411943"/>
                  </a:cubicBezTo>
                  <a:lnTo>
                    <a:pt x="9281841" y="4387379"/>
                  </a:lnTo>
                  <a:lnTo>
                    <a:pt x="9286513" y="4364838"/>
                  </a:lnTo>
                  <a:lnTo>
                    <a:pt x="9296754" y="4312038"/>
                  </a:lnTo>
                  <a:lnTo>
                    <a:pt x="9301029" y="4289074"/>
                  </a:lnTo>
                  <a:lnTo>
                    <a:pt x="9302818" y="4278581"/>
                  </a:lnTo>
                  <a:lnTo>
                    <a:pt x="9304658" y="4266816"/>
                  </a:lnTo>
                  <a:lnTo>
                    <a:pt x="9312810" y="4215945"/>
                  </a:lnTo>
                  <a:lnTo>
                    <a:pt x="9316887" y="4190486"/>
                  </a:lnTo>
                  <a:lnTo>
                    <a:pt x="9318923" y="4177780"/>
                  </a:lnTo>
                  <a:cubicBezTo>
                    <a:pt x="9319570" y="4173546"/>
                    <a:pt x="9319969" y="4169169"/>
                    <a:pt x="9320515" y="4164886"/>
                  </a:cubicBezTo>
                  <a:lnTo>
                    <a:pt x="9332445" y="4064981"/>
                  </a:lnTo>
                  <a:cubicBezTo>
                    <a:pt x="9333836" y="4052370"/>
                    <a:pt x="9334880" y="4036888"/>
                    <a:pt x="9336173" y="4018676"/>
                  </a:cubicBezTo>
                  <a:lnTo>
                    <a:pt x="9340199" y="3965171"/>
                  </a:lnTo>
                  <a:cubicBezTo>
                    <a:pt x="9345071" y="3899806"/>
                    <a:pt x="9347358" y="3832983"/>
                    <a:pt x="9347557" y="3765972"/>
                  </a:cubicBezTo>
                  <a:cubicBezTo>
                    <a:pt x="9347656" y="3732420"/>
                    <a:pt x="9347209" y="3698773"/>
                    <a:pt x="9346364" y="3664938"/>
                  </a:cubicBezTo>
                  <a:lnTo>
                    <a:pt x="9344921" y="3615243"/>
                  </a:lnTo>
                  <a:lnTo>
                    <a:pt x="9344524" y="3603526"/>
                  </a:lnTo>
                  <a:lnTo>
                    <a:pt x="9343728" y="3590774"/>
                  </a:lnTo>
                  <a:lnTo>
                    <a:pt x="9342188" y="3565268"/>
                  </a:lnTo>
                  <a:lnTo>
                    <a:pt x="9339056" y="3514256"/>
                  </a:lnTo>
                  <a:cubicBezTo>
                    <a:pt x="9337914" y="3497221"/>
                    <a:pt x="9335874" y="3480138"/>
                    <a:pt x="9334334" y="3463057"/>
                  </a:cubicBezTo>
                  <a:lnTo>
                    <a:pt x="9329363" y="3411810"/>
                  </a:lnTo>
                  <a:lnTo>
                    <a:pt x="9328319" y="3400657"/>
                  </a:lnTo>
                  <a:lnTo>
                    <a:pt x="9327177" y="3390116"/>
                  </a:lnTo>
                  <a:lnTo>
                    <a:pt x="9324293" y="3366774"/>
                  </a:lnTo>
                  <a:lnTo>
                    <a:pt x="9320763" y="3340329"/>
                  </a:lnTo>
                  <a:lnTo>
                    <a:pt x="9317184" y="3311245"/>
                  </a:lnTo>
                  <a:cubicBezTo>
                    <a:pt x="9315594" y="3296893"/>
                    <a:pt x="9313506" y="3282306"/>
                    <a:pt x="9311021" y="3266211"/>
                  </a:cubicBezTo>
                  <a:lnTo>
                    <a:pt x="9302719" y="3215717"/>
                  </a:lnTo>
                  <a:cubicBezTo>
                    <a:pt x="9299936" y="3199059"/>
                    <a:pt x="9297003" y="3182400"/>
                    <a:pt x="9293970" y="3165789"/>
                  </a:cubicBezTo>
                  <a:cubicBezTo>
                    <a:pt x="9281891" y="3099295"/>
                    <a:pt x="9267674" y="3033084"/>
                    <a:pt x="9252065" y="2967107"/>
                  </a:cubicBezTo>
                  <a:cubicBezTo>
                    <a:pt x="9244261" y="2934167"/>
                    <a:pt x="9235959" y="2901273"/>
                    <a:pt x="9227211" y="2868473"/>
                  </a:cubicBezTo>
                  <a:lnTo>
                    <a:pt x="9220699" y="2844426"/>
                  </a:lnTo>
                  <a:lnTo>
                    <a:pt x="9213740" y="2820191"/>
                  </a:lnTo>
                  <a:cubicBezTo>
                    <a:pt x="9209216" y="2804049"/>
                    <a:pt x="9204345" y="2787768"/>
                    <a:pt x="9199374" y="2771438"/>
                  </a:cubicBezTo>
                  <a:cubicBezTo>
                    <a:pt x="9159855" y="2641086"/>
                    <a:pt x="9114272" y="2512099"/>
                    <a:pt x="9061829" y="2385418"/>
                  </a:cubicBezTo>
                  <a:cubicBezTo>
                    <a:pt x="9035582" y="2322077"/>
                    <a:pt x="9008043" y="2259160"/>
                    <a:pt x="8978865" y="2196855"/>
                  </a:cubicBezTo>
                  <a:lnTo>
                    <a:pt x="8956694" y="2150219"/>
                  </a:lnTo>
                  <a:lnTo>
                    <a:pt x="8934176" y="2103914"/>
                  </a:lnTo>
                  <a:cubicBezTo>
                    <a:pt x="8918915" y="2073091"/>
                    <a:pt x="8903157" y="2042032"/>
                    <a:pt x="8887151" y="2011350"/>
                  </a:cubicBezTo>
                  <a:cubicBezTo>
                    <a:pt x="8854988" y="1949891"/>
                    <a:pt x="8822082" y="1888810"/>
                    <a:pt x="8787533" y="1828527"/>
                  </a:cubicBezTo>
                  <a:lnTo>
                    <a:pt x="8761485" y="1783398"/>
                  </a:lnTo>
                  <a:lnTo>
                    <a:pt x="8734791" y="1737893"/>
                  </a:lnTo>
                  <a:cubicBezTo>
                    <a:pt x="8717047" y="1707823"/>
                    <a:pt x="8699200" y="1678363"/>
                    <a:pt x="8680808" y="1648812"/>
                  </a:cubicBezTo>
                  <a:cubicBezTo>
                    <a:pt x="8644322" y="1589658"/>
                    <a:pt x="8606194" y="1531118"/>
                    <a:pt x="8567024" y="1472906"/>
                  </a:cubicBezTo>
                  <a:lnTo>
                    <a:pt x="8537446" y="1429330"/>
                  </a:lnTo>
                  <a:lnTo>
                    <a:pt x="8507423" y="1385896"/>
                  </a:lnTo>
                  <a:cubicBezTo>
                    <a:pt x="8487390" y="1357284"/>
                    <a:pt x="8467158" y="1328719"/>
                    <a:pt x="8446529" y="1300295"/>
                  </a:cubicBezTo>
                  <a:cubicBezTo>
                    <a:pt x="8405271" y="1243496"/>
                    <a:pt x="8362718" y="1187120"/>
                    <a:pt x="8319224" y="1131026"/>
                  </a:cubicBezTo>
                  <a:lnTo>
                    <a:pt x="8286366" y="1089050"/>
                  </a:lnTo>
                  <a:lnTo>
                    <a:pt x="8270161" y="1068439"/>
                  </a:lnTo>
                  <a:lnTo>
                    <a:pt x="8253856" y="1048156"/>
                  </a:lnTo>
                  <a:cubicBezTo>
                    <a:pt x="8231636" y="1020675"/>
                    <a:pt x="8209117" y="993381"/>
                    <a:pt x="8186352" y="966275"/>
                  </a:cubicBezTo>
                  <a:cubicBezTo>
                    <a:pt x="8140917" y="911922"/>
                    <a:pt x="8094240" y="858417"/>
                    <a:pt x="8046768" y="805429"/>
                  </a:cubicBezTo>
                  <a:lnTo>
                    <a:pt x="8010927" y="765853"/>
                  </a:lnTo>
                  <a:lnTo>
                    <a:pt x="7974788" y="726653"/>
                  </a:lnTo>
                  <a:cubicBezTo>
                    <a:pt x="7950382" y="700489"/>
                    <a:pt x="7925824" y="674465"/>
                    <a:pt x="7901070" y="648724"/>
                  </a:cubicBezTo>
                  <a:cubicBezTo>
                    <a:pt x="7851510" y="597289"/>
                    <a:pt x="7801404" y="546514"/>
                    <a:pt x="7750054" y="497008"/>
                  </a:cubicBezTo>
                  <a:cubicBezTo>
                    <a:pt x="7698902" y="447644"/>
                    <a:pt x="7645913" y="398938"/>
                    <a:pt x="7592277" y="351221"/>
                  </a:cubicBezTo>
                  <a:cubicBezTo>
                    <a:pt x="7484856" y="255786"/>
                    <a:pt x="7373308" y="164304"/>
                    <a:pt x="7257734" y="76964"/>
                  </a:cubicBezTo>
                  <a:close/>
                  <a:moveTo>
                    <a:pt x="1886601" y="0"/>
                  </a:moveTo>
                  <a:lnTo>
                    <a:pt x="2292926" y="0"/>
                  </a:lnTo>
                  <a:lnTo>
                    <a:pt x="2135542" y="117781"/>
                  </a:lnTo>
                  <a:cubicBezTo>
                    <a:pt x="2078998" y="162280"/>
                    <a:pt x="2023659" y="208045"/>
                    <a:pt x="1969576" y="254986"/>
                  </a:cubicBezTo>
                  <a:cubicBezTo>
                    <a:pt x="1861309" y="348820"/>
                    <a:pt x="1758064" y="447314"/>
                    <a:pt x="1659938" y="549855"/>
                  </a:cubicBezTo>
                  <a:cubicBezTo>
                    <a:pt x="1266987" y="960346"/>
                    <a:pt x="953820" y="1431495"/>
                    <a:pt x="729383" y="1936480"/>
                  </a:cubicBezTo>
                  <a:cubicBezTo>
                    <a:pt x="673260" y="2062362"/>
                    <a:pt x="622855" y="2190972"/>
                    <a:pt x="578465" y="2320807"/>
                  </a:cubicBezTo>
                  <a:cubicBezTo>
                    <a:pt x="534125" y="2450687"/>
                    <a:pt x="496147" y="2582216"/>
                    <a:pt x="465080" y="2714875"/>
                  </a:cubicBezTo>
                  <a:cubicBezTo>
                    <a:pt x="449769" y="2780991"/>
                    <a:pt x="435850" y="2848191"/>
                    <a:pt x="423820" y="2915436"/>
                  </a:cubicBezTo>
                  <a:cubicBezTo>
                    <a:pt x="411840" y="2982731"/>
                    <a:pt x="401054" y="3050260"/>
                    <a:pt x="392355" y="3118071"/>
                  </a:cubicBezTo>
                  <a:cubicBezTo>
                    <a:pt x="374509" y="3253646"/>
                    <a:pt x="363424" y="3389880"/>
                    <a:pt x="358801" y="3526915"/>
                  </a:cubicBezTo>
                  <a:cubicBezTo>
                    <a:pt x="349009" y="3800843"/>
                    <a:pt x="366357" y="4075570"/>
                    <a:pt x="410350" y="4348226"/>
                  </a:cubicBezTo>
                  <a:cubicBezTo>
                    <a:pt x="421286" y="4416132"/>
                    <a:pt x="434209" y="4483660"/>
                    <a:pt x="449022" y="4551049"/>
                  </a:cubicBezTo>
                  <a:cubicBezTo>
                    <a:pt x="463737" y="4618436"/>
                    <a:pt x="480389" y="4685588"/>
                    <a:pt x="498882" y="4752365"/>
                  </a:cubicBezTo>
                  <a:cubicBezTo>
                    <a:pt x="517373" y="4819141"/>
                    <a:pt x="537704" y="4885635"/>
                    <a:pt x="559775" y="4951657"/>
                  </a:cubicBezTo>
                  <a:cubicBezTo>
                    <a:pt x="581946" y="5017775"/>
                    <a:pt x="605358" y="5083375"/>
                    <a:pt x="631406" y="5147986"/>
                  </a:cubicBezTo>
                  <a:cubicBezTo>
                    <a:pt x="734055" y="5407608"/>
                    <a:pt x="865188" y="5658570"/>
                    <a:pt x="1023461" y="5893957"/>
                  </a:cubicBezTo>
                  <a:cubicBezTo>
                    <a:pt x="1181487" y="6129578"/>
                    <a:pt x="1367051" y="6349247"/>
                    <a:pt x="1575880" y="6547646"/>
                  </a:cubicBezTo>
                  <a:cubicBezTo>
                    <a:pt x="1680269" y="6646916"/>
                    <a:pt x="1790338" y="6740939"/>
                    <a:pt x="1905228" y="6829468"/>
                  </a:cubicBezTo>
                  <a:lnTo>
                    <a:pt x="1944230" y="6858000"/>
                  </a:lnTo>
                  <a:lnTo>
                    <a:pt x="1372541" y="6858000"/>
                  </a:lnTo>
                  <a:lnTo>
                    <a:pt x="1115251" y="6590005"/>
                  </a:lnTo>
                  <a:cubicBezTo>
                    <a:pt x="418530" y="5790792"/>
                    <a:pt x="0" y="4766182"/>
                    <a:pt x="0" y="3649031"/>
                  </a:cubicBezTo>
                  <a:cubicBezTo>
                    <a:pt x="0" y="2212695"/>
                    <a:pt x="691856" y="929334"/>
                    <a:pt x="1777294" y="81317"/>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1" name="Freeform: Shape 20">
              <a:extLst>
                <a:ext uri="{FF2B5EF4-FFF2-40B4-BE49-F238E27FC236}">
                  <a16:creationId xmlns:a16="http://schemas.microsoft.com/office/drawing/2014/main" id="{82B0ED5C-927D-4C5F-8F27-1B403820B9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3402" y="36937"/>
              <a:ext cx="9767847" cy="6858000"/>
            </a:xfrm>
            <a:custGeom>
              <a:avLst/>
              <a:gdLst>
                <a:gd name="connsiteX0" fmla="*/ 7145704 w 9767847"/>
                <a:gd name="connsiteY0" fmla="*/ 0 h 6858000"/>
                <a:gd name="connsiteX1" fmla="*/ 7875738 w 9767847"/>
                <a:gd name="connsiteY1" fmla="*/ 0 h 6858000"/>
                <a:gd name="connsiteX2" fmla="*/ 7990553 w 9767847"/>
                <a:gd name="connsiteY2" fmla="*/ 85415 h 6858000"/>
                <a:gd name="connsiteX3" fmla="*/ 9767847 w 9767847"/>
                <a:gd name="connsiteY3" fmla="*/ 3653129 h 6858000"/>
                <a:gd name="connsiteX4" fmla="*/ 8652597 w 9767847"/>
                <a:gd name="connsiteY4" fmla="*/ 6594103 h 6858000"/>
                <a:gd name="connsiteX5" fmla="*/ 8399240 w 9767847"/>
                <a:gd name="connsiteY5" fmla="*/ 6858000 h 6858000"/>
                <a:gd name="connsiteX6" fmla="*/ 6766926 w 9767847"/>
                <a:gd name="connsiteY6" fmla="*/ 6858000 h 6858000"/>
                <a:gd name="connsiteX7" fmla="*/ 6804586 w 9767847"/>
                <a:gd name="connsiteY7" fmla="*/ 6821201 h 6858000"/>
                <a:gd name="connsiteX8" fmla="*/ 6881735 w 9767847"/>
                <a:gd name="connsiteY8" fmla="*/ 6745295 h 6858000"/>
                <a:gd name="connsiteX9" fmla="*/ 6958883 w 9767847"/>
                <a:gd name="connsiteY9" fmla="*/ 6668920 h 6858000"/>
                <a:gd name="connsiteX10" fmla="*/ 7267925 w 9767847"/>
                <a:gd name="connsiteY10" fmla="*/ 6359792 h 6858000"/>
                <a:gd name="connsiteX11" fmla="*/ 7424360 w 9767847"/>
                <a:gd name="connsiteY11" fmla="*/ 6204783 h 6858000"/>
                <a:gd name="connsiteX12" fmla="*/ 7504938 w 9767847"/>
                <a:gd name="connsiteY12" fmla="*/ 6126806 h 6858000"/>
                <a:gd name="connsiteX13" fmla="*/ 7546396 w 9767847"/>
                <a:gd name="connsiteY13" fmla="*/ 6087795 h 6858000"/>
                <a:gd name="connsiteX14" fmla="*/ 7588002 w 9767847"/>
                <a:gd name="connsiteY14" fmla="*/ 6049630 h 6858000"/>
                <a:gd name="connsiteX15" fmla="*/ 7631000 w 9767847"/>
                <a:gd name="connsiteY15" fmla="*/ 6010807 h 6858000"/>
                <a:gd name="connsiteX16" fmla="*/ 7675440 w 9767847"/>
                <a:gd name="connsiteY16" fmla="*/ 5972407 h 6858000"/>
                <a:gd name="connsiteX17" fmla="*/ 7720626 w 9767847"/>
                <a:gd name="connsiteY17" fmla="*/ 5934949 h 6858000"/>
                <a:gd name="connsiteX18" fmla="*/ 7766458 w 9767847"/>
                <a:gd name="connsiteY18" fmla="*/ 5898432 h 6858000"/>
                <a:gd name="connsiteX19" fmla="*/ 7955254 w 9767847"/>
                <a:gd name="connsiteY19" fmla="*/ 5760926 h 6858000"/>
                <a:gd name="connsiteX20" fmla="*/ 8352678 w 9767847"/>
                <a:gd name="connsiteY20" fmla="*/ 5521728 h 6858000"/>
                <a:gd name="connsiteX21" fmla="*/ 8451350 w 9767847"/>
                <a:gd name="connsiteY21" fmla="*/ 5469352 h 6858000"/>
                <a:gd name="connsiteX22" fmla="*/ 8548532 w 9767847"/>
                <a:gd name="connsiteY22" fmla="*/ 5417493 h 6858000"/>
                <a:gd name="connsiteX23" fmla="*/ 8729473 w 9767847"/>
                <a:gd name="connsiteY23" fmla="*/ 5314059 h 6858000"/>
                <a:gd name="connsiteX24" fmla="*/ 8770781 w 9767847"/>
                <a:gd name="connsiteY24" fmla="*/ 5287330 h 6858000"/>
                <a:gd name="connsiteX25" fmla="*/ 8790964 w 9767847"/>
                <a:gd name="connsiteY25" fmla="*/ 5273590 h 6858000"/>
                <a:gd name="connsiteX26" fmla="*/ 8810499 w 9767847"/>
                <a:gd name="connsiteY26" fmla="*/ 5259801 h 6858000"/>
                <a:gd name="connsiteX27" fmla="*/ 8883571 w 9767847"/>
                <a:gd name="connsiteY27" fmla="*/ 5202577 h 6858000"/>
                <a:gd name="connsiteX28" fmla="*/ 9006651 w 9767847"/>
                <a:gd name="connsiteY28" fmla="*/ 5074625 h 6858000"/>
                <a:gd name="connsiteX29" fmla="*/ 9033494 w 9767847"/>
                <a:gd name="connsiteY29" fmla="*/ 5038203 h 6858000"/>
                <a:gd name="connsiteX30" fmla="*/ 9040305 w 9767847"/>
                <a:gd name="connsiteY30" fmla="*/ 5028649 h 6858000"/>
                <a:gd name="connsiteX31" fmla="*/ 9046568 w 9767847"/>
                <a:gd name="connsiteY31" fmla="*/ 5019379 h 6858000"/>
                <a:gd name="connsiteX32" fmla="*/ 9058846 w 9767847"/>
                <a:gd name="connsiteY32" fmla="*/ 5000743 h 6858000"/>
                <a:gd name="connsiteX33" fmla="*/ 9104529 w 9767847"/>
                <a:gd name="connsiteY33" fmla="*/ 4922203 h 6858000"/>
                <a:gd name="connsiteX34" fmla="*/ 9181081 w 9767847"/>
                <a:gd name="connsiteY34" fmla="*/ 4748792 h 6858000"/>
                <a:gd name="connsiteX35" fmla="*/ 9240731 w 9767847"/>
                <a:gd name="connsiteY35" fmla="*/ 4561970 h 6858000"/>
                <a:gd name="connsiteX36" fmla="*/ 9265388 w 9767847"/>
                <a:gd name="connsiteY36" fmla="*/ 4465171 h 6858000"/>
                <a:gd name="connsiteX37" fmla="*/ 9276571 w 9767847"/>
                <a:gd name="connsiteY37" fmla="*/ 4416041 h 6858000"/>
                <a:gd name="connsiteX38" fmla="*/ 9281841 w 9767847"/>
                <a:gd name="connsiteY38" fmla="*/ 4391477 h 6858000"/>
                <a:gd name="connsiteX39" fmla="*/ 9286513 w 9767847"/>
                <a:gd name="connsiteY39" fmla="*/ 4368936 h 6858000"/>
                <a:gd name="connsiteX40" fmla="*/ 9296754 w 9767847"/>
                <a:gd name="connsiteY40" fmla="*/ 4316136 h 6858000"/>
                <a:gd name="connsiteX41" fmla="*/ 9301029 w 9767847"/>
                <a:gd name="connsiteY41" fmla="*/ 4293172 h 6858000"/>
                <a:gd name="connsiteX42" fmla="*/ 9302818 w 9767847"/>
                <a:gd name="connsiteY42" fmla="*/ 4282679 h 6858000"/>
                <a:gd name="connsiteX43" fmla="*/ 9304658 w 9767847"/>
                <a:gd name="connsiteY43" fmla="*/ 4270914 h 6858000"/>
                <a:gd name="connsiteX44" fmla="*/ 9312810 w 9767847"/>
                <a:gd name="connsiteY44" fmla="*/ 4220043 h 6858000"/>
                <a:gd name="connsiteX45" fmla="*/ 9316887 w 9767847"/>
                <a:gd name="connsiteY45" fmla="*/ 4194584 h 6858000"/>
                <a:gd name="connsiteX46" fmla="*/ 9318923 w 9767847"/>
                <a:gd name="connsiteY46" fmla="*/ 4181878 h 6858000"/>
                <a:gd name="connsiteX47" fmla="*/ 9320515 w 9767847"/>
                <a:gd name="connsiteY47" fmla="*/ 4168984 h 6858000"/>
                <a:gd name="connsiteX48" fmla="*/ 9332445 w 9767847"/>
                <a:gd name="connsiteY48" fmla="*/ 4069079 h 6858000"/>
                <a:gd name="connsiteX49" fmla="*/ 9336173 w 9767847"/>
                <a:gd name="connsiteY49" fmla="*/ 4022774 h 6858000"/>
                <a:gd name="connsiteX50" fmla="*/ 9340199 w 9767847"/>
                <a:gd name="connsiteY50" fmla="*/ 3969269 h 6858000"/>
                <a:gd name="connsiteX51" fmla="*/ 9347557 w 9767847"/>
                <a:gd name="connsiteY51" fmla="*/ 3770070 h 6858000"/>
                <a:gd name="connsiteX52" fmla="*/ 9346364 w 9767847"/>
                <a:gd name="connsiteY52" fmla="*/ 3669036 h 6858000"/>
                <a:gd name="connsiteX53" fmla="*/ 9344921 w 9767847"/>
                <a:gd name="connsiteY53" fmla="*/ 3619341 h 6858000"/>
                <a:gd name="connsiteX54" fmla="*/ 9344524 w 9767847"/>
                <a:gd name="connsiteY54" fmla="*/ 3607624 h 6858000"/>
                <a:gd name="connsiteX55" fmla="*/ 9343728 w 9767847"/>
                <a:gd name="connsiteY55" fmla="*/ 3594872 h 6858000"/>
                <a:gd name="connsiteX56" fmla="*/ 9342188 w 9767847"/>
                <a:gd name="connsiteY56" fmla="*/ 3569366 h 6858000"/>
                <a:gd name="connsiteX57" fmla="*/ 9339056 w 9767847"/>
                <a:gd name="connsiteY57" fmla="*/ 3518354 h 6858000"/>
                <a:gd name="connsiteX58" fmla="*/ 9334334 w 9767847"/>
                <a:gd name="connsiteY58" fmla="*/ 3467155 h 6858000"/>
                <a:gd name="connsiteX59" fmla="*/ 9329363 w 9767847"/>
                <a:gd name="connsiteY59" fmla="*/ 3415908 h 6858000"/>
                <a:gd name="connsiteX60" fmla="*/ 9328319 w 9767847"/>
                <a:gd name="connsiteY60" fmla="*/ 3404755 h 6858000"/>
                <a:gd name="connsiteX61" fmla="*/ 9327177 w 9767847"/>
                <a:gd name="connsiteY61" fmla="*/ 3394214 h 6858000"/>
                <a:gd name="connsiteX62" fmla="*/ 9324293 w 9767847"/>
                <a:gd name="connsiteY62" fmla="*/ 3370872 h 6858000"/>
                <a:gd name="connsiteX63" fmla="*/ 9320763 w 9767847"/>
                <a:gd name="connsiteY63" fmla="*/ 3344427 h 6858000"/>
                <a:gd name="connsiteX64" fmla="*/ 9317184 w 9767847"/>
                <a:gd name="connsiteY64" fmla="*/ 3315343 h 6858000"/>
                <a:gd name="connsiteX65" fmla="*/ 9311021 w 9767847"/>
                <a:gd name="connsiteY65" fmla="*/ 3270309 h 6858000"/>
                <a:gd name="connsiteX66" fmla="*/ 9302719 w 9767847"/>
                <a:gd name="connsiteY66" fmla="*/ 3219815 h 6858000"/>
                <a:gd name="connsiteX67" fmla="*/ 9293970 w 9767847"/>
                <a:gd name="connsiteY67" fmla="*/ 3169887 h 6858000"/>
                <a:gd name="connsiteX68" fmla="*/ 9252065 w 9767847"/>
                <a:gd name="connsiteY68" fmla="*/ 2971205 h 6858000"/>
                <a:gd name="connsiteX69" fmla="*/ 9227211 w 9767847"/>
                <a:gd name="connsiteY69" fmla="*/ 2872571 h 6858000"/>
                <a:gd name="connsiteX70" fmla="*/ 9220699 w 9767847"/>
                <a:gd name="connsiteY70" fmla="*/ 2848524 h 6858000"/>
                <a:gd name="connsiteX71" fmla="*/ 9213740 w 9767847"/>
                <a:gd name="connsiteY71" fmla="*/ 2824289 h 6858000"/>
                <a:gd name="connsiteX72" fmla="*/ 9199374 w 9767847"/>
                <a:gd name="connsiteY72" fmla="*/ 2775536 h 6858000"/>
                <a:gd name="connsiteX73" fmla="*/ 9061829 w 9767847"/>
                <a:gd name="connsiteY73" fmla="*/ 2389515 h 6858000"/>
                <a:gd name="connsiteX74" fmla="*/ 8978865 w 9767847"/>
                <a:gd name="connsiteY74" fmla="*/ 2200953 h 6858000"/>
                <a:gd name="connsiteX75" fmla="*/ 8956694 w 9767847"/>
                <a:gd name="connsiteY75" fmla="*/ 2154317 h 6858000"/>
                <a:gd name="connsiteX76" fmla="*/ 8934176 w 9767847"/>
                <a:gd name="connsiteY76" fmla="*/ 2108012 h 6858000"/>
                <a:gd name="connsiteX77" fmla="*/ 8887151 w 9767847"/>
                <a:gd name="connsiteY77" fmla="*/ 2015448 h 6858000"/>
                <a:gd name="connsiteX78" fmla="*/ 8787533 w 9767847"/>
                <a:gd name="connsiteY78" fmla="*/ 1832625 h 6858000"/>
                <a:gd name="connsiteX79" fmla="*/ 8761485 w 9767847"/>
                <a:gd name="connsiteY79" fmla="*/ 1787496 h 6858000"/>
                <a:gd name="connsiteX80" fmla="*/ 8734791 w 9767847"/>
                <a:gd name="connsiteY80" fmla="*/ 1741991 h 6858000"/>
                <a:gd name="connsiteX81" fmla="*/ 8680808 w 9767847"/>
                <a:gd name="connsiteY81" fmla="*/ 1652910 h 6858000"/>
                <a:gd name="connsiteX82" fmla="*/ 8567024 w 9767847"/>
                <a:gd name="connsiteY82" fmla="*/ 1477004 h 6858000"/>
                <a:gd name="connsiteX83" fmla="*/ 8537446 w 9767847"/>
                <a:gd name="connsiteY83" fmla="*/ 1433428 h 6858000"/>
                <a:gd name="connsiteX84" fmla="*/ 8507423 w 9767847"/>
                <a:gd name="connsiteY84" fmla="*/ 1389994 h 6858000"/>
                <a:gd name="connsiteX85" fmla="*/ 8446529 w 9767847"/>
                <a:gd name="connsiteY85" fmla="*/ 1304393 h 6858000"/>
                <a:gd name="connsiteX86" fmla="*/ 8319224 w 9767847"/>
                <a:gd name="connsiteY86" fmla="*/ 1135124 h 6858000"/>
                <a:gd name="connsiteX87" fmla="*/ 8286366 w 9767847"/>
                <a:gd name="connsiteY87" fmla="*/ 1093148 h 6858000"/>
                <a:gd name="connsiteX88" fmla="*/ 8270161 w 9767847"/>
                <a:gd name="connsiteY88" fmla="*/ 1072538 h 6858000"/>
                <a:gd name="connsiteX89" fmla="*/ 8253856 w 9767847"/>
                <a:gd name="connsiteY89" fmla="*/ 1052254 h 6858000"/>
                <a:gd name="connsiteX90" fmla="*/ 8186352 w 9767847"/>
                <a:gd name="connsiteY90" fmla="*/ 970373 h 6858000"/>
                <a:gd name="connsiteX91" fmla="*/ 8046768 w 9767847"/>
                <a:gd name="connsiteY91" fmla="*/ 809527 h 6858000"/>
                <a:gd name="connsiteX92" fmla="*/ 8010927 w 9767847"/>
                <a:gd name="connsiteY92" fmla="*/ 769951 h 6858000"/>
                <a:gd name="connsiteX93" fmla="*/ 7974788 w 9767847"/>
                <a:gd name="connsiteY93" fmla="*/ 730751 h 6858000"/>
                <a:gd name="connsiteX94" fmla="*/ 7901070 w 9767847"/>
                <a:gd name="connsiteY94" fmla="*/ 652823 h 6858000"/>
                <a:gd name="connsiteX95" fmla="*/ 7750054 w 9767847"/>
                <a:gd name="connsiteY95" fmla="*/ 501106 h 6858000"/>
                <a:gd name="connsiteX96" fmla="*/ 7592277 w 9767847"/>
                <a:gd name="connsiteY96" fmla="*/ 355319 h 6858000"/>
                <a:gd name="connsiteX97" fmla="*/ 7257734 w 9767847"/>
                <a:gd name="connsiteY97" fmla="*/ 81062 h 6858000"/>
                <a:gd name="connsiteX98" fmla="*/ 1892109 w 9767847"/>
                <a:gd name="connsiteY98" fmla="*/ 0 h 6858000"/>
                <a:gd name="connsiteX99" fmla="*/ 2298402 w 9767847"/>
                <a:gd name="connsiteY99" fmla="*/ 0 h 6858000"/>
                <a:gd name="connsiteX100" fmla="*/ 2135542 w 9767847"/>
                <a:gd name="connsiteY100" fmla="*/ 121879 h 6858000"/>
                <a:gd name="connsiteX101" fmla="*/ 1969576 w 9767847"/>
                <a:gd name="connsiteY101" fmla="*/ 259084 h 6858000"/>
                <a:gd name="connsiteX102" fmla="*/ 1659938 w 9767847"/>
                <a:gd name="connsiteY102" fmla="*/ 553953 h 6858000"/>
                <a:gd name="connsiteX103" fmla="*/ 729383 w 9767847"/>
                <a:gd name="connsiteY103" fmla="*/ 1940578 h 6858000"/>
                <a:gd name="connsiteX104" fmla="*/ 578465 w 9767847"/>
                <a:gd name="connsiteY104" fmla="*/ 2324905 h 6858000"/>
                <a:gd name="connsiteX105" fmla="*/ 465080 w 9767847"/>
                <a:gd name="connsiteY105" fmla="*/ 2718973 h 6858000"/>
                <a:gd name="connsiteX106" fmla="*/ 423820 w 9767847"/>
                <a:gd name="connsiteY106" fmla="*/ 2919535 h 6858000"/>
                <a:gd name="connsiteX107" fmla="*/ 392355 w 9767847"/>
                <a:gd name="connsiteY107" fmla="*/ 3122169 h 6858000"/>
                <a:gd name="connsiteX108" fmla="*/ 358801 w 9767847"/>
                <a:gd name="connsiteY108" fmla="*/ 3531013 h 6858000"/>
                <a:gd name="connsiteX109" fmla="*/ 410350 w 9767847"/>
                <a:gd name="connsiteY109" fmla="*/ 4352324 h 6858000"/>
                <a:gd name="connsiteX110" fmla="*/ 449022 w 9767847"/>
                <a:gd name="connsiteY110" fmla="*/ 4555147 h 6858000"/>
                <a:gd name="connsiteX111" fmla="*/ 498882 w 9767847"/>
                <a:gd name="connsiteY111" fmla="*/ 4756463 h 6858000"/>
                <a:gd name="connsiteX112" fmla="*/ 559775 w 9767847"/>
                <a:gd name="connsiteY112" fmla="*/ 4955755 h 6858000"/>
                <a:gd name="connsiteX113" fmla="*/ 631406 w 9767847"/>
                <a:gd name="connsiteY113" fmla="*/ 5152084 h 6858000"/>
                <a:gd name="connsiteX114" fmla="*/ 1023461 w 9767847"/>
                <a:gd name="connsiteY114" fmla="*/ 5898055 h 6858000"/>
                <a:gd name="connsiteX115" fmla="*/ 1575880 w 9767847"/>
                <a:gd name="connsiteY115" fmla="*/ 6551744 h 6858000"/>
                <a:gd name="connsiteX116" fmla="*/ 1905228 w 9767847"/>
                <a:gd name="connsiteY116" fmla="*/ 6833566 h 6858000"/>
                <a:gd name="connsiteX117" fmla="*/ 1938629 w 9767847"/>
                <a:gd name="connsiteY117" fmla="*/ 6858000 h 6858000"/>
                <a:gd name="connsiteX118" fmla="*/ 1368607 w 9767847"/>
                <a:gd name="connsiteY118" fmla="*/ 6858000 h 6858000"/>
                <a:gd name="connsiteX119" fmla="*/ 1115251 w 9767847"/>
                <a:gd name="connsiteY119" fmla="*/ 6594103 h 6858000"/>
                <a:gd name="connsiteX120" fmla="*/ 0 w 9767847"/>
                <a:gd name="connsiteY120" fmla="*/ 3653129 h 6858000"/>
                <a:gd name="connsiteX121" fmla="*/ 1777294 w 9767847"/>
                <a:gd name="connsiteY121" fmla="*/ 854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9767847" h="6858000">
                  <a:moveTo>
                    <a:pt x="7145704" y="0"/>
                  </a:moveTo>
                  <a:lnTo>
                    <a:pt x="7875738" y="0"/>
                  </a:lnTo>
                  <a:lnTo>
                    <a:pt x="7990553" y="85415"/>
                  </a:lnTo>
                  <a:cubicBezTo>
                    <a:pt x="9075991" y="933432"/>
                    <a:pt x="9767847" y="2216793"/>
                    <a:pt x="9767847" y="3653129"/>
                  </a:cubicBezTo>
                  <a:cubicBezTo>
                    <a:pt x="9767847" y="4770280"/>
                    <a:pt x="9349317" y="5794890"/>
                    <a:pt x="8652597" y="6594103"/>
                  </a:cubicBezTo>
                  <a:lnTo>
                    <a:pt x="8399240" y="6858000"/>
                  </a:lnTo>
                  <a:lnTo>
                    <a:pt x="6766926" y="6858000"/>
                  </a:lnTo>
                  <a:lnTo>
                    <a:pt x="6804586" y="6821201"/>
                  </a:lnTo>
                  <a:lnTo>
                    <a:pt x="6881735" y="6745295"/>
                  </a:lnTo>
                  <a:cubicBezTo>
                    <a:pt x="6907435" y="6719979"/>
                    <a:pt x="6933134" y="6694896"/>
                    <a:pt x="6958883" y="6668920"/>
                  </a:cubicBezTo>
                  <a:lnTo>
                    <a:pt x="7267925" y="6359792"/>
                  </a:lnTo>
                  <a:lnTo>
                    <a:pt x="7424360" y="6204783"/>
                  </a:lnTo>
                  <a:cubicBezTo>
                    <a:pt x="7450754" y="6178900"/>
                    <a:pt x="7477598" y="6152829"/>
                    <a:pt x="7504938" y="6126806"/>
                  </a:cubicBezTo>
                  <a:lnTo>
                    <a:pt x="7546396" y="6087795"/>
                  </a:lnTo>
                  <a:cubicBezTo>
                    <a:pt x="7560264" y="6074901"/>
                    <a:pt x="7574780" y="6061630"/>
                    <a:pt x="7588002" y="6049630"/>
                  </a:cubicBezTo>
                  <a:lnTo>
                    <a:pt x="7631000" y="6010807"/>
                  </a:lnTo>
                  <a:lnTo>
                    <a:pt x="7675440" y="5972407"/>
                  </a:lnTo>
                  <a:cubicBezTo>
                    <a:pt x="7690404" y="5959796"/>
                    <a:pt x="7705564" y="5947419"/>
                    <a:pt x="7720626" y="5934949"/>
                  </a:cubicBezTo>
                  <a:cubicBezTo>
                    <a:pt x="7735738" y="5922525"/>
                    <a:pt x="7751197" y="5910619"/>
                    <a:pt x="7766458" y="5898432"/>
                  </a:cubicBezTo>
                  <a:cubicBezTo>
                    <a:pt x="7827949" y="5850290"/>
                    <a:pt x="7890979" y="5804597"/>
                    <a:pt x="7955254" y="5760926"/>
                  </a:cubicBezTo>
                  <a:cubicBezTo>
                    <a:pt x="8083800" y="5673632"/>
                    <a:pt x="8216872" y="5594434"/>
                    <a:pt x="8352678" y="5521728"/>
                  </a:cubicBezTo>
                  <a:lnTo>
                    <a:pt x="8451350" y="5469352"/>
                  </a:lnTo>
                  <a:lnTo>
                    <a:pt x="8548532" y="5417493"/>
                  </a:lnTo>
                  <a:cubicBezTo>
                    <a:pt x="8612110" y="5383188"/>
                    <a:pt x="8673251" y="5349306"/>
                    <a:pt x="8729473" y="5314059"/>
                  </a:cubicBezTo>
                  <a:cubicBezTo>
                    <a:pt x="8743591" y="5305213"/>
                    <a:pt x="8757161" y="5296459"/>
                    <a:pt x="8770781" y="5287330"/>
                  </a:cubicBezTo>
                  <a:cubicBezTo>
                    <a:pt x="8777591" y="5282765"/>
                    <a:pt x="8784451" y="5278201"/>
                    <a:pt x="8790964" y="5273590"/>
                  </a:cubicBezTo>
                  <a:cubicBezTo>
                    <a:pt x="8797574" y="5268977"/>
                    <a:pt x="8804235" y="5264412"/>
                    <a:pt x="8810499" y="5259801"/>
                  </a:cubicBezTo>
                  <a:cubicBezTo>
                    <a:pt x="8835999" y="5241401"/>
                    <a:pt x="8860407" y="5222389"/>
                    <a:pt x="8883571" y="5202577"/>
                  </a:cubicBezTo>
                  <a:cubicBezTo>
                    <a:pt x="8929900" y="5162954"/>
                    <a:pt x="8971258" y="5120413"/>
                    <a:pt x="9006651" y="5074625"/>
                  </a:cubicBezTo>
                  <a:cubicBezTo>
                    <a:pt x="9015351" y="5063426"/>
                    <a:pt x="9024398" y="5050955"/>
                    <a:pt x="9033494" y="5038203"/>
                  </a:cubicBezTo>
                  <a:lnTo>
                    <a:pt x="9040305" y="5028649"/>
                  </a:lnTo>
                  <a:lnTo>
                    <a:pt x="9046568" y="5019379"/>
                  </a:lnTo>
                  <a:cubicBezTo>
                    <a:pt x="9050743" y="5013261"/>
                    <a:pt x="9054819" y="5007050"/>
                    <a:pt x="9058846" y="5000743"/>
                  </a:cubicBezTo>
                  <a:cubicBezTo>
                    <a:pt x="9075002" y="4975615"/>
                    <a:pt x="9090212" y="4949403"/>
                    <a:pt x="9104529" y="4922203"/>
                  </a:cubicBezTo>
                  <a:cubicBezTo>
                    <a:pt x="9133211" y="4867850"/>
                    <a:pt x="9158313" y="4809545"/>
                    <a:pt x="9181081" y="4748792"/>
                  </a:cubicBezTo>
                  <a:cubicBezTo>
                    <a:pt x="9203748" y="4688276"/>
                    <a:pt x="9223383" y="4625876"/>
                    <a:pt x="9240731" y="4561970"/>
                  </a:cubicBezTo>
                  <a:cubicBezTo>
                    <a:pt x="9249481" y="4530064"/>
                    <a:pt x="9257682" y="4497782"/>
                    <a:pt x="9265388" y="4465171"/>
                  </a:cubicBezTo>
                  <a:cubicBezTo>
                    <a:pt x="9269215" y="4448842"/>
                    <a:pt x="9272943" y="4432465"/>
                    <a:pt x="9276571" y="4416041"/>
                  </a:cubicBezTo>
                  <a:lnTo>
                    <a:pt x="9281841" y="4391477"/>
                  </a:lnTo>
                  <a:lnTo>
                    <a:pt x="9286513" y="4368936"/>
                  </a:lnTo>
                  <a:lnTo>
                    <a:pt x="9296754" y="4316136"/>
                  </a:lnTo>
                  <a:lnTo>
                    <a:pt x="9301029" y="4293172"/>
                  </a:lnTo>
                  <a:lnTo>
                    <a:pt x="9302818" y="4282679"/>
                  </a:lnTo>
                  <a:lnTo>
                    <a:pt x="9304658" y="4270914"/>
                  </a:lnTo>
                  <a:lnTo>
                    <a:pt x="9312810" y="4220043"/>
                  </a:lnTo>
                  <a:lnTo>
                    <a:pt x="9316887" y="4194584"/>
                  </a:lnTo>
                  <a:lnTo>
                    <a:pt x="9318923" y="4181878"/>
                  </a:lnTo>
                  <a:cubicBezTo>
                    <a:pt x="9319570" y="4177644"/>
                    <a:pt x="9319969" y="4173267"/>
                    <a:pt x="9320515" y="4168984"/>
                  </a:cubicBezTo>
                  <a:lnTo>
                    <a:pt x="9332445" y="4069079"/>
                  </a:lnTo>
                  <a:cubicBezTo>
                    <a:pt x="9333836" y="4056468"/>
                    <a:pt x="9334880" y="4040986"/>
                    <a:pt x="9336173" y="4022774"/>
                  </a:cubicBezTo>
                  <a:lnTo>
                    <a:pt x="9340199" y="3969269"/>
                  </a:lnTo>
                  <a:cubicBezTo>
                    <a:pt x="9345071" y="3903904"/>
                    <a:pt x="9347358" y="3837081"/>
                    <a:pt x="9347557" y="3770070"/>
                  </a:cubicBezTo>
                  <a:cubicBezTo>
                    <a:pt x="9347656" y="3736518"/>
                    <a:pt x="9347209" y="3702871"/>
                    <a:pt x="9346364" y="3669036"/>
                  </a:cubicBezTo>
                  <a:lnTo>
                    <a:pt x="9344921" y="3619341"/>
                  </a:lnTo>
                  <a:lnTo>
                    <a:pt x="9344524" y="3607624"/>
                  </a:lnTo>
                  <a:lnTo>
                    <a:pt x="9343728" y="3594872"/>
                  </a:lnTo>
                  <a:lnTo>
                    <a:pt x="9342188" y="3569366"/>
                  </a:lnTo>
                  <a:lnTo>
                    <a:pt x="9339056" y="3518354"/>
                  </a:lnTo>
                  <a:cubicBezTo>
                    <a:pt x="9337914" y="3501319"/>
                    <a:pt x="9335874" y="3484236"/>
                    <a:pt x="9334334" y="3467155"/>
                  </a:cubicBezTo>
                  <a:lnTo>
                    <a:pt x="9329363" y="3415908"/>
                  </a:lnTo>
                  <a:lnTo>
                    <a:pt x="9328319" y="3404755"/>
                  </a:lnTo>
                  <a:lnTo>
                    <a:pt x="9327177" y="3394214"/>
                  </a:lnTo>
                  <a:lnTo>
                    <a:pt x="9324293" y="3370872"/>
                  </a:lnTo>
                  <a:lnTo>
                    <a:pt x="9320763" y="3344427"/>
                  </a:lnTo>
                  <a:lnTo>
                    <a:pt x="9317184" y="3315343"/>
                  </a:lnTo>
                  <a:cubicBezTo>
                    <a:pt x="9315594" y="3300991"/>
                    <a:pt x="9313506" y="3286404"/>
                    <a:pt x="9311021" y="3270309"/>
                  </a:cubicBezTo>
                  <a:lnTo>
                    <a:pt x="9302719" y="3219815"/>
                  </a:lnTo>
                  <a:cubicBezTo>
                    <a:pt x="9299936" y="3203157"/>
                    <a:pt x="9297003" y="3186498"/>
                    <a:pt x="9293970" y="3169887"/>
                  </a:cubicBezTo>
                  <a:cubicBezTo>
                    <a:pt x="9281891" y="3103393"/>
                    <a:pt x="9267674" y="3037182"/>
                    <a:pt x="9252065" y="2971205"/>
                  </a:cubicBezTo>
                  <a:cubicBezTo>
                    <a:pt x="9244261" y="2938265"/>
                    <a:pt x="9235959" y="2905371"/>
                    <a:pt x="9227211" y="2872571"/>
                  </a:cubicBezTo>
                  <a:lnTo>
                    <a:pt x="9220699" y="2848524"/>
                  </a:lnTo>
                  <a:lnTo>
                    <a:pt x="9213740" y="2824289"/>
                  </a:lnTo>
                  <a:cubicBezTo>
                    <a:pt x="9209216" y="2808147"/>
                    <a:pt x="9204345" y="2791866"/>
                    <a:pt x="9199374" y="2775536"/>
                  </a:cubicBezTo>
                  <a:cubicBezTo>
                    <a:pt x="9159855" y="2645184"/>
                    <a:pt x="9114272" y="2516197"/>
                    <a:pt x="9061829" y="2389515"/>
                  </a:cubicBezTo>
                  <a:cubicBezTo>
                    <a:pt x="9035582" y="2326175"/>
                    <a:pt x="9008043" y="2263258"/>
                    <a:pt x="8978865" y="2200953"/>
                  </a:cubicBezTo>
                  <a:lnTo>
                    <a:pt x="8956694" y="2154317"/>
                  </a:lnTo>
                  <a:lnTo>
                    <a:pt x="8934176" y="2108012"/>
                  </a:lnTo>
                  <a:cubicBezTo>
                    <a:pt x="8918915" y="2077189"/>
                    <a:pt x="8903157" y="2046130"/>
                    <a:pt x="8887151" y="2015448"/>
                  </a:cubicBezTo>
                  <a:cubicBezTo>
                    <a:pt x="8854988" y="1953989"/>
                    <a:pt x="8822082" y="1892908"/>
                    <a:pt x="8787533" y="1832625"/>
                  </a:cubicBezTo>
                  <a:lnTo>
                    <a:pt x="8761485" y="1787496"/>
                  </a:lnTo>
                  <a:lnTo>
                    <a:pt x="8734791" y="1741991"/>
                  </a:lnTo>
                  <a:cubicBezTo>
                    <a:pt x="8717047" y="1711921"/>
                    <a:pt x="8699200" y="1682461"/>
                    <a:pt x="8680808" y="1652910"/>
                  </a:cubicBezTo>
                  <a:cubicBezTo>
                    <a:pt x="8644322" y="1593756"/>
                    <a:pt x="8606194" y="1535216"/>
                    <a:pt x="8567024" y="1477004"/>
                  </a:cubicBezTo>
                  <a:lnTo>
                    <a:pt x="8537446" y="1433428"/>
                  </a:lnTo>
                  <a:lnTo>
                    <a:pt x="8507423" y="1389994"/>
                  </a:lnTo>
                  <a:cubicBezTo>
                    <a:pt x="8487390" y="1361382"/>
                    <a:pt x="8467158" y="1332817"/>
                    <a:pt x="8446529" y="1304393"/>
                  </a:cubicBezTo>
                  <a:cubicBezTo>
                    <a:pt x="8405271" y="1247595"/>
                    <a:pt x="8362718" y="1191218"/>
                    <a:pt x="8319224" y="1135124"/>
                  </a:cubicBezTo>
                  <a:lnTo>
                    <a:pt x="8286366" y="1093148"/>
                  </a:lnTo>
                  <a:lnTo>
                    <a:pt x="8270161" y="1072538"/>
                  </a:lnTo>
                  <a:lnTo>
                    <a:pt x="8253856" y="1052254"/>
                  </a:lnTo>
                  <a:cubicBezTo>
                    <a:pt x="8231636" y="1024773"/>
                    <a:pt x="8209117" y="997479"/>
                    <a:pt x="8186352" y="970373"/>
                  </a:cubicBezTo>
                  <a:cubicBezTo>
                    <a:pt x="8140917" y="916020"/>
                    <a:pt x="8094240" y="862515"/>
                    <a:pt x="8046768" y="809527"/>
                  </a:cubicBezTo>
                  <a:lnTo>
                    <a:pt x="8010927" y="769951"/>
                  </a:lnTo>
                  <a:lnTo>
                    <a:pt x="7974788" y="730751"/>
                  </a:lnTo>
                  <a:cubicBezTo>
                    <a:pt x="7950382" y="704587"/>
                    <a:pt x="7925824" y="678563"/>
                    <a:pt x="7901070" y="652823"/>
                  </a:cubicBezTo>
                  <a:cubicBezTo>
                    <a:pt x="7851510" y="601387"/>
                    <a:pt x="7801404" y="550612"/>
                    <a:pt x="7750054" y="501106"/>
                  </a:cubicBezTo>
                  <a:cubicBezTo>
                    <a:pt x="7698902" y="451742"/>
                    <a:pt x="7645913" y="403036"/>
                    <a:pt x="7592277" y="355319"/>
                  </a:cubicBezTo>
                  <a:cubicBezTo>
                    <a:pt x="7484856" y="259884"/>
                    <a:pt x="7373308" y="168402"/>
                    <a:pt x="7257734" y="81062"/>
                  </a:cubicBezTo>
                  <a:close/>
                  <a:moveTo>
                    <a:pt x="1892109" y="0"/>
                  </a:moveTo>
                  <a:lnTo>
                    <a:pt x="2298402" y="0"/>
                  </a:lnTo>
                  <a:lnTo>
                    <a:pt x="2135542" y="121879"/>
                  </a:lnTo>
                  <a:cubicBezTo>
                    <a:pt x="2078998" y="166378"/>
                    <a:pt x="2023659" y="212143"/>
                    <a:pt x="1969576" y="259084"/>
                  </a:cubicBezTo>
                  <a:cubicBezTo>
                    <a:pt x="1861309" y="352918"/>
                    <a:pt x="1758064" y="451412"/>
                    <a:pt x="1659938" y="553953"/>
                  </a:cubicBezTo>
                  <a:cubicBezTo>
                    <a:pt x="1266987" y="964444"/>
                    <a:pt x="953820" y="1435593"/>
                    <a:pt x="729383" y="1940578"/>
                  </a:cubicBezTo>
                  <a:cubicBezTo>
                    <a:pt x="673260" y="2066459"/>
                    <a:pt x="622855" y="2195070"/>
                    <a:pt x="578465" y="2324905"/>
                  </a:cubicBezTo>
                  <a:cubicBezTo>
                    <a:pt x="534125" y="2454785"/>
                    <a:pt x="496147" y="2586314"/>
                    <a:pt x="465080" y="2718973"/>
                  </a:cubicBezTo>
                  <a:cubicBezTo>
                    <a:pt x="449769" y="2785089"/>
                    <a:pt x="435850" y="2852289"/>
                    <a:pt x="423820" y="2919535"/>
                  </a:cubicBezTo>
                  <a:cubicBezTo>
                    <a:pt x="411840" y="2986829"/>
                    <a:pt x="401054" y="3054358"/>
                    <a:pt x="392355" y="3122169"/>
                  </a:cubicBezTo>
                  <a:cubicBezTo>
                    <a:pt x="374509" y="3257744"/>
                    <a:pt x="363424" y="3393978"/>
                    <a:pt x="358801" y="3531013"/>
                  </a:cubicBezTo>
                  <a:cubicBezTo>
                    <a:pt x="349009" y="3804941"/>
                    <a:pt x="366357" y="4079668"/>
                    <a:pt x="410350" y="4352324"/>
                  </a:cubicBezTo>
                  <a:cubicBezTo>
                    <a:pt x="421286" y="4420230"/>
                    <a:pt x="434209" y="4487758"/>
                    <a:pt x="449022" y="4555147"/>
                  </a:cubicBezTo>
                  <a:cubicBezTo>
                    <a:pt x="463737" y="4622534"/>
                    <a:pt x="480389" y="4689686"/>
                    <a:pt x="498882" y="4756463"/>
                  </a:cubicBezTo>
                  <a:cubicBezTo>
                    <a:pt x="517373" y="4823239"/>
                    <a:pt x="537704" y="4889733"/>
                    <a:pt x="559775" y="4955755"/>
                  </a:cubicBezTo>
                  <a:cubicBezTo>
                    <a:pt x="581946" y="5021873"/>
                    <a:pt x="605358" y="5087473"/>
                    <a:pt x="631406" y="5152084"/>
                  </a:cubicBezTo>
                  <a:cubicBezTo>
                    <a:pt x="734055" y="5411706"/>
                    <a:pt x="865188" y="5662668"/>
                    <a:pt x="1023461" y="5898055"/>
                  </a:cubicBezTo>
                  <a:cubicBezTo>
                    <a:pt x="1181487" y="6133676"/>
                    <a:pt x="1367051" y="6353345"/>
                    <a:pt x="1575880" y="6551744"/>
                  </a:cubicBezTo>
                  <a:cubicBezTo>
                    <a:pt x="1680269" y="6651014"/>
                    <a:pt x="1790338" y="6745037"/>
                    <a:pt x="1905228" y="6833566"/>
                  </a:cubicBezTo>
                  <a:lnTo>
                    <a:pt x="1938629" y="6858000"/>
                  </a:lnTo>
                  <a:lnTo>
                    <a:pt x="1368607" y="6858000"/>
                  </a:lnTo>
                  <a:lnTo>
                    <a:pt x="1115251" y="6594103"/>
                  </a:lnTo>
                  <a:cubicBezTo>
                    <a:pt x="418530" y="5794890"/>
                    <a:pt x="0" y="4770280"/>
                    <a:pt x="0" y="3653129"/>
                  </a:cubicBezTo>
                  <a:cubicBezTo>
                    <a:pt x="0" y="2216793"/>
                    <a:pt x="691856" y="933432"/>
                    <a:pt x="1777294" y="85415"/>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grpSp>
      <p:sp>
        <p:nvSpPr>
          <p:cNvPr id="2" name="Title 1">
            <a:extLst>
              <a:ext uri="{FF2B5EF4-FFF2-40B4-BE49-F238E27FC236}">
                <a16:creationId xmlns:a16="http://schemas.microsoft.com/office/drawing/2014/main" id="{8FB44EAD-9809-7711-9716-CB8F557A1391}"/>
              </a:ext>
            </a:extLst>
          </p:cNvPr>
          <p:cNvSpPr>
            <a:spLocks noGrp="1"/>
          </p:cNvSpPr>
          <p:nvPr>
            <p:ph type="ctrTitle"/>
          </p:nvPr>
        </p:nvSpPr>
        <p:spPr>
          <a:xfrm>
            <a:off x="3589245" y="227820"/>
            <a:ext cx="5186842" cy="924573"/>
          </a:xfrm>
        </p:spPr>
        <p:txBody>
          <a:bodyPr anchor="b">
            <a:normAutofit/>
          </a:bodyPr>
          <a:lstStyle/>
          <a:p>
            <a:r>
              <a:rPr lang="en-IN" sz="3600" b="1" i="0" dirty="0">
                <a:solidFill>
                  <a:srgbClr val="000000"/>
                </a:solidFill>
                <a:effectLst/>
                <a:latin typeface="Engravers MT" panose="02090707080505020304" pitchFamily="18" charset="0"/>
              </a:rPr>
              <a:t>Introduction</a:t>
            </a:r>
            <a:endParaRPr lang="en-IN" sz="8800" b="1" dirty="0">
              <a:solidFill>
                <a:schemeClr val="tx2"/>
              </a:solidFill>
              <a:latin typeface="Engravers MT" panose="02090707080505020304" pitchFamily="18" charset="0"/>
            </a:endParaRPr>
          </a:p>
        </p:txBody>
      </p:sp>
      <p:sp>
        <p:nvSpPr>
          <p:cNvPr id="3" name="Subtitle 2">
            <a:extLst>
              <a:ext uri="{FF2B5EF4-FFF2-40B4-BE49-F238E27FC236}">
                <a16:creationId xmlns:a16="http://schemas.microsoft.com/office/drawing/2014/main" id="{01CF5FAF-ED27-3EA8-9DBE-1A550957A76D}"/>
              </a:ext>
            </a:extLst>
          </p:cNvPr>
          <p:cNvSpPr>
            <a:spLocks noGrp="1"/>
          </p:cNvSpPr>
          <p:nvPr>
            <p:ph type="subTitle" idx="1"/>
          </p:nvPr>
        </p:nvSpPr>
        <p:spPr>
          <a:xfrm>
            <a:off x="2080460" y="1205456"/>
            <a:ext cx="8550989" cy="738206"/>
          </a:xfrm>
        </p:spPr>
        <p:txBody>
          <a:bodyPr>
            <a:normAutofit/>
          </a:bodyPr>
          <a:lstStyle/>
          <a:p>
            <a:pPr algn="l"/>
            <a:r>
              <a:rPr lang="en-US" b="0" i="0" dirty="0">
                <a:solidFill>
                  <a:srgbClr val="FF0000"/>
                </a:solidFill>
                <a:effectLst/>
                <a:latin typeface="ff0"/>
              </a:rPr>
              <a:t>MISRA</a:t>
            </a:r>
            <a:r>
              <a:rPr lang="en-US" b="0" i="0" dirty="0">
                <a:solidFill>
                  <a:srgbClr val="000000"/>
                </a:solidFill>
                <a:effectLst/>
                <a:latin typeface="ff0"/>
              </a:rPr>
              <a:t>- </a:t>
            </a:r>
            <a:r>
              <a:rPr lang="en-US" b="0" i="0" dirty="0">
                <a:solidFill>
                  <a:srgbClr val="000000"/>
                </a:solidFill>
                <a:effectLst/>
                <a:latin typeface="Times New Roman" panose="02020603050405020304" pitchFamily="18" charset="0"/>
                <a:cs typeface="Times New Roman" panose="02020603050405020304" pitchFamily="18" charset="0"/>
              </a:rPr>
              <a:t>The Motor Industry Software Reliability Association</a:t>
            </a:r>
          </a:p>
          <a:p>
            <a:pPr algn="l"/>
            <a:endParaRPr lang="en-US" b="0" i="0" dirty="0">
              <a:solidFill>
                <a:srgbClr val="000000"/>
              </a:solidFill>
              <a:effectLst/>
              <a:latin typeface="Source Sans Pro" panose="020F0502020204030204" pitchFamily="34" charset="0"/>
            </a:endParaRPr>
          </a:p>
          <a:p>
            <a:endParaRPr lang="en-IN" dirty="0">
              <a:solidFill>
                <a:schemeClr val="tx2"/>
              </a:solidFill>
            </a:endParaRPr>
          </a:p>
        </p:txBody>
      </p:sp>
      <p:grpSp>
        <p:nvGrpSpPr>
          <p:cNvPr id="23" name="Group 22">
            <a:extLst>
              <a:ext uri="{FF2B5EF4-FFF2-40B4-BE49-F238E27FC236}">
                <a16:creationId xmlns:a16="http://schemas.microsoft.com/office/drawing/2014/main" id="{87F87F1B-42BA-4AC7-A4E2-41544DDB2CE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05" y="-4155"/>
            <a:ext cx="2514948" cy="2174333"/>
            <a:chOff x="-305" y="-4155"/>
            <a:chExt cx="2514948" cy="2174333"/>
          </a:xfrm>
        </p:grpSpPr>
        <p:sp>
          <p:nvSpPr>
            <p:cNvPr id="24" name="Freeform: Shape 23">
              <a:extLst>
                <a:ext uri="{FF2B5EF4-FFF2-40B4-BE49-F238E27FC236}">
                  <a16:creationId xmlns:a16="http://schemas.microsoft.com/office/drawing/2014/main" id="{68B53067-4E48-4E71-A6A9-A8CAABAFBF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Freeform: Shape 24">
              <a:extLst>
                <a:ext uri="{FF2B5EF4-FFF2-40B4-BE49-F238E27FC236}">
                  <a16:creationId xmlns:a16="http://schemas.microsoft.com/office/drawing/2014/main" id="{06D1A0D3-4BB8-41D9-9CE7-2884C83F44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Freeform: Shape 25">
              <a:extLst>
                <a:ext uri="{FF2B5EF4-FFF2-40B4-BE49-F238E27FC236}">
                  <a16:creationId xmlns:a16="http://schemas.microsoft.com/office/drawing/2014/main" id="{81E20F06-3B09-4B89-A36B-AB8BFBCCA5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dirty="0"/>
            </a:p>
          </p:txBody>
        </p:sp>
        <p:sp>
          <p:nvSpPr>
            <p:cNvPr id="27" name="Freeform: Shape 26">
              <a:extLst>
                <a:ext uri="{FF2B5EF4-FFF2-40B4-BE49-F238E27FC236}">
                  <a16:creationId xmlns:a16="http://schemas.microsoft.com/office/drawing/2014/main" id="{DAE6C3D7-7D5B-4926-877D-45F117BB6B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9" name="Group 28">
            <a:extLst>
              <a:ext uri="{FF2B5EF4-FFF2-40B4-BE49-F238E27FC236}">
                <a16:creationId xmlns:a16="http://schemas.microsoft.com/office/drawing/2014/main" id="{967346A5-7569-4F15-AB5D-BE3DADF192C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9685727" y="4683666"/>
            <a:ext cx="2514948" cy="2174333"/>
            <a:chOff x="-305" y="-4155"/>
            <a:chExt cx="2514948" cy="2174333"/>
          </a:xfrm>
        </p:grpSpPr>
        <p:sp>
          <p:nvSpPr>
            <p:cNvPr id="30" name="Freeform: Shape 29">
              <a:extLst>
                <a:ext uri="{FF2B5EF4-FFF2-40B4-BE49-F238E27FC236}">
                  <a16:creationId xmlns:a16="http://schemas.microsoft.com/office/drawing/2014/main" id="{E1951533-A568-4765-AB1F-F71D9AFDEA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 name="Freeform: Shape 30">
              <a:extLst>
                <a:ext uri="{FF2B5EF4-FFF2-40B4-BE49-F238E27FC236}">
                  <a16:creationId xmlns:a16="http://schemas.microsoft.com/office/drawing/2014/main" id="{A7214F52-4F3F-4C96-A62E-F1401D6C04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Freeform: Shape 31">
              <a:extLst>
                <a:ext uri="{FF2B5EF4-FFF2-40B4-BE49-F238E27FC236}">
                  <a16:creationId xmlns:a16="http://schemas.microsoft.com/office/drawing/2014/main" id="{023146A1-291C-4FA0-AB5B-EB04D42398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dirty="0"/>
            </a:p>
          </p:txBody>
        </p:sp>
        <p:sp>
          <p:nvSpPr>
            <p:cNvPr id="33" name="Freeform: Shape 32">
              <a:extLst>
                <a:ext uri="{FF2B5EF4-FFF2-40B4-BE49-F238E27FC236}">
                  <a16:creationId xmlns:a16="http://schemas.microsoft.com/office/drawing/2014/main" id="{62977932-2B03-4899-8306-5002CEE68E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5" name="Title 1">
            <a:extLst>
              <a:ext uri="{FF2B5EF4-FFF2-40B4-BE49-F238E27FC236}">
                <a16:creationId xmlns:a16="http://schemas.microsoft.com/office/drawing/2014/main" id="{603A5E6C-8AB7-451A-3402-183532A31C17}"/>
              </a:ext>
            </a:extLst>
          </p:cNvPr>
          <p:cNvSpPr txBox="1">
            <a:spLocks/>
          </p:cNvSpPr>
          <p:nvPr/>
        </p:nvSpPr>
        <p:spPr>
          <a:xfrm>
            <a:off x="10382250" y="3983"/>
            <a:ext cx="1809445" cy="44767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2000" dirty="0">
                <a:solidFill>
                  <a:schemeClr val="tx2"/>
                </a:solidFill>
              </a:rPr>
              <a:t>MISRA C -2012</a:t>
            </a:r>
          </a:p>
        </p:txBody>
      </p:sp>
      <p:pic>
        <p:nvPicPr>
          <p:cNvPr id="6" name="Picture 5">
            <a:extLst>
              <a:ext uri="{FF2B5EF4-FFF2-40B4-BE49-F238E27FC236}">
                <a16:creationId xmlns:a16="http://schemas.microsoft.com/office/drawing/2014/main" id="{E6B735C8-61D5-C607-348A-21E169F91A08}"/>
              </a:ext>
            </a:extLst>
          </p:cNvPr>
          <p:cNvPicPr>
            <a:picLocks noChangeAspect="1"/>
          </p:cNvPicPr>
          <p:nvPr/>
        </p:nvPicPr>
        <p:blipFill>
          <a:blip r:embed="rId2">
            <a:alphaModFix amt="70000"/>
          </a:blip>
          <a:stretch>
            <a:fillRect/>
          </a:stretch>
        </p:blipFill>
        <p:spPr>
          <a:xfrm>
            <a:off x="1753602" y="1809267"/>
            <a:ext cx="8628648" cy="4500798"/>
          </a:xfrm>
          <a:prstGeom prst="rect">
            <a:avLst/>
          </a:prstGeom>
        </p:spPr>
      </p:pic>
      <p:sp>
        <p:nvSpPr>
          <p:cNvPr id="8" name="Slide Number Placeholder 7">
            <a:extLst>
              <a:ext uri="{FF2B5EF4-FFF2-40B4-BE49-F238E27FC236}">
                <a16:creationId xmlns:a16="http://schemas.microsoft.com/office/drawing/2014/main" id="{F9B5DC3D-4A98-E3EA-FD24-F467146B86DA}"/>
              </a:ext>
            </a:extLst>
          </p:cNvPr>
          <p:cNvSpPr>
            <a:spLocks noGrp="1"/>
          </p:cNvSpPr>
          <p:nvPr>
            <p:ph type="sldNum" sz="quarter" idx="12"/>
          </p:nvPr>
        </p:nvSpPr>
        <p:spPr/>
        <p:txBody>
          <a:bodyPr/>
          <a:lstStyle/>
          <a:p>
            <a:fld id="{91247CA1-BCEC-4DD4-9B23-E2AE1AEA27A6}" type="slidenum">
              <a:rPr lang="en-IN" smtClean="0"/>
              <a:t>4</a:t>
            </a:fld>
            <a:endParaRPr lang="en-IN"/>
          </a:p>
        </p:txBody>
      </p:sp>
      <p:sp>
        <p:nvSpPr>
          <p:cNvPr id="7" name="TextBox 6">
            <a:extLst>
              <a:ext uri="{FF2B5EF4-FFF2-40B4-BE49-F238E27FC236}">
                <a16:creationId xmlns:a16="http://schemas.microsoft.com/office/drawing/2014/main" id="{3DB80C81-15CB-7991-FA04-6E6AECB47A59}"/>
              </a:ext>
            </a:extLst>
          </p:cNvPr>
          <p:cNvSpPr txBox="1"/>
          <p:nvPr/>
        </p:nvSpPr>
        <p:spPr>
          <a:xfrm>
            <a:off x="10532532" y="526059"/>
            <a:ext cx="1451144" cy="369332"/>
          </a:xfrm>
          <a:prstGeom prst="rect">
            <a:avLst/>
          </a:prstGeom>
          <a:noFill/>
        </p:spPr>
        <p:txBody>
          <a:bodyPr wrap="square">
            <a:spAutoFit/>
          </a:bodyPr>
          <a:lstStyle/>
          <a:p>
            <a:r>
              <a:rPr lang="en-IN" dirty="0"/>
              <a:t>Session 1</a:t>
            </a:r>
          </a:p>
        </p:txBody>
      </p:sp>
    </p:spTree>
    <p:extLst>
      <p:ext uri="{BB962C8B-B14F-4D97-AF65-F5344CB8AC3E}">
        <p14:creationId xmlns:p14="http://schemas.microsoft.com/office/powerpoint/2010/main" val="106028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5A292AEA-2528-46C0-B426-95822B6141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Rectangle 27">
            <a:extLst>
              <a:ext uri="{FF2B5EF4-FFF2-40B4-BE49-F238E27FC236}">
                <a16:creationId xmlns:a16="http://schemas.microsoft.com/office/drawing/2014/main" id="{D8B7B198-E4DF-43CD-AD8C-1998843237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dirty="0"/>
          </a:p>
        </p:txBody>
      </p:sp>
      <p:sp>
        <p:nvSpPr>
          <p:cNvPr id="34" name="Freeform: Shape 33">
            <a:extLst>
              <a:ext uri="{FF2B5EF4-FFF2-40B4-BE49-F238E27FC236}">
                <a16:creationId xmlns:a16="http://schemas.microsoft.com/office/drawing/2014/main" id="{2BE67753-EA0E-4819-8D22-0B6600CF7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96934" y="3984"/>
            <a:ext cx="9376632" cy="6858000"/>
          </a:xfrm>
          <a:custGeom>
            <a:avLst/>
            <a:gdLst>
              <a:gd name="connsiteX0" fmla="*/ 1691615 w 9376632"/>
              <a:gd name="connsiteY0" fmla="*/ 0 h 6858000"/>
              <a:gd name="connsiteX1" fmla="*/ 7685017 w 9376632"/>
              <a:gd name="connsiteY1" fmla="*/ 0 h 6858000"/>
              <a:gd name="connsiteX2" fmla="*/ 7840634 w 9376632"/>
              <a:gd name="connsiteY2" fmla="*/ 134799 h 6858000"/>
              <a:gd name="connsiteX3" fmla="*/ 9376632 w 9376632"/>
              <a:gd name="connsiteY3" fmla="*/ 3605175 h 6858000"/>
              <a:gd name="connsiteX4" fmla="*/ 8158692 w 9376632"/>
              <a:gd name="connsiteY4" fmla="*/ 6757493 h 6858000"/>
              <a:gd name="connsiteX5" fmla="*/ 8062868 w 9376632"/>
              <a:gd name="connsiteY5" fmla="*/ 6858000 h 6858000"/>
              <a:gd name="connsiteX6" fmla="*/ 1313765 w 9376632"/>
              <a:gd name="connsiteY6" fmla="*/ 6858000 h 6858000"/>
              <a:gd name="connsiteX7" fmla="*/ 1217940 w 9376632"/>
              <a:gd name="connsiteY7" fmla="*/ 6757493 h 6858000"/>
              <a:gd name="connsiteX8" fmla="*/ 0 w 9376632"/>
              <a:gd name="connsiteY8" fmla="*/ 3605175 h 6858000"/>
              <a:gd name="connsiteX9" fmla="*/ 1535999 w 9376632"/>
              <a:gd name="connsiteY9" fmla="*/ 13479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376632" h="6858000">
                <a:moveTo>
                  <a:pt x="1691615" y="0"/>
                </a:moveTo>
                <a:lnTo>
                  <a:pt x="7685017" y="0"/>
                </a:lnTo>
                <a:lnTo>
                  <a:pt x="7840634" y="134799"/>
                </a:lnTo>
                <a:cubicBezTo>
                  <a:pt x="8784230" y="992423"/>
                  <a:pt x="9376632" y="2229618"/>
                  <a:pt x="9376632" y="3605175"/>
                </a:cubicBezTo>
                <a:cubicBezTo>
                  <a:pt x="9376632" y="4818903"/>
                  <a:pt x="8915419" y="5924908"/>
                  <a:pt x="8158692" y="6757493"/>
                </a:cubicBezTo>
                <a:lnTo>
                  <a:pt x="8062868" y="6858000"/>
                </a:lnTo>
                <a:lnTo>
                  <a:pt x="1313765" y="6858000"/>
                </a:lnTo>
                <a:lnTo>
                  <a:pt x="1217940" y="6757493"/>
                </a:lnTo>
                <a:cubicBezTo>
                  <a:pt x="461213" y="5924908"/>
                  <a:pt x="0" y="4818903"/>
                  <a:pt x="0" y="3605175"/>
                </a:cubicBezTo>
                <a:cubicBezTo>
                  <a:pt x="0" y="2229618"/>
                  <a:pt x="592403" y="992423"/>
                  <a:pt x="1535999" y="134799"/>
                </a:cubicBezTo>
                <a:close/>
              </a:path>
            </a:pathLst>
          </a:cu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35" name="Group 34">
            <a:extLst>
              <a:ext uri="{FF2B5EF4-FFF2-40B4-BE49-F238E27FC236}">
                <a16:creationId xmlns:a16="http://schemas.microsoft.com/office/drawing/2014/main" id="{D76D63AC-0421-45EC-B383-E79A61A78C6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303402" y="3985"/>
            <a:ext cx="9772765" cy="6858000"/>
            <a:chOff x="1303402" y="36937"/>
            <a:chExt cx="9772765" cy="6858000"/>
          </a:xfrm>
          <a:solidFill>
            <a:schemeClr val="bg1">
              <a:alpha val="30000"/>
            </a:schemeClr>
          </a:solidFill>
        </p:grpSpPr>
        <p:sp>
          <p:nvSpPr>
            <p:cNvPr id="15" name="Freeform: Shape 14">
              <a:extLst>
                <a:ext uri="{FF2B5EF4-FFF2-40B4-BE49-F238E27FC236}">
                  <a16:creationId xmlns:a16="http://schemas.microsoft.com/office/drawing/2014/main" id="{B997A32E-7032-4107-9C8B-99DB59EDD5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6937"/>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Shape 15">
              <a:extLst>
                <a:ext uri="{FF2B5EF4-FFF2-40B4-BE49-F238E27FC236}">
                  <a16:creationId xmlns:a16="http://schemas.microsoft.com/office/drawing/2014/main" id="{943BB27F-1470-42CA-91FF-D94BC691C8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6937"/>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Freeform: Shape 16">
              <a:extLst>
                <a:ext uri="{FF2B5EF4-FFF2-40B4-BE49-F238E27FC236}">
                  <a16:creationId xmlns:a16="http://schemas.microsoft.com/office/drawing/2014/main" id="{E997B002-17FD-47B3-A06A-76802FE15C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6937"/>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Freeform: Shape 17">
              <a:extLst>
                <a:ext uri="{FF2B5EF4-FFF2-40B4-BE49-F238E27FC236}">
                  <a16:creationId xmlns:a16="http://schemas.microsoft.com/office/drawing/2014/main" id="{E401EA35-9D2E-43B7-860F-EBB8A6C3E0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6937"/>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Freeform: Shape 18">
              <a:extLst>
                <a:ext uri="{FF2B5EF4-FFF2-40B4-BE49-F238E27FC236}">
                  <a16:creationId xmlns:a16="http://schemas.microsoft.com/office/drawing/2014/main" id="{F8C44827-3D81-4FF9-B4A5-5650D1B20A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6937"/>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Freeform: Shape 19">
              <a:extLst>
                <a:ext uri="{FF2B5EF4-FFF2-40B4-BE49-F238E27FC236}">
                  <a16:creationId xmlns:a16="http://schemas.microsoft.com/office/drawing/2014/main" id="{F613D97F-F6DF-4D32-AD91-209A80E7A2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8320" y="36937"/>
              <a:ext cx="9767847" cy="6858000"/>
            </a:xfrm>
            <a:custGeom>
              <a:avLst/>
              <a:gdLst>
                <a:gd name="connsiteX0" fmla="*/ 7151367 w 9767847"/>
                <a:gd name="connsiteY0" fmla="*/ 0 h 6858000"/>
                <a:gd name="connsiteX1" fmla="*/ 7881247 w 9767847"/>
                <a:gd name="connsiteY1" fmla="*/ 0 h 6858000"/>
                <a:gd name="connsiteX2" fmla="*/ 7990553 w 9767847"/>
                <a:gd name="connsiteY2" fmla="*/ 81317 h 6858000"/>
                <a:gd name="connsiteX3" fmla="*/ 9767847 w 9767847"/>
                <a:gd name="connsiteY3" fmla="*/ 3649031 h 6858000"/>
                <a:gd name="connsiteX4" fmla="*/ 8652597 w 9767847"/>
                <a:gd name="connsiteY4" fmla="*/ 6590005 h 6858000"/>
                <a:gd name="connsiteX5" fmla="*/ 8395306 w 9767847"/>
                <a:gd name="connsiteY5" fmla="*/ 6858000 h 6858000"/>
                <a:gd name="connsiteX6" fmla="*/ 6762603 w 9767847"/>
                <a:gd name="connsiteY6" fmla="*/ 6858000 h 6858000"/>
                <a:gd name="connsiteX7" fmla="*/ 6765962 w 9767847"/>
                <a:gd name="connsiteY7" fmla="*/ 6854844 h 6858000"/>
                <a:gd name="connsiteX8" fmla="*/ 6804586 w 9767847"/>
                <a:gd name="connsiteY8" fmla="*/ 6817103 h 6858000"/>
                <a:gd name="connsiteX9" fmla="*/ 6881735 w 9767847"/>
                <a:gd name="connsiteY9" fmla="*/ 6741197 h 6858000"/>
                <a:gd name="connsiteX10" fmla="*/ 6958883 w 9767847"/>
                <a:gd name="connsiteY10" fmla="*/ 6664822 h 6858000"/>
                <a:gd name="connsiteX11" fmla="*/ 7267925 w 9767847"/>
                <a:gd name="connsiteY11" fmla="*/ 6355694 h 6858000"/>
                <a:gd name="connsiteX12" fmla="*/ 7424360 w 9767847"/>
                <a:gd name="connsiteY12" fmla="*/ 6200685 h 6858000"/>
                <a:gd name="connsiteX13" fmla="*/ 7504938 w 9767847"/>
                <a:gd name="connsiteY13" fmla="*/ 6122708 h 6858000"/>
                <a:gd name="connsiteX14" fmla="*/ 7546396 w 9767847"/>
                <a:gd name="connsiteY14" fmla="*/ 6083697 h 6858000"/>
                <a:gd name="connsiteX15" fmla="*/ 7588002 w 9767847"/>
                <a:gd name="connsiteY15" fmla="*/ 6045532 h 6858000"/>
                <a:gd name="connsiteX16" fmla="*/ 7631000 w 9767847"/>
                <a:gd name="connsiteY16" fmla="*/ 6006709 h 6858000"/>
                <a:gd name="connsiteX17" fmla="*/ 7675440 w 9767847"/>
                <a:gd name="connsiteY17" fmla="*/ 5968309 h 6858000"/>
                <a:gd name="connsiteX18" fmla="*/ 7720626 w 9767847"/>
                <a:gd name="connsiteY18" fmla="*/ 5930851 h 6858000"/>
                <a:gd name="connsiteX19" fmla="*/ 7766458 w 9767847"/>
                <a:gd name="connsiteY19" fmla="*/ 5894334 h 6858000"/>
                <a:gd name="connsiteX20" fmla="*/ 7955254 w 9767847"/>
                <a:gd name="connsiteY20" fmla="*/ 5756828 h 6858000"/>
                <a:gd name="connsiteX21" fmla="*/ 8352678 w 9767847"/>
                <a:gd name="connsiteY21" fmla="*/ 5517630 h 6858000"/>
                <a:gd name="connsiteX22" fmla="*/ 8451350 w 9767847"/>
                <a:gd name="connsiteY22" fmla="*/ 5465254 h 6858000"/>
                <a:gd name="connsiteX23" fmla="*/ 8548532 w 9767847"/>
                <a:gd name="connsiteY23" fmla="*/ 5413395 h 6858000"/>
                <a:gd name="connsiteX24" fmla="*/ 8729473 w 9767847"/>
                <a:gd name="connsiteY24" fmla="*/ 5309961 h 6858000"/>
                <a:gd name="connsiteX25" fmla="*/ 8770781 w 9767847"/>
                <a:gd name="connsiteY25" fmla="*/ 5283232 h 6858000"/>
                <a:gd name="connsiteX26" fmla="*/ 8790964 w 9767847"/>
                <a:gd name="connsiteY26" fmla="*/ 5269492 h 6858000"/>
                <a:gd name="connsiteX27" fmla="*/ 8810499 w 9767847"/>
                <a:gd name="connsiteY27" fmla="*/ 5255703 h 6858000"/>
                <a:gd name="connsiteX28" fmla="*/ 8883571 w 9767847"/>
                <a:gd name="connsiteY28" fmla="*/ 5198479 h 6858000"/>
                <a:gd name="connsiteX29" fmla="*/ 9006651 w 9767847"/>
                <a:gd name="connsiteY29" fmla="*/ 5070527 h 6858000"/>
                <a:gd name="connsiteX30" fmla="*/ 9033494 w 9767847"/>
                <a:gd name="connsiteY30" fmla="*/ 5034105 h 6858000"/>
                <a:gd name="connsiteX31" fmla="*/ 9040305 w 9767847"/>
                <a:gd name="connsiteY31" fmla="*/ 5024551 h 6858000"/>
                <a:gd name="connsiteX32" fmla="*/ 9046568 w 9767847"/>
                <a:gd name="connsiteY32" fmla="*/ 5015281 h 6858000"/>
                <a:gd name="connsiteX33" fmla="*/ 9058846 w 9767847"/>
                <a:gd name="connsiteY33" fmla="*/ 4996645 h 6858000"/>
                <a:gd name="connsiteX34" fmla="*/ 9104529 w 9767847"/>
                <a:gd name="connsiteY34" fmla="*/ 4918105 h 6858000"/>
                <a:gd name="connsiteX35" fmla="*/ 9181081 w 9767847"/>
                <a:gd name="connsiteY35" fmla="*/ 4744694 h 6858000"/>
                <a:gd name="connsiteX36" fmla="*/ 9240731 w 9767847"/>
                <a:gd name="connsiteY36" fmla="*/ 4557872 h 6858000"/>
                <a:gd name="connsiteX37" fmla="*/ 9265388 w 9767847"/>
                <a:gd name="connsiteY37" fmla="*/ 4461073 h 6858000"/>
                <a:gd name="connsiteX38" fmla="*/ 9276571 w 9767847"/>
                <a:gd name="connsiteY38" fmla="*/ 4411943 h 6858000"/>
                <a:gd name="connsiteX39" fmla="*/ 9281841 w 9767847"/>
                <a:gd name="connsiteY39" fmla="*/ 4387379 h 6858000"/>
                <a:gd name="connsiteX40" fmla="*/ 9286513 w 9767847"/>
                <a:gd name="connsiteY40" fmla="*/ 4364838 h 6858000"/>
                <a:gd name="connsiteX41" fmla="*/ 9296754 w 9767847"/>
                <a:gd name="connsiteY41" fmla="*/ 4312038 h 6858000"/>
                <a:gd name="connsiteX42" fmla="*/ 9301029 w 9767847"/>
                <a:gd name="connsiteY42" fmla="*/ 4289074 h 6858000"/>
                <a:gd name="connsiteX43" fmla="*/ 9302818 w 9767847"/>
                <a:gd name="connsiteY43" fmla="*/ 4278581 h 6858000"/>
                <a:gd name="connsiteX44" fmla="*/ 9304658 w 9767847"/>
                <a:gd name="connsiteY44" fmla="*/ 4266816 h 6858000"/>
                <a:gd name="connsiteX45" fmla="*/ 9312810 w 9767847"/>
                <a:gd name="connsiteY45" fmla="*/ 4215945 h 6858000"/>
                <a:gd name="connsiteX46" fmla="*/ 9316887 w 9767847"/>
                <a:gd name="connsiteY46" fmla="*/ 4190486 h 6858000"/>
                <a:gd name="connsiteX47" fmla="*/ 9318923 w 9767847"/>
                <a:gd name="connsiteY47" fmla="*/ 4177780 h 6858000"/>
                <a:gd name="connsiteX48" fmla="*/ 9320515 w 9767847"/>
                <a:gd name="connsiteY48" fmla="*/ 4164886 h 6858000"/>
                <a:gd name="connsiteX49" fmla="*/ 9332445 w 9767847"/>
                <a:gd name="connsiteY49" fmla="*/ 4064981 h 6858000"/>
                <a:gd name="connsiteX50" fmla="*/ 9336173 w 9767847"/>
                <a:gd name="connsiteY50" fmla="*/ 4018676 h 6858000"/>
                <a:gd name="connsiteX51" fmla="*/ 9340199 w 9767847"/>
                <a:gd name="connsiteY51" fmla="*/ 3965171 h 6858000"/>
                <a:gd name="connsiteX52" fmla="*/ 9347557 w 9767847"/>
                <a:gd name="connsiteY52" fmla="*/ 3765972 h 6858000"/>
                <a:gd name="connsiteX53" fmla="*/ 9346364 w 9767847"/>
                <a:gd name="connsiteY53" fmla="*/ 3664938 h 6858000"/>
                <a:gd name="connsiteX54" fmla="*/ 9344921 w 9767847"/>
                <a:gd name="connsiteY54" fmla="*/ 3615243 h 6858000"/>
                <a:gd name="connsiteX55" fmla="*/ 9344524 w 9767847"/>
                <a:gd name="connsiteY55" fmla="*/ 3603526 h 6858000"/>
                <a:gd name="connsiteX56" fmla="*/ 9343728 w 9767847"/>
                <a:gd name="connsiteY56" fmla="*/ 3590774 h 6858000"/>
                <a:gd name="connsiteX57" fmla="*/ 9342188 w 9767847"/>
                <a:gd name="connsiteY57" fmla="*/ 3565268 h 6858000"/>
                <a:gd name="connsiteX58" fmla="*/ 9339056 w 9767847"/>
                <a:gd name="connsiteY58" fmla="*/ 3514256 h 6858000"/>
                <a:gd name="connsiteX59" fmla="*/ 9334334 w 9767847"/>
                <a:gd name="connsiteY59" fmla="*/ 3463057 h 6858000"/>
                <a:gd name="connsiteX60" fmla="*/ 9329363 w 9767847"/>
                <a:gd name="connsiteY60" fmla="*/ 3411810 h 6858000"/>
                <a:gd name="connsiteX61" fmla="*/ 9328319 w 9767847"/>
                <a:gd name="connsiteY61" fmla="*/ 3400657 h 6858000"/>
                <a:gd name="connsiteX62" fmla="*/ 9327177 w 9767847"/>
                <a:gd name="connsiteY62" fmla="*/ 3390116 h 6858000"/>
                <a:gd name="connsiteX63" fmla="*/ 9324293 w 9767847"/>
                <a:gd name="connsiteY63" fmla="*/ 3366774 h 6858000"/>
                <a:gd name="connsiteX64" fmla="*/ 9320763 w 9767847"/>
                <a:gd name="connsiteY64" fmla="*/ 3340329 h 6858000"/>
                <a:gd name="connsiteX65" fmla="*/ 9317184 w 9767847"/>
                <a:gd name="connsiteY65" fmla="*/ 3311245 h 6858000"/>
                <a:gd name="connsiteX66" fmla="*/ 9311021 w 9767847"/>
                <a:gd name="connsiteY66" fmla="*/ 3266211 h 6858000"/>
                <a:gd name="connsiteX67" fmla="*/ 9302719 w 9767847"/>
                <a:gd name="connsiteY67" fmla="*/ 3215717 h 6858000"/>
                <a:gd name="connsiteX68" fmla="*/ 9293970 w 9767847"/>
                <a:gd name="connsiteY68" fmla="*/ 3165789 h 6858000"/>
                <a:gd name="connsiteX69" fmla="*/ 9252065 w 9767847"/>
                <a:gd name="connsiteY69" fmla="*/ 2967107 h 6858000"/>
                <a:gd name="connsiteX70" fmla="*/ 9227211 w 9767847"/>
                <a:gd name="connsiteY70" fmla="*/ 2868473 h 6858000"/>
                <a:gd name="connsiteX71" fmla="*/ 9220699 w 9767847"/>
                <a:gd name="connsiteY71" fmla="*/ 2844426 h 6858000"/>
                <a:gd name="connsiteX72" fmla="*/ 9213740 w 9767847"/>
                <a:gd name="connsiteY72" fmla="*/ 2820191 h 6858000"/>
                <a:gd name="connsiteX73" fmla="*/ 9199374 w 9767847"/>
                <a:gd name="connsiteY73" fmla="*/ 2771438 h 6858000"/>
                <a:gd name="connsiteX74" fmla="*/ 9061829 w 9767847"/>
                <a:gd name="connsiteY74" fmla="*/ 2385418 h 6858000"/>
                <a:gd name="connsiteX75" fmla="*/ 8978865 w 9767847"/>
                <a:gd name="connsiteY75" fmla="*/ 2196855 h 6858000"/>
                <a:gd name="connsiteX76" fmla="*/ 8956694 w 9767847"/>
                <a:gd name="connsiteY76" fmla="*/ 2150219 h 6858000"/>
                <a:gd name="connsiteX77" fmla="*/ 8934176 w 9767847"/>
                <a:gd name="connsiteY77" fmla="*/ 2103914 h 6858000"/>
                <a:gd name="connsiteX78" fmla="*/ 8887151 w 9767847"/>
                <a:gd name="connsiteY78" fmla="*/ 2011350 h 6858000"/>
                <a:gd name="connsiteX79" fmla="*/ 8787533 w 9767847"/>
                <a:gd name="connsiteY79" fmla="*/ 1828527 h 6858000"/>
                <a:gd name="connsiteX80" fmla="*/ 8761485 w 9767847"/>
                <a:gd name="connsiteY80" fmla="*/ 1783398 h 6858000"/>
                <a:gd name="connsiteX81" fmla="*/ 8734791 w 9767847"/>
                <a:gd name="connsiteY81" fmla="*/ 1737893 h 6858000"/>
                <a:gd name="connsiteX82" fmla="*/ 8680808 w 9767847"/>
                <a:gd name="connsiteY82" fmla="*/ 1648812 h 6858000"/>
                <a:gd name="connsiteX83" fmla="*/ 8567024 w 9767847"/>
                <a:gd name="connsiteY83" fmla="*/ 1472906 h 6858000"/>
                <a:gd name="connsiteX84" fmla="*/ 8537446 w 9767847"/>
                <a:gd name="connsiteY84" fmla="*/ 1429330 h 6858000"/>
                <a:gd name="connsiteX85" fmla="*/ 8507423 w 9767847"/>
                <a:gd name="connsiteY85" fmla="*/ 1385896 h 6858000"/>
                <a:gd name="connsiteX86" fmla="*/ 8446529 w 9767847"/>
                <a:gd name="connsiteY86" fmla="*/ 1300295 h 6858000"/>
                <a:gd name="connsiteX87" fmla="*/ 8319224 w 9767847"/>
                <a:gd name="connsiteY87" fmla="*/ 1131026 h 6858000"/>
                <a:gd name="connsiteX88" fmla="*/ 8286366 w 9767847"/>
                <a:gd name="connsiteY88" fmla="*/ 1089050 h 6858000"/>
                <a:gd name="connsiteX89" fmla="*/ 8270161 w 9767847"/>
                <a:gd name="connsiteY89" fmla="*/ 1068439 h 6858000"/>
                <a:gd name="connsiteX90" fmla="*/ 8253856 w 9767847"/>
                <a:gd name="connsiteY90" fmla="*/ 1048156 h 6858000"/>
                <a:gd name="connsiteX91" fmla="*/ 8186352 w 9767847"/>
                <a:gd name="connsiteY91" fmla="*/ 966275 h 6858000"/>
                <a:gd name="connsiteX92" fmla="*/ 8046768 w 9767847"/>
                <a:gd name="connsiteY92" fmla="*/ 805429 h 6858000"/>
                <a:gd name="connsiteX93" fmla="*/ 8010927 w 9767847"/>
                <a:gd name="connsiteY93" fmla="*/ 765853 h 6858000"/>
                <a:gd name="connsiteX94" fmla="*/ 7974788 w 9767847"/>
                <a:gd name="connsiteY94" fmla="*/ 726653 h 6858000"/>
                <a:gd name="connsiteX95" fmla="*/ 7901070 w 9767847"/>
                <a:gd name="connsiteY95" fmla="*/ 648724 h 6858000"/>
                <a:gd name="connsiteX96" fmla="*/ 7750054 w 9767847"/>
                <a:gd name="connsiteY96" fmla="*/ 497008 h 6858000"/>
                <a:gd name="connsiteX97" fmla="*/ 7592277 w 9767847"/>
                <a:gd name="connsiteY97" fmla="*/ 351221 h 6858000"/>
                <a:gd name="connsiteX98" fmla="*/ 7257734 w 9767847"/>
                <a:gd name="connsiteY98" fmla="*/ 76964 h 6858000"/>
                <a:gd name="connsiteX99" fmla="*/ 1886601 w 9767847"/>
                <a:gd name="connsiteY99" fmla="*/ 0 h 6858000"/>
                <a:gd name="connsiteX100" fmla="*/ 2292926 w 9767847"/>
                <a:gd name="connsiteY100" fmla="*/ 0 h 6858000"/>
                <a:gd name="connsiteX101" fmla="*/ 2135542 w 9767847"/>
                <a:gd name="connsiteY101" fmla="*/ 117781 h 6858000"/>
                <a:gd name="connsiteX102" fmla="*/ 1969576 w 9767847"/>
                <a:gd name="connsiteY102" fmla="*/ 254986 h 6858000"/>
                <a:gd name="connsiteX103" fmla="*/ 1659938 w 9767847"/>
                <a:gd name="connsiteY103" fmla="*/ 549855 h 6858000"/>
                <a:gd name="connsiteX104" fmla="*/ 729383 w 9767847"/>
                <a:gd name="connsiteY104" fmla="*/ 1936480 h 6858000"/>
                <a:gd name="connsiteX105" fmla="*/ 578465 w 9767847"/>
                <a:gd name="connsiteY105" fmla="*/ 2320807 h 6858000"/>
                <a:gd name="connsiteX106" fmla="*/ 465080 w 9767847"/>
                <a:gd name="connsiteY106" fmla="*/ 2714875 h 6858000"/>
                <a:gd name="connsiteX107" fmla="*/ 423820 w 9767847"/>
                <a:gd name="connsiteY107" fmla="*/ 2915436 h 6858000"/>
                <a:gd name="connsiteX108" fmla="*/ 392355 w 9767847"/>
                <a:gd name="connsiteY108" fmla="*/ 3118071 h 6858000"/>
                <a:gd name="connsiteX109" fmla="*/ 358801 w 9767847"/>
                <a:gd name="connsiteY109" fmla="*/ 3526915 h 6858000"/>
                <a:gd name="connsiteX110" fmla="*/ 410350 w 9767847"/>
                <a:gd name="connsiteY110" fmla="*/ 4348226 h 6858000"/>
                <a:gd name="connsiteX111" fmla="*/ 449022 w 9767847"/>
                <a:gd name="connsiteY111" fmla="*/ 4551049 h 6858000"/>
                <a:gd name="connsiteX112" fmla="*/ 498882 w 9767847"/>
                <a:gd name="connsiteY112" fmla="*/ 4752365 h 6858000"/>
                <a:gd name="connsiteX113" fmla="*/ 559775 w 9767847"/>
                <a:gd name="connsiteY113" fmla="*/ 4951657 h 6858000"/>
                <a:gd name="connsiteX114" fmla="*/ 631406 w 9767847"/>
                <a:gd name="connsiteY114" fmla="*/ 5147986 h 6858000"/>
                <a:gd name="connsiteX115" fmla="*/ 1023461 w 9767847"/>
                <a:gd name="connsiteY115" fmla="*/ 5893957 h 6858000"/>
                <a:gd name="connsiteX116" fmla="*/ 1575880 w 9767847"/>
                <a:gd name="connsiteY116" fmla="*/ 6547646 h 6858000"/>
                <a:gd name="connsiteX117" fmla="*/ 1905228 w 9767847"/>
                <a:gd name="connsiteY117" fmla="*/ 6829468 h 6858000"/>
                <a:gd name="connsiteX118" fmla="*/ 1944230 w 9767847"/>
                <a:gd name="connsiteY118" fmla="*/ 6858000 h 6858000"/>
                <a:gd name="connsiteX119" fmla="*/ 1372541 w 9767847"/>
                <a:gd name="connsiteY119" fmla="*/ 6858000 h 6858000"/>
                <a:gd name="connsiteX120" fmla="*/ 1115251 w 9767847"/>
                <a:gd name="connsiteY120" fmla="*/ 6590005 h 6858000"/>
                <a:gd name="connsiteX121" fmla="*/ 0 w 9767847"/>
                <a:gd name="connsiteY121" fmla="*/ 3649031 h 6858000"/>
                <a:gd name="connsiteX122" fmla="*/ 1777294 w 9767847"/>
                <a:gd name="connsiteY122" fmla="*/ 813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9767847" h="6858000">
                  <a:moveTo>
                    <a:pt x="7151367" y="0"/>
                  </a:moveTo>
                  <a:lnTo>
                    <a:pt x="7881247" y="0"/>
                  </a:lnTo>
                  <a:lnTo>
                    <a:pt x="7990553" y="81317"/>
                  </a:lnTo>
                  <a:cubicBezTo>
                    <a:pt x="9075991" y="929334"/>
                    <a:pt x="9767847" y="2212695"/>
                    <a:pt x="9767847" y="3649031"/>
                  </a:cubicBezTo>
                  <a:cubicBezTo>
                    <a:pt x="9767847" y="4766182"/>
                    <a:pt x="9349317" y="5790792"/>
                    <a:pt x="8652597" y="6590005"/>
                  </a:cubicBezTo>
                  <a:lnTo>
                    <a:pt x="8395306" y="6858000"/>
                  </a:lnTo>
                  <a:lnTo>
                    <a:pt x="6762603" y="6858000"/>
                  </a:lnTo>
                  <a:lnTo>
                    <a:pt x="6765962" y="6854844"/>
                  </a:lnTo>
                  <a:cubicBezTo>
                    <a:pt x="6779036" y="6842703"/>
                    <a:pt x="6791663" y="6829621"/>
                    <a:pt x="6804586" y="6817103"/>
                  </a:cubicBezTo>
                  <a:lnTo>
                    <a:pt x="6881735" y="6741197"/>
                  </a:lnTo>
                  <a:cubicBezTo>
                    <a:pt x="6907435" y="6715881"/>
                    <a:pt x="6933134" y="6690798"/>
                    <a:pt x="6958883" y="6664822"/>
                  </a:cubicBezTo>
                  <a:lnTo>
                    <a:pt x="7267925" y="6355694"/>
                  </a:lnTo>
                  <a:lnTo>
                    <a:pt x="7424360" y="6200685"/>
                  </a:lnTo>
                  <a:cubicBezTo>
                    <a:pt x="7450754" y="6174802"/>
                    <a:pt x="7477598" y="6148731"/>
                    <a:pt x="7504938" y="6122708"/>
                  </a:cubicBezTo>
                  <a:lnTo>
                    <a:pt x="7546396" y="6083697"/>
                  </a:lnTo>
                  <a:cubicBezTo>
                    <a:pt x="7560264" y="6070803"/>
                    <a:pt x="7574780" y="6057532"/>
                    <a:pt x="7588002" y="6045532"/>
                  </a:cubicBezTo>
                  <a:lnTo>
                    <a:pt x="7631000" y="6006709"/>
                  </a:lnTo>
                  <a:lnTo>
                    <a:pt x="7675440" y="5968309"/>
                  </a:lnTo>
                  <a:cubicBezTo>
                    <a:pt x="7690404" y="5955698"/>
                    <a:pt x="7705564" y="5943321"/>
                    <a:pt x="7720626" y="5930851"/>
                  </a:cubicBezTo>
                  <a:cubicBezTo>
                    <a:pt x="7735738" y="5918427"/>
                    <a:pt x="7751197" y="5906521"/>
                    <a:pt x="7766458" y="5894334"/>
                  </a:cubicBezTo>
                  <a:cubicBezTo>
                    <a:pt x="7827949" y="5846192"/>
                    <a:pt x="7890979" y="5800499"/>
                    <a:pt x="7955254" y="5756828"/>
                  </a:cubicBezTo>
                  <a:cubicBezTo>
                    <a:pt x="8083800" y="5669534"/>
                    <a:pt x="8216872" y="5590336"/>
                    <a:pt x="8352678" y="5517630"/>
                  </a:cubicBezTo>
                  <a:lnTo>
                    <a:pt x="8451350" y="5465254"/>
                  </a:lnTo>
                  <a:lnTo>
                    <a:pt x="8548532" y="5413395"/>
                  </a:lnTo>
                  <a:cubicBezTo>
                    <a:pt x="8612110" y="5379090"/>
                    <a:pt x="8673251" y="5345208"/>
                    <a:pt x="8729473" y="5309961"/>
                  </a:cubicBezTo>
                  <a:cubicBezTo>
                    <a:pt x="8743591" y="5301115"/>
                    <a:pt x="8757161" y="5292361"/>
                    <a:pt x="8770781" y="5283232"/>
                  </a:cubicBezTo>
                  <a:cubicBezTo>
                    <a:pt x="8777591" y="5278667"/>
                    <a:pt x="8784451" y="5274103"/>
                    <a:pt x="8790964" y="5269492"/>
                  </a:cubicBezTo>
                  <a:cubicBezTo>
                    <a:pt x="8797574" y="5264879"/>
                    <a:pt x="8804235" y="5260314"/>
                    <a:pt x="8810499" y="5255703"/>
                  </a:cubicBezTo>
                  <a:cubicBezTo>
                    <a:pt x="8835999" y="5237303"/>
                    <a:pt x="8860407" y="5218291"/>
                    <a:pt x="8883571" y="5198479"/>
                  </a:cubicBezTo>
                  <a:cubicBezTo>
                    <a:pt x="8929900" y="5158856"/>
                    <a:pt x="8971258" y="5116315"/>
                    <a:pt x="9006651" y="5070527"/>
                  </a:cubicBezTo>
                  <a:cubicBezTo>
                    <a:pt x="9015351" y="5059328"/>
                    <a:pt x="9024398" y="5046857"/>
                    <a:pt x="9033494" y="5034105"/>
                  </a:cubicBezTo>
                  <a:lnTo>
                    <a:pt x="9040305" y="5024551"/>
                  </a:lnTo>
                  <a:lnTo>
                    <a:pt x="9046568" y="5015281"/>
                  </a:lnTo>
                  <a:cubicBezTo>
                    <a:pt x="9050743" y="5009163"/>
                    <a:pt x="9054819" y="5002952"/>
                    <a:pt x="9058846" y="4996645"/>
                  </a:cubicBezTo>
                  <a:cubicBezTo>
                    <a:pt x="9075002" y="4971517"/>
                    <a:pt x="9090212" y="4945305"/>
                    <a:pt x="9104529" y="4918105"/>
                  </a:cubicBezTo>
                  <a:cubicBezTo>
                    <a:pt x="9133211" y="4863752"/>
                    <a:pt x="9158313" y="4805447"/>
                    <a:pt x="9181081" y="4744694"/>
                  </a:cubicBezTo>
                  <a:cubicBezTo>
                    <a:pt x="9203748" y="4684178"/>
                    <a:pt x="9223383" y="4621778"/>
                    <a:pt x="9240731" y="4557872"/>
                  </a:cubicBezTo>
                  <a:cubicBezTo>
                    <a:pt x="9249481" y="4525966"/>
                    <a:pt x="9257682" y="4493684"/>
                    <a:pt x="9265388" y="4461073"/>
                  </a:cubicBezTo>
                  <a:cubicBezTo>
                    <a:pt x="9269215" y="4444744"/>
                    <a:pt x="9272943" y="4428367"/>
                    <a:pt x="9276571" y="4411943"/>
                  </a:cubicBezTo>
                  <a:lnTo>
                    <a:pt x="9281841" y="4387379"/>
                  </a:lnTo>
                  <a:lnTo>
                    <a:pt x="9286513" y="4364838"/>
                  </a:lnTo>
                  <a:lnTo>
                    <a:pt x="9296754" y="4312038"/>
                  </a:lnTo>
                  <a:lnTo>
                    <a:pt x="9301029" y="4289074"/>
                  </a:lnTo>
                  <a:lnTo>
                    <a:pt x="9302818" y="4278581"/>
                  </a:lnTo>
                  <a:lnTo>
                    <a:pt x="9304658" y="4266816"/>
                  </a:lnTo>
                  <a:lnTo>
                    <a:pt x="9312810" y="4215945"/>
                  </a:lnTo>
                  <a:lnTo>
                    <a:pt x="9316887" y="4190486"/>
                  </a:lnTo>
                  <a:lnTo>
                    <a:pt x="9318923" y="4177780"/>
                  </a:lnTo>
                  <a:cubicBezTo>
                    <a:pt x="9319570" y="4173546"/>
                    <a:pt x="9319969" y="4169169"/>
                    <a:pt x="9320515" y="4164886"/>
                  </a:cubicBezTo>
                  <a:lnTo>
                    <a:pt x="9332445" y="4064981"/>
                  </a:lnTo>
                  <a:cubicBezTo>
                    <a:pt x="9333836" y="4052370"/>
                    <a:pt x="9334880" y="4036888"/>
                    <a:pt x="9336173" y="4018676"/>
                  </a:cubicBezTo>
                  <a:lnTo>
                    <a:pt x="9340199" y="3965171"/>
                  </a:lnTo>
                  <a:cubicBezTo>
                    <a:pt x="9345071" y="3899806"/>
                    <a:pt x="9347358" y="3832983"/>
                    <a:pt x="9347557" y="3765972"/>
                  </a:cubicBezTo>
                  <a:cubicBezTo>
                    <a:pt x="9347656" y="3732420"/>
                    <a:pt x="9347209" y="3698773"/>
                    <a:pt x="9346364" y="3664938"/>
                  </a:cubicBezTo>
                  <a:lnTo>
                    <a:pt x="9344921" y="3615243"/>
                  </a:lnTo>
                  <a:lnTo>
                    <a:pt x="9344524" y="3603526"/>
                  </a:lnTo>
                  <a:lnTo>
                    <a:pt x="9343728" y="3590774"/>
                  </a:lnTo>
                  <a:lnTo>
                    <a:pt x="9342188" y="3565268"/>
                  </a:lnTo>
                  <a:lnTo>
                    <a:pt x="9339056" y="3514256"/>
                  </a:lnTo>
                  <a:cubicBezTo>
                    <a:pt x="9337914" y="3497221"/>
                    <a:pt x="9335874" y="3480138"/>
                    <a:pt x="9334334" y="3463057"/>
                  </a:cubicBezTo>
                  <a:lnTo>
                    <a:pt x="9329363" y="3411810"/>
                  </a:lnTo>
                  <a:lnTo>
                    <a:pt x="9328319" y="3400657"/>
                  </a:lnTo>
                  <a:lnTo>
                    <a:pt x="9327177" y="3390116"/>
                  </a:lnTo>
                  <a:lnTo>
                    <a:pt x="9324293" y="3366774"/>
                  </a:lnTo>
                  <a:lnTo>
                    <a:pt x="9320763" y="3340329"/>
                  </a:lnTo>
                  <a:lnTo>
                    <a:pt x="9317184" y="3311245"/>
                  </a:lnTo>
                  <a:cubicBezTo>
                    <a:pt x="9315594" y="3296893"/>
                    <a:pt x="9313506" y="3282306"/>
                    <a:pt x="9311021" y="3266211"/>
                  </a:cubicBezTo>
                  <a:lnTo>
                    <a:pt x="9302719" y="3215717"/>
                  </a:lnTo>
                  <a:cubicBezTo>
                    <a:pt x="9299936" y="3199059"/>
                    <a:pt x="9297003" y="3182400"/>
                    <a:pt x="9293970" y="3165789"/>
                  </a:cubicBezTo>
                  <a:cubicBezTo>
                    <a:pt x="9281891" y="3099295"/>
                    <a:pt x="9267674" y="3033084"/>
                    <a:pt x="9252065" y="2967107"/>
                  </a:cubicBezTo>
                  <a:cubicBezTo>
                    <a:pt x="9244261" y="2934167"/>
                    <a:pt x="9235959" y="2901273"/>
                    <a:pt x="9227211" y="2868473"/>
                  </a:cubicBezTo>
                  <a:lnTo>
                    <a:pt x="9220699" y="2844426"/>
                  </a:lnTo>
                  <a:lnTo>
                    <a:pt x="9213740" y="2820191"/>
                  </a:lnTo>
                  <a:cubicBezTo>
                    <a:pt x="9209216" y="2804049"/>
                    <a:pt x="9204345" y="2787768"/>
                    <a:pt x="9199374" y="2771438"/>
                  </a:cubicBezTo>
                  <a:cubicBezTo>
                    <a:pt x="9159855" y="2641086"/>
                    <a:pt x="9114272" y="2512099"/>
                    <a:pt x="9061829" y="2385418"/>
                  </a:cubicBezTo>
                  <a:cubicBezTo>
                    <a:pt x="9035582" y="2322077"/>
                    <a:pt x="9008043" y="2259160"/>
                    <a:pt x="8978865" y="2196855"/>
                  </a:cubicBezTo>
                  <a:lnTo>
                    <a:pt x="8956694" y="2150219"/>
                  </a:lnTo>
                  <a:lnTo>
                    <a:pt x="8934176" y="2103914"/>
                  </a:lnTo>
                  <a:cubicBezTo>
                    <a:pt x="8918915" y="2073091"/>
                    <a:pt x="8903157" y="2042032"/>
                    <a:pt x="8887151" y="2011350"/>
                  </a:cubicBezTo>
                  <a:cubicBezTo>
                    <a:pt x="8854988" y="1949891"/>
                    <a:pt x="8822082" y="1888810"/>
                    <a:pt x="8787533" y="1828527"/>
                  </a:cubicBezTo>
                  <a:lnTo>
                    <a:pt x="8761485" y="1783398"/>
                  </a:lnTo>
                  <a:lnTo>
                    <a:pt x="8734791" y="1737893"/>
                  </a:lnTo>
                  <a:cubicBezTo>
                    <a:pt x="8717047" y="1707823"/>
                    <a:pt x="8699200" y="1678363"/>
                    <a:pt x="8680808" y="1648812"/>
                  </a:cubicBezTo>
                  <a:cubicBezTo>
                    <a:pt x="8644322" y="1589658"/>
                    <a:pt x="8606194" y="1531118"/>
                    <a:pt x="8567024" y="1472906"/>
                  </a:cubicBezTo>
                  <a:lnTo>
                    <a:pt x="8537446" y="1429330"/>
                  </a:lnTo>
                  <a:lnTo>
                    <a:pt x="8507423" y="1385896"/>
                  </a:lnTo>
                  <a:cubicBezTo>
                    <a:pt x="8487390" y="1357284"/>
                    <a:pt x="8467158" y="1328719"/>
                    <a:pt x="8446529" y="1300295"/>
                  </a:cubicBezTo>
                  <a:cubicBezTo>
                    <a:pt x="8405271" y="1243496"/>
                    <a:pt x="8362718" y="1187120"/>
                    <a:pt x="8319224" y="1131026"/>
                  </a:cubicBezTo>
                  <a:lnTo>
                    <a:pt x="8286366" y="1089050"/>
                  </a:lnTo>
                  <a:lnTo>
                    <a:pt x="8270161" y="1068439"/>
                  </a:lnTo>
                  <a:lnTo>
                    <a:pt x="8253856" y="1048156"/>
                  </a:lnTo>
                  <a:cubicBezTo>
                    <a:pt x="8231636" y="1020675"/>
                    <a:pt x="8209117" y="993381"/>
                    <a:pt x="8186352" y="966275"/>
                  </a:cubicBezTo>
                  <a:cubicBezTo>
                    <a:pt x="8140917" y="911922"/>
                    <a:pt x="8094240" y="858417"/>
                    <a:pt x="8046768" y="805429"/>
                  </a:cubicBezTo>
                  <a:lnTo>
                    <a:pt x="8010927" y="765853"/>
                  </a:lnTo>
                  <a:lnTo>
                    <a:pt x="7974788" y="726653"/>
                  </a:lnTo>
                  <a:cubicBezTo>
                    <a:pt x="7950382" y="700489"/>
                    <a:pt x="7925824" y="674465"/>
                    <a:pt x="7901070" y="648724"/>
                  </a:cubicBezTo>
                  <a:cubicBezTo>
                    <a:pt x="7851510" y="597289"/>
                    <a:pt x="7801404" y="546514"/>
                    <a:pt x="7750054" y="497008"/>
                  </a:cubicBezTo>
                  <a:cubicBezTo>
                    <a:pt x="7698902" y="447644"/>
                    <a:pt x="7645913" y="398938"/>
                    <a:pt x="7592277" y="351221"/>
                  </a:cubicBezTo>
                  <a:cubicBezTo>
                    <a:pt x="7484856" y="255786"/>
                    <a:pt x="7373308" y="164304"/>
                    <a:pt x="7257734" y="76964"/>
                  </a:cubicBezTo>
                  <a:close/>
                  <a:moveTo>
                    <a:pt x="1886601" y="0"/>
                  </a:moveTo>
                  <a:lnTo>
                    <a:pt x="2292926" y="0"/>
                  </a:lnTo>
                  <a:lnTo>
                    <a:pt x="2135542" y="117781"/>
                  </a:lnTo>
                  <a:cubicBezTo>
                    <a:pt x="2078998" y="162280"/>
                    <a:pt x="2023659" y="208045"/>
                    <a:pt x="1969576" y="254986"/>
                  </a:cubicBezTo>
                  <a:cubicBezTo>
                    <a:pt x="1861309" y="348820"/>
                    <a:pt x="1758064" y="447314"/>
                    <a:pt x="1659938" y="549855"/>
                  </a:cubicBezTo>
                  <a:cubicBezTo>
                    <a:pt x="1266987" y="960346"/>
                    <a:pt x="953820" y="1431495"/>
                    <a:pt x="729383" y="1936480"/>
                  </a:cubicBezTo>
                  <a:cubicBezTo>
                    <a:pt x="673260" y="2062362"/>
                    <a:pt x="622855" y="2190972"/>
                    <a:pt x="578465" y="2320807"/>
                  </a:cubicBezTo>
                  <a:cubicBezTo>
                    <a:pt x="534125" y="2450687"/>
                    <a:pt x="496147" y="2582216"/>
                    <a:pt x="465080" y="2714875"/>
                  </a:cubicBezTo>
                  <a:cubicBezTo>
                    <a:pt x="449769" y="2780991"/>
                    <a:pt x="435850" y="2848191"/>
                    <a:pt x="423820" y="2915436"/>
                  </a:cubicBezTo>
                  <a:cubicBezTo>
                    <a:pt x="411840" y="2982731"/>
                    <a:pt x="401054" y="3050260"/>
                    <a:pt x="392355" y="3118071"/>
                  </a:cubicBezTo>
                  <a:cubicBezTo>
                    <a:pt x="374509" y="3253646"/>
                    <a:pt x="363424" y="3389880"/>
                    <a:pt x="358801" y="3526915"/>
                  </a:cubicBezTo>
                  <a:cubicBezTo>
                    <a:pt x="349009" y="3800843"/>
                    <a:pt x="366357" y="4075570"/>
                    <a:pt x="410350" y="4348226"/>
                  </a:cubicBezTo>
                  <a:cubicBezTo>
                    <a:pt x="421286" y="4416132"/>
                    <a:pt x="434209" y="4483660"/>
                    <a:pt x="449022" y="4551049"/>
                  </a:cubicBezTo>
                  <a:cubicBezTo>
                    <a:pt x="463737" y="4618436"/>
                    <a:pt x="480389" y="4685588"/>
                    <a:pt x="498882" y="4752365"/>
                  </a:cubicBezTo>
                  <a:cubicBezTo>
                    <a:pt x="517373" y="4819141"/>
                    <a:pt x="537704" y="4885635"/>
                    <a:pt x="559775" y="4951657"/>
                  </a:cubicBezTo>
                  <a:cubicBezTo>
                    <a:pt x="581946" y="5017775"/>
                    <a:pt x="605358" y="5083375"/>
                    <a:pt x="631406" y="5147986"/>
                  </a:cubicBezTo>
                  <a:cubicBezTo>
                    <a:pt x="734055" y="5407608"/>
                    <a:pt x="865188" y="5658570"/>
                    <a:pt x="1023461" y="5893957"/>
                  </a:cubicBezTo>
                  <a:cubicBezTo>
                    <a:pt x="1181487" y="6129578"/>
                    <a:pt x="1367051" y="6349247"/>
                    <a:pt x="1575880" y="6547646"/>
                  </a:cubicBezTo>
                  <a:cubicBezTo>
                    <a:pt x="1680269" y="6646916"/>
                    <a:pt x="1790338" y="6740939"/>
                    <a:pt x="1905228" y="6829468"/>
                  </a:cubicBezTo>
                  <a:lnTo>
                    <a:pt x="1944230" y="6858000"/>
                  </a:lnTo>
                  <a:lnTo>
                    <a:pt x="1372541" y="6858000"/>
                  </a:lnTo>
                  <a:lnTo>
                    <a:pt x="1115251" y="6590005"/>
                  </a:lnTo>
                  <a:cubicBezTo>
                    <a:pt x="418530" y="5790792"/>
                    <a:pt x="0" y="4766182"/>
                    <a:pt x="0" y="3649031"/>
                  </a:cubicBezTo>
                  <a:cubicBezTo>
                    <a:pt x="0" y="2212695"/>
                    <a:pt x="691856" y="929334"/>
                    <a:pt x="1777294" y="81317"/>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1" name="Freeform: Shape 20">
              <a:extLst>
                <a:ext uri="{FF2B5EF4-FFF2-40B4-BE49-F238E27FC236}">
                  <a16:creationId xmlns:a16="http://schemas.microsoft.com/office/drawing/2014/main" id="{82B0ED5C-927D-4C5F-8F27-1B403820B9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3402" y="36937"/>
              <a:ext cx="9767847" cy="6858000"/>
            </a:xfrm>
            <a:custGeom>
              <a:avLst/>
              <a:gdLst>
                <a:gd name="connsiteX0" fmla="*/ 7145704 w 9767847"/>
                <a:gd name="connsiteY0" fmla="*/ 0 h 6858000"/>
                <a:gd name="connsiteX1" fmla="*/ 7875738 w 9767847"/>
                <a:gd name="connsiteY1" fmla="*/ 0 h 6858000"/>
                <a:gd name="connsiteX2" fmla="*/ 7990553 w 9767847"/>
                <a:gd name="connsiteY2" fmla="*/ 85415 h 6858000"/>
                <a:gd name="connsiteX3" fmla="*/ 9767847 w 9767847"/>
                <a:gd name="connsiteY3" fmla="*/ 3653129 h 6858000"/>
                <a:gd name="connsiteX4" fmla="*/ 8652597 w 9767847"/>
                <a:gd name="connsiteY4" fmla="*/ 6594103 h 6858000"/>
                <a:gd name="connsiteX5" fmla="*/ 8399240 w 9767847"/>
                <a:gd name="connsiteY5" fmla="*/ 6858000 h 6858000"/>
                <a:gd name="connsiteX6" fmla="*/ 6766926 w 9767847"/>
                <a:gd name="connsiteY6" fmla="*/ 6858000 h 6858000"/>
                <a:gd name="connsiteX7" fmla="*/ 6804586 w 9767847"/>
                <a:gd name="connsiteY7" fmla="*/ 6821201 h 6858000"/>
                <a:gd name="connsiteX8" fmla="*/ 6881735 w 9767847"/>
                <a:gd name="connsiteY8" fmla="*/ 6745295 h 6858000"/>
                <a:gd name="connsiteX9" fmla="*/ 6958883 w 9767847"/>
                <a:gd name="connsiteY9" fmla="*/ 6668920 h 6858000"/>
                <a:gd name="connsiteX10" fmla="*/ 7267925 w 9767847"/>
                <a:gd name="connsiteY10" fmla="*/ 6359792 h 6858000"/>
                <a:gd name="connsiteX11" fmla="*/ 7424360 w 9767847"/>
                <a:gd name="connsiteY11" fmla="*/ 6204783 h 6858000"/>
                <a:gd name="connsiteX12" fmla="*/ 7504938 w 9767847"/>
                <a:gd name="connsiteY12" fmla="*/ 6126806 h 6858000"/>
                <a:gd name="connsiteX13" fmla="*/ 7546396 w 9767847"/>
                <a:gd name="connsiteY13" fmla="*/ 6087795 h 6858000"/>
                <a:gd name="connsiteX14" fmla="*/ 7588002 w 9767847"/>
                <a:gd name="connsiteY14" fmla="*/ 6049630 h 6858000"/>
                <a:gd name="connsiteX15" fmla="*/ 7631000 w 9767847"/>
                <a:gd name="connsiteY15" fmla="*/ 6010807 h 6858000"/>
                <a:gd name="connsiteX16" fmla="*/ 7675440 w 9767847"/>
                <a:gd name="connsiteY16" fmla="*/ 5972407 h 6858000"/>
                <a:gd name="connsiteX17" fmla="*/ 7720626 w 9767847"/>
                <a:gd name="connsiteY17" fmla="*/ 5934949 h 6858000"/>
                <a:gd name="connsiteX18" fmla="*/ 7766458 w 9767847"/>
                <a:gd name="connsiteY18" fmla="*/ 5898432 h 6858000"/>
                <a:gd name="connsiteX19" fmla="*/ 7955254 w 9767847"/>
                <a:gd name="connsiteY19" fmla="*/ 5760926 h 6858000"/>
                <a:gd name="connsiteX20" fmla="*/ 8352678 w 9767847"/>
                <a:gd name="connsiteY20" fmla="*/ 5521728 h 6858000"/>
                <a:gd name="connsiteX21" fmla="*/ 8451350 w 9767847"/>
                <a:gd name="connsiteY21" fmla="*/ 5469352 h 6858000"/>
                <a:gd name="connsiteX22" fmla="*/ 8548532 w 9767847"/>
                <a:gd name="connsiteY22" fmla="*/ 5417493 h 6858000"/>
                <a:gd name="connsiteX23" fmla="*/ 8729473 w 9767847"/>
                <a:gd name="connsiteY23" fmla="*/ 5314059 h 6858000"/>
                <a:gd name="connsiteX24" fmla="*/ 8770781 w 9767847"/>
                <a:gd name="connsiteY24" fmla="*/ 5287330 h 6858000"/>
                <a:gd name="connsiteX25" fmla="*/ 8790964 w 9767847"/>
                <a:gd name="connsiteY25" fmla="*/ 5273590 h 6858000"/>
                <a:gd name="connsiteX26" fmla="*/ 8810499 w 9767847"/>
                <a:gd name="connsiteY26" fmla="*/ 5259801 h 6858000"/>
                <a:gd name="connsiteX27" fmla="*/ 8883571 w 9767847"/>
                <a:gd name="connsiteY27" fmla="*/ 5202577 h 6858000"/>
                <a:gd name="connsiteX28" fmla="*/ 9006651 w 9767847"/>
                <a:gd name="connsiteY28" fmla="*/ 5074625 h 6858000"/>
                <a:gd name="connsiteX29" fmla="*/ 9033494 w 9767847"/>
                <a:gd name="connsiteY29" fmla="*/ 5038203 h 6858000"/>
                <a:gd name="connsiteX30" fmla="*/ 9040305 w 9767847"/>
                <a:gd name="connsiteY30" fmla="*/ 5028649 h 6858000"/>
                <a:gd name="connsiteX31" fmla="*/ 9046568 w 9767847"/>
                <a:gd name="connsiteY31" fmla="*/ 5019379 h 6858000"/>
                <a:gd name="connsiteX32" fmla="*/ 9058846 w 9767847"/>
                <a:gd name="connsiteY32" fmla="*/ 5000743 h 6858000"/>
                <a:gd name="connsiteX33" fmla="*/ 9104529 w 9767847"/>
                <a:gd name="connsiteY33" fmla="*/ 4922203 h 6858000"/>
                <a:gd name="connsiteX34" fmla="*/ 9181081 w 9767847"/>
                <a:gd name="connsiteY34" fmla="*/ 4748792 h 6858000"/>
                <a:gd name="connsiteX35" fmla="*/ 9240731 w 9767847"/>
                <a:gd name="connsiteY35" fmla="*/ 4561970 h 6858000"/>
                <a:gd name="connsiteX36" fmla="*/ 9265388 w 9767847"/>
                <a:gd name="connsiteY36" fmla="*/ 4465171 h 6858000"/>
                <a:gd name="connsiteX37" fmla="*/ 9276571 w 9767847"/>
                <a:gd name="connsiteY37" fmla="*/ 4416041 h 6858000"/>
                <a:gd name="connsiteX38" fmla="*/ 9281841 w 9767847"/>
                <a:gd name="connsiteY38" fmla="*/ 4391477 h 6858000"/>
                <a:gd name="connsiteX39" fmla="*/ 9286513 w 9767847"/>
                <a:gd name="connsiteY39" fmla="*/ 4368936 h 6858000"/>
                <a:gd name="connsiteX40" fmla="*/ 9296754 w 9767847"/>
                <a:gd name="connsiteY40" fmla="*/ 4316136 h 6858000"/>
                <a:gd name="connsiteX41" fmla="*/ 9301029 w 9767847"/>
                <a:gd name="connsiteY41" fmla="*/ 4293172 h 6858000"/>
                <a:gd name="connsiteX42" fmla="*/ 9302818 w 9767847"/>
                <a:gd name="connsiteY42" fmla="*/ 4282679 h 6858000"/>
                <a:gd name="connsiteX43" fmla="*/ 9304658 w 9767847"/>
                <a:gd name="connsiteY43" fmla="*/ 4270914 h 6858000"/>
                <a:gd name="connsiteX44" fmla="*/ 9312810 w 9767847"/>
                <a:gd name="connsiteY44" fmla="*/ 4220043 h 6858000"/>
                <a:gd name="connsiteX45" fmla="*/ 9316887 w 9767847"/>
                <a:gd name="connsiteY45" fmla="*/ 4194584 h 6858000"/>
                <a:gd name="connsiteX46" fmla="*/ 9318923 w 9767847"/>
                <a:gd name="connsiteY46" fmla="*/ 4181878 h 6858000"/>
                <a:gd name="connsiteX47" fmla="*/ 9320515 w 9767847"/>
                <a:gd name="connsiteY47" fmla="*/ 4168984 h 6858000"/>
                <a:gd name="connsiteX48" fmla="*/ 9332445 w 9767847"/>
                <a:gd name="connsiteY48" fmla="*/ 4069079 h 6858000"/>
                <a:gd name="connsiteX49" fmla="*/ 9336173 w 9767847"/>
                <a:gd name="connsiteY49" fmla="*/ 4022774 h 6858000"/>
                <a:gd name="connsiteX50" fmla="*/ 9340199 w 9767847"/>
                <a:gd name="connsiteY50" fmla="*/ 3969269 h 6858000"/>
                <a:gd name="connsiteX51" fmla="*/ 9347557 w 9767847"/>
                <a:gd name="connsiteY51" fmla="*/ 3770070 h 6858000"/>
                <a:gd name="connsiteX52" fmla="*/ 9346364 w 9767847"/>
                <a:gd name="connsiteY52" fmla="*/ 3669036 h 6858000"/>
                <a:gd name="connsiteX53" fmla="*/ 9344921 w 9767847"/>
                <a:gd name="connsiteY53" fmla="*/ 3619341 h 6858000"/>
                <a:gd name="connsiteX54" fmla="*/ 9344524 w 9767847"/>
                <a:gd name="connsiteY54" fmla="*/ 3607624 h 6858000"/>
                <a:gd name="connsiteX55" fmla="*/ 9343728 w 9767847"/>
                <a:gd name="connsiteY55" fmla="*/ 3594872 h 6858000"/>
                <a:gd name="connsiteX56" fmla="*/ 9342188 w 9767847"/>
                <a:gd name="connsiteY56" fmla="*/ 3569366 h 6858000"/>
                <a:gd name="connsiteX57" fmla="*/ 9339056 w 9767847"/>
                <a:gd name="connsiteY57" fmla="*/ 3518354 h 6858000"/>
                <a:gd name="connsiteX58" fmla="*/ 9334334 w 9767847"/>
                <a:gd name="connsiteY58" fmla="*/ 3467155 h 6858000"/>
                <a:gd name="connsiteX59" fmla="*/ 9329363 w 9767847"/>
                <a:gd name="connsiteY59" fmla="*/ 3415908 h 6858000"/>
                <a:gd name="connsiteX60" fmla="*/ 9328319 w 9767847"/>
                <a:gd name="connsiteY60" fmla="*/ 3404755 h 6858000"/>
                <a:gd name="connsiteX61" fmla="*/ 9327177 w 9767847"/>
                <a:gd name="connsiteY61" fmla="*/ 3394214 h 6858000"/>
                <a:gd name="connsiteX62" fmla="*/ 9324293 w 9767847"/>
                <a:gd name="connsiteY62" fmla="*/ 3370872 h 6858000"/>
                <a:gd name="connsiteX63" fmla="*/ 9320763 w 9767847"/>
                <a:gd name="connsiteY63" fmla="*/ 3344427 h 6858000"/>
                <a:gd name="connsiteX64" fmla="*/ 9317184 w 9767847"/>
                <a:gd name="connsiteY64" fmla="*/ 3315343 h 6858000"/>
                <a:gd name="connsiteX65" fmla="*/ 9311021 w 9767847"/>
                <a:gd name="connsiteY65" fmla="*/ 3270309 h 6858000"/>
                <a:gd name="connsiteX66" fmla="*/ 9302719 w 9767847"/>
                <a:gd name="connsiteY66" fmla="*/ 3219815 h 6858000"/>
                <a:gd name="connsiteX67" fmla="*/ 9293970 w 9767847"/>
                <a:gd name="connsiteY67" fmla="*/ 3169887 h 6858000"/>
                <a:gd name="connsiteX68" fmla="*/ 9252065 w 9767847"/>
                <a:gd name="connsiteY68" fmla="*/ 2971205 h 6858000"/>
                <a:gd name="connsiteX69" fmla="*/ 9227211 w 9767847"/>
                <a:gd name="connsiteY69" fmla="*/ 2872571 h 6858000"/>
                <a:gd name="connsiteX70" fmla="*/ 9220699 w 9767847"/>
                <a:gd name="connsiteY70" fmla="*/ 2848524 h 6858000"/>
                <a:gd name="connsiteX71" fmla="*/ 9213740 w 9767847"/>
                <a:gd name="connsiteY71" fmla="*/ 2824289 h 6858000"/>
                <a:gd name="connsiteX72" fmla="*/ 9199374 w 9767847"/>
                <a:gd name="connsiteY72" fmla="*/ 2775536 h 6858000"/>
                <a:gd name="connsiteX73" fmla="*/ 9061829 w 9767847"/>
                <a:gd name="connsiteY73" fmla="*/ 2389515 h 6858000"/>
                <a:gd name="connsiteX74" fmla="*/ 8978865 w 9767847"/>
                <a:gd name="connsiteY74" fmla="*/ 2200953 h 6858000"/>
                <a:gd name="connsiteX75" fmla="*/ 8956694 w 9767847"/>
                <a:gd name="connsiteY75" fmla="*/ 2154317 h 6858000"/>
                <a:gd name="connsiteX76" fmla="*/ 8934176 w 9767847"/>
                <a:gd name="connsiteY76" fmla="*/ 2108012 h 6858000"/>
                <a:gd name="connsiteX77" fmla="*/ 8887151 w 9767847"/>
                <a:gd name="connsiteY77" fmla="*/ 2015448 h 6858000"/>
                <a:gd name="connsiteX78" fmla="*/ 8787533 w 9767847"/>
                <a:gd name="connsiteY78" fmla="*/ 1832625 h 6858000"/>
                <a:gd name="connsiteX79" fmla="*/ 8761485 w 9767847"/>
                <a:gd name="connsiteY79" fmla="*/ 1787496 h 6858000"/>
                <a:gd name="connsiteX80" fmla="*/ 8734791 w 9767847"/>
                <a:gd name="connsiteY80" fmla="*/ 1741991 h 6858000"/>
                <a:gd name="connsiteX81" fmla="*/ 8680808 w 9767847"/>
                <a:gd name="connsiteY81" fmla="*/ 1652910 h 6858000"/>
                <a:gd name="connsiteX82" fmla="*/ 8567024 w 9767847"/>
                <a:gd name="connsiteY82" fmla="*/ 1477004 h 6858000"/>
                <a:gd name="connsiteX83" fmla="*/ 8537446 w 9767847"/>
                <a:gd name="connsiteY83" fmla="*/ 1433428 h 6858000"/>
                <a:gd name="connsiteX84" fmla="*/ 8507423 w 9767847"/>
                <a:gd name="connsiteY84" fmla="*/ 1389994 h 6858000"/>
                <a:gd name="connsiteX85" fmla="*/ 8446529 w 9767847"/>
                <a:gd name="connsiteY85" fmla="*/ 1304393 h 6858000"/>
                <a:gd name="connsiteX86" fmla="*/ 8319224 w 9767847"/>
                <a:gd name="connsiteY86" fmla="*/ 1135124 h 6858000"/>
                <a:gd name="connsiteX87" fmla="*/ 8286366 w 9767847"/>
                <a:gd name="connsiteY87" fmla="*/ 1093148 h 6858000"/>
                <a:gd name="connsiteX88" fmla="*/ 8270161 w 9767847"/>
                <a:gd name="connsiteY88" fmla="*/ 1072538 h 6858000"/>
                <a:gd name="connsiteX89" fmla="*/ 8253856 w 9767847"/>
                <a:gd name="connsiteY89" fmla="*/ 1052254 h 6858000"/>
                <a:gd name="connsiteX90" fmla="*/ 8186352 w 9767847"/>
                <a:gd name="connsiteY90" fmla="*/ 970373 h 6858000"/>
                <a:gd name="connsiteX91" fmla="*/ 8046768 w 9767847"/>
                <a:gd name="connsiteY91" fmla="*/ 809527 h 6858000"/>
                <a:gd name="connsiteX92" fmla="*/ 8010927 w 9767847"/>
                <a:gd name="connsiteY92" fmla="*/ 769951 h 6858000"/>
                <a:gd name="connsiteX93" fmla="*/ 7974788 w 9767847"/>
                <a:gd name="connsiteY93" fmla="*/ 730751 h 6858000"/>
                <a:gd name="connsiteX94" fmla="*/ 7901070 w 9767847"/>
                <a:gd name="connsiteY94" fmla="*/ 652823 h 6858000"/>
                <a:gd name="connsiteX95" fmla="*/ 7750054 w 9767847"/>
                <a:gd name="connsiteY95" fmla="*/ 501106 h 6858000"/>
                <a:gd name="connsiteX96" fmla="*/ 7592277 w 9767847"/>
                <a:gd name="connsiteY96" fmla="*/ 355319 h 6858000"/>
                <a:gd name="connsiteX97" fmla="*/ 7257734 w 9767847"/>
                <a:gd name="connsiteY97" fmla="*/ 81062 h 6858000"/>
                <a:gd name="connsiteX98" fmla="*/ 1892109 w 9767847"/>
                <a:gd name="connsiteY98" fmla="*/ 0 h 6858000"/>
                <a:gd name="connsiteX99" fmla="*/ 2298402 w 9767847"/>
                <a:gd name="connsiteY99" fmla="*/ 0 h 6858000"/>
                <a:gd name="connsiteX100" fmla="*/ 2135542 w 9767847"/>
                <a:gd name="connsiteY100" fmla="*/ 121879 h 6858000"/>
                <a:gd name="connsiteX101" fmla="*/ 1969576 w 9767847"/>
                <a:gd name="connsiteY101" fmla="*/ 259084 h 6858000"/>
                <a:gd name="connsiteX102" fmla="*/ 1659938 w 9767847"/>
                <a:gd name="connsiteY102" fmla="*/ 553953 h 6858000"/>
                <a:gd name="connsiteX103" fmla="*/ 729383 w 9767847"/>
                <a:gd name="connsiteY103" fmla="*/ 1940578 h 6858000"/>
                <a:gd name="connsiteX104" fmla="*/ 578465 w 9767847"/>
                <a:gd name="connsiteY104" fmla="*/ 2324905 h 6858000"/>
                <a:gd name="connsiteX105" fmla="*/ 465080 w 9767847"/>
                <a:gd name="connsiteY105" fmla="*/ 2718973 h 6858000"/>
                <a:gd name="connsiteX106" fmla="*/ 423820 w 9767847"/>
                <a:gd name="connsiteY106" fmla="*/ 2919535 h 6858000"/>
                <a:gd name="connsiteX107" fmla="*/ 392355 w 9767847"/>
                <a:gd name="connsiteY107" fmla="*/ 3122169 h 6858000"/>
                <a:gd name="connsiteX108" fmla="*/ 358801 w 9767847"/>
                <a:gd name="connsiteY108" fmla="*/ 3531013 h 6858000"/>
                <a:gd name="connsiteX109" fmla="*/ 410350 w 9767847"/>
                <a:gd name="connsiteY109" fmla="*/ 4352324 h 6858000"/>
                <a:gd name="connsiteX110" fmla="*/ 449022 w 9767847"/>
                <a:gd name="connsiteY110" fmla="*/ 4555147 h 6858000"/>
                <a:gd name="connsiteX111" fmla="*/ 498882 w 9767847"/>
                <a:gd name="connsiteY111" fmla="*/ 4756463 h 6858000"/>
                <a:gd name="connsiteX112" fmla="*/ 559775 w 9767847"/>
                <a:gd name="connsiteY112" fmla="*/ 4955755 h 6858000"/>
                <a:gd name="connsiteX113" fmla="*/ 631406 w 9767847"/>
                <a:gd name="connsiteY113" fmla="*/ 5152084 h 6858000"/>
                <a:gd name="connsiteX114" fmla="*/ 1023461 w 9767847"/>
                <a:gd name="connsiteY114" fmla="*/ 5898055 h 6858000"/>
                <a:gd name="connsiteX115" fmla="*/ 1575880 w 9767847"/>
                <a:gd name="connsiteY115" fmla="*/ 6551744 h 6858000"/>
                <a:gd name="connsiteX116" fmla="*/ 1905228 w 9767847"/>
                <a:gd name="connsiteY116" fmla="*/ 6833566 h 6858000"/>
                <a:gd name="connsiteX117" fmla="*/ 1938629 w 9767847"/>
                <a:gd name="connsiteY117" fmla="*/ 6858000 h 6858000"/>
                <a:gd name="connsiteX118" fmla="*/ 1368607 w 9767847"/>
                <a:gd name="connsiteY118" fmla="*/ 6858000 h 6858000"/>
                <a:gd name="connsiteX119" fmla="*/ 1115251 w 9767847"/>
                <a:gd name="connsiteY119" fmla="*/ 6594103 h 6858000"/>
                <a:gd name="connsiteX120" fmla="*/ 0 w 9767847"/>
                <a:gd name="connsiteY120" fmla="*/ 3653129 h 6858000"/>
                <a:gd name="connsiteX121" fmla="*/ 1777294 w 9767847"/>
                <a:gd name="connsiteY121" fmla="*/ 854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9767847" h="6858000">
                  <a:moveTo>
                    <a:pt x="7145704" y="0"/>
                  </a:moveTo>
                  <a:lnTo>
                    <a:pt x="7875738" y="0"/>
                  </a:lnTo>
                  <a:lnTo>
                    <a:pt x="7990553" y="85415"/>
                  </a:lnTo>
                  <a:cubicBezTo>
                    <a:pt x="9075991" y="933432"/>
                    <a:pt x="9767847" y="2216793"/>
                    <a:pt x="9767847" y="3653129"/>
                  </a:cubicBezTo>
                  <a:cubicBezTo>
                    <a:pt x="9767847" y="4770280"/>
                    <a:pt x="9349317" y="5794890"/>
                    <a:pt x="8652597" y="6594103"/>
                  </a:cubicBezTo>
                  <a:lnTo>
                    <a:pt x="8399240" y="6858000"/>
                  </a:lnTo>
                  <a:lnTo>
                    <a:pt x="6766926" y="6858000"/>
                  </a:lnTo>
                  <a:lnTo>
                    <a:pt x="6804586" y="6821201"/>
                  </a:lnTo>
                  <a:lnTo>
                    <a:pt x="6881735" y="6745295"/>
                  </a:lnTo>
                  <a:cubicBezTo>
                    <a:pt x="6907435" y="6719979"/>
                    <a:pt x="6933134" y="6694896"/>
                    <a:pt x="6958883" y="6668920"/>
                  </a:cubicBezTo>
                  <a:lnTo>
                    <a:pt x="7267925" y="6359792"/>
                  </a:lnTo>
                  <a:lnTo>
                    <a:pt x="7424360" y="6204783"/>
                  </a:lnTo>
                  <a:cubicBezTo>
                    <a:pt x="7450754" y="6178900"/>
                    <a:pt x="7477598" y="6152829"/>
                    <a:pt x="7504938" y="6126806"/>
                  </a:cubicBezTo>
                  <a:lnTo>
                    <a:pt x="7546396" y="6087795"/>
                  </a:lnTo>
                  <a:cubicBezTo>
                    <a:pt x="7560264" y="6074901"/>
                    <a:pt x="7574780" y="6061630"/>
                    <a:pt x="7588002" y="6049630"/>
                  </a:cubicBezTo>
                  <a:lnTo>
                    <a:pt x="7631000" y="6010807"/>
                  </a:lnTo>
                  <a:lnTo>
                    <a:pt x="7675440" y="5972407"/>
                  </a:lnTo>
                  <a:cubicBezTo>
                    <a:pt x="7690404" y="5959796"/>
                    <a:pt x="7705564" y="5947419"/>
                    <a:pt x="7720626" y="5934949"/>
                  </a:cubicBezTo>
                  <a:cubicBezTo>
                    <a:pt x="7735738" y="5922525"/>
                    <a:pt x="7751197" y="5910619"/>
                    <a:pt x="7766458" y="5898432"/>
                  </a:cubicBezTo>
                  <a:cubicBezTo>
                    <a:pt x="7827949" y="5850290"/>
                    <a:pt x="7890979" y="5804597"/>
                    <a:pt x="7955254" y="5760926"/>
                  </a:cubicBezTo>
                  <a:cubicBezTo>
                    <a:pt x="8083800" y="5673632"/>
                    <a:pt x="8216872" y="5594434"/>
                    <a:pt x="8352678" y="5521728"/>
                  </a:cubicBezTo>
                  <a:lnTo>
                    <a:pt x="8451350" y="5469352"/>
                  </a:lnTo>
                  <a:lnTo>
                    <a:pt x="8548532" y="5417493"/>
                  </a:lnTo>
                  <a:cubicBezTo>
                    <a:pt x="8612110" y="5383188"/>
                    <a:pt x="8673251" y="5349306"/>
                    <a:pt x="8729473" y="5314059"/>
                  </a:cubicBezTo>
                  <a:cubicBezTo>
                    <a:pt x="8743591" y="5305213"/>
                    <a:pt x="8757161" y="5296459"/>
                    <a:pt x="8770781" y="5287330"/>
                  </a:cubicBezTo>
                  <a:cubicBezTo>
                    <a:pt x="8777591" y="5282765"/>
                    <a:pt x="8784451" y="5278201"/>
                    <a:pt x="8790964" y="5273590"/>
                  </a:cubicBezTo>
                  <a:cubicBezTo>
                    <a:pt x="8797574" y="5268977"/>
                    <a:pt x="8804235" y="5264412"/>
                    <a:pt x="8810499" y="5259801"/>
                  </a:cubicBezTo>
                  <a:cubicBezTo>
                    <a:pt x="8835999" y="5241401"/>
                    <a:pt x="8860407" y="5222389"/>
                    <a:pt x="8883571" y="5202577"/>
                  </a:cubicBezTo>
                  <a:cubicBezTo>
                    <a:pt x="8929900" y="5162954"/>
                    <a:pt x="8971258" y="5120413"/>
                    <a:pt x="9006651" y="5074625"/>
                  </a:cubicBezTo>
                  <a:cubicBezTo>
                    <a:pt x="9015351" y="5063426"/>
                    <a:pt x="9024398" y="5050955"/>
                    <a:pt x="9033494" y="5038203"/>
                  </a:cubicBezTo>
                  <a:lnTo>
                    <a:pt x="9040305" y="5028649"/>
                  </a:lnTo>
                  <a:lnTo>
                    <a:pt x="9046568" y="5019379"/>
                  </a:lnTo>
                  <a:cubicBezTo>
                    <a:pt x="9050743" y="5013261"/>
                    <a:pt x="9054819" y="5007050"/>
                    <a:pt x="9058846" y="5000743"/>
                  </a:cubicBezTo>
                  <a:cubicBezTo>
                    <a:pt x="9075002" y="4975615"/>
                    <a:pt x="9090212" y="4949403"/>
                    <a:pt x="9104529" y="4922203"/>
                  </a:cubicBezTo>
                  <a:cubicBezTo>
                    <a:pt x="9133211" y="4867850"/>
                    <a:pt x="9158313" y="4809545"/>
                    <a:pt x="9181081" y="4748792"/>
                  </a:cubicBezTo>
                  <a:cubicBezTo>
                    <a:pt x="9203748" y="4688276"/>
                    <a:pt x="9223383" y="4625876"/>
                    <a:pt x="9240731" y="4561970"/>
                  </a:cubicBezTo>
                  <a:cubicBezTo>
                    <a:pt x="9249481" y="4530064"/>
                    <a:pt x="9257682" y="4497782"/>
                    <a:pt x="9265388" y="4465171"/>
                  </a:cubicBezTo>
                  <a:cubicBezTo>
                    <a:pt x="9269215" y="4448842"/>
                    <a:pt x="9272943" y="4432465"/>
                    <a:pt x="9276571" y="4416041"/>
                  </a:cubicBezTo>
                  <a:lnTo>
                    <a:pt x="9281841" y="4391477"/>
                  </a:lnTo>
                  <a:lnTo>
                    <a:pt x="9286513" y="4368936"/>
                  </a:lnTo>
                  <a:lnTo>
                    <a:pt x="9296754" y="4316136"/>
                  </a:lnTo>
                  <a:lnTo>
                    <a:pt x="9301029" y="4293172"/>
                  </a:lnTo>
                  <a:lnTo>
                    <a:pt x="9302818" y="4282679"/>
                  </a:lnTo>
                  <a:lnTo>
                    <a:pt x="9304658" y="4270914"/>
                  </a:lnTo>
                  <a:lnTo>
                    <a:pt x="9312810" y="4220043"/>
                  </a:lnTo>
                  <a:lnTo>
                    <a:pt x="9316887" y="4194584"/>
                  </a:lnTo>
                  <a:lnTo>
                    <a:pt x="9318923" y="4181878"/>
                  </a:lnTo>
                  <a:cubicBezTo>
                    <a:pt x="9319570" y="4177644"/>
                    <a:pt x="9319969" y="4173267"/>
                    <a:pt x="9320515" y="4168984"/>
                  </a:cubicBezTo>
                  <a:lnTo>
                    <a:pt x="9332445" y="4069079"/>
                  </a:lnTo>
                  <a:cubicBezTo>
                    <a:pt x="9333836" y="4056468"/>
                    <a:pt x="9334880" y="4040986"/>
                    <a:pt x="9336173" y="4022774"/>
                  </a:cubicBezTo>
                  <a:lnTo>
                    <a:pt x="9340199" y="3969269"/>
                  </a:lnTo>
                  <a:cubicBezTo>
                    <a:pt x="9345071" y="3903904"/>
                    <a:pt x="9347358" y="3837081"/>
                    <a:pt x="9347557" y="3770070"/>
                  </a:cubicBezTo>
                  <a:cubicBezTo>
                    <a:pt x="9347656" y="3736518"/>
                    <a:pt x="9347209" y="3702871"/>
                    <a:pt x="9346364" y="3669036"/>
                  </a:cubicBezTo>
                  <a:lnTo>
                    <a:pt x="9344921" y="3619341"/>
                  </a:lnTo>
                  <a:lnTo>
                    <a:pt x="9344524" y="3607624"/>
                  </a:lnTo>
                  <a:lnTo>
                    <a:pt x="9343728" y="3594872"/>
                  </a:lnTo>
                  <a:lnTo>
                    <a:pt x="9342188" y="3569366"/>
                  </a:lnTo>
                  <a:lnTo>
                    <a:pt x="9339056" y="3518354"/>
                  </a:lnTo>
                  <a:cubicBezTo>
                    <a:pt x="9337914" y="3501319"/>
                    <a:pt x="9335874" y="3484236"/>
                    <a:pt x="9334334" y="3467155"/>
                  </a:cubicBezTo>
                  <a:lnTo>
                    <a:pt x="9329363" y="3415908"/>
                  </a:lnTo>
                  <a:lnTo>
                    <a:pt x="9328319" y="3404755"/>
                  </a:lnTo>
                  <a:lnTo>
                    <a:pt x="9327177" y="3394214"/>
                  </a:lnTo>
                  <a:lnTo>
                    <a:pt x="9324293" y="3370872"/>
                  </a:lnTo>
                  <a:lnTo>
                    <a:pt x="9320763" y="3344427"/>
                  </a:lnTo>
                  <a:lnTo>
                    <a:pt x="9317184" y="3315343"/>
                  </a:lnTo>
                  <a:cubicBezTo>
                    <a:pt x="9315594" y="3300991"/>
                    <a:pt x="9313506" y="3286404"/>
                    <a:pt x="9311021" y="3270309"/>
                  </a:cubicBezTo>
                  <a:lnTo>
                    <a:pt x="9302719" y="3219815"/>
                  </a:lnTo>
                  <a:cubicBezTo>
                    <a:pt x="9299936" y="3203157"/>
                    <a:pt x="9297003" y="3186498"/>
                    <a:pt x="9293970" y="3169887"/>
                  </a:cubicBezTo>
                  <a:cubicBezTo>
                    <a:pt x="9281891" y="3103393"/>
                    <a:pt x="9267674" y="3037182"/>
                    <a:pt x="9252065" y="2971205"/>
                  </a:cubicBezTo>
                  <a:cubicBezTo>
                    <a:pt x="9244261" y="2938265"/>
                    <a:pt x="9235959" y="2905371"/>
                    <a:pt x="9227211" y="2872571"/>
                  </a:cubicBezTo>
                  <a:lnTo>
                    <a:pt x="9220699" y="2848524"/>
                  </a:lnTo>
                  <a:lnTo>
                    <a:pt x="9213740" y="2824289"/>
                  </a:lnTo>
                  <a:cubicBezTo>
                    <a:pt x="9209216" y="2808147"/>
                    <a:pt x="9204345" y="2791866"/>
                    <a:pt x="9199374" y="2775536"/>
                  </a:cubicBezTo>
                  <a:cubicBezTo>
                    <a:pt x="9159855" y="2645184"/>
                    <a:pt x="9114272" y="2516197"/>
                    <a:pt x="9061829" y="2389515"/>
                  </a:cubicBezTo>
                  <a:cubicBezTo>
                    <a:pt x="9035582" y="2326175"/>
                    <a:pt x="9008043" y="2263258"/>
                    <a:pt x="8978865" y="2200953"/>
                  </a:cubicBezTo>
                  <a:lnTo>
                    <a:pt x="8956694" y="2154317"/>
                  </a:lnTo>
                  <a:lnTo>
                    <a:pt x="8934176" y="2108012"/>
                  </a:lnTo>
                  <a:cubicBezTo>
                    <a:pt x="8918915" y="2077189"/>
                    <a:pt x="8903157" y="2046130"/>
                    <a:pt x="8887151" y="2015448"/>
                  </a:cubicBezTo>
                  <a:cubicBezTo>
                    <a:pt x="8854988" y="1953989"/>
                    <a:pt x="8822082" y="1892908"/>
                    <a:pt x="8787533" y="1832625"/>
                  </a:cubicBezTo>
                  <a:lnTo>
                    <a:pt x="8761485" y="1787496"/>
                  </a:lnTo>
                  <a:lnTo>
                    <a:pt x="8734791" y="1741991"/>
                  </a:lnTo>
                  <a:cubicBezTo>
                    <a:pt x="8717047" y="1711921"/>
                    <a:pt x="8699200" y="1682461"/>
                    <a:pt x="8680808" y="1652910"/>
                  </a:cubicBezTo>
                  <a:cubicBezTo>
                    <a:pt x="8644322" y="1593756"/>
                    <a:pt x="8606194" y="1535216"/>
                    <a:pt x="8567024" y="1477004"/>
                  </a:cubicBezTo>
                  <a:lnTo>
                    <a:pt x="8537446" y="1433428"/>
                  </a:lnTo>
                  <a:lnTo>
                    <a:pt x="8507423" y="1389994"/>
                  </a:lnTo>
                  <a:cubicBezTo>
                    <a:pt x="8487390" y="1361382"/>
                    <a:pt x="8467158" y="1332817"/>
                    <a:pt x="8446529" y="1304393"/>
                  </a:cubicBezTo>
                  <a:cubicBezTo>
                    <a:pt x="8405271" y="1247595"/>
                    <a:pt x="8362718" y="1191218"/>
                    <a:pt x="8319224" y="1135124"/>
                  </a:cubicBezTo>
                  <a:lnTo>
                    <a:pt x="8286366" y="1093148"/>
                  </a:lnTo>
                  <a:lnTo>
                    <a:pt x="8270161" y="1072538"/>
                  </a:lnTo>
                  <a:lnTo>
                    <a:pt x="8253856" y="1052254"/>
                  </a:lnTo>
                  <a:cubicBezTo>
                    <a:pt x="8231636" y="1024773"/>
                    <a:pt x="8209117" y="997479"/>
                    <a:pt x="8186352" y="970373"/>
                  </a:cubicBezTo>
                  <a:cubicBezTo>
                    <a:pt x="8140917" y="916020"/>
                    <a:pt x="8094240" y="862515"/>
                    <a:pt x="8046768" y="809527"/>
                  </a:cubicBezTo>
                  <a:lnTo>
                    <a:pt x="8010927" y="769951"/>
                  </a:lnTo>
                  <a:lnTo>
                    <a:pt x="7974788" y="730751"/>
                  </a:lnTo>
                  <a:cubicBezTo>
                    <a:pt x="7950382" y="704587"/>
                    <a:pt x="7925824" y="678563"/>
                    <a:pt x="7901070" y="652823"/>
                  </a:cubicBezTo>
                  <a:cubicBezTo>
                    <a:pt x="7851510" y="601387"/>
                    <a:pt x="7801404" y="550612"/>
                    <a:pt x="7750054" y="501106"/>
                  </a:cubicBezTo>
                  <a:cubicBezTo>
                    <a:pt x="7698902" y="451742"/>
                    <a:pt x="7645913" y="403036"/>
                    <a:pt x="7592277" y="355319"/>
                  </a:cubicBezTo>
                  <a:cubicBezTo>
                    <a:pt x="7484856" y="259884"/>
                    <a:pt x="7373308" y="168402"/>
                    <a:pt x="7257734" y="81062"/>
                  </a:cubicBezTo>
                  <a:close/>
                  <a:moveTo>
                    <a:pt x="1892109" y="0"/>
                  </a:moveTo>
                  <a:lnTo>
                    <a:pt x="2298402" y="0"/>
                  </a:lnTo>
                  <a:lnTo>
                    <a:pt x="2135542" y="121879"/>
                  </a:lnTo>
                  <a:cubicBezTo>
                    <a:pt x="2078998" y="166378"/>
                    <a:pt x="2023659" y="212143"/>
                    <a:pt x="1969576" y="259084"/>
                  </a:cubicBezTo>
                  <a:cubicBezTo>
                    <a:pt x="1861309" y="352918"/>
                    <a:pt x="1758064" y="451412"/>
                    <a:pt x="1659938" y="553953"/>
                  </a:cubicBezTo>
                  <a:cubicBezTo>
                    <a:pt x="1266987" y="964444"/>
                    <a:pt x="953820" y="1435593"/>
                    <a:pt x="729383" y="1940578"/>
                  </a:cubicBezTo>
                  <a:cubicBezTo>
                    <a:pt x="673260" y="2066459"/>
                    <a:pt x="622855" y="2195070"/>
                    <a:pt x="578465" y="2324905"/>
                  </a:cubicBezTo>
                  <a:cubicBezTo>
                    <a:pt x="534125" y="2454785"/>
                    <a:pt x="496147" y="2586314"/>
                    <a:pt x="465080" y="2718973"/>
                  </a:cubicBezTo>
                  <a:cubicBezTo>
                    <a:pt x="449769" y="2785089"/>
                    <a:pt x="435850" y="2852289"/>
                    <a:pt x="423820" y="2919535"/>
                  </a:cubicBezTo>
                  <a:cubicBezTo>
                    <a:pt x="411840" y="2986829"/>
                    <a:pt x="401054" y="3054358"/>
                    <a:pt x="392355" y="3122169"/>
                  </a:cubicBezTo>
                  <a:cubicBezTo>
                    <a:pt x="374509" y="3257744"/>
                    <a:pt x="363424" y="3393978"/>
                    <a:pt x="358801" y="3531013"/>
                  </a:cubicBezTo>
                  <a:cubicBezTo>
                    <a:pt x="349009" y="3804941"/>
                    <a:pt x="366357" y="4079668"/>
                    <a:pt x="410350" y="4352324"/>
                  </a:cubicBezTo>
                  <a:cubicBezTo>
                    <a:pt x="421286" y="4420230"/>
                    <a:pt x="434209" y="4487758"/>
                    <a:pt x="449022" y="4555147"/>
                  </a:cubicBezTo>
                  <a:cubicBezTo>
                    <a:pt x="463737" y="4622534"/>
                    <a:pt x="480389" y="4689686"/>
                    <a:pt x="498882" y="4756463"/>
                  </a:cubicBezTo>
                  <a:cubicBezTo>
                    <a:pt x="517373" y="4823239"/>
                    <a:pt x="537704" y="4889733"/>
                    <a:pt x="559775" y="4955755"/>
                  </a:cubicBezTo>
                  <a:cubicBezTo>
                    <a:pt x="581946" y="5021873"/>
                    <a:pt x="605358" y="5087473"/>
                    <a:pt x="631406" y="5152084"/>
                  </a:cubicBezTo>
                  <a:cubicBezTo>
                    <a:pt x="734055" y="5411706"/>
                    <a:pt x="865188" y="5662668"/>
                    <a:pt x="1023461" y="5898055"/>
                  </a:cubicBezTo>
                  <a:cubicBezTo>
                    <a:pt x="1181487" y="6133676"/>
                    <a:pt x="1367051" y="6353345"/>
                    <a:pt x="1575880" y="6551744"/>
                  </a:cubicBezTo>
                  <a:cubicBezTo>
                    <a:pt x="1680269" y="6651014"/>
                    <a:pt x="1790338" y="6745037"/>
                    <a:pt x="1905228" y="6833566"/>
                  </a:cubicBezTo>
                  <a:lnTo>
                    <a:pt x="1938629" y="6858000"/>
                  </a:lnTo>
                  <a:lnTo>
                    <a:pt x="1368607" y="6858000"/>
                  </a:lnTo>
                  <a:lnTo>
                    <a:pt x="1115251" y="6594103"/>
                  </a:lnTo>
                  <a:cubicBezTo>
                    <a:pt x="418530" y="5794890"/>
                    <a:pt x="0" y="4770280"/>
                    <a:pt x="0" y="3653129"/>
                  </a:cubicBezTo>
                  <a:cubicBezTo>
                    <a:pt x="0" y="2216793"/>
                    <a:pt x="691856" y="933432"/>
                    <a:pt x="1777294" y="85415"/>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grpSp>
      <p:grpSp>
        <p:nvGrpSpPr>
          <p:cNvPr id="23" name="Group 22">
            <a:extLst>
              <a:ext uri="{FF2B5EF4-FFF2-40B4-BE49-F238E27FC236}">
                <a16:creationId xmlns:a16="http://schemas.microsoft.com/office/drawing/2014/main" id="{87F87F1B-42BA-4AC7-A4E2-41544DDB2CE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05" y="-4155"/>
            <a:ext cx="2514948" cy="2174333"/>
            <a:chOff x="-305" y="-4155"/>
            <a:chExt cx="2514948" cy="2174333"/>
          </a:xfrm>
        </p:grpSpPr>
        <p:sp>
          <p:nvSpPr>
            <p:cNvPr id="24" name="Freeform: Shape 23">
              <a:extLst>
                <a:ext uri="{FF2B5EF4-FFF2-40B4-BE49-F238E27FC236}">
                  <a16:creationId xmlns:a16="http://schemas.microsoft.com/office/drawing/2014/main" id="{68B53067-4E48-4E71-A6A9-A8CAABAFBF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Freeform: Shape 24">
              <a:extLst>
                <a:ext uri="{FF2B5EF4-FFF2-40B4-BE49-F238E27FC236}">
                  <a16:creationId xmlns:a16="http://schemas.microsoft.com/office/drawing/2014/main" id="{06D1A0D3-4BB8-41D9-9CE7-2884C83F44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Freeform: Shape 25">
              <a:extLst>
                <a:ext uri="{FF2B5EF4-FFF2-40B4-BE49-F238E27FC236}">
                  <a16:creationId xmlns:a16="http://schemas.microsoft.com/office/drawing/2014/main" id="{81E20F06-3B09-4B89-A36B-AB8BFBCCA5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dirty="0"/>
            </a:p>
          </p:txBody>
        </p:sp>
        <p:sp>
          <p:nvSpPr>
            <p:cNvPr id="27" name="Freeform: Shape 26">
              <a:extLst>
                <a:ext uri="{FF2B5EF4-FFF2-40B4-BE49-F238E27FC236}">
                  <a16:creationId xmlns:a16="http://schemas.microsoft.com/office/drawing/2014/main" id="{DAE6C3D7-7D5B-4926-877D-45F117BB6B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9" name="Group 28">
            <a:extLst>
              <a:ext uri="{FF2B5EF4-FFF2-40B4-BE49-F238E27FC236}">
                <a16:creationId xmlns:a16="http://schemas.microsoft.com/office/drawing/2014/main" id="{967346A5-7569-4F15-AB5D-BE3DADF192C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9685727" y="4683666"/>
            <a:ext cx="2514948" cy="2174333"/>
            <a:chOff x="-305" y="-4155"/>
            <a:chExt cx="2514948" cy="2174333"/>
          </a:xfrm>
        </p:grpSpPr>
        <p:sp>
          <p:nvSpPr>
            <p:cNvPr id="30" name="Freeform: Shape 29">
              <a:extLst>
                <a:ext uri="{FF2B5EF4-FFF2-40B4-BE49-F238E27FC236}">
                  <a16:creationId xmlns:a16="http://schemas.microsoft.com/office/drawing/2014/main" id="{E1951533-A568-4765-AB1F-F71D9AFDEA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 name="Freeform: Shape 30">
              <a:extLst>
                <a:ext uri="{FF2B5EF4-FFF2-40B4-BE49-F238E27FC236}">
                  <a16:creationId xmlns:a16="http://schemas.microsoft.com/office/drawing/2014/main" id="{A7214F52-4F3F-4C96-A62E-F1401D6C04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Freeform: Shape 31">
              <a:extLst>
                <a:ext uri="{FF2B5EF4-FFF2-40B4-BE49-F238E27FC236}">
                  <a16:creationId xmlns:a16="http://schemas.microsoft.com/office/drawing/2014/main" id="{023146A1-291C-4FA0-AB5B-EB04D42398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dirty="0"/>
            </a:p>
          </p:txBody>
        </p:sp>
        <p:sp>
          <p:nvSpPr>
            <p:cNvPr id="33" name="Freeform: Shape 32">
              <a:extLst>
                <a:ext uri="{FF2B5EF4-FFF2-40B4-BE49-F238E27FC236}">
                  <a16:creationId xmlns:a16="http://schemas.microsoft.com/office/drawing/2014/main" id="{62977932-2B03-4899-8306-5002CEE68E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6" name="Title 1">
            <a:extLst>
              <a:ext uri="{FF2B5EF4-FFF2-40B4-BE49-F238E27FC236}">
                <a16:creationId xmlns:a16="http://schemas.microsoft.com/office/drawing/2014/main" id="{FC68C10F-3EDC-B807-BA1F-780E118D6694}"/>
              </a:ext>
            </a:extLst>
          </p:cNvPr>
          <p:cNvSpPr txBox="1">
            <a:spLocks/>
          </p:cNvSpPr>
          <p:nvPr/>
        </p:nvSpPr>
        <p:spPr>
          <a:xfrm>
            <a:off x="10382250" y="3983"/>
            <a:ext cx="1809445" cy="44767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2000" dirty="0">
                <a:solidFill>
                  <a:schemeClr val="tx2"/>
                </a:solidFill>
              </a:rPr>
              <a:t>MISRA C -2012</a:t>
            </a:r>
          </a:p>
        </p:txBody>
      </p:sp>
      <p:pic>
        <p:nvPicPr>
          <p:cNvPr id="8" name="Picture 7">
            <a:extLst>
              <a:ext uri="{FF2B5EF4-FFF2-40B4-BE49-F238E27FC236}">
                <a16:creationId xmlns:a16="http://schemas.microsoft.com/office/drawing/2014/main" id="{9E71A75B-1663-DD63-A1AD-65A85513CF8F}"/>
              </a:ext>
            </a:extLst>
          </p:cNvPr>
          <p:cNvPicPr>
            <a:picLocks noChangeAspect="1"/>
          </p:cNvPicPr>
          <p:nvPr/>
        </p:nvPicPr>
        <p:blipFill>
          <a:blip r:embed="rId2"/>
          <a:stretch>
            <a:fillRect/>
          </a:stretch>
        </p:blipFill>
        <p:spPr>
          <a:xfrm>
            <a:off x="1628451" y="1290171"/>
            <a:ext cx="9239334" cy="4914539"/>
          </a:xfrm>
          <a:prstGeom prst="rect">
            <a:avLst/>
          </a:prstGeom>
        </p:spPr>
      </p:pic>
      <p:sp>
        <p:nvSpPr>
          <p:cNvPr id="3" name="Slide Number Placeholder 2">
            <a:extLst>
              <a:ext uri="{FF2B5EF4-FFF2-40B4-BE49-F238E27FC236}">
                <a16:creationId xmlns:a16="http://schemas.microsoft.com/office/drawing/2014/main" id="{7FA25FB9-8574-CDBA-1110-8AC0D256E2E9}"/>
              </a:ext>
            </a:extLst>
          </p:cNvPr>
          <p:cNvSpPr>
            <a:spLocks noGrp="1"/>
          </p:cNvSpPr>
          <p:nvPr>
            <p:ph type="sldNum" sz="quarter" idx="12"/>
          </p:nvPr>
        </p:nvSpPr>
        <p:spPr/>
        <p:txBody>
          <a:bodyPr/>
          <a:lstStyle/>
          <a:p>
            <a:fld id="{91247CA1-BCEC-4DD4-9B23-E2AE1AEA27A6}" type="slidenum">
              <a:rPr lang="en-IN" smtClean="0"/>
              <a:t>5</a:t>
            </a:fld>
            <a:endParaRPr lang="en-IN"/>
          </a:p>
        </p:txBody>
      </p:sp>
      <p:sp>
        <p:nvSpPr>
          <p:cNvPr id="2" name="TextBox 1">
            <a:extLst>
              <a:ext uri="{FF2B5EF4-FFF2-40B4-BE49-F238E27FC236}">
                <a16:creationId xmlns:a16="http://schemas.microsoft.com/office/drawing/2014/main" id="{3B255071-5696-5B50-9650-7517B35B2A91}"/>
              </a:ext>
            </a:extLst>
          </p:cNvPr>
          <p:cNvSpPr txBox="1"/>
          <p:nvPr/>
        </p:nvSpPr>
        <p:spPr>
          <a:xfrm>
            <a:off x="10532532" y="526059"/>
            <a:ext cx="1451144" cy="369332"/>
          </a:xfrm>
          <a:prstGeom prst="rect">
            <a:avLst/>
          </a:prstGeom>
          <a:noFill/>
        </p:spPr>
        <p:txBody>
          <a:bodyPr wrap="square">
            <a:spAutoFit/>
          </a:bodyPr>
          <a:lstStyle/>
          <a:p>
            <a:r>
              <a:rPr lang="en-IN" dirty="0"/>
              <a:t>Session 1</a:t>
            </a:r>
          </a:p>
        </p:txBody>
      </p:sp>
    </p:spTree>
    <p:extLst>
      <p:ext uri="{BB962C8B-B14F-4D97-AF65-F5344CB8AC3E}">
        <p14:creationId xmlns:p14="http://schemas.microsoft.com/office/powerpoint/2010/main" val="12398279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5A292AEA-2528-46C0-B426-95822B6141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Rectangle 27">
            <a:extLst>
              <a:ext uri="{FF2B5EF4-FFF2-40B4-BE49-F238E27FC236}">
                <a16:creationId xmlns:a16="http://schemas.microsoft.com/office/drawing/2014/main" id="{D8B7B198-E4DF-43CD-AD8C-1998843237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dirty="0"/>
          </a:p>
        </p:txBody>
      </p:sp>
      <p:sp>
        <p:nvSpPr>
          <p:cNvPr id="34" name="Freeform: Shape 33">
            <a:extLst>
              <a:ext uri="{FF2B5EF4-FFF2-40B4-BE49-F238E27FC236}">
                <a16:creationId xmlns:a16="http://schemas.microsoft.com/office/drawing/2014/main" id="{2BE67753-EA0E-4819-8D22-0B6600CF7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96934" y="3984"/>
            <a:ext cx="9376632" cy="6858000"/>
          </a:xfrm>
          <a:custGeom>
            <a:avLst/>
            <a:gdLst>
              <a:gd name="connsiteX0" fmla="*/ 1691615 w 9376632"/>
              <a:gd name="connsiteY0" fmla="*/ 0 h 6858000"/>
              <a:gd name="connsiteX1" fmla="*/ 7685017 w 9376632"/>
              <a:gd name="connsiteY1" fmla="*/ 0 h 6858000"/>
              <a:gd name="connsiteX2" fmla="*/ 7840634 w 9376632"/>
              <a:gd name="connsiteY2" fmla="*/ 134799 h 6858000"/>
              <a:gd name="connsiteX3" fmla="*/ 9376632 w 9376632"/>
              <a:gd name="connsiteY3" fmla="*/ 3605175 h 6858000"/>
              <a:gd name="connsiteX4" fmla="*/ 8158692 w 9376632"/>
              <a:gd name="connsiteY4" fmla="*/ 6757493 h 6858000"/>
              <a:gd name="connsiteX5" fmla="*/ 8062868 w 9376632"/>
              <a:gd name="connsiteY5" fmla="*/ 6858000 h 6858000"/>
              <a:gd name="connsiteX6" fmla="*/ 1313765 w 9376632"/>
              <a:gd name="connsiteY6" fmla="*/ 6858000 h 6858000"/>
              <a:gd name="connsiteX7" fmla="*/ 1217940 w 9376632"/>
              <a:gd name="connsiteY7" fmla="*/ 6757493 h 6858000"/>
              <a:gd name="connsiteX8" fmla="*/ 0 w 9376632"/>
              <a:gd name="connsiteY8" fmla="*/ 3605175 h 6858000"/>
              <a:gd name="connsiteX9" fmla="*/ 1535999 w 9376632"/>
              <a:gd name="connsiteY9" fmla="*/ 13479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376632" h="6858000">
                <a:moveTo>
                  <a:pt x="1691615" y="0"/>
                </a:moveTo>
                <a:lnTo>
                  <a:pt x="7685017" y="0"/>
                </a:lnTo>
                <a:lnTo>
                  <a:pt x="7840634" y="134799"/>
                </a:lnTo>
                <a:cubicBezTo>
                  <a:pt x="8784230" y="992423"/>
                  <a:pt x="9376632" y="2229618"/>
                  <a:pt x="9376632" y="3605175"/>
                </a:cubicBezTo>
                <a:cubicBezTo>
                  <a:pt x="9376632" y="4818903"/>
                  <a:pt x="8915419" y="5924908"/>
                  <a:pt x="8158692" y="6757493"/>
                </a:cubicBezTo>
                <a:lnTo>
                  <a:pt x="8062868" y="6858000"/>
                </a:lnTo>
                <a:lnTo>
                  <a:pt x="1313765" y="6858000"/>
                </a:lnTo>
                <a:lnTo>
                  <a:pt x="1217940" y="6757493"/>
                </a:lnTo>
                <a:cubicBezTo>
                  <a:pt x="461213" y="5924908"/>
                  <a:pt x="0" y="4818903"/>
                  <a:pt x="0" y="3605175"/>
                </a:cubicBezTo>
                <a:cubicBezTo>
                  <a:pt x="0" y="2229618"/>
                  <a:pt x="592403" y="992423"/>
                  <a:pt x="1535999" y="134799"/>
                </a:cubicBezTo>
                <a:close/>
              </a:path>
            </a:pathLst>
          </a:cu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35" name="Group 34">
            <a:extLst>
              <a:ext uri="{FF2B5EF4-FFF2-40B4-BE49-F238E27FC236}">
                <a16:creationId xmlns:a16="http://schemas.microsoft.com/office/drawing/2014/main" id="{D76D63AC-0421-45EC-B383-E79A61A78C6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303402" y="3985"/>
            <a:ext cx="9772765" cy="6858000"/>
            <a:chOff x="1303402" y="36937"/>
            <a:chExt cx="9772765" cy="6858000"/>
          </a:xfrm>
          <a:solidFill>
            <a:schemeClr val="bg1">
              <a:alpha val="30000"/>
            </a:schemeClr>
          </a:solidFill>
        </p:grpSpPr>
        <p:sp>
          <p:nvSpPr>
            <p:cNvPr id="15" name="Freeform: Shape 14">
              <a:extLst>
                <a:ext uri="{FF2B5EF4-FFF2-40B4-BE49-F238E27FC236}">
                  <a16:creationId xmlns:a16="http://schemas.microsoft.com/office/drawing/2014/main" id="{B997A32E-7032-4107-9C8B-99DB59EDD5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6937"/>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Shape 15">
              <a:extLst>
                <a:ext uri="{FF2B5EF4-FFF2-40B4-BE49-F238E27FC236}">
                  <a16:creationId xmlns:a16="http://schemas.microsoft.com/office/drawing/2014/main" id="{943BB27F-1470-42CA-91FF-D94BC691C8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6937"/>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Freeform: Shape 16">
              <a:extLst>
                <a:ext uri="{FF2B5EF4-FFF2-40B4-BE49-F238E27FC236}">
                  <a16:creationId xmlns:a16="http://schemas.microsoft.com/office/drawing/2014/main" id="{E997B002-17FD-47B3-A06A-76802FE15C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6937"/>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Freeform: Shape 17">
              <a:extLst>
                <a:ext uri="{FF2B5EF4-FFF2-40B4-BE49-F238E27FC236}">
                  <a16:creationId xmlns:a16="http://schemas.microsoft.com/office/drawing/2014/main" id="{E401EA35-9D2E-43B7-860F-EBB8A6C3E0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6937"/>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Freeform: Shape 18">
              <a:extLst>
                <a:ext uri="{FF2B5EF4-FFF2-40B4-BE49-F238E27FC236}">
                  <a16:creationId xmlns:a16="http://schemas.microsoft.com/office/drawing/2014/main" id="{F8C44827-3D81-4FF9-B4A5-5650D1B20A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6937"/>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Freeform: Shape 19">
              <a:extLst>
                <a:ext uri="{FF2B5EF4-FFF2-40B4-BE49-F238E27FC236}">
                  <a16:creationId xmlns:a16="http://schemas.microsoft.com/office/drawing/2014/main" id="{F613D97F-F6DF-4D32-AD91-209A80E7A2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8320" y="36937"/>
              <a:ext cx="9767847" cy="6858000"/>
            </a:xfrm>
            <a:custGeom>
              <a:avLst/>
              <a:gdLst>
                <a:gd name="connsiteX0" fmla="*/ 7151367 w 9767847"/>
                <a:gd name="connsiteY0" fmla="*/ 0 h 6858000"/>
                <a:gd name="connsiteX1" fmla="*/ 7881247 w 9767847"/>
                <a:gd name="connsiteY1" fmla="*/ 0 h 6858000"/>
                <a:gd name="connsiteX2" fmla="*/ 7990553 w 9767847"/>
                <a:gd name="connsiteY2" fmla="*/ 81317 h 6858000"/>
                <a:gd name="connsiteX3" fmla="*/ 9767847 w 9767847"/>
                <a:gd name="connsiteY3" fmla="*/ 3649031 h 6858000"/>
                <a:gd name="connsiteX4" fmla="*/ 8652597 w 9767847"/>
                <a:gd name="connsiteY4" fmla="*/ 6590005 h 6858000"/>
                <a:gd name="connsiteX5" fmla="*/ 8395306 w 9767847"/>
                <a:gd name="connsiteY5" fmla="*/ 6858000 h 6858000"/>
                <a:gd name="connsiteX6" fmla="*/ 6762603 w 9767847"/>
                <a:gd name="connsiteY6" fmla="*/ 6858000 h 6858000"/>
                <a:gd name="connsiteX7" fmla="*/ 6765962 w 9767847"/>
                <a:gd name="connsiteY7" fmla="*/ 6854844 h 6858000"/>
                <a:gd name="connsiteX8" fmla="*/ 6804586 w 9767847"/>
                <a:gd name="connsiteY8" fmla="*/ 6817103 h 6858000"/>
                <a:gd name="connsiteX9" fmla="*/ 6881735 w 9767847"/>
                <a:gd name="connsiteY9" fmla="*/ 6741197 h 6858000"/>
                <a:gd name="connsiteX10" fmla="*/ 6958883 w 9767847"/>
                <a:gd name="connsiteY10" fmla="*/ 6664822 h 6858000"/>
                <a:gd name="connsiteX11" fmla="*/ 7267925 w 9767847"/>
                <a:gd name="connsiteY11" fmla="*/ 6355694 h 6858000"/>
                <a:gd name="connsiteX12" fmla="*/ 7424360 w 9767847"/>
                <a:gd name="connsiteY12" fmla="*/ 6200685 h 6858000"/>
                <a:gd name="connsiteX13" fmla="*/ 7504938 w 9767847"/>
                <a:gd name="connsiteY13" fmla="*/ 6122708 h 6858000"/>
                <a:gd name="connsiteX14" fmla="*/ 7546396 w 9767847"/>
                <a:gd name="connsiteY14" fmla="*/ 6083697 h 6858000"/>
                <a:gd name="connsiteX15" fmla="*/ 7588002 w 9767847"/>
                <a:gd name="connsiteY15" fmla="*/ 6045532 h 6858000"/>
                <a:gd name="connsiteX16" fmla="*/ 7631000 w 9767847"/>
                <a:gd name="connsiteY16" fmla="*/ 6006709 h 6858000"/>
                <a:gd name="connsiteX17" fmla="*/ 7675440 w 9767847"/>
                <a:gd name="connsiteY17" fmla="*/ 5968309 h 6858000"/>
                <a:gd name="connsiteX18" fmla="*/ 7720626 w 9767847"/>
                <a:gd name="connsiteY18" fmla="*/ 5930851 h 6858000"/>
                <a:gd name="connsiteX19" fmla="*/ 7766458 w 9767847"/>
                <a:gd name="connsiteY19" fmla="*/ 5894334 h 6858000"/>
                <a:gd name="connsiteX20" fmla="*/ 7955254 w 9767847"/>
                <a:gd name="connsiteY20" fmla="*/ 5756828 h 6858000"/>
                <a:gd name="connsiteX21" fmla="*/ 8352678 w 9767847"/>
                <a:gd name="connsiteY21" fmla="*/ 5517630 h 6858000"/>
                <a:gd name="connsiteX22" fmla="*/ 8451350 w 9767847"/>
                <a:gd name="connsiteY22" fmla="*/ 5465254 h 6858000"/>
                <a:gd name="connsiteX23" fmla="*/ 8548532 w 9767847"/>
                <a:gd name="connsiteY23" fmla="*/ 5413395 h 6858000"/>
                <a:gd name="connsiteX24" fmla="*/ 8729473 w 9767847"/>
                <a:gd name="connsiteY24" fmla="*/ 5309961 h 6858000"/>
                <a:gd name="connsiteX25" fmla="*/ 8770781 w 9767847"/>
                <a:gd name="connsiteY25" fmla="*/ 5283232 h 6858000"/>
                <a:gd name="connsiteX26" fmla="*/ 8790964 w 9767847"/>
                <a:gd name="connsiteY26" fmla="*/ 5269492 h 6858000"/>
                <a:gd name="connsiteX27" fmla="*/ 8810499 w 9767847"/>
                <a:gd name="connsiteY27" fmla="*/ 5255703 h 6858000"/>
                <a:gd name="connsiteX28" fmla="*/ 8883571 w 9767847"/>
                <a:gd name="connsiteY28" fmla="*/ 5198479 h 6858000"/>
                <a:gd name="connsiteX29" fmla="*/ 9006651 w 9767847"/>
                <a:gd name="connsiteY29" fmla="*/ 5070527 h 6858000"/>
                <a:gd name="connsiteX30" fmla="*/ 9033494 w 9767847"/>
                <a:gd name="connsiteY30" fmla="*/ 5034105 h 6858000"/>
                <a:gd name="connsiteX31" fmla="*/ 9040305 w 9767847"/>
                <a:gd name="connsiteY31" fmla="*/ 5024551 h 6858000"/>
                <a:gd name="connsiteX32" fmla="*/ 9046568 w 9767847"/>
                <a:gd name="connsiteY32" fmla="*/ 5015281 h 6858000"/>
                <a:gd name="connsiteX33" fmla="*/ 9058846 w 9767847"/>
                <a:gd name="connsiteY33" fmla="*/ 4996645 h 6858000"/>
                <a:gd name="connsiteX34" fmla="*/ 9104529 w 9767847"/>
                <a:gd name="connsiteY34" fmla="*/ 4918105 h 6858000"/>
                <a:gd name="connsiteX35" fmla="*/ 9181081 w 9767847"/>
                <a:gd name="connsiteY35" fmla="*/ 4744694 h 6858000"/>
                <a:gd name="connsiteX36" fmla="*/ 9240731 w 9767847"/>
                <a:gd name="connsiteY36" fmla="*/ 4557872 h 6858000"/>
                <a:gd name="connsiteX37" fmla="*/ 9265388 w 9767847"/>
                <a:gd name="connsiteY37" fmla="*/ 4461073 h 6858000"/>
                <a:gd name="connsiteX38" fmla="*/ 9276571 w 9767847"/>
                <a:gd name="connsiteY38" fmla="*/ 4411943 h 6858000"/>
                <a:gd name="connsiteX39" fmla="*/ 9281841 w 9767847"/>
                <a:gd name="connsiteY39" fmla="*/ 4387379 h 6858000"/>
                <a:gd name="connsiteX40" fmla="*/ 9286513 w 9767847"/>
                <a:gd name="connsiteY40" fmla="*/ 4364838 h 6858000"/>
                <a:gd name="connsiteX41" fmla="*/ 9296754 w 9767847"/>
                <a:gd name="connsiteY41" fmla="*/ 4312038 h 6858000"/>
                <a:gd name="connsiteX42" fmla="*/ 9301029 w 9767847"/>
                <a:gd name="connsiteY42" fmla="*/ 4289074 h 6858000"/>
                <a:gd name="connsiteX43" fmla="*/ 9302818 w 9767847"/>
                <a:gd name="connsiteY43" fmla="*/ 4278581 h 6858000"/>
                <a:gd name="connsiteX44" fmla="*/ 9304658 w 9767847"/>
                <a:gd name="connsiteY44" fmla="*/ 4266816 h 6858000"/>
                <a:gd name="connsiteX45" fmla="*/ 9312810 w 9767847"/>
                <a:gd name="connsiteY45" fmla="*/ 4215945 h 6858000"/>
                <a:gd name="connsiteX46" fmla="*/ 9316887 w 9767847"/>
                <a:gd name="connsiteY46" fmla="*/ 4190486 h 6858000"/>
                <a:gd name="connsiteX47" fmla="*/ 9318923 w 9767847"/>
                <a:gd name="connsiteY47" fmla="*/ 4177780 h 6858000"/>
                <a:gd name="connsiteX48" fmla="*/ 9320515 w 9767847"/>
                <a:gd name="connsiteY48" fmla="*/ 4164886 h 6858000"/>
                <a:gd name="connsiteX49" fmla="*/ 9332445 w 9767847"/>
                <a:gd name="connsiteY49" fmla="*/ 4064981 h 6858000"/>
                <a:gd name="connsiteX50" fmla="*/ 9336173 w 9767847"/>
                <a:gd name="connsiteY50" fmla="*/ 4018676 h 6858000"/>
                <a:gd name="connsiteX51" fmla="*/ 9340199 w 9767847"/>
                <a:gd name="connsiteY51" fmla="*/ 3965171 h 6858000"/>
                <a:gd name="connsiteX52" fmla="*/ 9347557 w 9767847"/>
                <a:gd name="connsiteY52" fmla="*/ 3765972 h 6858000"/>
                <a:gd name="connsiteX53" fmla="*/ 9346364 w 9767847"/>
                <a:gd name="connsiteY53" fmla="*/ 3664938 h 6858000"/>
                <a:gd name="connsiteX54" fmla="*/ 9344921 w 9767847"/>
                <a:gd name="connsiteY54" fmla="*/ 3615243 h 6858000"/>
                <a:gd name="connsiteX55" fmla="*/ 9344524 w 9767847"/>
                <a:gd name="connsiteY55" fmla="*/ 3603526 h 6858000"/>
                <a:gd name="connsiteX56" fmla="*/ 9343728 w 9767847"/>
                <a:gd name="connsiteY56" fmla="*/ 3590774 h 6858000"/>
                <a:gd name="connsiteX57" fmla="*/ 9342188 w 9767847"/>
                <a:gd name="connsiteY57" fmla="*/ 3565268 h 6858000"/>
                <a:gd name="connsiteX58" fmla="*/ 9339056 w 9767847"/>
                <a:gd name="connsiteY58" fmla="*/ 3514256 h 6858000"/>
                <a:gd name="connsiteX59" fmla="*/ 9334334 w 9767847"/>
                <a:gd name="connsiteY59" fmla="*/ 3463057 h 6858000"/>
                <a:gd name="connsiteX60" fmla="*/ 9329363 w 9767847"/>
                <a:gd name="connsiteY60" fmla="*/ 3411810 h 6858000"/>
                <a:gd name="connsiteX61" fmla="*/ 9328319 w 9767847"/>
                <a:gd name="connsiteY61" fmla="*/ 3400657 h 6858000"/>
                <a:gd name="connsiteX62" fmla="*/ 9327177 w 9767847"/>
                <a:gd name="connsiteY62" fmla="*/ 3390116 h 6858000"/>
                <a:gd name="connsiteX63" fmla="*/ 9324293 w 9767847"/>
                <a:gd name="connsiteY63" fmla="*/ 3366774 h 6858000"/>
                <a:gd name="connsiteX64" fmla="*/ 9320763 w 9767847"/>
                <a:gd name="connsiteY64" fmla="*/ 3340329 h 6858000"/>
                <a:gd name="connsiteX65" fmla="*/ 9317184 w 9767847"/>
                <a:gd name="connsiteY65" fmla="*/ 3311245 h 6858000"/>
                <a:gd name="connsiteX66" fmla="*/ 9311021 w 9767847"/>
                <a:gd name="connsiteY66" fmla="*/ 3266211 h 6858000"/>
                <a:gd name="connsiteX67" fmla="*/ 9302719 w 9767847"/>
                <a:gd name="connsiteY67" fmla="*/ 3215717 h 6858000"/>
                <a:gd name="connsiteX68" fmla="*/ 9293970 w 9767847"/>
                <a:gd name="connsiteY68" fmla="*/ 3165789 h 6858000"/>
                <a:gd name="connsiteX69" fmla="*/ 9252065 w 9767847"/>
                <a:gd name="connsiteY69" fmla="*/ 2967107 h 6858000"/>
                <a:gd name="connsiteX70" fmla="*/ 9227211 w 9767847"/>
                <a:gd name="connsiteY70" fmla="*/ 2868473 h 6858000"/>
                <a:gd name="connsiteX71" fmla="*/ 9220699 w 9767847"/>
                <a:gd name="connsiteY71" fmla="*/ 2844426 h 6858000"/>
                <a:gd name="connsiteX72" fmla="*/ 9213740 w 9767847"/>
                <a:gd name="connsiteY72" fmla="*/ 2820191 h 6858000"/>
                <a:gd name="connsiteX73" fmla="*/ 9199374 w 9767847"/>
                <a:gd name="connsiteY73" fmla="*/ 2771438 h 6858000"/>
                <a:gd name="connsiteX74" fmla="*/ 9061829 w 9767847"/>
                <a:gd name="connsiteY74" fmla="*/ 2385418 h 6858000"/>
                <a:gd name="connsiteX75" fmla="*/ 8978865 w 9767847"/>
                <a:gd name="connsiteY75" fmla="*/ 2196855 h 6858000"/>
                <a:gd name="connsiteX76" fmla="*/ 8956694 w 9767847"/>
                <a:gd name="connsiteY76" fmla="*/ 2150219 h 6858000"/>
                <a:gd name="connsiteX77" fmla="*/ 8934176 w 9767847"/>
                <a:gd name="connsiteY77" fmla="*/ 2103914 h 6858000"/>
                <a:gd name="connsiteX78" fmla="*/ 8887151 w 9767847"/>
                <a:gd name="connsiteY78" fmla="*/ 2011350 h 6858000"/>
                <a:gd name="connsiteX79" fmla="*/ 8787533 w 9767847"/>
                <a:gd name="connsiteY79" fmla="*/ 1828527 h 6858000"/>
                <a:gd name="connsiteX80" fmla="*/ 8761485 w 9767847"/>
                <a:gd name="connsiteY80" fmla="*/ 1783398 h 6858000"/>
                <a:gd name="connsiteX81" fmla="*/ 8734791 w 9767847"/>
                <a:gd name="connsiteY81" fmla="*/ 1737893 h 6858000"/>
                <a:gd name="connsiteX82" fmla="*/ 8680808 w 9767847"/>
                <a:gd name="connsiteY82" fmla="*/ 1648812 h 6858000"/>
                <a:gd name="connsiteX83" fmla="*/ 8567024 w 9767847"/>
                <a:gd name="connsiteY83" fmla="*/ 1472906 h 6858000"/>
                <a:gd name="connsiteX84" fmla="*/ 8537446 w 9767847"/>
                <a:gd name="connsiteY84" fmla="*/ 1429330 h 6858000"/>
                <a:gd name="connsiteX85" fmla="*/ 8507423 w 9767847"/>
                <a:gd name="connsiteY85" fmla="*/ 1385896 h 6858000"/>
                <a:gd name="connsiteX86" fmla="*/ 8446529 w 9767847"/>
                <a:gd name="connsiteY86" fmla="*/ 1300295 h 6858000"/>
                <a:gd name="connsiteX87" fmla="*/ 8319224 w 9767847"/>
                <a:gd name="connsiteY87" fmla="*/ 1131026 h 6858000"/>
                <a:gd name="connsiteX88" fmla="*/ 8286366 w 9767847"/>
                <a:gd name="connsiteY88" fmla="*/ 1089050 h 6858000"/>
                <a:gd name="connsiteX89" fmla="*/ 8270161 w 9767847"/>
                <a:gd name="connsiteY89" fmla="*/ 1068439 h 6858000"/>
                <a:gd name="connsiteX90" fmla="*/ 8253856 w 9767847"/>
                <a:gd name="connsiteY90" fmla="*/ 1048156 h 6858000"/>
                <a:gd name="connsiteX91" fmla="*/ 8186352 w 9767847"/>
                <a:gd name="connsiteY91" fmla="*/ 966275 h 6858000"/>
                <a:gd name="connsiteX92" fmla="*/ 8046768 w 9767847"/>
                <a:gd name="connsiteY92" fmla="*/ 805429 h 6858000"/>
                <a:gd name="connsiteX93" fmla="*/ 8010927 w 9767847"/>
                <a:gd name="connsiteY93" fmla="*/ 765853 h 6858000"/>
                <a:gd name="connsiteX94" fmla="*/ 7974788 w 9767847"/>
                <a:gd name="connsiteY94" fmla="*/ 726653 h 6858000"/>
                <a:gd name="connsiteX95" fmla="*/ 7901070 w 9767847"/>
                <a:gd name="connsiteY95" fmla="*/ 648724 h 6858000"/>
                <a:gd name="connsiteX96" fmla="*/ 7750054 w 9767847"/>
                <a:gd name="connsiteY96" fmla="*/ 497008 h 6858000"/>
                <a:gd name="connsiteX97" fmla="*/ 7592277 w 9767847"/>
                <a:gd name="connsiteY97" fmla="*/ 351221 h 6858000"/>
                <a:gd name="connsiteX98" fmla="*/ 7257734 w 9767847"/>
                <a:gd name="connsiteY98" fmla="*/ 76964 h 6858000"/>
                <a:gd name="connsiteX99" fmla="*/ 1886601 w 9767847"/>
                <a:gd name="connsiteY99" fmla="*/ 0 h 6858000"/>
                <a:gd name="connsiteX100" fmla="*/ 2292926 w 9767847"/>
                <a:gd name="connsiteY100" fmla="*/ 0 h 6858000"/>
                <a:gd name="connsiteX101" fmla="*/ 2135542 w 9767847"/>
                <a:gd name="connsiteY101" fmla="*/ 117781 h 6858000"/>
                <a:gd name="connsiteX102" fmla="*/ 1969576 w 9767847"/>
                <a:gd name="connsiteY102" fmla="*/ 254986 h 6858000"/>
                <a:gd name="connsiteX103" fmla="*/ 1659938 w 9767847"/>
                <a:gd name="connsiteY103" fmla="*/ 549855 h 6858000"/>
                <a:gd name="connsiteX104" fmla="*/ 729383 w 9767847"/>
                <a:gd name="connsiteY104" fmla="*/ 1936480 h 6858000"/>
                <a:gd name="connsiteX105" fmla="*/ 578465 w 9767847"/>
                <a:gd name="connsiteY105" fmla="*/ 2320807 h 6858000"/>
                <a:gd name="connsiteX106" fmla="*/ 465080 w 9767847"/>
                <a:gd name="connsiteY106" fmla="*/ 2714875 h 6858000"/>
                <a:gd name="connsiteX107" fmla="*/ 423820 w 9767847"/>
                <a:gd name="connsiteY107" fmla="*/ 2915436 h 6858000"/>
                <a:gd name="connsiteX108" fmla="*/ 392355 w 9767847"/>
                <a:gd name="connsiteY108" fmla="*/ 3118071 h 6858000"/>
                <a:gd name="connsiteX109" fmla="*/ 358801 w 9767847"/>
                <a:gd name="connsiteY109" fmla="*/ 3526915 h 6858000"/>
                <a:gd name="connsiteX110" fmla="*/ 410350 w 9767847"/>
                <a:gd name="connsiteY110" fmla="*/ 4348226 h 6858000"/>
                <a:gd name="connsiteX111" fmla="*/ 449022 w 9767847"/>
                <a:gd name="connsiteY111" fmla="*/ 4551049 h 6858000"/>
                <a:gd name="connsiteX112" fmla="*/ 498882 w 9767847"/>
                <a:gd name="connsiteY112" fmla="*/ 4752365 h 6858000"/>
                <a:gd name="connsiteX113" fmla="*/ 559775 w 9767847"/>
                <a:gd name="connsiteY113" fmla="*/ 4951657 h 6858000"/>
                <a:gd name="connsiteX114" fmla="*/ 631406 w 9767847"/>
                <a:gd name="connsiteY114" fmla="*/ 5147986 h 6858000"/>
                <a:gd name="connsiteX115" fmla="*/ 1023461 w 9767847"/>
                <a:gd name="connsiteY115" fmla="*/ 5893957 h 6858000"/>
                <a:gd name="connsiteX116" fmla="*/ 1575880 w 9767847"/>
                <a:gd name="connsiteY116" fmla="*/ 6547646 h 6858000"/>
                <a:gd name="connsiteX117" fmla="*/ 1905228 w 9767847"/>
                <a:gd name="connsiteY117" fmla="*/ 6829468 h 6858000"/>
                <a:gd name="connsiteX118" fmla="*/ 1944230 w 9767847"/>
                <a:gd name="connsiteY118" fmla="*/ 6858000 h 6858000"/>
                <a:gd name="connsiteX119" fmla="*/ 1372541 w 9767847"/>
                <a:gd name="connsiteY119" fmla="*/ 6858000 h 6858000"/>
                <a:gd name="connsiteX120" fmla="*/ 1115251 w 9767847"/>
                <a:gd name="connsiteY120" fmla="*/ 6590005 h 6858000"/>
                <a:gd name="connsiteX121" fmla="*/ 0 w 9767847"/>
                <a:gd name="connsiteY121" fmla="*/ 3649031 h 6858000"/>
                <a:gd name="connsiteX122" fmla="*/ 1777294 w 9767847"/>
                <a:gd name="connsiteY122" fmla="*/ 813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9767847" h="6858000">
                  <a:moveTo>
                    <a:pt x="7151367" y="0"/>
                  </a:moveTo>
                  <a:lnTo>
                    <a:pt x="7881247" y="0"/>
                  </a:lnTo>
                  <a:lnTo>
                    <a:pt x="7990553" y="81317"/>
                  </a:lnTo>
                  <a:cubicBezTo>
                    <a:pt x="9075991" y="929334"/>
                    <a:pt x="9767847" y="2212695"/>
                    <a:pt x="9767847" y="3649031"/>
                  </a:cubicBezTo>
                  <a:cubicBezTo>
                    <a:pt x="9767847" y="4766182"/>
                    <a:pt x="9349317" y="5790792"/>
                    <a:pt x="8652597" y="6590005"/>
                  </a:cubicBezTo>
                  <a:lnTo>
                    <a:pt x="8395306" y="6858000"/>
                  </a:lnTo>
                  <a:lnTo>
                    <a:pt x="6762603" y="6858000"/>
                  </a:lnTo>
                  <a:lnTo>
                    <a:pt x="6765962" y="6854844"/>
                  </a:lnTo>
                  <a:cubicBezTo>
                    <a:pt x="6779036" y="6842703"/>
                    <a:pt x="6791663" y="6829621"/>
                    <a:pt x="6804586" y="6817103"/>
                  </a:cubicBezTo>
                  <a:lnTo>
                    <a:pt x="6881735" y="6741197"/>
                  </a:lnTo>
                  <a:cubicBezTo>
                    <a:pt x="6907435" y="6715881"/>
                    <a:pt x="6933134" y="6690798"/>
                    <a:pt x="6958883" y="6664822"/>
                  </a:cubicBezTo>
                  <a:lnTo>
                    <a:pt x="7267925" y="6355694"/>
                  </a:lnTo>
                  <a:lnTo>
                    <a:pt x="7424360" y="6200685"/>
                  </a:lnTo>
                  <a:cubicBezTo>
                    <a:pt x="7450754" y="6174802"/>
                    <a:pt x="7477598" y="6148731"/>
                    <a:pt x="7504938" y="6122708"/>
                  </a:cubicBezTo>
                  <a:lnTo>
                    <a:pt x="7546396" y="6083697"/>
                  </a:lnTo>
                  <a:cubicBezTo>
                    <a:pt x="7560264" y="6070803"/>
                    <a:pt x="7574780" y="6057532"/>
                    <a:pt x="7588002" y="6045532"/>
                  </a:cubicBezTo>
                  <a:lnTo>
                    <a:pt x="7631000" y="6006709"/>
                  </a:lnTo>
                  <a:lnTo>
                    <a:pt x="7675440" y="5968309"/>
                  </a:lnTo>
                  <a:cubicBezTo>
                    <a:pt x="7690404" y="5955698"/>
                    <a:pt x="7705564" y="5943321"/>
                    <a:pt x="7720626" y="5930851"/>
                  </a:cubicBezTo>
                  <a:cubicBezTo>
                    <a:pt x="7735738" y="5918427"/>
                    <a:pt x="7751197" y="5906521"/>
                    <a:pt x="7766458" y="5894334"/>
                  </a:cubicBezTo>
                  <a:cubicBezTo>
                    <a:pt x="7827949" y="5846192"/>
                    <a:pt x="7890979" y="5800499"/>
                    <a:pt x="7955254" y="5756828"/>
                  </a:cubicBezTo>
                  <a:cubicBezTo>
                    <a:pt x="8083800" y="5669534"/>
                    <a:pt x="8216872" y="5590336"/>
                    <a:pt x="8352678" y="5517630"/>
                  </a:cubicBezTo>
                  <a:lnTo>
                    <a:pt x="8451350" y="5465254"/>
                  </a:lnTo>
                  <a:lnTo>
                    <a:pt x="8548532" y="5413395"/>
                  </a:lnTo>
                  <a:cubicBezTo>
                    <a:pt x="8612110" y="5379090"/>
                    <a:pt x="8673251" y="5345208"/>
                    <a:pt x="8729473" y="5309961"/>
                  </a:cubicBezTo>
                  <a:cubicBezTo>
                    <a:pt x="8743591" y="5301115"/>
                    <a:pt x="8757161" y="5292361"/>
                    <a:pt x="8770781" y="5283232"/>
                  </a:cubicBezTo>
                  <a:cubicBezTo>
                    <a:pt x="8777591" y="5278667"/>
                    <a:pt x="8784451" y="5274103"/>
                    <a:pt x="8790964" y="5269492"/>
                  </a:cubicBezTo>
                  <a:cubicBezTo>
                    <a:pt x="8797574" y="5264879"/>
                    <a:pt x="8804235" y="5260314"/>
                    <a:pt x="8810499" y="5255703"/>
                  </a:cubicBezTo>
                  <a:cubicBezTo>
                    <a:pt x="8835999" y="5237303"/>
                    <a:pt x="8860407" y="5218291"/>
                    <a:pt x="8883571" y="5198479"/>
                  </a:cubicBezTo>
                  <a:cubicBezTo>
                    <a:pt x="8929900" y="5158856"/>
                    <a:pt x="8971258" y="5116315"/>
                    <a:pt x="9006651" y="5070527"/>
                  </a:cubicBezTo>
                  <a:cubicBezTo>
                    <a:pt x="9015351" y="5059328"/>
                    <a:pt x="9024398" y="5046857"/>
                    <a:pt x="9033494" y="5034105"/>
                  </a:cubicBezTo>
                  <a:lnTo>
                    <a:pt x="9040305" y="5024551"/>
                  </a:lnTo>
                  <a:lnTo>
                    <a:pt x="9046568" y="5015281"/>
                  </a:lnTo>
                  <a:cubicBezTo>
                    <a:pt x="9050743" y="5009163"/>
                    <a:pt x="9054819" y="5002952"/>
                    <a:pt x="9058846" y="4996645"/>
                  </a:cubicBezTo>
                  <a:cubicBezTo>
                    <a:pt x="9075002" y="4971517"/>
                    <a:pt x="9090212" y="4945305"/>
                    <a:pt x="9104529" y="4918105"/>
                  </a:cubicBezTo>
                  <a:cubicBezTo>
                    <a:pt x="9133211" y="4863752"/>
                    <a:pt x="9158313" y="4805447"/>
                    <a:pt x="9181081" y="4744694"/>
                  </a:cubicBezTo>
                  <a:cubicBezTo>
                    <a:pt x="9203748" y="4684178"/>
                    <a:pt x="9223383" y="4621778"/>
                    <a:pt x="9240731" y="4557872"/>
                  </a:cubicBezTo>
                  <a:cubicBezTo>
                    <a:pt x="9249481" y="4525966"/>
                    <a:pt x="9257682" y="4493684"/>
                    <a:pt x="9265388" y="4461073"/>
                  </a:cubicBezTo>
                  <a:cubicBezTo>
                    <a:pt x="9269215" y="4444744"/>
                    <a:pt x="9272943" y="4428367"/>
                    <a:pt x="9276571" y="4411943"/>
                  </a:cubicBezTo>
                  <a:lnTo>
                    <a:pt x="9281841" y="4387379"/>
                  </a:lnTo>
                  <a:lnTo>
                    <a:pt x="9286513" y="4364838"/>
                  </a:lnTo>
                  <a:lnTo>
                    <a:pt x="9296754" y="4312038"/>
                  </a:lnTo>
                  <a:lnTo>
                    <a:pt x="9301029" y="4289074"/>
                  </a:lnTo>
                  <a:lnTo>
                    <a:pt x="9302818" y="4278581"/>
                  </a:lnTo>
                  <a:lnTo>
                    <a:pt x="9304658" y="4266816"/>
                  </a:lnTo>
                  <a:lnTo>
                    <a:pt x="9312810" y="4215945"/>
                  </a:lnTo>
                  <a:lnTo>
                    <a:pt x="9316887" y="4190486"/>
                  </a:lnTo>
                  <a:lnTo>
                    <a:pt x="9318923" y="4177780"/>
                  </a:lnTo>
                  <a:cubicBezTo>
                    <a:pt x="9319570" y="4173546"/>
                    <a:pt x="9319969" y="4169169"/>
                    <a:pt x="9320515" y="4164886"/>
                  </a:cubicBezTo>
                  <a:lnTo>
                    <a:pt x="9332445" y="4064981"/>
                  </a:lnTo>
                  <a:cubicBezTo>
                    <a:pt x="9333836" y="4052370"/>
                    <a:pt x="9334880" y="4036888"/>
                    <a:pt x="9336173" y="4018676"/>
                  </a:cubicBezTo>
                  <a:lnTo>
                    <a:pt x="9340199" y="3965171"/>
                  </a:lnTo>
                  <a:cubicBezTo>
                    <a:pt x="9345071" y="3899806"/>
                    <a:pt x="9347358" y="3832983"/>
                    <a:pt x="9347557" y="3765972"/>
                  </a:cubicBezTo>
                  <a:cubicBezTo>
                    <a:pt x="9347656" y="3732420"/>
                    <a:pt x="9347209" y="3698773"/>
                    <a:pt x="9346364" y="3664938"/>
                  </a:cubicBezTo>
                  <a:lnTo>
                    <a:pt x="9344921" y="3615243"/>
                  </a:lnTo>
                  <a:lnTo>
                    <a:pt x="9344524" y="3603526"/>
                  </a:lnTo>
                  <a:lnTo>
                    <a:pt x="9343728" y="3590774"/>
                  </a:lnTo>
                  <a:lnTo>
                    <a:pt x="9342188" y="3565268"/>
                  </a:lnTo>
                  <a:lnTo>
                    <a:pt x="9339056" y="3514256"/>
                  </a:lnTo>
                  <a:cubicBezTo>
                    <a:pt x="9337914" y="3497221"/>
                    <a:pt x="9335874" y="3480138"/>
                    <a:pt x="9334334" y="3463057"/>
                  </a:cubicBezTo>
                  <a:lnTo>
                    <a:pt x="9329363" y="3411810"/>
                  </a:lnTo>
                  <a:lnTo>
                    <a:pt x="9328319" y="3400657"/>
                  </a:lnTo>
                  <a:lnTo>
                    <a:pt x="9327177" y="3390116"/>
                  </a:lnTo>
                  <a:lnTo>
                    <a:pt x="9324293" y="3366774"/>
                  </a:lnTo>
                  <a:lnTo>
                    <a:pt x="9320763" y="3340329"/>
                  </a:lnTo>
                  <a:lnTo>
                    <a:pt x="9317184" y="3311245"/>
                  </a:lnTo>
                  <a:cubicBezTo>
                    <a:pt x="9315594" y="3296893"/>
                    <a:pt x="9313506" y="3282306"/>
                    <a:pt x="9311021" y="3266211"/>
                  </a:cubicBezTo>
                  <a:lnTo>
                    <a:pt x="9302719" y="3215717"/>
                  </a:lnTo>
                  <a:cubicBezTo>
                    <a:pt x="9299936" y="3199059"/>
                    <a:pt x="9297003" y="3182400"/>
                    <a:pt x="9293970" y="3165789"/>
                  </a:cubicBezTo>
                  <a:cubicBezTo>
                    <a:pt x="9281891" y="3099295"/>
                    <a:pt x="9267674" y="3033084"/>
                    <a:pt x="9252065" y="2967107"/>
                  </a:cubicBezTo>
                  <a:cubicBezTo>
                    <a:pt x="9244261" y="2934167"/>
                    <a:pt x="9235959" y="2901273"/>
                    <a:pt x="9227211" y="2868473"/>
                  </a:cubicBezTo>
                  <a:lnTo>
                    <a:pt x="9220699" y="2844426"/>
                  </a:lnTo>
                  <a:lnTo>
                    <a:pt x="9213740" y="2820191"/>
                  </a:lnTo>
                  <a:cubicBezTo>
                    <a:pt x="9209216" y="2804049"/>
                    <a:pt x="9204345" y="2787768"/>
                    <a:pt x="9199374" y="2771438"/>
                  </a:cubicBezTo>
                  <a:cubicBezTo>
                    <a:pt x="9159855" y="2641086"/>
                    <a:pt x="9114272" y="2512099"/>
                    <a:pt x="9061829" y="2385418"/>
                  </a:cubicBezTo>
                  <a:cubicBezTo>
                    <a:pt x="9035582" y="2322077"/>
                    <a:pt x="9008043" y="2259160"/>
                    <a:pt x="8978865" y="2196855"/>
                  </a:cubicBezTo>
                  <a:lnTo>
                    <a:pt x="8956694" y="2150219"/>
                  </a:lnTo>
                  <a:lnTo>
                    <a:pt x="8934176" y="2103914"/>
                  </a:lnTo>
                  <a:cubicBezTo>
                    <a:pt x="8918915" y="2073091"/>
                    <a:pt x="8903157" y="2042032"/>
                    <a:pt x="8887151" y="2011350"/>
                  </a:cubicBezTo>
                  <a:cubicBezTo>
                    <a:pt x="8854988" y="1949891"/>
                    <a:pt x="8822082" y="1888810"/>
                    <a:pt x="8787533" y="1828527"/>
                  </a:cubicBezTo>
                  <a:lnTo>
                    <a:pt x="8761485" y="1783398"/>
                  </a:lnTo>
                  <a:lnTo>
                    <a:pt x="8734791" y="1737893"/>
                  </a:lnTo>
                  <a:cubicBezTo>
                    <a:pt x="8717047" y="1707823"/>
                    <a:pt x="8699200" y="1678363"/>
                    <a:pt x="8680808" y="1648812"/>
                  </a:cubicBezTo>
                  <a:cubicBezTo>
                    <a:pt x="8644322" y="1589658"/>
                    <a:pt x="8606194" y="1531118"/>
                    <a:pt x="8567024" y="1472906"/>
                  </a:cubicBezTo>
                  <a:lnTo>
                    <a:pt x="8537446" y="1429330"/>
                  </a:lnTo>
                  <a:lnTo>
                    <a:pt x="8507423" y="1385896"/>
                  </a:lnTo>
                  <a:cubicBezTo>
                    <a:pt x="8487390" y="1357284"/>
                    <a:pt x="8467158" y="1328719"/>
                    <a:pt x="8446529" y="1300295"/>
                  </a:cubicBezTo>
                  <a:cubicBezTo>
                    <a:pt x="8405271" y="1243496"/>
                    <a:pt x="8362718" y="1187120"/>
                    <a:pt x="8319224" y="1131026"/>
                  </a:cubicBezTo>
                  <a:lnTo>
                    <a:pt x="8286366" y="1089050"/>
                  </a:lnTo>
                  <a:lnTo>
                    <a:pt x="8270161" y="1068439"/>
                  </a:lnTo>
                  <a:lnTo>
                    <a:pt x="8253856" y="1048156"/>
                  </a:lnTo>
                  <a:cubicBezTo>
                    <a:pt x="8231636" y="1020675"/>
                    <a:pt x="8209117" y="993381"/>
                    <a:pt x="8186352" y="966275"/>
                  </a:cubicBezTo>
                  <a:cubicBezTo>
                    <a:pt x="8140917" y="911922"/>
                    <a:pt x="8094240" y="858417"/>
                    <a:pt x="8046768" y="805429"/>
                  </a:cubicBezTo>
                  <a:lnTo>
                    <a:pt x="8010927" y="765853"/>
                  </a:lnTo>
                  <a:lnTo>
                    <a:pt x="7974788" y="726653"/>
                  </a:lnTo>
                  <a:cubicBezTo>
                    <a:pt x="7950382" y="700489"/>
                    <a:pt x="7925824" y="674465"/>
                    <a:pt x="7901070" y="648724"/>
                  </a:cubicBezTo>
                  <a:cubicBezTo>
                    <a:pt x="7851510" y="597289"/>
                    <a:pt x="7801404" y="546514"/>
                    <a:pt x="7750054" y="497008"/>
                  </a:cubicBezTo>
                  <a:cubicBezTo>
                    <a:pt x="7698902" y="447644"/>
                    <a:pt x="7645913" y="398938"/>
                    <a:pt x="7592277" y="351221"/>
                  </a:cubicBezTo>
                  <a:cubicBezTo>
                    <a:pt x="7484856" y="255786"/>
                    <a:pt x="7373308" y="164304"/>
                    <a:pt x="7257734" y="76964"/>
                  </a:cubicBezTo>
                  <a:close/>
                  <a:moveTo>
                    <a:pt x="1886601" y="0"/>
                  </a:moveTo>
                  <a:lnTo>
                    <a:pt x="2292926" y="0"/>
                  </a:lnTo>
                  <a:lnTo>
                    <a:pt x="2135542" y="117781"/>
                  </a:lnTo>
                  <a:cubicBezTo>
                    <a:pt x="2078998" y="162280"/>
                    <a:pt x="2023659" y="208045"/>
                    <a:pt x="1969576" y="254986"/>
                  </a:cubicBezTo>
                  <a:cubicBezTo>
                    <a:pt x="1861309" y="348820"/>
                    <a:pt x="1758064" y="447314"/>
                    <a:pt x="1659938" y="549855"/>
                  </a:cubicBezTo>
                  <a:cubicBezTo>
                    <a:pt x="1266987" y="960346"/>
                    <a:pt x="953820" y="1431495"/>
                    <a:pt x="729383" y="1936480"/>
                  </a:cubicBezTo>
                  <a:cubicBezTo>
                    <a:pt x="673260" y="2062362"/>
                    <a:pt x="622855" y="2190972"/>
                    <a:pt x="578465" y="2320807"/>
                  </a:cubicBezTo>
                  <a:cubicBezTo>
                    <a:pt x="534125" y="2450687"/>
                    <a:pt x="496147" y="2582216"/>
                    <a:pt x="465080" y="2714875"/>
                  </a:cubicBezTo>
                  <a:cubicBezTo>
                    <a:pt x="449769" y="2780991"/>
                    <a:pt x="435850" y="2848191"/>
                    <a:pt x="423820" y="2915436"/>
                  </a:cubicBezTo>
                  <a:cubicBezTo>
                    <a:pt x="411840" y="2982731"/>
                    <a:pt x="401054" y="3050260"/>
                    <a:pt x="392355" y="3118071"/>
                  </a:cubicBezTo>
                  <a:cubicBezTo>
                    <a:pt x="374509" y="3253646"/>
                    <a:pt x="363424" y="3389880"/>
                    <a:pt x="358801" y="3526915"/>
                  </a:cubicBezTo>
                  <a:cubicBezTo>
                    <a:pt x="349009" y="3800843"/>
                    <a:pt x="366357" y="4075570"/>
                    <a:pt x="410350" y="4348226"/>
                  </a:cubicBezTo>
                  <a:cubicBezTo>
                    <a:pt x="421286" y="4416132"/>
                    <a:pt x="434209" y="4483660"/>
                    <a:pt x="449022" y="4551049"/>
                  </a:cubicBezTo>
                  <a:cubicBezTo>
                    <a:pt x="463737" y="4618436"/>
                    <a:pt x="480389" y="4685588"/>
                    <a:pt x="498882" y="4752365"/>
                  </a:cubicBezTo>
                  <a:cubicBezTo>
                    <a:pt x="517373" y="4819141"/>
                    <a:pt x="537704" y="4885635"/>
                    <a:pt x="559775" y="4951657"/>
                  </a:cubicBezTo>
                  <a:cubicBezTo>
                    <a:pt x="581946" y="5017775"/>
                    <a:pt x="605358" y="5083375"/>
                    <a:pt x="631406" y="5147986"/>
                  </a:cubicBezTo>
                  <a:cubicBezTo>
                    <a:pt x="734055" y="5407608"/>
                    <a:pt x="865188" y="5658570"/>
                    <a:pt x="1023461" y="5893957"/>
                  </a:cubicBezTo>
                  <a:cubicBezTo>
                    <a:pt x="1181487" y="6129578"/>
                    <a:pt x="1367051" y="6349247"/>
                    <a:pt x="1575880" y="6547646"/>
                  </a:cubicBezTo>
                  <a:cubicBezTo>
                    <a:pt x="1680269" y="6646916"/>
                    <a:pt x="1790338" y="6740939"/>
                    <a:pt x="1905228" y="6829468"/>
                  </a:cubicBezTo>
                  <a:lnTo>
                    <a:pt x="1944230" y="6858000"/>
                  </a:lnTo>
                  <a:lnTo>
                    <a:pt x="1372541" y="6858000"/>
                  </a:lnTo>
                  <a:lnTo>
                    <a:pt x="1115251" y="6590005"/>
                  </a:lnTo>
                  <a:cubicBezTo>
                    <a:pt x="418530" y="5790792"/>
                    <a:pt x="0" y="4766182"/>
                    <a:pt x="0" y="3649031"/>
                  </a:cubicBezTo>
                  <a:cubicBezTo>
                    <a:pt x="0" y="2212695"/>
                    <a:pt x="691856" y="929334"/>
                    <a:pt x="1777294" y="81317"/>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1" name="Freeform: Shape 20">
              <a:extLst>
                <a:ext uri="{FF2B5EF4-FFF2-40B4-BE49-F238E27FC236}">
                  <a16:creationId xmlns:a16="http://schemas.microsoft.com/office/drawing/2014/main" id="{82B0ED5C-927D-4C5F-8F27-1B403820B9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3402" y="36937"/>
              <a:ext cx="9767847" cy="6858000"/>
            </a:xfrm>
            <a:custGeom>
              <a:avLst/>
              <a:gdLst>
                <a:gd name="connsiteX0" fmla="*/ 7145704 w 9767847"/>
                <a:gd name="connsiteY0" fmla="*/ 0 h 6858000"/>
                <a:gd name="connsiteX1" fmla="*/ 7875738 w 9767847"/>
                <a:gd name="connsiteY1" fmla="*/ 0 h 6858000"/>
                <a:gd name="connsiteX2" fmla="*/ 7990553 w 9767847"/>
                <a:gd name="connsiteY2" fmla="*/ 85415 h 6858000"/>
                <a:gd name="connsiteX3" fmla="*/ 9767847 w 9767847"/>
                <a:gd name="connsiteY3" fmla="*/ 3653129 h 6858000"/>
                <a:gd name="connsiteX4" fmla="*/ 8652597 w 9767847"/>
                <a:gd name="connsiteY4" fmla="*/ 6594103 h 6858000"/>
                <a:gd name="connsiteX5" fmla="*/ 8399240 w 9767847"/>
                <a:gd name="connsiteY5" fmla="*/ 6858000 h 6858000"/>
                <a:gd name="connsiteX6" fmla="*/ 6766926 w 9767847"/>
                <a:gd name="connsiteY6" fmla="*/ 6858000 h 6858000"/>
                <a:gd name="connsiteX7" fmla="*/ 6804586 w 9767847"/>
                <a:gd name="connsiteY7" fmla="*/ 6821201 h 6858000"/>
                <a:gd name="connsiteX8" fmla="*/ 6881735 w 9767847"/>
                <a:gd name="connsiteY8" fmla="*/ 6745295 h 6858000"/>
                <a:gd name="connsiteX9" fmla="*/ 6958883 w 9767847"/>
                <a:gd name="connsiteY9" fmla="*/ 6668920 h 6858000"/>
                <a:gd name="connsiteX10" fmla="*/ 7267925 w 9767847"/>
                <a:gd name="connsiteY10" fmla="*/ 6359792 h 6858000"/>
                <a:gd name="connsiteX11" fmla="*/ 7424360 w 9767847"/>
                <a:gd name="connsiteY11" fmla="*/ 6204783 h 6858000"/>
                <a:gd name="connsiteX12" fmla="*/ 7504938 w 9767847"/>
                <a:gd name="connsiteY12" fmla="*/ 6126806 h 6858000"/>
                <a:gd name="connsiteX13" fmla="*/ 7546396 w 9767847"/>
                <a:gd name="connsiteY13" fmla="*/ 6087795 h 6858000"/>
                <a:gd name="connsiteX14" fmla="*/ 7588002 w 9767847"/>
                <a:gd name="connsiteY14" fmla="*/ 6049630 h 6858000"/>
                <a:gd name="connsiteX15" fmla="*/ 7631000 w 9767847"/>
                <a:gd name="connsiteY15" fmla="*/ 6010807 h 6858000"/>
                <a:gd name="connsiteX16" fmla="*/ 7675440 w 9767847"/>
                <a:gd name="connsiteY16" fmla="*/ 5972407 h 6858000"/>
                <a:gd name="connsiteX17" fmla="*/ 7720626 w 9767847"/>
                <a:gd name="connsiteY17" fmla="*/ 5934949 h 6858000"/>
                <a:gd name="connsiteX18" fmla="*/ 7766458 w 9767847"/>
                <a:gd name="connsiteY18" fmla="*/ 5898432 h 6858000"/>
                <a:gd name="connsiteX19" fmla="*/ 7955254 w 9767847"/>
                <a:gd name="connsiteY19" fmla="*/ 5760926 h 6858000"/>
                <a:gd name="connsiteX20" fmla="*/ 8352678 w 9767847"/>
                <a:gd name="connsiteY20" fmla="*/ 5521728 h 6858000"/>
                <a:gd name="connsiteX21" fmla="*/ 8451350 w 9767847"/>
                <a:gd name="connsiteY21" fmla="*/ 5469352 h 6858000"/>
                <a:gd name="connsiteX22" fmla="*/ 8548532 w 9767847"/>
                <a:gd name="connsiteY22" fmla="*/ 5417493 h 6858000"/>
                <a:gd name="connsiteX23" fmla="*/ 8729473 w 9767847"/>
                <a:gd name="connsiteY23" fmla="*/ 5314059 h 6858000"/>
                <a:gd name="connsiteX24" fmla="*/ 8770781 w 9767847"/>
                <a:gd name="connsiteY24" fmla="*/ 5287330 h 6858000"/>
                <a:gd name="connsiteX25" fmla="*/ 8790964 w 9767847"/>
                <a:gd name="connsiteY25" fmla="*/ 5273590 h 6858000"/>
                <a:gd name="connsiteX26" fmla="*/ 8810499 w 9767847"/>
                <a:gd name="connsiteY26" fmla="*/ 5259801 h 6858000"/>
                <a:gd name="connsiteX27" fmla="*/ 8883571 w 9767847"/>
                <a:gd name="connsiteY27" fmla="*/ 5202577 h 6858000"/>
                <a:gd name="connsiteX28" fmla="*/ 9006651 w 9767847"/>
                <a:gd name="connsiteY28" fmla="*/ 5074625 h 6858000"/>
                <a:gd name="connsiteX29" fmla="*/ 9033494 w 9767847"/>
                <a:gd name="connsiteY29" fmla="*/ 5038203 h 6858000"/>
                <a:gd name="connsiteX30" fmla="*/ 9040305 w 9767847"/>
                <a:gd name="connsiteY30" fmla="*/ 5028649 h 6858000"/>
                <a:gd name="connsiteX31" fmla="*/ 9046568 w 9767847"/>
                <a:gd name="connsiteY31" fmla="*/ 5019379 h 6858000"/>
                <a:gd name="connsiteX32" fmla="*/ 9058846 w 9767847"/>
                <a:gd name="connsiteY32" fmla="*/ 5000743 h 6858000"/>
                <a:gd name="connsiteX33" fmla="*/ 9104529 w 9767847"/>
                <a:gd name="connsiteY33" fmla="*/ 4922203 h 6858000"/>
                <a:gd name="connsiteX34" fmla="*/ 9181081 w 9767847"/>
                <a:gd name="connsiteY34" fmla="*/ 4748792 h 6858000"/>
                <a:gd name="connsiteX35" fmla="*/ 9240731 w 9767847"/>
                <a:gd name="connsiteY35" fmla="*/ 4561970 h 6858000"/>
                <a:gd name="connsiteX36" fmla="*/ 9265388 w 9767847"/>
                <a:gd name="connsiteY36" fmla="*/ 4465171 h 6858000"/>
                <a:gd name="connsiteX37" fmla="*/ 9276571 w 9767847"/>
                <a:gd name="connsiteY37" fmla="*/ 4416041 h 6858000"/>
                <a:gd name="connsiteX38" fmla="*/ 9281841 w 9767847"/>
                <a:gd name="connsiteY38" fmla="*/ 4391477 h 6858000"/>
                <a:gd name="connsiteX39" fmla="*/ 9286513 w 9767847"/>
                <a:gd name="connsiteY39" fmla="*/ 4368936 h 6858000"/>
                <a:gd name="connsiteX40" fmla="*/ 9296754 w 9767847"/>
                <a:gd name="connsiteY40" fmla="*/ 4316136 h 6858000"/>
                <a:gd name="connsiteX41" fmla="*/ 9301029 w 9767847"/>
                <a:gd name="connsiteY41" fmla="*/ 4293172 h 6858000"/>
                <a:gd name="connsiteX42" fmla="*/ 9302818 w 9767847"/>
                <a:gd name="connsiteY42" fmla="*/ 4282679 h 6858000"/>
                <a:gd name="connsiteX43" fmla="*/ 9304658 w 9767847"/>
                <a:gd name="connsiteY43" fmla="*/ 4270914 h 6858000"/>
                <a:gd name="connsiteX44" fmla="*/ 9312810 w 9767847"/>
                <a:gd name="connsiteY44" fmla="*/ 4220043 h 6858000"/>
                <a:gd name="connsiteX45" fmla="*/ 9316887 w 9767847"/>
                <a:gd name="connsiteY45" fmla="*/ 4194584 h 6858000"/>
                <a:gd name="connsiteX46" fmla="*/ 9318923 w 9767847"/>
                <a:gd name="connsiteY46" fmla="*/ 4181878 h 6858000"/>
                <a:gd name="connsiteX47" fmla="*/ 9320515 w 9767847"/>
                <a:gd name="connsiteY47" fmla="*/ 4168984 h 6858000"/>
                <a:gd name="connsiteX48" fmla="*/ 9332445 w 9767847"/>
                <a:gd name="connsiteY48" fmla="*/ 4069079 h 6858000"/>
                <a:gd name="connsiteX49" fmla="*/ 9336173 w 9767847"/>
                <a:gd name="connsiteY49" fmla="*/ 4022774 h 6858000"/>
                <a:gd name="connsiteX50" fmla="*/ 9340199 w 9767847"/>
                <a:gd name="connsiteY50" fmla="*/ 3969269 h 6858000"/>
                <a:gd name="connsiteX51" fmla="*/ 9347557 w 9767847"/>
                <a:gd name="connsiteY51" fmla="*/ 3770070 h 6858000"/>
                <a:gd name="connsiteX52" fmla="*/ 9346364 w 9767847"/>
                <a:gd name="connsiteY52" fmla="*/ 3669036 h 6858000"/>
                <a:gd name="connsiteX53" fmla="*/ 9344921 w 9767847"/>
                <a:gd name="connsiteY53" fmla="*/ 3619341 h 6858000"/>
                <a:gd name="connsiteX54" fmla="*/ 9344524 w 9767847"/>
                <a:gd name="connsiteY54" fmla="*/ 3607624 h 6858000"/>
                <a:gd name="connsiteX55" fmla="*/ 9343728 w 9767847"/>
                <a:gd name="connsiteY55" fmla="*/ 3594872 h 6858000"/>
                <a:gd name="connsiteX56" fmla="*/ 9342188 w 9767847"/>
                <a:gd name="connsiteY56" fmla="*/ 3569366 h 6858000"/>
                <a:gd name="connsiteX57" fmla="*/ 9339056 w 9767847"/>
                <a:gd name="connsiteY57" fmla="*/ 3518354 h 6858000"/>
                <a:gd name="connsiteX58" fmla="*/ 9334334 w 9767847"/>
                <a:gd name="connsiteY58" fmla="*/ 3467155 h 6858000"/>
                <a:gd name="connsiteX59" fmla="*/ 9329363 w 9767847"/>
                <a:gd name="connsiteY59" fmla="*/ 3415908 h 6858000"/>
                <a:gd name="connsiteX60" fmla="*/ 9328319 w 9767847"/>
                <a:gd name="connsiteY60" fmla="*/ 3404755 h 6858000"/>
                <a:gd name="connsiteX61" fmla="*/ 9327177 w 9767847"/>
                <a:gd name="connsiteY61" fmla="*/ 3394214 h 6858000"/>
                <a:gd name="connsiteX62" fmla="*/ 9324293 w 9767847"/>
                <a:gd name="connsiteY62" fmla="*/ 3370872 h 6858000"/>
                <a:gd name="connsiteX63" fmla="*/ 9320763 w 9767847"/>
                <a:gd name="connsiteY63" fmla="*/ 3344427 h 6858000"/>
                <a:gd name="connsiteX64" fmla="*/ 9317184 w 9767847"/>
                <a:gd name="connsiteY64" fmla="*/ 3315343 h 6858000"/>
                <a:gd name="connsiteX65" fmla="*/ 9311021 w 9767847"/>
                <a:gd name="connsiteY65" fmla="*/ 3270309 h 6858000"/>
                <a:gd name="connsiteX66" fmla="*/ 9302719 w 9767847"/>
                <a:gd name="connsiteY66" fmla="*/ 3219815 h 6858000"/>
                <a:gd name="connsiteX67" fmla="*/ 9293970 w 9767847"/>
                <a:gd name="connsiteY67" fmla="*/ 3169887 h 6858000"/>
                <a:gd name="connsiteX68" fmla="*/ 9252065 w 9767847"/>
                <a:gd name="connsiteY68" fmla="*/ 2971205 h 6858000"/>
                <a:gd name="connsiteX69" fmla="*/ 9227211 w 9767847"/>
                <a:gd name="connsiteY69" fmla="*/ 2872571 h 6858000"/>
                <a:gd name="connsiteX70" fmla="*/ 9220699 w 9767847"/>
                <a:gd name="connsiteY70" fmla="*/ 2848524 h 6858000"/>
                <a:gd name="connsiteX71" fmla="*/ 9213740 w 9767847"/>
                <a:gd name="connsiteY71" fmla="*/ 2824289 h 6858000"/>
                <a:gd name="connsiteX72" fmla="*/ 9199374 w 9767847"/>
                <a:gd name="connsiteY72" fmla="*/ 2775536 h 6858000"/>
                <a:gd name="connsiteX73" fmla="*/ 9061829 w 9767847"/>
                <a:gd name="connsiteY73" fmla="*/ 2389515 h 6858000"/>
                <a:gd name="connsiteX74" fmla="*/ 8978865 w 9767847"/>
                <a:gd name="connsiteY74" fmla="*/ 2200953 h 6858000"/>
                <a:gd name="connsiteX75" fmla="*/ 8956694 w 9767847"/>
                <a:gd name="connsiteY75" fmla="*/ 2154317 h 6858000"/>
                <a:gd name="connsiteX76" fmla="*/ 8934176 w 9767847"/>
                <a:gd name="connsiteY76" fmla="*/ 2108012 h 6858000"/>
                <a:gd name="connsiteX77" fmla="*/ 8887151 w 9767847"/>
                <a:gd name="connsiteY77" fmla="*/ 2015448 h 6858000"/>
                <a:gd name="connsiteX78" fmla="*/ 8787533 w 9767847"/>
                <a:gd name="connsiteY78" fmla="*/ 1832625 h 6858000"/>
                <a:gd name="connsiteX79" fmla="*/ 8761485 w 9767847"/>
                <a:gd name="connsiteY79" fmla="*/ 1787496 h 6858000"/>
                <a:gd name="connsiteX80" fmla="*/ 8734791 w 9767847"/>
                <a:gd name="connsiteY80" fmla="*/ 1741991 h 6858000"/>
                <a:gd name="connsiteX81" fmla="*/ 8680808 w 9767847"/>
                <a:gd name="connsiteY81" fmla="*/ 1652910 h 6858000"/>
                <a:gd name="connsiteX82" fmla="*/ 8567024 w 9767847"/>
                <a:gd name="connsiteY82" fmla="*/ 1477004 h 6858000"/>
                <a:gd name="connsiteX83" fmla="*/ 8537446 w 9767847"/>
                <a:gd name="connsiteY83" fmla="*/ 1433428 h 6858000"/>
                <a:gd name="connsiteX84" fmla="*/ 8507423 w 9767847"/>
                <a:gd name="connsiteY84" fmla="*/ 1389994 h 6858000"/>
                <a:gd name="connsiteX85" fmla="*/ 8446529 w 9767847"/>
                <a:gd name="connsiteY85" fmla="*/ 1304393 h 6858000"/>
                <a:gd name="connsiteX86" fmla="*/ 8319224 w 9767847"/>
                <a:gd name="connsiteY86" fmla="*/ 1135124 h 6858000"/>
                <a:gd name="connsiteX87" fmla="*/ 8286366 w 9767847"/>
                <a:gd name="connsiteY87" fmla="*/ 1093148 h 6858000"/>
                <a:gd name="connsiteX88" fmla="*/ 8270161 w 9767847"/>
                <a:gd name="connsiteY88" fmla="*/ 1072538 h 6858000"/>
                <a:gd name="connsiteX89" fmla="*/ 8253856 w 9767847"/>
                <a:gd name="connsiteY89" fmla="*/ 1052254 h 6858000"/>
                <a:gd name="connsiteX90" fmla="*/ 8186352 w 9767847"/>
                <a:gd name="connsiteY90" fmla="*/ 970373 h 6858000"/>
                <a:gd name="connsiteX91" fmla="*/ 8046768 w 9767847"/>
                <a:gd name="connsiteY91" fmla="*/ 809527 h 6858000"/>
                <a:gd name="connsiteX92" fmla="*/ 8010927 w 9767847"/>
                <a:gd name="connsiteY92" fmla="*/ 769951 h 6858000"/>
                <a:gd name="connsiteX93" fmla="*/ 7974788 w 9767847"/>
                <a:gd name="connsiteY93" fmla="*/ 730751 h 6858000"/>
                <a:gd name="connsiteX94" fmla="*/ 7901070 w 9767847"/>
                <a:gd name="connsiteY94" fmla="*/ 652823 h 6858000"/>
                <a:gd name="connsiteX95" fmla="*/ 7750054 w 9767847"/>
                <a:gd name="connsiteY95" fmla="*/ 501106 h 6858000"/>
                <a:gd name="connsiteX96" fmla="*/ 7592277 w 9767847"/>
                <a:gd name="connsiteY96" fmla="*/ 355319 h 6858000"/>
                <a:gd name="connsiteX97" fmla="*/ 7257734 w 9767847"/>
                <a:gd name="connsiteY97" fmla="*/ 81062 h 6858000"/>
                <a:gd name="connsiteX98" fmla="*/ 1892109 w 9767847"/>
                <a:gd name="connsiteY98" fmla="*/ 0 h 6858000"/>
                <a:gd name="connsiteX99" fmla="*/ 2298402 w 9767847"/>
                <a:gd name="connsiteY99" fmla="*/ 0 h 6858000"/>
                <a:gd name="connsiteX100" fmla="*/ 2135542 w 9767847"/>
                <a:gd name="connsiteY100" fmla="*/ 121879 h 6858000"/>
                <a:gd name="connsiteX101" fmla="*/ 1969576 w 9767847"/>
                <a:gd name="connsiteY101" fmla="*/ 259084 h 6858000"/>
                <a:gd name="connsiteX102" fmla="*/ 1659938 w 9767847"/>
                <a:gd name="connsiteY102" fmla="*/ 553953 h 6858000"/>
                <a:gd name="connsiteX103" fmla="*/ 729383 w 9767847"/>
                <a:gd name="connsiteY103" fmla="*/ 1940578 h 6858000"/>
                <a:gd name="connsiteX104" fmla="*/ 578465 w 9767847"/>
                <a:gd name="connsiteY104" fmla="*/ 2324905 h 6858000"/>
                <a:gd name="connsiteX105" fmla="*/ 465080 w 9767847"/>
                <a:gd name="connsiteY105" fmla="*/ 2718973 h 6858000"/>
                <a:gd name="connsiteX106" fmla="*/ 423820 w 9767847"/>
                <a:gd name="connsiteY106" fmla="*/ 2919535 h 6858000"/>
                <a:gd name="connsiteX107" fmla="*/ 392355 w 9767847"/>
                <a:gd name="connsiteY107" fmla="*/ 3122169 h 6858000"/>
                <a:gd name="connsiteX108" fmla="*/ 358801 w 9767847"/>
                <a:gd name="connsiteY108" fmla="*/ 3531013 h 6858000"/>
                <a:gd name="connsiteX109" fmla="*/ 410350 w 9767847"/>
                <a:gd name="connsiteY109" fmla="*/ 4352324 h 6858000"/>
                <a:gd name="connsiteX110" fmla="*/ 449022 w 9767847"/>
                <a:gd name="connsiteY110" fmla="*/ 4555147 h 6858000"/>
                <a:gd name="connsiteX111" fmla="*/ 498882 w 9767847"/>
                <a:gd name="connsiteY111" fmla="*/ 4756463 h 6858000"/>
                <a:gd name="connsiteX112" fmla="*/ 559775 w 9767847"/>
                <a:gd name="connsiteY112" fmla="*/ 4955755 h 6858000"/>
                <a:gd name="connsiteX113" fmla="*/ 631406 w 9767847"/>
                <a:gd name="connsiteY113" fmla="*/ 5152084 h 6858000"/>
                <a:gd name="connsiteX114" fmla="*/ 1023461 w 9767847"/>
                <a:gd name="connsiteY114" fmla="*/ 5898055 h 6858000"/>
                <a:gd name="connsiteX115" fmla="*/ 1575880 w 9767847"/>
                <a:gd name="connsiteY115" fmla="*/ 6551744 h 6858000"/>
                <a:gd name="connsiteX116" fmla="*/ 1905228 w 9767847"/>
                <a:gd name="connsiteY116" fmla="*/ 6833566 h 6858000"/>
                <a:gd name="connsiteX117" fmla="*/ 1938629 w 9767847"/>
                <a:gd name="connsiteY117" fmla="*/ 6858000 h 6858000"/>
                <a:gd name="connsiteX118" fmla="*/ 1368607 w 9767847"/>
                <a:gd name="connsiteY118" fmla="*/ 6858000 h 6858000"/>
                <a:gd name="connsiteX119" fmla="*/ 1115251 w 9767847"/>
                <a:gd name="connsiteY119" fmla="*/ 6594103 h 6858000"/>
                <a:gd name="connsiteX120" fmla="*/ 0 w 9767847"/>
                <a:gd name="connsiteY120" fmla="*/ 3653129 h 6858000"/>
                <a:gd name="connsiteX121" fmla="*/ 1777294 w 9767847"/>
                <a:gd name="connsiteY121" fmla="*/ 854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9767847" h="6858000">
                  <a:moveTo>
                    <a:pt x="7145704" y="0"/>
                  </a:moveTo>
                  <a:lnTo>
                    <a:pt x="7875738" y="0"/>
                  </a:lnTo>
                  <a:lnTo>
                    <a:pt x="7990553" y="85415"/>
                  </a:lnTo>
                  <a:cubicBezTo>
                    <a:pt x="9075991" y="933432"/>
                    <a:pt x="9767847" y="2216793"/>
                    <a:pt x="9767847" y="3653129"/>
                  </a:cubicBezTo>
                  <a:cubicBezTo>
                    <a:pt x="9767847" y="4770280"/>
                    <a:pt x="9349317" y="5794890"/>
                    <a:pt x="8652597" y="6594103"/>
                  </a:cubicBezTo>
                  <a:lnTo>
                    <a:pt x="8399240" y="6858000"/>
                  </a:lnTo>
                  <a:lnTo>
                    <a:pt x="6766926" y="6858000"/>
                  </a:lnTo>
                  <a:lnTo>
                    <a:pt x="6804586" y="6821201"/>
                  </a:lnTo>
                  <a:lnTo>
                    <a:pt x="6881735" y="6745295"/>
                  </a:lnTo>
                  <a:cubicBezTo>
                    <a:pt x="6907435" y="6719979"/>
                    <a:pt x="6933134" y="6694896"/>
                    <a:pt x="6958883" y="6668920"/>
                  </a:cubicBezTo>
                  <a:lnTo>
                    <a:pt x="7267925" y="6359792"/>
                  </a:lnTo>
                  <a:lnTo>
                    <a:pt x="7424360" y="6204783"/>
                  </a:lnTo>
                  <a:cubicBezTo>
                    <a:pt x="7450754" y="6178900"/>
                    <a:pt x="7477598" y="6152829"/>
                    <a:pt x="7504938" y="6126806"/>
                  </a:cubicBezTo>
                  <a:lnTo>
                    <a:pt x="7546396" y="6087795"/>
                  </a:lnTo>
                  <a:cubicBezTo>
                    <a:pt x="7560264" y="6074901"/>
                    <a:pt x="7574780" y="6061630"/>
                    <a:pt x="7588002" y="6049630"/>
                  </a:cubicBezTo>
                  <a:lnTo>
                    <a:pt x="7631000" y="6010807"/>
                  </a:lnTo>
                  <a:lnTo>
                    <a:pt x="7675440" y="5972407"/>
                  </a:lnTo>
                  <a:cubicBezTo>
                    <a:pt x="7690404" y="5959796"/>
                    <a:pt x="7705564" y="5947419"/>
                    <a:pt x="7720626" y="5934949"/>
                  </a:cubicBezTo>
                  <a:cubicBezTo>
                    <a:pt x="7735738" y="5922525"/>
                    <a:pt x="7751197" y="5910619"/>
                    <a:pt x="7766458" y="5898432"/>
                  </a:cubicBezTo>
                  <a:cubicBezTo>
                    <a:pt x="7827949" y="5850290"/>
                    <a:pt x="7890979" y="5804597"/>
                    <a:pt x="7955254" y="5760926"/>
                  </a:cubicBezTo>
                  <a:cubicBezTo>
                    <a:pt x="8083800" y="5673632"/>
                    <a:pt x="8216872" y="5594434"/>
                    <a:pt x="8352678" y="5521728"/>
                  </a:cubicBezTo>
                  <a:lnTo>
                    <a:pt x="8451350" y="5469352"/>
                  </a:lnTo>
                  <a:lnTo>
                    <a:pt x="8548532" y="5417493"/>
                  </a:lnTo>
                  <a:cubicBezTo>
                    <a:pt x="8612110" y="5383188"/>
                    <a:pt x="8673251" y="5349306"/>
                    <a:pt x="8729473" y="5314059"/>
                  </a:cubicBezTo>
                  <a:cubicBezTo>
                    <a:pt x="8743591" y="5305213"/>
                    <a:pt x="8757161" y="5296459"/>
                    <a:pt x="8770781" y="5287330"/>
                  </a:cubicBezTo>
                  <a:cubicBezTo>
                    <a:pt x="8777591" y="5282765"/>
                    <a:pt x="8784451" y="5278201"/>
                    <a:pt x="8790964" y="5273590"/>
                  </a:cubicBezTo>
                  <a:cubicBezTo>
                    <a:pt x="8797574" y="5268977"/>
                    <a:pt x="8804235" y="5264412"/>
                    <a:pt x="8810499" y="5259801"/>
                  </a:cubicBezTo>
                  <a:cubicBezTo>
                    <a:pt x="8835999" y="5241401"/>
                    <a:pt x="8860407" y="5222389"/>
                    <a:pt x="8883571" y="5202577"/>
                  </a:cubicBezTo>
                  <a:cubicBezTo>
                    <a:pt x="8929900" y="5162954"/>
                    <a:pt x="8971258" y="5120413"/>
                    <a:pt x="9006651" y="5074625"/>
                  </a:cubicBezTo>
                  <a:cubicBezTo>
                    <a:pt x="9015351" y="5063426"/>
                    <a:pt x="9024398" y="5050955"/>
                    <a:pt x="9033494" y="5038203"/>
                  </a:cubicBezTo>
                  <a:lnTo>
                    <a:pt x="9040305" y="5028649"/>
                  </a:lnTo>
                  <a:lnTo>
                    <a:pt x="9046568" y="5019379"/>
                  </a:lnTo>
                  <a:cubicBezTo>
                    <a:pt x="9050743" y="5013261"/>
                    <a:pt x="9054819" y="5007050"/>
                    <a:pt x="9058846" y="5000743"/>
                  </a:cubicBezTo>
                  <a:cubicBezTo>
                    <a:pt x="9075002" y="4975615"/>
                    <a:pt x="9090212" y="4949403"/>
                    <a:pt x="9104529" y="4922203"/>
                  </a:cubicBezTo>
                  <a:cubicBezTo>
                    <a:pt x="9133211" y="4867850"/>
                    <a:pt x="9158313" y="4809545"/>
                    <a:pt x="9181081" y="4748792"/>
                  </a:cubicBezTo>
                  <a:cubicBezTo>
                    <a:pt x="9203748" y="4688276"/>
                    <a:pt x="9223383" y="4625876"/>
                    <a:pt x="9240731" y="4561970"/>
                  </a:cubicBezTo>
                  <a:cubicBezTo>
                    <a:pt x="9249481" y="4530064"/>
                    <a:pt x="9257682" y="4497782"/>
                    <a:pt x="9265388" y="4465171"/>
                  </a:cubicBezTo>
                  <a:cubicBezTo>
                    <a:pt x="9269215" y="4448842"/>
                    <a:pt x="9272943" y="4432465"/>
                    <a:pt x="9276571" y="4416041"/>
                  </a:cubicBezTo>
                  <a:lnTo>
                    <a:pt x="9281841" y="4391477"/>
                  </a:lnTo>
                  <a:lnTo>
                    <a:pt x="9286513" y="4368936"/>
                  </a:lnTo>
                  <a:lnTo>
                    <a:pt x="9296754" y="4316136"/>
                  </a:lnTo>
                  <a:lnTo>
                    <a:pt x="9301029" y="4293172"/>
                  </a:lnTo>
                  <a:lnTo>
                    <a:pt x="9302818" y="4282679"/>
                  </a:lnTo>
                  <a:lnTo>
                    <a:pt x="9304658" y="4270914"/>
                  </a:lnTo>
                  <a:lnTo>
                    <a:pt x="9312810" y="4220043"/>
                  </a:lnTo>
                  <a:lnTo>
                    <a:pt x="9316887" y="4194584"/>
                  </a:lnTo>
                  <a:lnTo>
                    <a:pt x="9318923" y="4181878"/>
                  </a:lnTo>
                  <a:cubicBezTo>
                    <a:pt x="9319570" y="4177644"/>
                    <a:pt x="9319969" y="4173267"/>
                    <a:pt x="9320515" y="4168984"/>
                  </a:cubicBezTo>
                  <a:lnTo>
                    <a:pt x="9332445" y="4069079"/>
                  </a:lnTo>
                  <a:cubicBezTo>
                    <a:pt x="9333836" y="4056468"/>
                    <a:pt x="9334880" y="4040986"/>
                    <a:pt x="9336173" y="4022774"/>
                  </a:cubicBezTo>
                  <a:lnTo>
                    <a:pt x="9340199" y="3969269"/>
                  </a:lnTo>
                  <a:cubicBezTo>
                    <a:pt x="9345071" y="3903904"/>
                    <a:pt x="9347358" y="3837081"/>
                    <a:pt x="9347557" y="3770070"/>
                  </a:cubicBezTo>
                  <a:cubicBezTo>
                    <a:pt x="9347656" y="3736518"/>
                    <a:pt x="9347209" y="3702871"/>
                    <a:pt x="9346364" y="3669036"/>
                  </a:cubicBezTo>
                  <a:lnTo>
                    <a:pt x="9344921" y="3619341"/>
                  </a:lnTo>
                  <a:lnTo>
                    <a:pt x="9344524" y="3607624"/>
                  </a:lnTo>
                  <a:lnTo>
                    <a:pt x="9343728" y="3594872"/>
                  </a:lnTo>
                  <a:lnTo>
                    <a:pt x="9342188" y="3569366"/>
                  </a:lnTo>
                  <a:lnTo>
                    <a:pt x="9339056" y="3518354"/>
                  </a:lnTo>
                  <a:cubicBezTo>
                    <a:pt x="9337914" y="3501319"/>
                    <a:pt x="9335874" y="3484236"/>
                    <a:pt x="9334334" y="3467155"/>
                  </a:cubicBezTo>
                  <a:lnTo>
                    <a:pt x="9329363" y="3415908"/>
                  </a:lnTo>
                  <a:lnTo>
                    <a:pt x="9328319" y="3404755"/>
                  </a:lnTo>
                  <a:lnTo>
                    <a:pt x="9327177" y="3394214"/>
                  </a:lnTo>
                  <a:lnTo>
                    <a:pt x="9324293" y="3370872"/>
                  </a:lnTo>
                  <a:lnTo>
                    <a:pt x="9320763" y="3344427"/>
                  </a:lnTo>
                  <a:lnTo>
                    <a:pt x="9317184" y="3315343"/>
                  </a:lnTo>
                  <a:cubicBezTo>
                    <a:pt x="9315594" y="3300991"/>
                    <a:pt x="9313506" y="3286404"/>
                    <a:pt x="9311021" y="3270309"/>
                  </a:cubicBezTo>
                  <a:lnTo>
                    <a:pt x="9302719" y="3219815"/>
                  </a:lnTo>
                  <a:cubicBezTo>
                    <a:pt x="9299936" y="3203157"/>
                    <a:pt x="9297003" y="3186498"/>
                    <a:pt x="9293970" y="3169887"/>
                  </a:cubicBezTo>
                  <a:cubicBezTo>
                    <a:pt x="9281891" y="3103393"/>
                    <a:pt x="9267674" y="3037182"/>
                    <a:pt x="9252065" y="2971205"/>
                  </a:cubicBezTo>
                  <a:cubicBezTo>
                    <a:pt x="9244261" y="2938265"/>
                    <a:pt x="9235959" y="2905371"/>
                    <a:pt x="9227211" y="2872571"/>
                  </a:cubicBezTo>
                  <a:lnTo>
                    <a:pt x="9220699" y="2848524"/>
                  </a:lnTo>
                  <a:lnTo>
                    <a:pt x="9213740" y="2824289"/>
                  </a:lnTo>
                  <a:cubicBezTo>
                    <a:pt x="9209216" y="2808147"/>
                    <a:pt x="9204345" y="2791866"/>
                    <a:pt x="9199374" y="2775536"/>
                  </a:cubicBezTo>
                  <a:cubicBezTo>
                    <a:pt x="9159855" y="2645184"/>
                    <a:pt x="9114272" y="2516197"/>
                    <a:pt x="9061829" y="2389515"/>
                  </a:cubicBezTo>
                  <a:cubicBezTo>
                    <a:pt x="9035582" y="2326175"/>
                    <a:pt x="9008043" y="2263258"/>
                    <a:pt x="8978865" y="2200953"/>
                  </a:cubicBezTo>
                  <a:lnTo>
                    <a:pt x="8956694" y="2154317"/>
                  </a:lnTo>
                  <a:lnTo>
                    <a:pt x="8934176" y="2108012"/>
                  </a:lnTo>
                  <a:cubicBezTo>
                    <a:pt x="8918915" y="2077189"/>
                    <a:pt x="8903157" y="2046130"/>
                    <a:pt x="8887151" y="2015448"/>
                  </a:cubicBezTo>
                  <a:cubicBezTo>
                    <a:pt x="8854988" y="1953989"/>
                    <a:pt x="8822082" y="1892908"/>
                    <a:pt x="8787533" y="1832625"/>
                  </a:cubicBezTo>
                  <a:lnTo>
                    <a:pt x="8761485" y="1787496"/>
                  </a:lnTo>
                  <a:lnTo>
                    <a:pt x="8734791" y="1741991"/>
                  </a:lnTo>
                  <a:cubicBezTo>
                    <a:pt x="8717047" y="1711921"/>
                    <a:pt x="8699200" y="1682461"/>
                    <a:pt x="8680808" y="1652910"/>
                  </a:cubicBezTo>
                  <a:cubicBezTo>
                    <a:pt x="8644322" y="1593756"/>
                    <a:pt x="8606194" y="1535216"/>
                    <a:pt x="8567024" y="1477004"/>
                  </a:cubicBezTo>
                  <a:lnTo>
                    <a:pt x="8537446" y="1433428"/>
                  </a:lnTo>
                  <a:lnTo>
                    <a:pt x="8507423" y="1389994"/>
                  </a:lnTo>
                  <a:cubicBezTo>
                    <a:pt x="8487390" y="1361382"/>
                    <a:pt x="8467158" y="1332817"/>
                    <a:pt x="8446529" y="1304393"/>
                  </a:cubicBezTo>
                  <a:cubicBezTo>
                    <a:pt x="8405271" y="1247595"/>
                    <a:pt x="8362718" y="1191218"/>
                    <a:pt x="8319224" y="1135124"/>
                  </a:cubicBezTo>
                  <a:lnTo>
                    <a:pt x="8286366" y="1093148"/>
                  </a:lnTo>
                  <a:lnTo>
                    <a:pt x="8270161" y="1072538"/>
                  </a:lnTo>
                  <a:lnTo>
                    <a:pt x="8253856" y="1052254"/>
                  </a:lnTo>
                  <a:cubicBezTo>
                    <a:pt x="8231636" y="1024773"/>
                    <a:pt x="8209117" y="997479"/>
                    <a:pt x="8186352" y="970373"/>
                  </a:cubicBezTo>
                  <a:cubicBezTo>
                    <a:pt x="8140917" y="916020"/>
                    <a:pt x="8094240" y="862515"/>
                    <a:pt x="8046768" y="809527"/>
                  </a:cubicBezTo>
                  <a:lnTo>
                    <a:pt x="8010927" y="769951"/>
                  </a:lnTo>
                  <a:lnTo>
                    <a:pt x="7974788" y="730751"/>
                  </a:lnTo>
                  <a:cubicBezTo>
                    <a:pt x="7950382" y="704587"/>
                    <a:pt x="7925824" y="678563"/>
                    <a:pt x="7901070" y="652823"/>
                  </a:cubicBezTo>
                  <a:cubicBezTo>
                    <a:pt x="7851510" y="601387"/>
                    <a:pt x="7801404" y="550612"/>
                    <a:pt x="7750054" y="501106"/>
                  </a:cubicBezTo>
                  <a:cubicBezTo>
                    <a:pt x="7698902" y="451742"/>
                    <a:pt x="7645913" y="403036"/>
                    <a:pt x="7592277" y="355319"/>
                  </a:cubicBezTo>
                  <a:cubicBezTo>
                    <a:pt x="7484856" y="259884"/>
                    <a:pt x="7373308" y="168402"/>
                    <a:pt x="7257734" y="81062"/>
                  </a:cubicBezTo>
                  <a:close/>
                  <a:moveTo>
                    <a:pt x="1892109" y="0"/>
                  </a:moveTo>
                  <a:lnTo>
                    <a:pt x="2298402" y="0"/>
                  </a:lnTo>
                  <a:lnTo>
                    <a:pt x="2135542" y="121879"/>
                  </a:lnTo>
                  <a:cubicBezTo>
                    <a:pt x="2078998" y="166378"/>
                    <a:pt x="2023659" y="212143"/>
                    <a:pt x="1969576" y="259084"/>
                  </a:cubicBezTo>
                  <a:cubicBezTo>
                    <a:pt x="1861309" y="352918"/>
                    <a:pt x="1758064" y="451412"/>
                    <a:pt x="1659938" y="553953"/>
                  </a:cubicBezTo>
                  <a:cubicBezTo>
                    <a:pt x="1266987" y="964444"/>
                    <a:pt x="953820" y="1435593"/>
                    <a:pt x="729383" y="1940578"/>
                  </a:cubicBezTo>
                  <a:cubicBezTo>
                    <a:pt x="673260" y="2066459"/>
                    <a:pt x="622855" y="2195070"/>
                    <a:pt x="578465" y="2324905"/>
                  </a:cubicBezTo>
                  <a:cubicBezTo>
                    <a:pt x="534125" y="2454785"/>
                    <a:pt x="496147" y="2586314"/>
                    <a:pt x="465080" y="2718973"/>
                  </a:cubicBezTo>
                  <a:cubicBezTo>
                    <a:pt x="449769" y="2785089"/>
                    <a:pt x="435850" y="2852289"/>
                    <a:pt x="423820" y="2919535"/>
                  </a:cubicBezTo>
                  <a:cubicBezTo>
                    <a:pt x="411840" y="2986829"/>
                    <a:pt x="401054" y="3054358"/>
                    <a:pt x="392355" y="3122169"/>
                  </a:cubicBezTo>
                  <a:cubicBezTo>
                    <a:pt x="374509" y="3257744"/>
                    <a:pt x="363424" y="3393978"/>
                    <a:pt x="358801" y="3531013"/>
                  </a:cubicBezTo>
                  <a:cubicBezTo>
                    <a:pt x="349009" y="3804941"/>
                    <a:pt x="366357" y="4079668"/>
                    <a:pt x="410350" y="4352324"/>
                  </a:cubicBezTo>
                  <a:cubicBezTo>
                    <a:pt x="421286" y="4420230"/>
                    <a:pt x="434209" y="4487758"/>
                    <a:pt x="449022" y="4555147"/>
                  </a:cubicBezTo>
                  <a:cubicBezTo>
                    <a:pt x="463737" y="4622534"/>
                    <a:pt x="480389" y="4689686"/>
                    <a:pt x="498882" y="4756463"/>
                  </a:cubicBezTo>
                  <a:cubicBezTo>
                    <a:pt x="517373" y="4823239"/>
                    <a:pt x="537704" y="4889733"/>
                    <a:pt x="559775" y="4955755"/>
                  </a:cubicBezTo>
                  <a:cubicBezTo>
                    <a:pt x="581946" y="5021873"/>
                    <a:pt x="605358" y="5087473"/>
                    <a:pt x="631406" y="5152084"/>
                  </a:cubicBezTo>
                  <a:cubicBezTo>
                    <a:pt x="734055" y="5411706"/>
                    <a:pt x="865188" y="5662668"/>
                    <a:pt x="1023461" y="5898055"/>
                  </a:cubicBezTo>
                  <a:cubicBezTo>
                    <a:pt x="1181487" y="6133676"/>
                    <a:pt x="1367051" y="6353345"/>
                    <a:pt x="1575880" y="6551744"/>
                  </a:cubicBezTo>
                  <a:cubicBezTo>
                    <a:pt x="1680269" y="6651014"/>
                    <a:pt x="1790338" y="6745037"/>
                    <a:pt x="1905228" y="6833566"/>
                  </a:cubicBezTo>
                  <a:lnTo>
                    <a:pt x="1938629" y="6858000"/>
                  </a:lnTo>
                  <a:lnTo>
                    <a:pt x="1368607" y="6858000"/>
                  </a:lnTo>
                  <a:lnTo>
                    <a:pt x="1115251" y="6594103"/>
                  </a:lnTo>
                  <a:cubicBezTo>
                    <a:pt x="418530" y="5794890"/>
                    <a:pt x="0" y="4770280"/>
                    <a:pt x="0" y="3653129"/>
                  </a:cubicBezTo>
                  <a:cubicBezTo>
                    <a:pt x="0" y="2216793"/>
                    <a:pt x="691856" y="933432"/>
                    <a:pt x="1777294" y="85415"/>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grpSp>
      <p:grpSp>
        <p:nvGrpSpPr>
          <p:cNvPr id="23" name="Group 22">
            <a:extLst>
              <a:ext uri="{FF2B5EF4-FFF2-40B4-BE49-F238E27FC236}">
                <a16:creationId xmlns:a16="http://schemas.microsoft.com/office/drawing/2014/main" id="{87F87F1B-42BA-4AC7-A4E2-41544DDB2CE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05" y="-4155"/>
            <a:ext cx="2514948" cy="2174333"/>
            <a:chOff x="-305" y="-4155"/>
            <a:chExt cx="2514948" cy="2174333"/>
          </a:xfrm>
        </p:grpSpPr>
        <p:sp>
          <p:nvSpPr>
            <p:cNvPr id="24" name="Freeform: Shape 23">
              <a:extLst>
                <a:ext uri="{FF2B5EF4-FFF2-40B4-BE49-F238E27FC236}">
                  <a16:creationId xmlns:a16="http://schemas.microsoft.com/office/drawing/2014/main" id="{68B53067-4E48-4E71-A6A9-A8CAABAFBF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Freeform: Shape 24">
              <a:extLst>
                <a:ext uri="{FF2B5EF4-FFF2-40B4-BE49-F238E27FC236}">
                  <a16:creationId xmlns:a16="http://schemas.microsoft.com/office/drawing/2014/main" id="{06D1A0D3-4BB8-41D9-9CE7-2884C83F44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Freeform: Shape 25">
              <a:extLst>
                <a:ext uri="{FF2B5EF4-FFF2-40B4-BE49-F238E27FC236}">
                  <a16:creationId xmlns:a16="http://schemas.microsoft.com/office/drawing/2014/main" id="{81E20F06-3B09-4B89-A36B-AB8BFBCCA5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dirty="0"/>
            </a:p>
          </p:txBody>
        </p:sp>
        <p:sp>
          <p:nvSpPr>
            <p:cNvPr id="27" name="Freeform: Shape 26">
              <a:extLst>
                <a:ext uri="{FF2B5EF4-FFF2-40B4-BE49-F238E27FC236}">
                  <a16:creationId xmlns:a16="http://schemas.microsoft.com/office/drawing/2014/main" id="{DAE6C3D7-7D5B-4926-877D-45F117BB6B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9" name="Group 28">
            <a:extLst>
              <a:ext uri="{FF2B5EF4-FFF2-40B4-BE49-F238E27FC236}">
                <a16:creationId xmlns:a16="http://schemas.microsoft.com/office/drawing/2014/main" id="{967346A5-7569-4F15-AB5D-BE3DADF192C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9685727" y="4683666"/>
            <a:ext cx="2514948" cy="2174333"/>
            <a:chOff x="-305" y="-4155"/>
            <a:chExt cx="2514948" cy="2174333"/>
          </a:xfrm>
        </p:grpSpPr>
        <p:sp>
          <p:nvSpPr>
            <p:cNvPr id="30" name="Freeform: Shape 29">
              <a:extLst>
                <a:ext uri="{FF2B5EF4-FFF2-40B4-BE49-F238E27FC236}">
                  <a16:creationId xmlns:a16="http://schemas.microsoft.com/office/drawing/2014/main" id="{E1951533-A568-4765-AB1F-F71D9AFDEA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 name="Freeform: Shape 30">
              <a:extLst>
                <a:ext uri="{FF2B5EF4-FFF2-40B4-BE49-F238E27FC236}">
                  <a16:creationId xmlns:a16="http://schemas.microsoft.com/office/drawing/2014/main" id="{A7214F52-4F3F-4C96-A62E-F1401D6C04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Freeform: Shape 31">
              <a:extLst>
                <a:ext uri="{FF2B5EF4-FFF2-40B4-BE49-F238E27FC236}">
                  <a16:creationId xmlns:a16="http://schemas.microsoft.com/office/drawing/2014/main" id="{023146A1-291C-4FA0-AB5B-EB04D42398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dirty="0"/>
            </a:p>
          </p:txBody>
        </p:sp>
        <p:sp>
          <p:nvSpPr>
            <p:cNvPr id="33" name="Freeform: Shape 32">
              <a:extLst>
                <a:ext uri="{FF2B5EF4-FFF2-40B4-BE49-F238E27FC236}">
                  <a16:creationId xmlns:a16="http://schemas.microsoft.com/office/drawing/2014/main" id="{62977932-2B03-4899-8306-5002CEE68E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6" name="Title 1">
            <a:extLst>
              <a:ext uri="{FF2B5EF4-FFF2-40B4-BE49-F238E27FC236}">
                <a16:creationId xmlns:a16="http://schemas.microsoft.com/office/drawing/2014/main" id="{FC68C10F-3EDC-B807-BA1F-780E118D6694}"/>
              </a:ext>
            </a:extLst>
          </p:cNvPr>
          <p:cNvSpPr txBox="1">
            <a:spLocks/>
          </p:cNvSpPr>
          <p:nvPr/>
        </p:nvSpPr>
        <p:spPr>
          <a:xfrm>
            <a:off x="10382250" y="3983"/>
            <a:ext cx="1809445" cy="44767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2000" dirty="0">
                <a:solidFill>
                  <a:schemeClr val="tx2"/>
                </a:solidFill>
              </a:rPr>
              <a:t>MISRA C -2012</a:t>
            </a:r>
          </a:p>
        </p:txBody>
      </p:sp>
      <p:sp>
        <p:nvSpPr>
          <p:cNvPr id="7" name="TextBox 6">
            <a:extLst>
              <a:ext uri="{FF2B5EF4-FFF2-40B4-BE49-F238E27FC236}">
                <a16:creationId xmlns:a16="http://schemas.microsoft.com/office/drawing/2014/main" id="{B60CD4B7-92F5-DEC2-AD69-D661DAC8EBF0}"/>
              </a:ext>
            </a:extLst>
          </p:cNvPr>
          <p:cNvSpPr txBox="1"/>
          <p:nvPr/>
        </p:nvSpPr>
        <p:spPr>
          <a:xfrm>
            <a:off x="3988039" y="381215"/>
            <a:ext cx="6116216" cy="482889"/>
          </a:xfrm>
          <a:prstGeom prst="rect">
            <a:avLst/>
          </a:prstGeom>
          <a:noFill/>
        </p:spPr>
        <p:txBody>
          <a:bodyPr wrap="square">
            <a:spAutoFit/>
          </a:bodyPr>
          <a:lstStyle/>
          <a:p>
            <a:pPr>
              <a:lnSpc>
                <a:spcPct val="115000"/>
              </a:lnSpc>
              <a:spcAft>
                <a:spcPts val="800"/>
              </a:spcAft>
            </a:pPr>
            <a:r>
              <a:rPr lang="en-IN" sz="2400" kern="0" dirty="0">
                <a:solidFill>
                  <a:srgbClr val="666666"/>
                </a:solidFill>
                <a:effectLst/>
                <a:latin typeface="Engravers MT" panose="02090707080505020304" pitchFamily="18" charset="0"/>
                <a:ea typeface="Times New Roman" panose="02020603050405020304" pitchFamily="18" charset="0"/>
                <a:cs typeface="Times New Roman" panose="02020603050405020304" pitchFamily="18" charset="0"/>
              </a:rPr>
              <a:t>Important Terms</a:t>
            </a:r>
            <a:endParaRPr lang="en-IN" sz="2400" kern="100" dirty="0">
              <a:effectLst/>
              <a:latin typeface="Engravers MT" panose="02090707080505020304" pitchFamily="18" charset="0"/>
              <a:ea typeface="Aptos" panose="020B0004020202020204" pitchFamily="34" charset="0"/>
              <a:cs typeface="Times New Roman" panose="02020603050405020304" pitchFamily="18" charset="0"/>
            </a:endParaRPr>
          </a:p>
        </p:txBody>
      </p:sp>
      <p:sp>
        <p:nvSpPr>
          <p:cNvPr id="8" name="TextBox 7">
            <a:extLst>
              <a:ext uri="{FF2B5EF4-FFF2-40B4-BE49-F238E27FC236}">
                <a16:creationId xmlns:a16="http://schemas.microsoft.com/office/drawing/2014/main" id="{E2BFAF3A-709A-6F81-6626-35185D65CEFD}"/>
              </a:ext>
            </a:extLst>
          </p:cNvPr>
          <p:cNvSpPr txBox="1"/>
          <p:nvPr/>
        </p:nvSpPr>
        <p:spPr>
          <a:xfrm>
            <a:off x="1042207" y="2244496"/>
            <a:ext cx="10369368" cy="646331"/>
          </a:xfrm>
          <a:prstGeom prst="rect">
            <a:avLst/>
          </a:prstGeom>
          <a:noFill/>
        </p:spPr>
        <p:txBody>
          <a:bodyPr wrap="square">
            <a:spAutoFit/>
          </a:bodyPr>
          <a:lstStyle/>
          <a:p>
            <a:pPr marL="285750" indent="-285750">
              <a:buFont typeface="Wingdings" panose="05000000000000000000" pitchFamily="2" charset="2"/>
              <a:buChar char="Ø"/>
            </a:pPr>
            <a:r>
              <a:rPr lang="en-IN" sz="1800" b="1" i="0" u="none" strike="noStrike" baseline="0" dirty="0">
                <a:highlight>
                  <a:srgbClr val="FFFF00"/>
                </a:highlight>
                <a:latin typeface="Times New Roman" panose="02020603050405020304" pitchFamily="18" charset="0"/>
                <a:cs typeface="Times New Roman" panose="02020603050405020304" pitchFamily="18" charset="0"/>
              </a:rPr>
              <a:t>Decidable-</a:t>
            </a:r>
            <a:r>
              <a:rPr lang="en-US" b="0" i="0" dirty="0">
                <a:solidFill>
                  <a:srgbClr val="040C28"/>
                </a:solidFill>
                <a:effectLst/>
                <a:highlight>
                  <a:srgbClr val="D3E3FD"/>
                </a:highlight>
                <a:latin typeface="Google Sans"/>
              </a:rPr>
              <a:t> </a:t>
            </a:r>
            <a:r>
              <a:rPr lang="en-US" dirty="0">
                <a:solidFill>
                  <a:srgbClr val="040C28"/>
                </a:solidFill>
                <a:latin typeface="Times New Roman" panose="02020603050405020304" pitchFamily="18" charset="0"/>
                <a:cs typeface="Times New Roman" panose="02020603050405020304" pitchFamily="18" charset="0"/>
              </a:rPr>
              <a:t>I</a:t>
            </a:r>
            <a:r>
              <a:rPr lang="en-US" b="0" i="0" dirty="0">
                <a:solidFill>
                  <a:srgbClr val="040C28"/>
                </a:solidFill>
                <a:effectLst/>
                <a:latin typeface="Times New Roman" panose="02020603050405020304" pitchFamily="18" charset="0"/>
                <a:cs typeface="Times New Roman" panose="02020603050405020304" pitchFamily="18" charset="0"/>
              </a:rPr>
              <a:t>f a rule can be conclusively verified using a static code analysis tool such as Polyspace.</a:t>
            </a:r>
            <a:r>
              <a:rPr lang="en-US" b="0" i="0" dirty="0">
                <a:solidFill>
                  <a:srgbClr val="1F1F1F"/>
                </a:solidFill>
                <a:effectLst/>
                <a:highlight>
                  <a:srgbClr val="FFFFFF"/>
                </a:highlight>
                <a:latin typeface="Google Sans"/>
              </a:rPr>
              <a:t> and so, </a:t>
            </a:r>
            <a:r>
              <a:rPr lang="en-US" b="0" i="0" dirty="0">
                <a:solidFill>
                  <a:srgbClr val="1F1F1F"/>
                </a:solidFill>
                <a:effectLst/>
                <a:latin typeface="Times New Roman" panose="02020603050405020304" pitchFamily="18" charset="0"/>
                <a:cs typeface="Times New Roman" panose="02020603050405020304" pitchFamily="18" charset="0"/>
              </a:rPr>
              <a:t>is totally covered within the capabilities of the tool.</a:t>
            </a:r>
            <a:endParaRPr lang="en-IN" b="1" dirty="0">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3D7304B3-8C70-EC23-4172-CAEB431BDD7A}"/>
              </a:ext>
            </a:extLst>
          </p:cNvPr>
          <p:cNvSpPr txBox="1"/>
          <p:nvPr/>
        </p:nvSpPr>
        <p:spPr>
          <a:xfrm>
            <a:off x="1037458" y="2959677"/>
            <a:ext cx="10369368" cy="369332"/>
          </a:xfrm>
          <a:prstGeom prst="rect">
            <a:avLst/>
          </a:prstGeom>
          <a:noFill/>
        </p:spPr>
        <p:txBody>
          <a:bodyPr wrap="square">
            <a:spAutoFit/>
          </a:bodyPr>
          <a:lstStyle/>
          <a:p>
            <a:pPr marL="285750" indent="-285750">
              <a:buFont typeface="Wingdings" panose="05000000000000000000" pitchFamily="2" charset="2"/>
              <a:buChar char="Ø"/>
            </a:pPr>
            <a:r>
              <a:rPr lang="en-IN" b="1" dirty="0">
                <a:highlight>
                  <a:srgbClr val="FFFF00"/>
                </a:highlight>
                <a:latin typeface="Times New Roman" panose="02020603050405020304" pitchFamily="18" charset="0"/>
                <a:cs typeface="Times New Roman" panose="02020603050405020304" pitchFamily="18" charset="0"/>
              </a:rPr>
              <a:t>Und</a:t>
            </a:r>
            <a:r>
              <a:rPr lang="en-IN" sz="1800" b="1" i="0" u="none" strike="noStrike" baseline="0" dirty="0">
                <a:highlight>
                  <a:srgbClr val="FFFF00"/>
                </a:highlight>
                <a:latin typeface="Times New Roman" panose="02020603050405020304" pitchFamily="18" charset="0"/>
                <a:cs typeface="Times New Roman" panose="02020603050405020304" pitchFamily="18" charset="0"/>
              </a:rPr>
              <a:t>ecidable-</a:t>
            </a:r>
            <a:r>
              <a:rPr lang="en-US" b="0" i="0" dirty="0">
                <a:solidFill>
                  <a:srgbClr val="040C28"/>
                </a:solidFill>
                <a:effectLst/>
                <a:highlight>
                  <a:srgbClr val="FFFF00"/>
                </a:highlight>
                <a:latin typeface="Google Sans"/>
              </a:rPr>
              <a:t> </a:t>
            </a:r>
            <a:r>
              <a:rPr lang="en-US" b="0" i="0" dirty="0">
                <a:solidFill>
                  <a:srgbClr val="1F1F1F"/>
                </a:solidFill>
                <a:effectLst/>
                <a:latin typeface="Google Sans"/>
              </a:rPr>
              <a:t>An Undecidable rule </a:t>
            </a:r>
            <a:r>
              <a:rPr lang="en-US" b="0" i="0" dirty="0">
                <a:solidFill>
                  <a:srgbClr val="040C28"/>
                </a:solidFill>
                <a:effectLst/>
                <a:latin typeface="Google Sans"/>
              </a:rPr>
              <a:t>in theory cannot be checked by a static analyzer</a:t>
            </a:r>
            <a:r>
              <a:rPr lang="en-US" b="0" i="0" dirty="0">
                <a:solidFill>
                  <a:srgbClr val="1F1F1F"/>
                </a:solidFill>
                <a:effectLst/>
                <a:latin typeface="Google Sans"/>
              </a:rPr>
              <a:t>.</a:t>
            </a:r>
            <a:endParaRPr lang="en-IN" b="1"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234FA72B-8F6B-AAAC-5CEE-E31B87E9F163}"/>
              </a:ext>
            </a:extLst>
          </p:cNvPr>
          <p:cNvSpPr txBox="1"/>
          <p:nvPr/>
        </p:nvSpPr>
        <p:spPr>
          <a:xfrm>
            <a:off x="1042207" y="974166"/>
            <a:ext cx="10369368" cy="369332"/>
          </a:xfrm>
          <a:prstGeom prst="rect">
            <a:avLst/>
          </a:prstGeom>
          <a:noFill/>
        </p:spPr>
        <p:txBody>
          <a:bodyPr wrap="square">
            <a:spAutoFit/>
          </a:bodyPr>
          <a:lstStyle/>
          <a:p>
            <a:pPr marL="285750" indent="-285750">
              <a:buFont typeface="Wingdings" panose="05000000000000000000" pitchFamily="2" charset="2"/>
              <a:buChar char="Ø"/>
            </a:pPr>
            <a:r>
              <a:rPr lang="en-IN" b="1" dirty="0">
                <a:solidFill>
                  <a:srgbClr val="202122"/>
                </a:solidFill>
                <a:effectLst/>
                <a:highlight>
                  <a:srgbClr val="FFFF00"/>
                </a:highlight>
                <a:latin typeface="Times New Roman" panose="02020603050405020304" pitchFamily="18" charset="0"/>
                <a:cs typeface="Times New Roman" panose="02020603050405020304" pitchFamily="18" charset="0"/>
              </a:rPr>
              <a:t>Mandatory-</a:t>
            </a:r>
            <a:r>
              <a:rPr lang="en-IN" b="0" i="0" dirty="0">
                <a:solidFill>
                  <a:srgbClr val="202122"/>
                </a:solidFill>
                <a:effectLst/>
                <a:highlight>
                  <a:srgbClr val="FFFF00"/>
                </a:highlight>
                <a:latin typeface="Arial" panose="020B0604020202020204" pitchFamily="34" charset="0"/>
              </a:rPr>
              <a:t> </a:t>
            </a:r>
            <a:r>
              <a:rPr lang="en-US" b="0" i="0" dirty="0">
                <a:solidFill>
                  <a:srgbClr val="040C28"/>
                </a:solidFill>
                <a:effectLst/>
                <a:highlight>
                  <a:srgbClr val="D3E3FD"/>
                </a:highlight>
                <a:latin typeface="Google Sans"/>
              </a:rPr>
              <a:t> </a:t>
            </a:r>
            <a:r>
              <a:rPr lang="en-US" dirty="0">
                <a:solidFill>
                  <a:srgbClr val="040C28"/>
                </a:solidFill>
                <a:latin typeface="Times New Roman" panose="02020603050405020304" pitchFamily="18" charset="0"/>
                <a:cs typeface="Times New Roman" panose="02020603050405020304" pitchFamily="18" charset="0"/>
              </a:rPr>
              <a:t>Mandatory guidelines shall always be complied with</a:t>
            </a:r>
            <a:endParaRPr lang="en-IN" b="1"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857F9EDE-F384-A7F3-757C-1BC65B52A242}"/>
              </a:ext>
            </a:extLst>
          </p:cNvPr>
          <p:cNvSpPr txBox="1"/>
          <p:nvPr/>
        </p:nvSpPr>
        <p:spPr>
          <a:xfrm>
            <a:off x="1042207" y="1387506"/>
            <a:ext cx="10369368" cy="369332"/>
          </a:xfrm>
          <a:prstGeom prst="rect">
            <a:avLst/>
          </a:prstGeom>
          <a:noFill/>
        </p:spPr>
        <p:txBody>
          <a:bodyPr wrap="square">
            <a:spAutoFit/>
          </a:bodyPr>
          <a:lstStyle/>
          <a:p>
            <a:pPr marL="285750" indent="-285750">
              <a:buFont typeface="Wingdings" panose="05000000000000000000" pitchFamily="2" charset="2"/>
              <a:buChar char="Ø"/>
            </a:pPr>
            <a:r>
              <a:rPr lang="en-IN" b="1" dirty="0">
                <a:solidFill>
                  <a:srgbClr val="202122"/>
                </a:solidFill>
                <a:effectLst/>
                <a:highlight>
                  <a:srgbClr val="FFFF00"/>
                </a:highlight>
                <a:latin typeface="Times New Roman" panose="02020603050405020304" pitchFamily="18" charset="0"/>
                <a:cs typeface="Times New Roman" panose="02020603050405020304" pitchFamily="18" charset="0"/>
              </a:rPr>
              <a:t>Required -</a:t>
            </a:r>
            <a:r>
              <a:rPr lang="en-IN" b="0" i="0" dirty="0">
                <a:solidFill>
                  <a:srgbClr val="202122"/>
                </a:solidFill>
                <a:effectLst/>
                <a:highlight>
                  <a:srgbClr val="FFFF00"/>
                </a:highlight>
                <a:latin typeface="Arial" panose="020B0604020202020204" pitchFamily="34" charset="0"/>
              </a:rPr>
              <a:t> </a:t>
            </a:r>
            <a:r>
              <a:rPr lang="en-US" b="0" i="0" dirty="0">
                <a:solidFill>
                  <a:srgbClr val="040C28"/>
                </a:solidFill>
                <a:effectLst/>
                <a:highlight>
                  <a:srgbClr val="D3E3FD"/>
                </a:highlight>
                <a:latin typeface="Google Sans"/>
              </a:rPr>
              <a:t> </a:t>
            </a:r>
            <a:r>
              <a:rPr lang="en-US" dirty="0">
                <a:solidFill>
                  <a:srgbClr val="040C28"/>
                </a:solidFill>
                <a:latin typeface="Times New Roman" panose="02020603050405020304" pitchFamily="18" charset="0"/>
                <a:cs typeface="Times New Roman" panose="02020603050405020304" pitchFamily="18" charset="0"/>
              </a:rPr>
              <a:t>Required guidelines shall be complied with, unless subject to a Deviation</a:t>
            </a:r>
            <a:endParaRPr lang="en-IN" b="1" dirty="0">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426D9DA6-3D90-7690-C854-9B932A8DD509}"/>
              </a:ext>
            </a:extLst>
          </p:cNvPr>
          <p:cNvSpPr txBox="1"/>
          <p:nvPr/>
        </p:nvSpPr>
        <p:spPr>
          <a:xfrm>
            <a:off x="1042207" y="1786286"/>
            <a:ext cx="10369368" cy="369332"/>
          </a:xfrm>
          <a:prstGeom prst="rect">
            <a:avLst/>
          </a:prstGeom>
          <a:noFill/>
        </p:spPr>
        <p:txBody>
          <a:bodyPr wrap="square">
            <a:spAutoFit/>
          </a:bodyPr>
          <a:lstStyle/>
          <a:p>
            <a:pPr marL="285750" indent="-285750">
              <a:buFont typeface="Wingdings" panose="05000000000000000000" pitchFamily="2" charset="2"/>
              <a:buChar char="Ø"/>
            </a:pPr>
            <a:r>
              <a:rPr lang="en-US" b="1" dirty="0">
                <a:solidFill>
                  <a:srgbClr val="040C28"/>
                </a:solidFill>
                <a:highlight>
                  <a:srgbClr val="FFFF00"/>
                </a:highlight>
                <a:latin typeface="Times New Roman" panose="02020603050405020304" pitchFamily="18" charset="0"/>
                <a:cs typeface="Times New Roman" panose="02020603050405020304" pitchFamily="18" charset="0"/>
              </a:rPr>
              <a:t>Advisory</a:t>
            </a:r>
            <a:r>
              <a:rPr lang="en-IN" b="1" dirty="0">
                <a:solidFill>
                  <a:srgbClr val="202122"/>
                </a:solidFill>
                <a:effectLst/>
                <a:highlight>
                  <a:srgbClr val="FFFF00"/>
                </a:highlight>
                <a:latin typeface="Times New Roman" panose="02020603050405020304" pitchFamily="18" charset="0"/>
                <a:cs typeface="Times New Roman" panose="02020603050405020304" pitchFamily="18" charset="0"/>
              </a:rPr>
              <a:t> -</a:t>
            </a:r>
            <a:r>
              <a:rPr lang="en-IN" b="0" i="0" dirty="0">
                <a:solidFill>
                  <a:srgbClr val="202122"/>
                </a:solidFill>
                <a:effectLst/>
                <a:highlight>
                  <a:srgbClr val="FFFF00"/>
                </a:highlight>
                <a:latin typeface="Arial" panose="020B0604020202020204" pitchFamily="34" charset="0"/>
              </a:rPr>
              <a:t> </a:t>
            </a:r>
            <a:r>
              <a:rPr lang="en-US" b="0" i="0" dirty="0">
                <a:solidFill>
                  <a:srgbClr val="040C28"/>
                </a:solidFill>
                <a:effectLst/>
                <a:highlight>
                  <a:srgbClr val="D3E3FD"/>
                </a:highlight>
                <a:latin typeface="Google Sans"/>
              </a:rPr>
              <a:t> </a:t>
            </a:r>
            <a:r>
              <a:rPr lang="en-US" dirty="0">
                <a:solidFill>
                  <a:srgbClr val="040C28"/>
                </a:solidFill>
                <a:latin typeface="Times New Roman" panose="02020603050405020304" pitchFamily="18" charset="0"/>
                <a:cs typeface="Times New Roman" panose="02020603050405020304" pitchFamily="18" charset="0"/>
              </a:rPr>
              <a:t>Advisory guidelines are considered good practice, but compliance is less formal.</a:t>
            </a:r>
            <a:endParaRPr lang="en-IN" b="1" dirty="0">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EAD6B0BA-57F8-8561-1A19-3C7100E7C6D8}"/>
              </a:ext>
            </a:extLst>
          </p:cNvPr>
          <p:cNvSpPr txBox="1"/>
          <p:nvPr/>
        </p:nvSpPr>
        <p:spPr>
          <a:xfrm>
            <a:off x="1037458" y="3383489"/>
            <a:ext cx="10369368" cy="1200329"/>
          </a:xfrm>
          <a:prstGeom prst="rect">
            <a:avLst/>
          </a:prstGeom>
          <a:noFill/>
        </p:spPr>
        <p:txBody>
          <a:bodyPr wrap="square">
            <a:spAutoFit/>
          </a:bodyPr>
          <a:lstStyle/>
          <a:p>
            <a:pPr marL="285750" indent="-285750">
              <a:buFont typeface="Wingdings" panose="05000000000000000000" pitchFamily="2" charset="2"/>
              <a:buChar char="Ø"/>
            </a:pPr>
            <a:r>
              <a:rPr lang="en-US" b="1" i="0" dirty="0">
                <a:solidFill>
                  <a:srgbClr val="1F1F1F"/>
                </a:solidFill>
                <a:effectLst/>
                <a:highlight>
                  <a:srgbClr val="FFFF00"/>
                </a:highlight>
                <a:latin typeface="Times New Roman" panose="02020603050405020304" pitchFamily="18" charset="0"/>
                <a:cs typeface="Times New Roman" panose="02020603050405020304" pitchFamily="18" charset="0"/>
              </a:rPr>
              <a:t>Single Translation Unit</a:t>
            </a:r>
            <a:r>
              <a:rPr lang="en-US" b="0" i="0" dirty="0">
                <a:solidFill>
                  <a:srgbClr val="040C28"/>
                </a:solidFill>
                <a:effectLst/>
                <a:highlight>
                  <a:srgbClr val="FFFF00"/>
                </a:highlight>
                <a:latin typeface="Google Sans"/>
              </a:rPr>
              <a:t> -</a:t>
            </a:r>
            <a:r>
              <a:rPr lang="en-US" b="0" i="0" dirty="0">
                <a:solidFill>
                  <a:srgbClr val="1F1F1F"/>
                </a:solidFill>
                <a:effectLst/>
                <a:latin typeface="Google Sans"/>
              </a:rPr>
              <a:t>A single translation unit roughly consists of a source file after it has been processed by the C preprocessor, meaning that header files listed in #include directives are literally included.</a:t>
            </a:r>
          </a:p>
          <a:p>
            <a:pPr marL="285750" indent="-285750">
              <a:buFont typeface="Wingdings" panose="05000000000000000000" pitchFamily="2" charset="2"/>
              <a:buChar char="Ø"/>
            </a:pPr>
            <a:endParaRPr lang="en-IN" b="1" dirty="0">
              <a:latin typeface="Times New Roman" panose="02020603050405020304" pitchFamily="18" charset="0"/>
              <a:cs typeface="Times New Roman" panose="02020603050405020304" pitchFamily="18" charset="0"/>
            </a:endParaRPr>
          </a:p>
        </p:txBody>
      </p:sp>
      <p:sp>
        <p:nvSpPr>
          <p:cNvPr id="13" name="TextBox 12">
            <a:extLst>
              <a:ext uri="{FF2B5EF4-FFF2-40B4-BE49-F238E27FC236}">
                <a16:creationId xmlns:a16="http://schemas.microsoft.com/office/drawing/2014/main" id="{D625F822-2BE6-88F1-3D82-A7A00C170AE0}"/>
              </a:ext>
            </a:extLst>
          </p:cNvPr>
          <p:cNvSpPr txBox="1"/>
          <p:nvPr/>
        </p:nvSpPr>
        <p:spPr>
          <a:xfrm>
            <a:off x="1040293" y="4317886"/>
            <a:ext cx="10369368" cy="369332"/>
          </a:xfrm>
          <a:prstGeom prst="rect">
            <a:avLst/>
          </a:prstGeom>
          <a:noFill/>
        </p:spPr>
        <p:txBody>
          <a:bodyPr wrap="square">
            <a:spAutoFit/>
          </a:bodyPr>
          <a:lstStyle/>
          <a:p>
            <a:pPr marL="285750" indent="-285750">
              <a:buFont typeface="Wingdings" panose="05000000000000000000" pitchFamily="2" charset="2"/>
              <a:buChar char="Ø"/>
            </a:pPr>
            <a:r>
              <a:rPr lang="en-US" b="1" i="0" dirty="0">
                <a:solidFill>
                  <a:srgbClr val="1F1F1F"/>
                </a:solidFill>
                <a:effectLst/>
                <a:highlight>
                  <a:srgbClr val="FFFF00"/>
                </a:highlight>
                <a:latin typeface="Times New Roman" panose="02020603050405020304" pitchFamily="18" charset="0"/>
                <a:cs typeface="Times New Roman" panose="02020603050405020304" pitchFamily="18" charset="0"/>
              </a:rPr>
              <a:t>System-</a:t>
            </a:r>
            <a:r>
              <a:rPr lang="en-US" b="0" i="0" dirty="0">
                <a:solidFill>
                  <a:srgbClr val="040C28"/>
                </a:solidFill>
                <a:effectLst/>
                <a:highlight>
                  <a:srgbClr val="D3E3FD"/>
                </a:highlight>
                <a:latin typeface="Google Sans"/>
              </a:rPr>
              <a:t> </a:t>
            </a:r>
            <a:r>
              <a:rPr lang="en-US" b="0" i="0" dirty="0">
                <a:solidFill>
                  <a:srgbClr val="1F1F1F"/>
                </a:solidFill>
                <a:effectLst/>
                <a:latin typeface="Google Sans"/>
              </a:rPr>
              <a:t>A system rule requires the entire program to be analyzed to assess compliance</a:t>
            </a:r>
            <a:endParaRPr lang="en-IN" b="1" dirty="0">
              <a:latin typeface="Times New Roman" panose="02020603050405020304" pitchFamily="18" charset="0"/>
              <a:cs typeface="Times New Roman" panose="02020603050405020304" pitchFamily="18" charset="0"/>
            </a:endParaRPr>
          </a:p>
        </p:txBody>
      </p:sp>
      <p:sp>
        <p:nvSpPr>
          <p:cNvPr id="10" name="Slide Number Placeholder 9">
            <a:extLst>
              <a:ext uri="{FF2B5EF4-FFF2-40B4-BE49-F238E27FC236}">
                <a16:creationId xmlns:a16="http://schemas.microsoft.com/office/drawing/2014/main" id="{9904D694-D1D1-7CDF-51A6-ADD26B80CFE5}"/>
              </a:ext>
            </a:extLst>
          </p:cNvPr>
          <p:cNvSpPr>
            <a:spLocks noGrp="1"/>
          </p:cNvSpPr>
          <p:nvPr>
            <p:ph type="sldNum" sz="quarter" idx="12"/>
          </p:nvPr>
        </p:nvSpPr>
        <p:spPr/>
        <p:txBody>
          <a:bodyPr/>
          <a:lstStyle/>
          <a:p>
            <a:fld id="{91247CA1-BCEC-4DD4-9B23-E2AE1AEA27A6}" type="slidenum">
              <a:rPr lang="en-IN" smtClean="0"/>
              <a:t>6</a:t>
            </a:fld>
            <a:endParaRPr lang="en-IN"/>
          </a:p>
        </p:txBody>
      </p:sp>
      <p:sp>
        <p:nvSpPr>
          <p:cNvPr id="14" name="TextBox 13">
            <a:extLst>
              <a:ext uri="{FF2B5EF4-FFF2-40B4-BE49-F238E27FC236}">
                <a16:creationId xmlns:a16="http://schemas.microsoft.com/office/drawing/2014/main" id="{8841F70E-2CF7-F7DB-033A-36D3B2411418}"/>
              </a:ext>
            </a:extLst>
          </p:cNvPr>
          <p:cNvSpPr txBox="1"/>
          <p:nvPr/>
        </p:nvSpPr>
        <p:spPr>
          <a:xfrm>
            <a:off x="10532532" y="526059"/>
            <a:ext cx="1451144" cy="369332"/>
          </a:xfrm>
          <a:prstGeom prst="rect">
            <a:avLst/>
          </a:prstGeom>
          <a:noFill/>
        </p:spPr>
        <p:txBody>
          <a:bodyPr wrap="square">
            <a:spAutoFit/>
          </a:bodyPr>
          <a:lstStyle/>
          <a:p>
            <a:r>
              <a:rPr lang="en-IN" dirty="0"/>
              <a:t>Session 1</a:t>
            </a:r>
          </a:p>
        </p:txBody>
      </p:sp>
    </p:spTree>
    <p:extLst>
      <p:ext uri="{BB962C8B-B14F-4D97-AF65-F5344CB8AC3E}">
        <p14:creationId xmlns:p14="http://schemas.microsoft.com/office/powerpoint/2010/main" val="22758599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5A292AEA-2528-46C0-B426-95822B6141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Rectangle 27">
            <a:extLst>
              <a:ext uri="{FF2B5EF4-FFF2-40B4-BE49-F238E27FC236}">
                <a16:creationId xmlns:a16="http://schemas.microsoft.com/office/drawing/2014/main" id="{D8B7B198-E4DF-43CD-AD8C-1998843237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dirty="0"/>
          </a:p>
        </p:txBody>
      </p:sp>
      <p:sp>
        <p:nvSpPr>
          <p:cNvPr id="34" name="Freeform: Shape 33">
            <a:extLst>
              <a:ext uri="{FF2B5EF4-FFF2-40B4-BE49-F238E27FC236}">
                <a16:creationId xmlns:a16="http://schemas.microsoft.com/office/drawing/2014/main" id="{2BE67753-EA0E-4819-8D22-0B6600CF7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96934" y="3984"/>
            <a:ext cx="9376632" cy="6858000"/>
          </a:xfrm>
          <a:custGeom>
            <a:avLst/>
            <a:gdLst>
              <a:gd name="connsiteX0" fmla="*/ 1691615 w 9376632"/>
              <a:gd name="connsiteY0" fmla="*/ 0 h 6858000"/>
              <a:gd name="connsiteX1" fmla="*/ 7685017 w 9376632"/>
              <a:gd name="connsiteY1" fmla="*/ 0 h 6858000"/>
              <a:gd name="connsiteX2" fmla="*/ 7840634 w 9376632"/>
              <a:gd name="connsiteY2" fmla="*/ 134799 h 6858000"/>
              <a:gd name="connsiteX3" fmla="*/ 9376632 w 9376632"/>
              <a:gd name="connsiteY3" fmla="*/ 3605175 h 6858000"/>
              <a:gd name="connsiteX4" fmla="*/ 8158692 w 9376632"/>
              <a:gd name="connsiteY4" fmla="*/ 6757493 h 6858000"/>
              <a:gd name="connsiteX5" fmla="*/ 8062868 w 9376632"/>
              <a:gd name="connsiteY5" fmla="*/ 6858000 h 6858000"/>
              <a:gd name="connsiteX6" fmla="*/ 1313765 w 9376632"/>
              <a:gd name="connsiteY6" fmla="*/ 6858000 h 6858000"/>
              <a:gd name="connsiteX7" fmla="*/ 1217940 w 9376632"/>
              <a:gd name="connsiteY7" fmla="*/ 6757493 h 6858000"/>
              <a:gd name="connsiteX8" fmla="*/ 0 w 9376632"/>
              <a:gd name="connsiteY8" fmla="*/ 3605175 h 6858000"/>
              <a:gd name="connsiteX9" fmla="*/ 1535999 w 9376632"/>
              <a:gd name="connsiteY9" fmla="*/ 13479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376632" h="6858000">
                <a:moveTo>
                  <a:pt x="1691615" y="0"/>
                </a:moveTo>
                <a:lnTo>
                  <a:pt x="7685017" y="0"/>
                </a:lnTo>
                <a:lnTo>
                  <a:pt x="7840634" y="134799"/>
                </a:lnTo>
                <a:cubicBezTo>
                  <a:pt x="8784230" y="992423"/>
                  <a:pt x="9376632" y="2229618"/>
                  <a:pt x="9376632" y="3605175"/>
                </a:cubicBezTo>
                <a:cubicBezTo>
                  <a:pt x="9376632" y="4818903"/>
                  <a:pt x="8915419" y="5924908"/>
                  <a:pt x="8158692" y="6757493"/>
                </a:cubicBezTo>
                <a:lnTo>
                  <a:pt x="8062868" y="6858000"/>
                </a:lnTo>
                <a:lnTo>
                  <a:pt x="1313765" y="6858000"/>
                </a:lnTo>
                <a:lnTo>
                  <a:pt x="1217940" y="6757493"/>
                </a:lnTo>
                <a:cubicBezTo>
                  <a:pt x="461213" y="5924908"/>
                  <a:pt x="0" y="4818903"/>
                  <a:pt x="0" y="3605175"/>
                </a:cubicBezTo>
                <a:cubicBezTo>
                  <a:pt x="0" y="2229618"/>
                  <a:pt x="592403" y="992423"/>
                  <a:pt x="1535999" y="134799"/>
                </a:cubicBezTo>
                <a:close/>
              </a:path>
            </a:pathLst>
          </a:cu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35" name="Group 34">
            <a:extLst>
              <a:ext uri="{FF2B5EF4-FFF2-40B4-BE49-F238E27FC236}">
                <a16:creationId xmlns:a16="http://schemas.microsoft.com/office/drawing/2014/main" id="{D76D63AC-0421-45EC-B383-E79A61A78C6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303402" y="3985"/>
            <a:ext cx="9772765" cy="6858000"/>
            <a:chOff x="1303402" y="36937"/>
            <a:chExt cx="9772765" cy="6858000"/>
          </a:xfrm>
          <a:solidFill>
            <a:schemeClr val="bg1">
              <a:alpha val="30000"/>
            </a:schemeClr>
          </a:solidFill>
        </p:grpSpPr>
        <p:sp>
          <p:nvSpPr>
            <p:cNvPr id="15" name="Freeform: Shape 14">
              <a:extLst>
                <a:ext uri="{FF2B5EF4-FFF2-40B4-BE49-F238E27FC236}">
                  <a16:creationId xmlns:a16="http://schemas.microsoft.com/office/drawing/2014/main" id="{B997A32E-7032-4107-9C8B-99DB59EDD5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6937"/>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Shape 15">
              <a:extLst>
                <a:ext uri="{FF2B5EF4-FFF2-40B4-BE49-F238E27FC236}">
                  <a16:creationId xmlns:a16="http://schemas.microsoft.com/office/drawing/2014/main" id="{943BB27F-1470-42CA-91FF-D94BC691C8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6937"/>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Freeform: Shape 16">
              <a:extLst>
                <a:ext uri="{FF2B5EF4-FFF2-40B4-BE49-F238E27FC236}">
                  <a16:creationId xmlns:a16="http://schemas.microsoft.com/office/drawing/2014/main" id="{E997B002-17FD-47B3-A06A-76802FE15C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6937"/>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Freeform: Shape 17">
              <a:extLst>
                <a:ext uri="{FF2B5EF4-FFF2-40B4-BE49-F238E27FC236}">
                  <a16:creationId xmlns:a16="http://schemas.microsoft.com/office/drawing/2014/main" id="{E401EA35-9D2E-43B7-860F-EBB8A6C3E0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6937"/>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Freeform: Shape 18">
              <a:extLst>
                <a:ext uri="{FF2B5EF4-FFF2-40B4-BE49-F238E27FC236}">
                  <a16:creationId xmlns:a16="http://schemas.microsoft.com/office/drawing/2014/main" id="{F8C44827-3D81-4FF9-B4A5-5650D1B20A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6937"/>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Freeform: Shape 19">
              <a:extLst>
                <a:ext uri="{FF2B5EF4-FFF2-40B4-BE49-F238E27FC236}">
                  <a16:creationId xmlns:a16="http://schemas.microsoft.com/office/drawing/2014/main" id="{F613D97F-F6DF-4D32-AD91-209A80E7A2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8320" y="36937"/>
              <a:ext cx="9767847" cy="6858000"/>
            </a:xfrm>
            <a:custGeom>
              <a:avLst/>
              <a:gdLst>
                <a:gd name="connsiteX0" fmla="*/ 7151367 w 9767847"/>
                <a:gd name="connsiteY0" fmla="*/ 0 h 6858000"/>
                <a:gd name="connsiteX1" fmla="*/ 7881247 w 9767847"/>
                <a:gd name="connsiteY1" fmla="*/ 0 h 6858000"/>
                <a:gd name="connsiteX2" fmla="*/ 7990553 w 9767847"/>
                <a:gd name="connsiteY2" fmla="*/ 81317 h 6858000"/>
                <a:gd name="connsiteX3" fmla="*/ 9767847 w 9767847"/>
                <a:gd name="connsiteY3" fmla="*/ 3649031 h 6858000"/>
                <a:gd name="connsiteX4" fmla="*/ 8652597 w 9767847"/>
                <a:gd name="connsiteY4" fmla="*/ 6590005 h 6858000"/>
                <a:gd name="connsiteX5" fmla="*/ 8395306 w 9767847"/>
                <a:gd name="connsiteY5" fmla="*/ 6858000 h 6858000"/>
                <a:gd name="connsiteX6" fmla="*/ 6762603 w 9767847"/>
                <a:gd name="connsiteY6" fmla="*/ 6858000 h 6858000"/>
                <a:gd name="connsiteX7" fmla="*/ 6765962 w 9767847"/>
                <a:gd name="connsiteY7" fmla="*/ 6854844 h 6858000"/>
                <a:gd name="connsiteX8" fmla="*/ 6804586 w 9767847"/>
                <a:gd name="connsiteY8" fmla="*/ 6817103 h 6858000"/>
                <a:gd name="connsiteX9" fmla="*/ 6881735 w 9767847"/>
                <a:gd name="connsiteY9" fmla="*/ 6741197 h 6858000"/>
                <a:gd name="connsiteX10" fmla="*/ 6958883 w 9767847"/>
                <a:gd name="connsiteY10" fmla="*/ 6664822 h 6858000"/>
                <a:gd name="connsiteX11" fmla="*/ 7267925 w 9767847"/>
                <a:gd name="connsiteY11" fmla="*/ 6355694 h 6858000"/>
                <a:gd name="connsiteX12" fmla="*/ 7424360 w 9767847"/>
                <a:gd name="connsiteY12" fmla="*/ 6200685 h 6858000"/>
                <a:gd name="connsiteX13" fmla="*/ 7504938 w 9767847"/>
                <a:gd name="connsiteY13" fmla="*/ 6122708 h 6858000"/>
                <a:gd name="connsiteX14" fmla="*/ 7546396 w 9767847"/>
                <a:gd name="connsiteY14" fmla="*/ 6083697 h 6858000"/>
                <a:gd name="connsiteX15" fmla="*/ 7588002 w 9767847"/>
                <a:gd name="connsiteY15" fmla="*/ 6045532 h 6858000"/>
                <a:gd name="connsiteX16" fmla="*/ 7631000 w 9767847"/>
                <a:gd name="connsiteY16" fmla="*/ 6006709 h 6858000"/>
                <a:gd name="connsiteX17" fmla="*/ 7675440 w 9767847"/>
                <a:gd name="connsiteY17" fmla="*/ 5968309 h 6858000"/>
                <a:gd name="connsiteX18" fmla="*/ 7720626 w 9767847"/>
                <a:gd name="connsiteY18" fmla="*/ 5930851 h 6858000"/>
                <a:gd name="connsiteX19" fmla="*/ 7766458 w 9767847"/>
                <a:gd name="connsiteY19" fmla="*/ 5894334 h 6858000"/>
                <a:gd name="connsiteX20" fmla="*/ 7955254 w 9767847"/>
                <a:gd name="connsiteY20" fmla="*/ 5756828 h 6858000"/>
                <a:gd name="connsiteX21" fmla="*/ 8352678 w 9767847"/>
                <a:gd name="connsiteY21" fmla="*/ 5517630 h 6858000"/>
                <a:gd name="connsiteX22" fmla="*/ 8451350 w 9767847"/>
                <a:gd name="connsiteY22" fmla="*/ 5465254 h 6858000"/>
                <a:gd name="connsiteX23" fmla="*/ 8548532 w 9767847"/>
                <a:gd name="connsiteY23" fmla="*/ 5413395 h 6858000"/>
                <a:gd name="connsiteX24" fmla="*/ 8729473 w 9767847"/>
                <a:gd name="connsiteY24" fmla="*/ 5309961 h 6858000"/>
                <a:gd name="connsiteX25" fmla="*/ 8770781 w 9767847"/>
                <a:gd name="connsiteY25" fmla="*/ 5283232 h 6858000"/>
                <a:gd name="connsiteX26" fmla="*/ 8790964 w 9767847"/>
                <a:gd name="connsiteY26" fmla="*/ 5269492 h 6858000"/>
                <a:gd name="connsiteX27" fmla="*/ 8810499 w 9767847"/>
                <a:gd name="connsiteY27" fmla="*/ 5255703 h 6858000"/>
                <a:gd name="connsiteX28" fmla="*/ 8883571 w 9767847"/>
                <a:gd name="connsiteY28" fmla="*/ 5198479 h 6858000"/>
                <a:gd name="connsiteX29" fmla="*/ 9006651 w 9767847"/>
                <a:gd name="connsiteY29" fmla="*/ 5070527 h 6858000"/>
                <a:gd name="connsiteX30" fmla="*/ 9033494 w 9767847"/>
                <a:gd name="connsiteY30" fmla="*/ 5034105 h 6858000"/>
                <a:gd name="connsiteX31" fmla="*/ 9040305 w 9767847"/>
                <a:gd name="connsiteY31" fmla="*/ 5024551 h 6858000"/>
                <a:gd name="connsiteX32" fmla="*/ 9046568 w 9767847"/>
                <a:gd name="connsiteY32" fmla="*/ 5015281 h 6858000"/>
                <a:gd name="connsiteX33" fmla="*/ 9058846 w 9767847"/>
                <a:gd name="connsiteY33" fmla="*/ 4996645 h 6858000"/>
                <a:gd name="connsiteX34" fmla="*/ 9104529 w 9767847"/>
                <a:gd name="connsiteY34" fmla="*/ 4918105 h 6858000"/>
                <a:gd name="connsiteX35" fmla="*/ 9181081 w 9767847"/>
                <a:gd name="connsiteY35" fmla="*/ 4744694 h 6858000"/>
                <a:gd name="connsiteX36" fmla="*/ 9240731 w 9767847"/>
                <a:gd name="connsiteY36" fmla="*/ 4557872 h 6858000"/>
                <a:gd name="connsiteX37" fmla="*/ 9265388 w 9767847"/>
                <a:gd name="connsiteY37" fmla="*/ 4461073 h 6858000"/>
                <a:gd name="connsiteX38" fmla="*/ 9276571 w 9767847"/>
                <a:gd name="connsiteY38" fmla="*/ 4411943 h 6858000"/>
                <a:gd name="connsiteX39" fmla="*/ 9281841 w 9767847"/>
                <a:gd name="connsiteY39" fmla="*/ 4387379 h 6858000"/>
                <a:gd name="connsiteX40" fmla="*/ 9286513 w 9767847"/>
                <a:gd name="connsiteY40" fmla="*/ 4364838 h 6858000"/>
                <a:gd name="connsiteX41" fmla="*/ 9296754 w 9767847"/>
                <a:gd name="connsiteY41" fmla="*/ 4312038 h 6858000"/>
                <a:gd name="connsiteX42" fmla="*/ 9301029 w 9767847"/>
                <a:gd name="connsiteY42" fmla="*/ 4289074 h 6858000"/>
                <a:gd name="connsiteX43" fmla="*/ 9302818 w 9767847"/>
                <a:gd name="connsiteY43" fmla="*/ 4278581 h 6858000"/>
                <a:gd name="connsiteX44" fmla="*/ 9304658 w 9767847"/>
                <a:gd name="connsiteY44" fmla="*/ 4266816 h 6858000"/>
                <a:gd name="connsiteX45" fmla="*/ 9312810 w 9767847"/>
                <a:gd name="connsiteY45" fmla="*/ 4215945 h 6858000"/>
                <a:gd name="connsiteX46" fmla="*/ 9316887 w 9767847"/>
                <a:gd name="connsiteY46" fmla="*/ 4190486 h 6858000"/>
                <a:gd name="connsiteX47" fmla="*/ 9318923 w 9767847"/>
                <a:gd name="connsiteY47" fmla="*/ 4177780 h 6858000"/>
                <a:gd name="connsiteX48" fmla="*/ 9320515 w 9767847"/>
                <a:gd name="connsiteY48" fmla="*/ 4164886 h 6858000"/>
                <a:gd name="connsiteX49" fmla="*/ 9332445 w 9767847"/>
                <a:gd name="connsiteY49" fmla="*/ 4064981 h 6858000"/>
                <a:gd name="connsiteX50" fmla="*/ 9336173 w 9767847"/>
                <a:gd name="connsiteY50" fmla="*/ 4018676 h 6858000"/>
                <a:gd name="connsiteX51" fmla="*/ 9340199 w 9767847"/>
                <a:gd name="connsiteY51" fmla="*/ 3965171 h 6858000"/>
                <a:gd name="connsiteX52" fmla="*/ 9347557 w 9767847"/>
                <a:gd name="connsiteY52" fmla="*/ 3765972 h 6858000"/>
                <a:gd name="connsiteX53" fmla="*/ 9346364 w 9767847"/>
                <a:gd name="connsiteY53" fmla="*/ 3664938 h 6858000"/>
                <a:gd name="connsiteX54" fmla="*/ 9344921 w 9767847"/>
                <a:gd name="connsiteY54" fmla="*/ 3615243 h 6858000"/>
                <a:gd name="connsiteX55" fmla="*/ 9344524 w 9767847"/>
                <a:gd name="connsiteY55" fmla="*/ 3603526 h 6858000"/>
                <a:gd name="connsiteX56" fmla="*/ 9343728 w 9767847"/>
                <a:gd name="connsiteY56" fmla="*/ 3590774 h 6858000"/>
                <a:gd name="connsiteX57" fmla="*/ 9342188 w 9767847"/>
                <a:gd name="connsiteY57" fmla="*/ 3565268 h 6858000"/>
                <a:gd name="connsiteX58" fmla="*/ 9339056 w 9767847"/>
                <a:gd name="connsiteY58" fmla="*/ 3514256 h 6858000"/>
                <a:gd name="connsiteX59" fmla="*/ 9334334 w 9767847"/>
                <a:gd name="connsiteY59" fmla="*/ 3463057 h 6858000"/>
                <a:gd name="connsiteX60" fmla="*/ 9329363 w 9767847"/>
                <a:gd name="connsiteY60" fmla="*/ 3411810 h 6858000"/>
                <a:gd name="connsiteX61" fmla="*/ 9328319 w 9767847"/>
                <a:gd name="connsiteY61" fmla="*/ 3400657 h 6858000"/>
                <a:gd name="connsiteX62" fmla="*/ 9327177 w 9767847"/>
                <a:gd name="connsiteY62" fmla="*/ 3390116 h 6858000"/>
                <a:gd name="connsiteX63" fmla="*/ 9324293 w 9767847"/>
                <a:gd name="connsiteY63" fmla="*/ 3366774 h 6858000"/>
                <a:gd name="connsiteX64" fmla="*/ 9320763 w 9767847"/>
                <a:gd name="connsiteY64" fmla="*/ 3340329 h 6858000"/>
                <a:gd name="connsiteX65" fmla="*/ 9317184 w 9767847"/>
                <a:gd name="connsiteY65" fmla="*/ 3311245 h 6858000"/>
                <a:gd name="connsiteX66" fmla="*/ 9311021 w 9767847"/>
                <a:gd name="connsiteY66" fmla="*/ 3266211 h 6858000"/>
                <a:gd name="connsiteX67" fmla="*/ 9302719 w 9767847"/>
                <a:gd name="connsiteY67" fmla="*/ 3215717 h 6858000"/>
                <a:gd name="connsiteX68" fmla="*/ 9293970 w 9767847"/>
                <a:gd name="connsiteY68" fmla="*/ 3165789 h 6858000"/>
                <a:gd name="connsiteX69" fmla="*/ 9252065 w 9767847"/>
                <a:gd name="connsiteY69" fmla="*/ 2967107 h 6858000"/>
                <a:gd name="connsiteX70" fmla="*/ 9227211 w 9767847"/>
                <a:gd name="connsiteY70" fmla="*/ 2868473 h 6858000"/>
                <a:gd name="connsiteX71" fmla="*/ 9220699 w 9767847"/>
                <a:gd name="connsiteY71" fmla="*/ 2844426 h 6858000"/>
                <a:gd name="connsiteX72" fmla="*/ 9213740 w 9767847"/>
                <a:gd name="connsiteY72" fmla="*/ 2820191 h 6858000"/>
                <a:gd name="connsiteX73" fmla="*/ 9199374 w 9767847"/>
                <a:gd name="connsiteY73" fmla="*/ 2771438 h 6858000"/>
                <a:gd name="connsiteX74" fmla="*/ 9061829 w 9767847"/>
                <a:gd name="connsiteY74" fmla="*/ 2385418 h 6858000"/>
                <a:gd name="connsiteX75" fmla="*/ 8978865 w 9767847"/>
                <a:gd name="connsiteY75" fmla="*/ 2196855 h 6858000"/>
                <a:gd name="connsiteX76" fmla="*/ 8956694 w 9767847"/>
                <a:gd name="connsiteY76" fmla="*/ 2150219 h 6858000"/>
                <a:gd name="connsiteX77" fmla="*/ 8934176 w 9767847"/>
                <a:gd name="connsiteY77" fmla="*/ 2103914 h 6858000"/>
                <a:gd name="connsiteX78" fmla="*/ 8887151 w 9767847"/>
                <a:gd name="connsiteY78" fmla="*/ 2011350 h 6858000"/>
                <a:gd name="connsiteX79" fmla="*/ 8787533 w 9767847"/>
                <a:gd name="connsiteY79" fmla="*/ 1828527 h 6858000"/>
                <a:gd name="connsiteX80" fmla="*/ 8761485 w 9767847"/>
                <a:gd name="connsiteY80" fmla="*/ 1783398 h 6858000"/>
                <a:gd name="connsiteX81" fmla="*/ 8734791 w 9767847"/>
                <a:gd name="connsiteY81" fmla="*/ 1737893 h 6858000"/>
                <a:gd name="connsiteX82" fmla="*/ 8680808 w 9767847"/>
                <a:gd name="connsiteY82" fmla="*/ 1648812 h 6858000"/>
                <a:gd name="connsiteX83" fmla="*/ 8567024 w 9767847"/>
                <a:gd name="connsiteY83" fmla="*/ 1472906 h 6858000"/>
                <a:gd name="connsiteX84" fmla="*/ 8537446 w 9767847"/>
                <a:gd name="connsiteY84" fmla="*/ 1429330 h 6858000"/>
                <a:gd name="connsiteX85" fmla="*/ 8507423 w 9767847"/>
                <a:gd name="connsiteY85" fmla="*/ 1385896 h 6858000"/>
                <a:gd name="connsiteX86" fmla="*/ 8446529 w 9767847"/>
                <a:gd name="connsiteY86" fmla="*/ 1300295 h 6858000"/>
                <a:gd name="connsiteX87" fmla="*/ 8319224 w 9767847"/>
                <a:gd name="connsiteY87" fmla="*/ 1131026 h 6858000"/>
                <a:gd name="connsiteX88" fmla="*/ 8286366 w 9767847"/>
                <a:gd name="connsiteY88" fmla="*/ 1089050 h 6858000"/>
                <a:gd name="connsiteX89" fmla="*/ 8270161 w 9767847"/>
                <a:gd name="connsiteY89" fmla="*/ 1068439 h 6858000"/>
                <a:gd name="connsiteX90" fmla="*/ 8253856 w 9767847"/>
                <a:gd name="connsiteY90" fmla="*/ 1048156 h 6858000"/>
                <a:gd name="connsiteX91" fmla="*/ 8186352 w 9767847"/>
                <a:gd name="connsiteY91" fmla="*/ 966275 h 6858000"/>
                <a:gd name="connsiteX92" fmla="*/ 8046768 w 9767847"/>
                <a:gd name="connsiteY92" fmla="*/ 805429 h 6858000"/>
                <a:gd name="connsiteX93" fmla="*/ 8010927 w 9767847"/>
                <a:gd name="connsiteY93" fmla="*/ 765853 h 6858000"/>
                <a:gd name="connsiteX94" fmla="*/ 7974788 w 9767847"/>
                <a:gd name="connsiteY94" fmla="*/ 726653 h 6858000"/>
                <a:gd name="connsiteX95" fmla="*/ 7901070 w 9767847"/>
                <a:gd name="connsiteY95" fmla="*/ 648724 h 6858000"/>
                <a:gd name="connsiteX96" fmla="*/ 7750054 w 9767847"/>
                <a:gd name="connsiteY96" fmla="*/ 497008 h 6858000"/>
                <a:gd name="connsiteX97" fmla="*/ 7592277 w 9767847"/>
                <a:gd name="connsiteY97" fmla="*/ 351221 h 6858000"/>
                <a:gd name="connsiteX98" fmla="*/ 7257734 w 9767847"/>
                <a:gd name="connsiteY98" fmla="*/ 76964 h 6858000"/>
                <a:gd name="connsiteX99" fmla="*/ 1886601 w 9767847"/>
                <a:gd name="connsiteY99" fmla="*/ 0 h 6858000"/>
                <a:gd name="connsiteX100" fmla="*/ 2292926 w 9767847"/>
                <a:gd name="connsiteY100" fmla="*/ 0 h 6858000"/>
                <a:gd name="connsiteX101" fmla="*/ 2135542 w 9767847"/>
                <a:gd name="connsiteY101" fmla="*/ 117781 h 6858000"/>
                <a:gd name="connsiteX102" fmla="*/ 1969576 w 9767847"/>
                <a:gd name="connsiteY102" fmla="*/ 254986 h 6858000"/>
                <a:gd name="connsiteX103" fmla="*/ 1659938 w 9767847"/>
                <a:gd name="connsiteY103" fmla="*/ 549855 h 6858000"/>
                <a:gd name="connsiteX104" fmla="*/ 729383 w 9767847"/>
                <a:gd name="connsiteY104" fmla="*/ 1936480 h 6858000"/>
                <a:gd name="connsiteX105" fmla="*/ 578465 w 9767847"/>
                <a:gd name="connsiteY105" fmla="*/ 2320807 h 6858000"/>
                <a:gd name="connsiteX106" fmla="*/ 465080 w 9767847"/>
                <a:gd name="connsiteY106" fmla="*/ 2714875 h 6858000"/>
                <a:gd name="connsiteX107" fmla="*/ 423820 w 9767847"/>
                <a:gd name="connsiteY107" fmla="*/ 2915436 h 6858000"/>
                <a:gd name="connsiteX108" fmla="*/ 392355 w 9767847"/>
                <a:gd name="connsiteY108" fmla="*/ 3118071 h 6858000"/>
                <a:gd name="connsiteX109" fmla="*/ 358801 w 9767847"/>
                <a:gd name="connsiteY109" fmla="*/ 3526915 h 6858000"/>
                <a:gd name="connsiteX110" fmla="*/ 410350 w 9767847"/>
                <a:gd name="connsiteY110" fmla="*/ 4348226 h 6858000"/>
                <a:gd name="connsiteX111" fmla="*/ 449022 w 9767847"/>
                <a:gd name="connsiteY111" fmla="*/ 4551049 h 6858000"/>
                <a:gd name="connsiteX112" fmla="*/ 498882 w 9767847"/>
                <a:gd name="connsiteY112" fmla="*/ 4752365 h 6858000"/>
                <a:gd name="connsiteX113" fmla="*/ 559775 w 9767847"/>
                <a:gd name="connsiteY113" fmla="*/ 4951657 h 6858000"/>
                <a:gd name="connsiteX114" fmla="*/ 631406 w 9767847"/>
                <a:gd name="connsiteY114" fmla="*/ 5147986 h 6858000"/>
                <a:gd name="connsiteX115" fmla="*/ 1023461 w 9767847"/>
                <a:gd name="connsiteY115" fmla="*/ 5893957 h 6858000"/>
                <a:gd name="connsiteX116" fmla="*/ 1575880 w 9767847"/>
                <a:gd name="connsiteY116" fmla="*/ 6547646 h 6858000"/>
                <a:gd name="connsiteX117" fmla="*/ 1905228 w 9767847"/>
                <a:gd name="connsiteY117" fmla="*/ 6829468 h 6858000"/>
                <a:gd name="connsiteX118" fmla="*/ 1944230 w 9767847"/>
                <a:gd name="connsiteY118" fmla="*/ 6858000 h 6858000"/>
                <a:gd name="connsiteX119" fmla="*/ 1372541 w 9767847"/>
                <a:gd name="connsiteY119" fmla="*/ 6858000 h 6858000"/>
                <a:gd name="connsiteX120" fmla="*/ 1115251 w 9767847"/>
                <a:gd name="connsiteY120" fmla="*/ 6590005 h 6858000"/>
                <a:gd name="connsiteX121" fmla="*/ 0 w 9767847"/>
                <a:gd name="connsiteY121" fmla="*/ 3649031 h 6858000"/>
                <a:gd name="connsiteX122" fmla="*/ 1777294 w 9767847"/>
                <a:gd name="connsiteY122" fmla="*/ 813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9767847" h="6858000">
                  <a:moveTo>
                    <a:pt x="7151367" y="0"/>
                  </a:moveTo>
                  <a:lnTo>
                    <a:pt x="7881247" y="0"/>
                  </a:lnTo>
                  <a:lnTo>
                    <a:pt x="7990553" y="81317"/>
                  </a:lnTo>
                  <a:cubicBezTo>
                    <a:pt x="9075991" y="929334"/>
                    <a:pt x="9767847" y="2212695"/>
                    <a:pt x="9767847" y="3649031"/>
                  </a:cubicBezTo>
                  <a:cubicBezTo>
                    <a:pt x="9767847" y="4766182"/>
                    <a:pt x="9349317" y="5790792"/>
                    <a:pt x="8652597" y="6590005"/>
                  </a:cubicBezTo>
                  <a:lnTo>
                    <a:pt x="8395306" y="6858000"/>
                  </a:lnTo>
                  <a:lnTo>
                    <a:pt x="6762603" y="6858000"/>
                  </a:lnTo>
                  <a:lnTo>
                    <a:pt x="6765962" y="6854844"/>
                  </a:lnTo>
                  <a:cubicBezTo>
                    <a:pt x="6779036" y="6842703"/>
                    <a:pt x="6791663" y="6829621"/>
                    <a:pt x="6804586" y="6817103"/>
                  </a:cubicBezTo>
                  <a:lnTo>
                    <a:pt x="6881735" y="6741197"/>
                  </a:lnTo>
                  <a:cubicBezTo>
                    <a:pt x="6907435" y="6715881"/>
                    <a:pt x="6933134" y="6690798"/>
                    <a:pt x="6958883" y="6664822"/>
                  </a:cubicBezTo>
                  <a:lnTo>
                    <a:pt x="7267925" y="6355694"/>
                  </a:lnTo>
                  <a:lnTo>
                    <a:pt x="7424360" y="6200685"/>
                  </a:lnTo>
                  <a:cubicBezTo>
                    <a:pt x="7450754" y="6174802"/>
                    <a:pt x="7477598" y="6148731"/>
                    <a:pt x="7504938" y="6122708"/>
                  </a:cubicBezTo>
                  <a:lnTo>
                    <a:pt x="7546396" y="6083697"/>
                  </a:lnTo>
                  <a:cubicBezTo>
                    <a:pt x="7560264" y="6070803"/>
                    <a:pt x="7574780" y="6057532"/>
                    <a:pt x="7588002" y="6045532"/>
                  </a:cubicBezTo>
                  <a:lnTo>
                    <a:pt x="7631000" y="6006709"/>
                  </a:lnTo>
                  <a:lnTo>
                    <a:pt x="7675440" y="5968309"/>
                  </a:lnTo>
                  <a:cubicBezTo>
                    <a:pt x="7690404" y="5955698"/>
                    <a:pt x="7705564" y="5943321"/>
                    <a:pt x="7720626" y="5930851"/>
                  </a:cubicBezTo>
                  <a:cubicBezTo>
                    <a:pt x="7735738" y="5918427"/>
                    <a:pt x="7751197" y="5906521"/>
                    <a:pt x="7766458" y="5894334"/>
                  </a:cubicBezTo>
                  <a:cubicBezTo>
                    <a:pt x="7827949" y="5846192"/>
                    <a:pt x="7890979" y="5800499"/>
                    <a:pt x="7955254" y="5756828"/>
                  </a:cubicBezTo>
                  <a:cubicBezTo>
                    <a:pt x="8083800" y="5669534"/>
                    <a:pt x="8216872" y="5590336"/>
                    <a:pt x="8352678" y="5517630"/>
                  </a:cubicBezTo>
                  <a:lnTo>
                    <a:pt x="8451350" y="5465254"/>
                  </a:lnTo>
                  <a:lnTo>
                    <a:pt x="8548532" y="5413395"/>
                  </a:lnTo>
                  <a:cubicBezTo>
                    <a:pt x="8612110" y="5379090"/>
                    <a:pt x="8673251" y="5345208"/>
                    <a:pt x="8729473" y="5309961"/>
                  </a:cubicBezTo>
                  <a:cubicBezTo>
                    <a:pt x="8743591" y="5301115"/>
                    <a:pt x="8757161" y="5292361"/>
                    <a:pt x="8770781" y="5283232"/>
                  </a:cubicBezTo>
                  <a:cubicBezTo>
                    <a:pt x="8777591" y="5278667"/>
                    <a:pt x="8784451" y="5274103"/>
                    <a:pt x="8790964" y="5269492"/>
                  </a:cubicBezTo>
                  <a:cubicBezTo>
                    <a:pt x="8797574" y="5264879"/>
                    <a:pt x="8804235" y="5260314"/>
                    <a:pt x="8810499" y="5255703"/>
                  </a:cubicBezTo>
                  <a:cubicBezTo>
                    <a:pt x="8835999" y="5237303"/>
                    <a:pt x="8860407" y="5218291"/>
                    <a:pt x="8883571" y="5198479"/>
                  </a:cubicBezTo>
                  <a:cubicBezTo>
                    <a:pt x="8929900" y="5158856"/>
                    <a:pt x="8971258" y="5116315"/>
                    <a:pt x="9006651" y="5070527"/>
                  </a:cubicBezTo>
                  <a:cubicBezTo>
                    <a:pt x="9015351" y="5059328"/>
                    <a:pt x="9024398" y="5046857"/>
                    <a:pt x="9033494" y="5034105"/>
                  </a:cubicBezTo>
                  <a:lnTo>
                    <a:pt x="9040305" y="5024551"/>
                  </a:lnTo>
                  <a:lnTo>
                    <a:pt x="9046568" y="5015281"/>
                  </a:lnTo>
                  <a:cubicBezTo>
                    <a:pt x="9050743" y="5009163"/>
                    <a:pt x="9054819" y="5002952"/>
                    <a:pt x="9058846" y="4996645"/>
                  </a:cubicBezTo>
                  <a:cubicBezTo>
                    <a:pt x="9075002" y="4971517"/>
                    <a:pt x="9090212" y="4945305"/>
                    <a:pt x="9104529" y="4918105"/>
                  </a:cubicBezTo>
                  <a:cubicBezTo>
                    <a:pt x="9133211" y="4863752"/>
                    <a:pt x="9158313" y="4805447"/>
                    <a:pt x="9181081" y="4744694"/>
                  </a:cubicBezTo>
                  <a:cubicBezTo>
                    <a:pt x="9203748" y="4684178"/>
                    <a:pt x="9223383" y="4621778"/>
                    <a:pt x="9240731" y="4557872"/>
                  </a:cubicBezTo>
                  <a:cubicBezTo>
                    <a:pt x="9249481" y="4525966"/>
                    <a:pt x="9257682" y="4493684"/>
                    <a:pt x="9265388" y="4461073"/>
                  </a:cubicBezTo>
                  <a:cubicBezTo>
                    <a:pt x="9269215" y="4444744"/>
                    <a:pt x="9272943" y="4428367"/>
                    <a:pt x="9276571" y="4411943"/>
                  </a:cubicBezTo>
                  <a:lnTo>
                    <a:pt x="9281841" y="4387379"/>
                  </a:lnTo>
                  <a:lnTo>
                    <a:pt x="9286513" y="4364838"/>
                  </a:lnTo>
                  <a:lnTo>
                    <a:pt x="9296754" y="4312038"/>
                  </a:lnTo>
                  <a:lnTo>
                    <a:pt x="9301029" y="4289074"/>
                  </a:lnTo>
                  <a:lnTo>
                    <a:pt x="9302818" y="4278581"/>
                  </a:lnTo>
                  <a:lnTo>
                    <a:pt x="9304658" y="4266816"/>
                  </a:lnTo>
                  <a:lnTo>
                    <a:pt x="9312810" y="4215945"/>
                  </a:lnTo>
                  <a:lnTo>
                    <a:pt x="9316887" y="4190486"/>
                  </a:lnTo>
                  <a:lnTo>
                    <a:pt x="9318923" y="4177780"/>
                  </a:lnTo>
                  <a:cubicBezTo>
                    <a:pt x="9319570" y="4173546"/>
                    <a:pt x="9319969" y="4169169"/>
                    <a:pt x="9320515" y="4164886"/>
                  </a:cubicBezTo>
                  <a:lnTo>
                    <a:pt x="9332445" y="4064981"/>
                  </a:lnTo>
                  <a:cubicBezTo>
                    <a:pt x="9333836" y="4052370"/>
                    <a:pt x="9334880" y="4036888"/>
                    <a:pt x="9336173" y="4018676"/>
                  </a:cubicBezTo>
                  <a:lnTo>
                    <a:pt x="9340199" y="3965171"/>
                  </a:lnTo>
                  <a:cubicBezTo>
                    <a:pt x="9345071" y="3899806"/>
                    <a:pt x="9347358" y="3832983"/>
                    <a:pt x="9347557" y="3765972"/>
                  </a:cubicBezTo>
                  <a:cubicBezTo>
                    <a:pt x="9347656" y="3732420"/>
                    <a:pt x="9347209" y="3698773"/>
                    <a:pt x="9346364" y="3664938"/>
                  </a:cubicBezTo>
                  <a:lnTo>
                    <a:pt x="9344921" y="3615243"/>
                  </a:lnTo>
                  <a:lnTo>
                    <a:pt x="9344524" y="3603526"/>
                  </a:lnTo>
                  <a:lnTo>
                    <a:pt x="9343728" y="3590774"/>
                  </a:lnTo>
                  <a:lnTo>
                    <a:pt x="9342188" y="3565268"/>
                  </a:lnTo>
                  <a:lnTo>
                    <a:pt x="9339056" y="3514256"/>
                  </a:lnTo>
                  <a:cubicBezTo>
                    <a:pt x="9337914" y="3497221"/>
                    <a:pt x="9335874" y="3480138"/>
                    <a:pt x="9334334" y="3463057"/>
                  </a:cubicBezTo>
                  <a:lnTo>
                    <a:pt x="9329363" y="3411810"/>
                  </a:lnTo>
                  <a:lnTo>
                    <a:pt x="9328319" y="3400657"/>
                  </a:lnTo>
                  <a:lnTo>
                    <a:pt x="9327177" y="3390116"/>
                  </a:lnTo>
                  <a:lnTo>
                    <a:pt x="9324293" y="3366774"/>
                  </a:lnTo>
                  <a:lnTo>
                    <a:pt x="9320763" y="3340329"/>
                  </a:lnTo>
                  <a:lnTo>
                    <a:pt x="9317184" y="3311245"/>
                  </a:lnTo>
                  <a:cubicBezTo>
                    <a:pt x="9315594" y="3296893"/>
                    <a:pt x="9313506" y="3282306"/>
                    <a:pt x="9311021" y="3266211"/>
                  </a:cubicBezTo>
                  <a:lnTo>
                    <a:pt x="9302719" y="3215717"/>
                  </a:lnTo>
                  <a:cubicBezTo>
                    <a:pt x="9299936" y="3199059"/>
                    <a:pt x="9297003" y="3182400"/>
                    <a:pt x="9293970" y="3165789"/>
                  </a:cubicBezTo>
                  <a:cubicBezTo>
                    <a:pt x="9281891" y="3099295"/>
                    <a:pt x="9267674" y="3033084"/>
                    <a:pt x="9252065" y="2967107"/>
                  </a:cubicBezTo>
                  <a:cubicBezTo>
                    <a:pt x="9244261" y="2934167"/>
                    <a:pt x="9235959" y="2901273"/>
                    <a:pt x="9227211" y="2868473"/>
                  </a:cubicBezTo>
                  <a:lnTo>
                    <a:pt x="9220699" y="2844426"/>
                  </a:lnTo>
                  <a:lnTo>
                    <a:pt x="9213740" y="2820191"/>
                  </a:lnTo>
                  <a:cubicBezTo>
                    <a:pt x="9209216" y="2804049"/>
                    <a:pt x="9204345" y="2787768"/>
                    <a:pt x="9199374" y="2771438"/>
                  </a:cubicBezTo>
                  <a:cubicBezTo>
                    <a:pt x="9159855" y="2641086"/>
                    <a:pt x="9114272" y="2512099"/>
                    <a:pt x="9061829" y="2385418"/>
                  </a:cubicBezTo>
                  <a:cubicBezTo>
                    <a:pt x="9035582" y="2322077"/>
                    <a:pt x="9008043" y="2259160"/>
                    <a:pt x="8978865" y="2196855"/>
                  </a:cubicBezTo>
                  <a:lnTo>
                    <a:pt x="8956694" y="2150219"/>
                  </a:lnTo>
                  <a:lnTo>
                    <a:pt x="8934176" y="2103914"/>
                  </a:lnTo>
                  <a:cubicBezTo>
                    <a:pt x="8918915" y="2073091"/>
                    <a:pt x="8903157" y="2042032"/>
                    <a:pt x="8887151" y="2011350"/>
                  </a:cubicBezTo>
                  <a:cubicBezTo>
                    <a:pt x="8854988" y="1949891"/>
                    <a:pt x="8822082" y="1888810"/>
                    <a:pt x="8787533" y="1828527"/>
                  </a:cubicBezTo>
                  <a:lnTo>
                    <a:pt x="8761485" y="1783398"/>
                  </a:lnTo>
                  <a:lnTo>
                    <a:pt x="8734791" y="1737893"/>
                  </a:lnTo>
                  <a:cubicBezTo>
                    <a:pt x="8717047" y="1707823"/>
                    <a:pt x="8699200" y="1678363"/>
                    <a:pt x="8680808" y="1648812"/>
                  </a:cubicBezTo>
                  <a:cubicBezTo>
                    <a:pt x="8644322" y="1589658"/>
                    <a:pt x="8606194" y="1531118"/>
                    <a:pt x="8567024" y="1472906"/>
                  </a:cubicBezTo>
                  <a:lnTo>
                    <a:pt x="8537446" y="1429330"/>
                  </a:lnTo>
                  <a:lnTo>
                    <a:pt x="8507423" y="1385896"/>
                  </a:lnTo>
                  <a:cubicBezTo>
                    <a:pt x="8487390" y="1357284"/>
                    <a:pt x="8467158" y="1328719"/>
                    <a:pt x="8446529" y="1300295"/>
                  </a:cubicBezTo>
                  <a:cubicBezTo>
                    <a:pt x="8405271" y="1243496"/>
                    <a:pt x="8362718" y="1187120"/>
                    <a:pt x="8319224" y="1131026"/>
                  </a:cubicBezTo>
                  <a:lnTo>
                    <a:pt x="8286366" y="1089050"/>
                  </a:lnTo>
                  <a:lnTo>
                    <a:pt x="8270161" y="1068439"/>
                  </a:lnTo>
                  <a:lnTo>
                    <a:pt x="8253856" y="1048156"/>
                  </a:lnTo>
                  <a:cubicBezTo>
                    <a:pt x="8231636" y="1020675"/>
                    <a:pt x="8209117" y="993381"/>
                    <a:pt x="8186352" y="966275"/>
                  </a:cubicBezTo>
                  <a:cubicBezTo>
                    <a:pt x="8140917" y="911922"/>
                    <a:pt x="8094240" y="858417"/>
                    <a:pt x="8046768" y="805429"/>
                  </a:cubicBezTo>
                  <a:lnTo>
                    <a:pt x="8010927" y="765853"/>
                  </a:lnTo>
                  <a:lnTo>
                    <a:pt x="7974788" y="726653"/>
                  </a:lnTo>
                  <a:cubicBezTo>
                    <a:pt x="7950382" y="700489"/>
                    <a:pt x="7925824" y="674465"/>
                    <a:pt x="7901070" y="648724"/>
                  </a:cubicBezTo>
                  <a:cubicBezTo>
                    <a:pt x="7851510" y="597289"/>
                    <a:pt x="7801404" y="546514"/>
                    <a:pt x="7750054" y="497008"/>
                  </a:cubicBezTo>
                  <a:cubicBezTo>
                    <a:pt x="7698902" y="447644"/>
                    <a:pt x="7645913" y="398938"/>
                    <a:pt x="7592277" y="351221"/>
                  </a:cubicBezTo>
                  <a:cubicBezTo>
                    <a:pt x="7484856" y="255786"/>
                    <a:pt x="7373308" y="164304"/>
                    <a:pt x="7257734" y="76964"/>
                  </a:cubicBezTo>
                  <a:close/>
                  <a:moveTo>
                    <a:pt x="1886601" y="0"/>
                  </a:moveTo>
                  <a:lnTo>
                    <a:pt x="2292926" y="0"/>
                  </a:lnTo>
                  <a:lnTo>
                    <a:pt x="2135542" y="117781"/>
                  </a:lnTo>
                  <a:cubicBezTo>
                    <a:pt x="2078998" y="162280"/>
                    <a:pt x="2023659" y="208045"/>
                    <a:pt x="1969576" y="254986"/>
                  </a:cubicBezTo>
                  <a:cubicBezTo>
                    <a:pt x="1861309" y="348820"/>
                    <a:pt x="1758064" y="447314"/>
                    <a:pt x="1659938" y="549855"/>
                  </a:cubicBezTo>
                  <a:cubicBezTo>
                    <a:pt x="1266987" y="960346"/>
                    <a:pt x="953820" y="1431495"/>
                    <a:pt x="729383" y="1936480"/>
                  </a:cubicBezTo>
                  <a:cubicBezTo>
                    <a:pt x="673260" y="2062362"/>
                    <a:pt x="622855" y="2190972"/>
                    <a:pt x="578465" y="2320807"/>
                  </a:cubicBezTo>
                  <a:cubicBezTo>
                    <a:pt x="534125" y="2450687"/>
                    <a:pt x="496147" y="2582216"/>
                    <a:pt x="465080" y="2714875"/>
                  </a:cubicBezTo>
                  <a:cubicBezTo>
                    <a:pt x="449769" y="2780991"/>
                    <a:pt x="435850" y="2848191"/>
                    <a:pt x="423820" y="2915436"/>
                  </a:cubicBezTo>
                  <a:cubicBezTo>
                    <a:pt x="411840" y="2982731"/>
                    <a:pt x="401054" y="3050260"/>
                    <a:pt x="392355" y="3118071"/>
                  </a:cubicBezTo>
                  <a:cubicBezTo>
                    <a:pt x="374509" y="3253646"/>
                    <a:pt x="363424" y="3389880"/>
                    <a:pt x="358801" y="3526915"/>
                  </a:cubicBezTo>
                  <a:cubicBezTo>
                    <a:pt x="349009" y="3800843"/>
                    <a:pt x="366357" y="4075570"/>
                    <a:pt x="410350" y="4348226"/>
                  </a:cubicBezTo>
                  <a:cubicBezTo>
                    <a:pt x="421286" y="4416132"/>
                    <a:pt x="434209" y="4483660"/>
                    <a:pt x="449022" y="4551049"/>
                  </a:cubicBezTo>
                  <a:cubicBezTo>
                    <a:pt x="463737" y="4618436"/>
                    <a:pt x="480389" y="4685588"/>
                    <a:pt x="498882" y="4752365"/>
                  </a:cubicBezTo>
                  <a:cubicBezTo>
                    <a:pt x="517373" y="4819141"/>
                    <a:pt x="537704" y="4885635"/>
                    <a:pt x="559775" y="4951657"/>
                  </a:cubicBezTo>
                  <a:cubicBezTo>
                    <a:pt x="581946" y="5017775"/>
                    <a:pt x="605358" y="5083375"/>
                    <a:pt x="631406" y="5147986"/>
                  </a:cubicBezTo>
                  <a:cubicBezTo>
                    <a:pt x="734055" y="5407608"/>
                    <a:pt x="865188" y="5658570"/>
                    <a:pt x="1023461" y="5893957"/>
                  </a:cubicBezTo>
                  <a:cubicBezTo>
                    <a:pt x="1181487" y="6129578"/>
                    <a:pt x="1367051" y="6349247"/>
                    <a:pt x="1575880" y="6547646"/>
                  </a:cubicBezTo>
                  <a:cubicBezTo>
                    <a:pt x="1680269" y="6646916"/>
                    <a:pt x="1790338" y="6740939"/>
                    <a:pt x="1905228" y="6829468"/>
                  </a:cubicBezTo>
                  <a:lnTo>
                    <a:pt x="1944230" y="6858000"/>
                  </a:lnTo>
                  <a:lnTo>
                    <a:pt x="1372541" y="6858000"/>
                  </a:lnTo>
                  <a:lnTo>
                    <a:pt x="1115251" y="6590005"/>
                  </a:lnTo>
                  <a:cubicBezTo>
                    <a:pt x="418530" y="5790792"/>
                    <a:pt x="0" y="4766182"/>
                    <a:pt x="0" y="3649031"/>
                  </a:cubicBezTo>
                  <a:cubicBezTo>
                    <a:pt x="0" y="2212695"/>
                    <a:pt x="691856" y="929334"/>
                    <a:pt x="1777294" y="81317"/>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1" name="Freeform: Shape 20">
              <a:extLst>
                <a:ext uri="{FF2B5EF4-FFF2-40B4-BE49-F238E27FC236}">
                  <a16:creationId xmlns:a16="http://schemas.microsoft.com/office/drawing/2014/main" id="{82B0ED5C-927D-4C5F-8F27-1B403820B9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3402" y="36937"/>
              <a:ext cx="9767847" cy="6858000"/>
            </a:xfrm>
            <a:custGeom>
              <a:avLst/>
              <a:gdLst>
                <a:gd name="connsiteX0" fmla="*/ 7145704 w 9767847"/>
                <a:gd name="connsiteY0" fmla="*/ 0 h 6858000"/>
                <a:gd name="connsiteX1" fmla="*/ 7875738 w 9767847"/>
                <a:gd name="connsiteY1" fmla="*/ 0 h 6858000"/>
                <a:gd name="connsiteX2" fmla="*/ 7990553 w 9767847"/>
                <a:gd name="connsiteY2" fmla="*/ 85415 h 6858000"/>
                <a:gd name="connsiteX3" fmla="*/ 9767847 w 9767847"/>
                <a:gd name="connsiteY3" fmla="*/ 3653129 h 6858000"/>
                <a:gd name="connsiteX4" fmla="*/ 8652597 w 9767847"/>
                <a:gd name="connsiteY4" fmla="*/ 6594103 h 6858000"/>
                <a:gd name="connsiteX5" fmla="*/ 8399240 w 9767847"/>
                <a:gd name="connsiteY5" fmla="*/ 6858000 h 6858000"/>
                <a:gd name="connsiteX6" fmla="*/ 6766926 w 9767847"/>
                <a:gd name="connsiteY6" fmla="*/ 6858000 h 6858000"/>
                <a:gd name="connsiteX7" fmla="*/ 6804586 w 9767847"/>
                <a:gd name="connsiteY7" fmla="*/ 6821201 h 6858000"/>
                <a:gd name="connsiteX8" fmla="*/ 6881735 w 9767847"/>
                <a:gd name="connsiteY8" fmla="*/ 6745295 h 6858000"/>
                <a:gd name="connsiteX9" fmla="*/ 6958883 w 9767847"/>
                <a:gd name="connsiteY9" fmla="*/ 6668920 h 6858000"/>
                <a:gd name="connsiteX10" fmla="*/ 7267925 w 9767847"/>
                <a:gd name="connsiteY10" fmla="*/ 6359792 h 6858000"/>
                <a:gd name="connsiteX11" fmla="*/ 7424360 w 9767847"/>
                <a:gd name="connsiteY11" fmla="*/ 6204783 h 6858000"/>
                <a:gd name="connsiteX12" fmla="*/ 7504938 w 9767847"/>
                <a:gd name="connsiteY12" fmla="*/ 6126806 h 6858000"/>
                <a:gd name="connsiteX13" fmla="*/ 7546396 w 9767847"/>
                <a:gd name="connsiteY13" fmla="*/ 6087795 h 6858000"/>
                <a:gd name="connsiteX14" fmla="*/ 7588002 w 9767847"/>
                <a:gd name="connsiteY14" fmla="*/ 6049630 h 6858000"/>
                <a:gd name="connsiteX15" fmla="*/ 7631000 w 9767847"/>
                <a:gd name="connsiteY15" fmla="*/ 6010807 h 6858000"/>
                <a:gd name="connsiteX16" fmla="*/ 7675440 w 9767847"/>
                <a:gd name="connsiteY16" fmla="*/ 5972407 h 6858000"/>
                <a:gd name="connsiteX17" fmla="*/ 7720626 w 9767847"/>
                <a:gd name="connsiteY17" fmla="*/ 5934949 h 6858000"/>
                <a:gd name="connsiteX18" fmla="*/ 7766458 w 9767847"/>
                <a:gd name="connsiteY18" fmla="*/ 5898432 h 6858000"/>
                <a:gd name="connsiteX19" fmla="*/ 7955254 w 9767847"/>
                <a:gd name="connsiteY19" fmla="*/ 5760926 h 6858000"/>
                <a:gd name="connsiteX20" fmla="*/ 8352678 w 9767847"/>
                <a:gd name="connsiteY20" fmla="*/ 5521728 h 6858000"/>
                <a:gd name="connsiteX21" fmla="*/ 8451350 w 9767847"/>
                <a:gd name="connsiteY21" fmla="*/ 5469352 h 6858000"/>
                <a:gd name="connsiteX22" fmla="*/ 8548532 w 9767847"/>
                <a:gd name="connsiteY22" fmla="*/ 5417493 h 6858000"/>
                <a:gd name="connsiteX23" fmla="*/ 8729473 w 9767847"/>
                <a:gd name="connsiteY23" fmla="*/ 5314059 h 6858000"/>
                <a:gd name="connsiteX24" fmla="*/ 8770781 w 9767847"/>
                <a:gd name="connsiteY24" fmla="*/ 5287330 h 6858000"/>
                <a:gd name="connsiteX25" fmla="*/ 8790964 w 9767847"/>
                <a:gd name="connsiteY25" fmla="*/ 5273590 h 6858000"/>
                <a:gd name="connsiteX26" fmla="*/ 8810499 w 9767847"/>
                <a:gd name="connsiteY26" fmla="*/ 5259801 h 6858000"/>
                <a:gd name="connsiteX27" fmla="*/ 8883571 w 9767847"/>
                <a:gd name="connsiteY27" fmla="*/ 5202577 h 6858000"/>
                <a:gd name="connsiteX28" fmla="*/ 9006651 w 9767847"/>
                <a:gd name="connsiteY28" fmla="*/ 5074625 h 6858000"/>
                <a:gd name="connsiteX29" fmla="*/ 9033494 w 9767847"/>
                <a:gd name="connsiteY29" fmla="*/ 5038203 h 6858000"/>
                <a:gd name="connsiteX30" fmla="*/ 9040305 w 9767847"/>
                <a:gd name="connsiteY30" fmla="*/ 5028649 h 6858000"/>
                <a:gd name="connsiteX31" fmla="*/ 9046568 w 9767847"/>
                <a:gd name="connsiteY31" fmla="*/ 5019379 h 6858000"/>
                <a:gd name="connsiteX32" fmla="*/ 9058846 w 9767847"/>
                <a:gd name="connsiteY32" fmla="*/ 5000743 h 6858000"/>
                <a:gd name="connsiteX33" fmla="*/ 9104529 w 9767847"/>
                <a:gd name="connsiteY33" fmla="*/ 4922203 h 6858000"/>
                <a:gd name="connsiteX34" fmla="*/ 9181081 w 9767847"/>
                <a:gd name="connsiteY34" fmla="*/ 4748792 h 6858000"/>
                <a:gd name="connsiteX35" fmla="*/ 9240731 w 9767847"/>
                <a:gd name="connsiteY35" fmla="*/ 4561970 h 6858000"/>
                <a:gd name="connsiteX36" fmla="*/ 9265388 w 9767847"/>
                <a:gd name="connsiteY36" fmla="*/ 4465171 h 6858000"/>
                <a:gd name="connsiteX37" fmla="*/ 9276571 w 9767847"/>
                <a:gd name="connsiteY37" fmla="*/ 4416041 h 6858000"/>
                <a:gd name="connsiteX38" fmla="*/ 9281841 w 9767847"/>
                <a:gd name="connsiteY38" fmla="*/ 4391477 h 6858000"/>
                <a:gd name="connsiteX39" fmla="*/ 9286513 w 9767847"/>
                <a:gd name="connsiteY39" fmla="*/ 4368936 h 6858000"/>
                <a:gd name="connsiteX40" fmla="*/ 9296754 w 9767847"/>
                <a:gd name="connsiteY40" fmla="*/ 4316136 h 6858000"/>
                <a:gd name="connsiteX41" fmla="*/ 9301029 w 9767847"/>
                <a:gd name="connsiteY41" fmla="*/ 4293172 h 6858000"/>
                <a:gd name="connsiteX42" fmla="*/ 9302818 w 9767847"/>
                <a:gd name="connsiteY42" fmla="*/ 4282679 h 6858000"/>
                <a:gd name="connsiteX43" fmla="*/ 9304658 w 9767847"/>
                <a:gd name="connsiteY43" fmla="*/ 4270914 h 6858000"/>
                <a:gd name="connsiteX44" fmla="*/ 9312810 w 9767847"/>
                <a:gd name="connsiteY44" fmla="*/ 4220043 h 6858000"/>
                <a:gd name="connsiteX45" fmla="*/ 9316887 w 9767847"/>
                <a:gd name="connsiteY45" fmla="*/ 4194584 h 6858000"/>
                <a:gd name="connsiteX46" fmla="*/ 9318923 w 9767847"/>
                <a:gd name="connsiteY46" fmla="*/ 4181878 h 6858000"/>
                <a:gd name="connsiteX47" fmla="*/ 9320515 w 9767847"/>
                <a:gd name="connsiteY47" fmla="*/ 4168984 h 6858000"/>
                <a:gd name="connsiteX48" fmla="*/ 9332445 w 9767847"/>
                <a:gd name="connsiteY48" fmla="*/ 4069079 h 6858000"/>
                <a:gd name="connsiteX49" fmla="*/ 9336173 w 9767847"/>
                <a:gd name="connsiteY49" fmla="*/ 4022774 h 6858000"/>
                <a:gd name="connsiteX50" fmla="*/ 9340199 w 9767847"/>
                <a:gd name="connsiteY50" fmla="*/ 3969269 h 6858000"/>
                <a:gd name="connsiteX51" fmla="*/ 9347557 w 9767847"/>
                <a:gd name="connsiteY51" fmla="*/ 3770070 h 6858000"/>
                <a:gd name="connsiteX52" fmla="*/ 9346364 w 9767847"/>
                <a:gd name="connsiteY52" fmla="*/ 3669036 h 6858000"/>
                <a:gd name="connsiteX53" fmla="*/ 9344921 w 9767847"/>
                <a:gd name="connsiteY53" fmla="*/ 3619341 h 6858000"/>
                <a:gd name="connsiteX54" fmla="*/ 9344524 w 9767847"/>
                <a:gd name="connsiteY54" fmla="*/ 3607624 h 6858000"/>
                <a:gd name="connsiteX55" fmla="*/ 9343728 w 9767847"/>
                <a:gd name="connsiteY55" fmla="*/ 3594872 h 6858000"/>
                <a:gd name="connsiteX56" fmla="*/ 9342188 w 9767847"/>
                <a:gd name="connsiteY56" fmla="*/ 3569366 h 6858000"/>
                <a:gd name="connsiteX57" fmla="*/ 9339056 w 9767847"/>
                <a:gd name="connsiteY57" fmla="*/ 3518354 h 6858000"/>
                <a:gd name="connsiteX58" fmla="*/ 9334334 w 9767847"/>
                <a:gd name="connsiteY58" fmla="*/ 3467155 h 6858000"/>
                <a:gd name="connsiteX59" fmla="*/ 9329363 w 9767847"/>
                <a:gd name="connsiteY59" fmla="*/ 3415908 h 6858000"/>
                <a:gd name="connsiteX60" fmla="*/ 9328319 w 9767847"/>
                <a:gd name="connsiteY60" fmla="*/ 3404755 h 6858000"/>
                <a:gd name="connsiteX61" fmla="*/ 9327177 w 9767847"/>
                <a:gd name="connsiteY61" fmla="*/ 3394214 h 6858000"/>
                <a:gd name="connsiteX62" fmla="*/ 9324293 w 9767847"/>
                <a:gd name="connsiteY62" fmla="*/ 3370872 h 6858000"/>
                <a:gd name="connsiteX63" fmla="*/ 9320763 w 9767847"/>
                <a:gd name="connsiteY63" fmla="*/ 3344427 h 6858000"/>
                <a:gd name="connsiteX64" fmla="*/ 9317184 w 9767847"/>
                <a:gd name="connsiteY64" fmla="*/ 3315343 h 6858000"/>
                <a:gd name="connsiteX65" fmla="*/ 9311021 w 9767847"/>
                <a:gd name="connsiteY65" fmla="*/ 3270309 h 6858000"/>
                <a:gd name="connsiteX66" fmla="*/ 9302719 w 9767847"/>
                <a:gd name="connsiteY66" fmla="*/ 3219815 h 6858000"/>
                <a:gd name="connsiteX67" fmla="*/ 9293970 w 9767847"/>
                <a:gd name="connsiteY67" fmla="*/ 3169887 h 6858000"/>
                <a:gd name="connsiteX68" fmla="*/ 9252065 w 9767847"/>
                <a:gd name="connsiteY68" fmla="*/ 2971205 h 6858000"/>
                <a:gd name="connsiteX69" fmla="*/ 9227211 w 9767847"/>
                <a:gd name="connsiteY69" fmla="*/ 2872571 h 6858000"/>
                <a:gd name="connsiteX70" fmla="*/ 9220699 w 9767847"/>
                <a:gd name="connsiteY70" fmla="*/ 2848524 h 6858000"/>
                <a:gd name="connsiteX71" fmla="*/ 9213740 w 9767847"/>
                <a:gd name="connsiteY71" fmla="*/ 2824289 h 6858000"/>
                <a:gd name="connsiteX72" fmla="*/ 9199374 w 9767847"/>
                <a:gd name="connsiteY72" fmla="*/ 2775536 h 6858000"/>
                <a:gd name="connsiteX73" fmla="*/ 9061829 w 9767847"/>
                <a:gd name="connsiteY73" fmla="*/ 2389515 h 6858000"/>
                <a:gd name="connsiteX74" fmla="*/ 8978865 w 9767847"/>
                <a:gd name="connsiteY74" fmla="*/ 2200953 h 6858000"/>
                <a:gd name="connsiteX75" fmla="*/ 8956694 w 9767847"/>
                <a:gd name="connsiteY75" fmla="*/ 2154317 h 6858000"/>
                <a:gd name="connsiteX76" fmla="*/ 8934176 w 9767847"/>
                <a:gd name="connsiteY76" fmla="*/ 2108012 h 6858000"/>
                <a:gd name="connsiteX77" fmla="*/ 8887151 w 9767847"/>
                <a:gd name="connsiteY77" fmla="*/ 2015448 h 6858000"/>
                <a:gd name="connsiteX78" fmla="*/ 8787533 w 9767847"/>
                <a:gd name="connsiteY78" fmla="*/ 1832625 h 6858000"/>
                <a:gd name="connsiteX79" fmla="*/ 8761485 w 9767847"/>
                <a:gd name="connsiteY79" fmla="*/ 1787496 h 6858000"/>
                <a:gd name="connsiteX80" fmla="*/ 8734791 w 9767847"/>
                <a:gd name="connsiteY80" fmla="*/ 1741991 h 6858000"/>
                <a:gd name="connsiteX81" fmla="*/ 8680808 w 9767847"/>
                <a:gd name="connsiteY81" fmla="*/ 1652910 h 6858000"/>
                <a:gd name="connsiteX82" fmla="*/ 8567024 w 9767847"/>
                <a:gd name="connsiteY82" fmla="*/ 1477004 h 6858000"/>
                <a:gd name="connsiteX83" fmla="*/ 8537446 w 9767847"/>
                <a:gd name="connsiteY83" fmla="*/ 1433428 h 6858000"/>
                <a:gd name="connsiteX84" fmla="*/ 8507423 w 9767847"/>
                <a:gd name="connsiteY84" fmla="*/ 1389994 h 6858000"/>
                <a:gd name="connsiteX85" fmla="*/ 8446529 w 9767847"/>
                <a:gd name="connsiteY85" fmla="*/ 1304393 h 6858000"/>
                <a:gd name="connsiteX86" fmla="*/ 8319224 w 9767847"/>
                <a:gd name="connsiteY86" fmla="*/ 1135124 h 6858000"/>
                <a:gd name="connsiteX87" fmla="*/ 8286366 w 9767847"/>
                <a:gd name="connsiteY87" fmla="*/ 1093148 h 6858000"/>
                <a:gd name="connsiteX88" fmla="*/ 8270161 w 9767847"/>
                <a:gd name="connsiteY88" fmla="*/ 1072538 h 6858000"/>
                <a:gd name="connsiteX89" fmla="*/ 8253856 w 9767847"/>
                <a:gd name="connsiteY89" fmla="*/ 1052254 h 6858000"/>
                <a:gd name="connsiteX90" fmla="*/ 8186352 w 9767847"/>
                <a:gd name="connsiteY90" fmla="*/ 970373 h 6858000"/>
                <a:gd name="connsiteX91" fmla="*/ 8046768 w 9767847"/>
                <a:gd name="connsiteY91" fmla="*/ 809527 h 6858000"/>
                <a:gd name="connsiteX92" fmla="*/ 8010927 w 9767847"/>
                <a:gd name="connsiteY92" fmla="*/ 769951 h 6858000"/>
                <a:gd name="connsiteX93" fmla="*/ 7974788 w 9767847"/>
                <a:gd name="connsiteY93" fmla="*/ 730751 h 6858000"/>
                <a:gd name="connsiteX94" fmla="*/ 7901070 w 9767847"/>
                <a:gd name="connsiteY94" fmla="*/ 652823 h 6858000"/>
                <a:gd name="connsiteX95" fmla="*/ 7750054 w 9767847"/>
                <a:gd name="connsiteY95" fmla="*/ 501106 h 6858000"/>
                <a:gd name="connsiteX96" fmla="*/ 7592277 w 9767847"/>
                <a:gd name="connsiteY96" fmla="*/ 355319 h 6858000"/>
                <a:gd name="connsiteX97" fmla="*/ 7257734 w 9767847"/>
                <a:gd name="connsiteY97" fmla="*/ 81062 h 6858000"/>
                <a:gd name="connsiteX98" fmla="*/ 1892109 w 9767847"/>
                <a:gd name="connsiteY98" fmla="*/ 0 h 6858000"/>
                <a:gd name="connsiteX99" fmla="*/ 2298402 w 9767847"/>
                <a:gd name="connsiteY99" fmla="*/ 0 h 6858000"/>
                <a:gd name="connsiteX100" fmla="*/ 2135542 w 9767847"/>
                <a:gd name="connsiteY100" fmla="*/ 121879 h 6858000"/>
                <a:gd name="connsiteX101" fmla="*/ 1969576 w 9767847"/>
                <a:gd name="connsiteY101" fmla="*/ 259084 h 6858000"/>
                <a:gd name="connsiteX102" fmla="*/ 1659938 w 9767847"/>
                <a:gd name="connsiteY102" fmla="*/ 553953 h 6858000"/>
                <a:gd name="connsiteX103" fmla="*/ 729383 w 9767847"/>
                <a:gd name="connsiteY103" fmla="*/ 1940578 h 6858000"/>
                <a:gd name="connsiteX104" fmla="*/ 578465 w 9767847"/>
                <a:gd name="connsiteY104" fmla="*/ 2324905 h 6858000"/>
                <a:gd name="connsiteX105" fmla="*/ 465080 w 9767847"/>
                <a:gd name="connsiteY105" fmla="*/ 2718973 h 6858000"/>
                <a:gd name="connsiteX106" fmla="*/ 423820 w 9767847"/>
                <a:gd name="connsiteY106" fmla="*/ 2919535 h 6858000"/>
                <a:gd name="connsiteX107" fmla="*/ 392355 w 9767847"/>
                <a:gd name="connsiteY107" fmla="*/ 3122169 h 6858000"/>
                <a:gd name="connsiteX108" fmla="*/ 358801 w 9767847"/>
                <a:gd name="connsiteY108" fmla="*/ 3531013 h 6858000"/>
                <a:gd name="connsiteX109" fmla="*/ 410350 w 9767847"/>
                <a:gd name="connsiteY109" fmla="*/ 4352324 h 6858000"/>
                <a:gd name="connsiteX110" fmla="*/ 449022 w 9767847"/>
                <a:gd name="connsiteY110" fmla="*/ 4555147 h 6858000"/>
                <a:gd name="connsiteX111" fmla="*/ 498882 w 9767847"/>
                <a:gd name="connsiteY111" fmla="*/ 4756463 h 6858000"/>
                <a:gd name="connsiteX112" fmla="*/ 559775 w 9767847"/>
                <a:gd name="connsiteY112" fmla="*/ 4955755 h 6858000"/>
                <a:gd name="connsiteX113" fmla="*/ 631406 w 9767847"/>
                <a:gd name="connsiteY113" fmla="*/ 5152084 h 6858000"/>
                <a:gd name="connsiteX114" fmla="*/ 1023461 w 9767847"/>
                <a:gd name="connsiteY114" fmla="*/ 5898055 h 6858000"/>
                <a:gd name="connsiteX115" fmla="*/ 1575880 w 9767847"/>
                <a:gd name="connsiteY115" fmla="*/ 6551744 h 6858000"/>
                <a:gd name="connsiteX116" fmla="*/ 1905228 w 9767847"/>
                <a:gd name="connsiteY116" fmla="*/ 6833566 h 6858000"/>
                <a:gd name="connsiteX117" fmla="*/ 1938629 w 9767847"/>
                <a:gd name="connsiteY117" fmla="*/ 6858000 h 6858000"/>
                <a:gd name="connsiteX118" fmla="*/ 1368607 w 9767847"/>
                <a:gd name="connsiteY118" fmla="*/ 6858000 h 6858000"/>
                <a:gd name="connsiteX119" fmla="*/ 1115251 w 9767847"/>
                <a:gd name="connsiteY119" fmla="*/ 6594103 h 6858000"/>
                <a:gd name="connsiteX120" fmla="*/ 0 w 9767847"/>
                <a:gd name="connsiteY120" fmla="*/ 3653129 h 6858000"/>
                <a:gd name="connsiteX121" fmla="*/ 1777294 w 9767847"/>
                <a:gd name="connsiteY121" fmla="*/ 854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9767847" h="6858000">
                  <a:moveTo>
                    <a:pt x="7145704" y="0"/>
                  </a:moveTo>
                  <a:lnTo>
                    <a:pt x="7875738" y="0"/>
                  </a:lnTo>
                  <a:lnTo>
                    <a:pt x="7990553" y="85415"/>
                  </a:lnTo>
                  <a:cubicBezTo>
                    <a:pt x="9075991" y="933432"/>
                    <a:pt x="9767847" y="2216793"/>
                    <a:pt x="9767847" y="3653129"/>
                  </a:cubicBezTo>
                  <a:cubicBezTo>
                    <a:pt x="9767847" y="4770280"/>
                    <a:pt x="9349317" y="5794890"/>
                    <a:pt x="8652597" y="6594103"/>
                  </a:cubicBezTo>
                  <a:lnTo>
                    <a:pt x="8399240" y="6858000"/>
                  </a:lnTo>
                  <a:lnTo>
                    <a:pt x="6766926" y="6858000"/>
                  </a:lnTo>
                  <a:lnTo>
                    <a:pt x="6804586" y="6821201"/>
                  </a:lnTo>
                  <a:lnTo>
                    <a:pt x="6881735" y="6745295"/>
                  </a:lnTo>
                  <a:cubicBezTo>
                    <a:pt x="6907435" y="6719979"/>
                    <a:pt x="6933134" y="6694896"/>
                    <a:pt x="6958883" y="6668920"/>
                  </a:cubicBezTo>
                  <a:lnTo>
                    <a:pt x="7267925" y="6359792"/>
                  </a:lnTo>
                  <a:lnTo>
                    <a:pt x="7424360" y="6204783"/>
                  </a:lnTo>
                  <a:cubicBezTo>
                    <a:pt x="7450754" y="6178900"/>
                    <a:pt x="7477598" y="6152829"/>
                    <a:pt x="7504938" y="6126806"/>
                  </a:cubicBezTo>
                  <a:lnTo>
                    <a:pt x="7546396" y="6087795"/>
                  </a:lnTo>
                  <a:cubicBezTo>
                    <a:pt x="7560264" y="6074901"/>
                    <a:pt x="7574780" y="6061630"/>
                    <a:pt x="7588002" y="6049630"/>
                  </a:cubicBezTo>
                  <a:lnTo>
                    <a:pt x="7631000" y="6010807"/>
                  </a:lnTo>
                  <a:lnTo>
                    <a:pt x="7675440" y="5972407"/>
                  </a:lnTo>
                  <a:cubicBezTo>
                    <a:pt x="7690404" y="5959796"/>
                    <a:pt x="7705564" y="5947419"/>
                    <a:pt x="7720626" y="5934949"/>
                  </a:cubicBezTo>
                  <a:cubicBezTo>
                    <a:pt x="7735738" y="5922525"/>
                    <a:pt x="7751197" y="5910619"/>
                    <a:pt x="7766458" y="5898432"/>
                  </a:cubicBezTo>
                  <a:cubicBezTo>
                    <a:pt x="7827949" y="5850290"/>
                    <a:pt x="7890979" y="5804597"/>
                    <a:pt x="7955254" y="5760926"/>
                  </a:cubicBezTo>
                  <a:cubicBezTo>
                    <a:pt x="8083800" y="5673632"/>
                    <a:pt x="8216872" y="5594434"/>
                    <a:pt x="8352678" y="5521728"/>
                  </a:cubicBezTo>
                  <a:lnTo>
                    <a:pt x="8451350" y="5469352"/>
                  </a:lnTo>
                  <a:lnTo>
                    <a:pt x="8548532" y="5417493"/>
                  </a:lnTo>
                  <a:cubicBezTo>
                    <a:pt x="8612110" y="5383188"/>
                    <a:pt x="8673251" y="5349306"/>
                    <a:pt x="8729473" y="5314059"/>
                  </a:cubicBezTo>
                  <a:cubicBezTo>
                    <a:pt x="8743591" y="5305213"/>
                    <a:pt x="8757161" y="5296459"/>
                    <a:pt x="8770781" y="5287330"/>
                  </a:cubicBezTo>
                  <a:cubicBezTo>
                    <a:pt x="8777591" y="5282765"/>
                    <a:pt x="8784451" y="5278201"/>
                    <a:pt x="8790964" y="5273590"/>
                  </a:cubicBezTo>
                  <a:cubicBezTo>
                    <a:pt x="8797574" y="5268977"/>
                    <a:pt x="8804235" y="5264412"/>
                    <a:pt x="8810499" y="5259801"/>
                  </a:cubicBezTo>
                  <a:cubicBezTo>
                    <a:pt x="8835999" y="5241401"/>
                    <a:pt x="8860407" y="5222389"/>
                    <a:pt x="8883571" y="5202577"/>
                  </a:cubicBezTo>
                  <a:cubicBezTo>
                    <a:pt x="8929900" y="5162954"/>
                    <a:pt x="8971258" y="5120413"/>
                    <a:pt x="9006651" y="5074625"/>
                  </a:cubicBezTo>
                  <a:cubicBezTo>
                    <a:pt x="9015351" y="5063426"/>
                    <a:pt x="9024398" y="5050955"/>
                    <a:pt x="9033494" y="5038203"/>
                  </a:cubicBezTo>
                  <a:lnTo>
                    <a:pt x="9040305" y="5028649"/>
                  </a:lnTo>
                  <a:lnTo>
                    <a:pt x="9046568" y="5019379"/>
                  </a:lnTo>
                  <a:cubicBezTo>
                    <a:pt x="9050743" y="5013261"/>
                    <a:pt x="9054819" y="5007050"/>
                    <a:pt x="9058846" y="5000743"/>
                  </a:cubicBezTo>
                  <a:cubicBezTo>
                    <a:pt x="9075002" y="4975615"/>
                    <a:pt x="9090212" y="4949403"/>
                    <a:pt x="9104529" y="4922203"/>
                  </a:cubicBezTo>
                  <a:cubicBezTo>
                    <a:pt x="9133211" y="4867850"/>
                    <a:pt x="9158313" y="4809545"/>
                    <a:pt x="9181081" y="4748792"/>
                  </a:cubicBezTo>
                  <a:cubicBezTo>
                    <a:pt x="9203748" y="4688276"/>
                    <a:pt x="9223383" y="4625876"/>
                    <a:pt x="9240731" y="4561970"/>
                  </a:cubicBezTo>
                  <a:cubicBezTo>
                    <a:pt x="9249481" y="4530064"/>
                    <a:pt x="9257682" y="4497782"/>
                    <a:pt x="9265388" y="4465171"/>
                  </a:cubicBezTo>
                  <a:cubicBezTo>
                    <a:pt x="9269215" y="4448842"/>
                    <a:pt x="9272943" y="4432465"/>
                    <a:pt x="9276571" y="4416041"/>
                  </a:cubicBezTo>
                  <a:lnTo>
                    <a:pt x="9281841" y="4391477"/>
                  </a:lnTo>
                  <a:lnTo>
                    <a:pt x="9286513" y="4368936"/>
                  </a:lnTo>
                  <a:lnTo>
                    <a:pt x="9296754" y="4316136"/>
                  </a:lnTo>
                  <a:lnTo>
                    <a:pt x="9301029" y="4293172"/>
                  </a:lnTo>
                  <a:lnTo>
                    <a:pt x="9302818" y="4282679"/>
                  </a:lnTo>
                  <a:lnTo>
                    <a:pt x="9304658" y="4270914"/>
                  </a:lnTo>
                  <a:lnTo>
                    <a:pt x="9312810" y="4220043"/>
                  </a:lnTo>
                  <a:lnTo>
                    <a:pt x="9316887" y="4194584"/>
                  </a:lnTo>
                  <a:lnTo>
                    <a:pt x="9318923" y="4181878"/>
                  </a:lnTo>
                  <a:cubicBezTo>
                    <a:pt x="9319570" y="4177644"/>
                    <a:pt x="9319969" y="4173267"/>
                    <a:pt x="9320515" y="4168984"/>
                  </a:cubicBezTo>
                  <a:lnTo>
                    <a:pt x="9332445" y="4069079"/>
                  </a:lnTo>
                  <a:cubicBezTo>
                    <a:pt x="9333836" y="4056468"/>
                    <a:pt x="9334880" y="4040986"/>
                    <a:pt x="9336173" y="4022774"/>
                  </a:cubicBezTo>
                  <a:lnTo>
                    <a:pt x="9340199" y="3969269"/>
                  </a:lnTo>
                  <a:cubicBezTo>
                    <a:pt x="9345071" y="3903904"/>
                    <a:pt x="9347358" y="3837081"/>
                    <a:pt x="9347557" y="3770070"/>
                  </a:cubicBezTo>
                  <a:cubicBezTo>
                    <a:pt x="9347656" y="3736518"/>
                    <a:pt x="9347209" y="3702871"/>
                    <a:pt x="9346364" y="3669036"/>
                  </a:cubicBezTo>
                  <a:lnTo>
                    <a:pt x="9344921" y="3619341"/>
                  </a:lnTo>
                  <a:lnTo>
                    <a:pt x="9344524" y="3607624"/>
                  </a:lnTo>
                  <a:lnTo>
                    <a:pt x="9343728" y="3594872"/>
                  </a:lnTo>
                  <a:lnTo>
                    <a:pt x="9342188" y="3569366"/>
                  </a:lnTo>
                  <a:lnTo>
                    <a:pt x="9339056" y="3518354"/>
                  </a:lnTo>
                  <a:cubicBezTo>
                    <a:pt x="9337914" y="3501319"/>
                    <a:pt x="9335874" y="3484236"/>
                    <a:pt x="9334334" y="3467155"/>
                  </a:cubicBezTo>
                  <a:lnTo>
                    <a:pt x="9329363" y="3415908"/>
                  </a:lnTo>
                  <a:lnTo>
                    <a:pt x="9328319" y="3404755"/>
                  </a:lnTo>
                  <a:lnTo>
                    <a:pt x="9327177" y="3394214"/>
                  </a:lnTo>
                  <a:lnTo>
                    <a:pt x="9324293" y="3370872"/>
                  </a:lnTo>
                  <a:lnTo>
                    <a:pt x="9320763" y="3344427"/>
                  </a:lnTo>
                  <a:lnTo>
                    <a:pt x="9317184" y="3315343"/>
                  </a:lnTo>
                  <a:cubicBezTo>
                    <a:pt x="9315594" y="3300991"/>
                    <a:pt x="9313506" y="3286404"/>
                    <a:pt x="9311021" y="3270309"/>
                  </a:cubicBezTo>
                  <a:lnTo>
                    <a:pt x="9302719" y="3219815"/>
                  </a:lnTo>
                  <a:cubicBezTo>
                    <a:pt x="9299936" y="3203157"/>
                    <a:pt x="9297003" y="3186498"/>
                    <a:pt x="9293970" y="3169887"/>
                  </a:cubicBezTo>
                  <a:cubicBezTo>
                    <a:pt x="9281891" y="3103393"/>
                    <a:pt x="9267674" y="3037182"/>
                    <a:pt x="9252065" y="2971205"/>
                  </a:cubicBezTo>
                  <a:cubicBezTo>
                    <a:pt x="9244261" y="2938265"/>
                    <a:pt x="9235959" y="2905371"/>
                    <a:pt x="9227211" y="2872571"/>
                  </a:cubicBezTo>
                  <a:lnTo>
                    <a:pt x="9220699" y="2848524"/>
                  </a:lnTo>
                  <a:lnTo>
                    <a:pt x="9213740" y="2824289"/>
                  </a:lnTo>
                  <a:cubicBezTo>
                    <a:pt x="9209216" y="2808147"/>
                    <a:pt x="9204345" y="2791866"/>
                    <a:pt x="9199374" y="2775536"/>
                  </a:cubicBezTo>
                  <a:cubicBezTo>
                    <a:pt x="9159855" y="2645184"/>
                    <a:pt x="9114272" y="2516197"/>
                    <a:pt x="9061829" y="2389515"/>
                  </a:cubicBezTo>
                  <a:cubicBezTo>
                    <a:pt x="9035582" y="2326175"/>
                    <a:pt x="9008043" y="2263258"/>
                    <a:pt x="8978865" y="2200953"/>
                  </a:cubicBezTo>
                  <a:lnTo>
                    <a:pt x="8956694" y="2154317"/>
                  </a:lnTo>
                  <a:lnTo>
                    <a:pt x="8934176" y="2108012"/>
                  </a:lnTo>
                  <a:cubicBezTo>
                    <a:pt x="8918915" y="2077189"/>
                    <a:pt x="8903157" y="2046130"/>
                    <a:pt x="8887151" y="2015448"/>
                  </a:cubicBezTo>
                  <a:cubicBezTo>
                    <a:pt x="8854988" y="1953989"/>
                    <a:pt x="8822082" y="1892908"/>
                    <a:pt x="8787533" y="1832625"/>
                  </a:cubicBezTo>
                  <a:lnTo>
                    <a:pt x="8761485" y="1787496"/>
                  </a:lnTo>
                  <a:lnTo>
                    <a:pt x="8734791" y="1741991"/>
                  </a:lnTo>
                  <a:cubicBezTo>
                    <a:pt x="8717047" y="1711921"/>
                    <a:pt x="8699200" y="1682461"/>
                    <a:pt x="8680808" y="1652910"/>
                  </a:cubicBezTo>
                  <a:cubicBezTo>
                    <a:pt x="8644322" y="1593756"/>
                    <a:pt x="8606194" y="1535216"/>
                    <a:pt x="8567024" y="1477004"/>
                  </a:cubicBezTo>
                  <a:lnTo>
                    <a:pt x="8537446" y="1433428"/>
                  </a:lnTo>
                  <a:lnTo>
                    <a:pt x="8507423" y="1389994"/>
                  </a:lnTo>
                  <a:cubicBezTo>
                    <a:pt x="8487390" y="1361382"/>
                    <a:pt x="8467158" y="1332817"/>
                    <a:pt x="8446529" y="1304393"/>
                  </a:cubicBezTo>
                  <a:cubicBezTo>
                    <a:pt x="8405271" y="1247595"/>
                    <a:pt x="8362718" y="1191218"/>
                    <a:pt x="8319224" y="1135124"/>
                  </a:cubicBezTo>
                  <a:lnTo>
                    <a:pt x="8286366" y="1093148"/>
                  </a:lnTo>
                  <a:lnTo>
                    <a:pt x="8270161" y="1072538"/>
                  </a:lnTo>
                  <a:lnTo>
                    <a:pt x="8253856" y="1052254"/>
                  </a:lnTo>
                  <a:cubicBezTo>
                    <a:pt x="8231636" y="1024773"/>
                    <a:pt x="8209117" y="997479"/>
                    <a:pt x="8186352" y="970373"/>
                  </a:cubicBezTo>
                  <a:cubicBezTo>
                    <a:pt x="8140917" y="916020"/>
                    <a:pt x="8094240" y="862515"/>
                    <a:pt x="8046768" y="809527"/>
                  </a:cubicBezTo>
                  <a:lnTo>
                    <a:pt x="8010927" y="769951"/>
                  </a:lnTo>
                  <a:lnTo>
                    <a:pt x="7974788" y="730751"/>
                  </a:lnTo>
                  <a:cubicBezTo>
                    <a:pt x="7950382" y="704587"/>
                    <a:pt x="7925824" y="678563"/>
                    <a:pt x="7901070" y="652823"/>
                  </a:cubicBezTo>
                  <a:cubicBezTo>
                    <a:pt x="7851510" y="601387"/>
                    <a:pt x="7801404" y="550612"/>
                    <a:pt x="7750054" y="501106"/>
                  </a:cubicBezTo>
                  <a:cubicBezTo>
                    <a:pt x="7698902" y="451742"/>
                    <a:pt x="7645913" y="403036"/>
                    <a:pt x="7592277" y="355319"/>
                  </a:cubicBezTo>
                  <a:cubicBezTo>
                    <a:pt x="7484856" y="259884"/>
                    <a:pt x="7373308" y="168402"/>
                    <a:pt x="7257734" y="81062"/>
                  </a:cubicBezTo>
                  <a:close/>
                  <a:moveTo>
                    <a:pt x="1892109" y="0"/>
                  </a:moveTo>
                  <a:lnTo>
                    <a:pt x="2298402" y="0"/>
                  </a:lnTo>
                  <a:lnTo>
                    <a:pt x="2135542" y="121879"/>
                  </a:lnTo>
                  <a:cubicBezTo>
                    <a:pt x="2078998" y="166378"/>
                    <a:pt x="2023659" y="212143"/>
                    <a:pt x="1969576" y="259084"/>
                  </a:cubicBezTo>
                  <a:cubicBezTo>
                    <a:pt x="1861309" y="352918"/>
                    <a:pt x="1758064" y="451412"/>
                    <a:pt x="1659938" y="553953"/>
                  </a:cubicBezTo>
                  <a:cubicBezTo>
                    <a:pt x="1266987" y="964444"/>
                    <a:pt x="953820" y="1435593"/>
                    <a:pt x="729383" y="1940578"/>
                  </a:cubicBezTo>
                  <a:cubicBezTo>
                    <a:pt x="673260" y="2066459"/>
                    <a:pt x="622855" y="2195070"/>
                    <a:pt x="578465" y="2324905"/>
                  </a:cubicBezTo>
                  <a:cubicBezTo>
                    <a:pt x="534125" y="2454785"/>
                    <a:pt x="496147" y="2586314"/>
                    <a:pt x="465080" y="2718973"/>
                  </a:cubicBezTo>
                  <a:cubicBezTo>
                    <a:pt x="449769" y="2785089"/>
                    <a:pt x="435850" y="2852289"/>
                    <a:pt x="423820" y="2919535"/>
                  </a:cubicBezTo>
                  <a:cubicBezTo>
                    <a:pt x="411840" y="2986829"/>
                    <a:pt x="401054" y="3054358"/>
                    <a:pt x="392355" y="3122169"/>
                  </a:cubicBezTo>
                  <a:cubicBezTo>
                    <a:pt x="374509" y="3257744"/>
                    <a:pt x="363424" y="3393978"/>
                    <a:pt x="358801" y="3531013"/>
                  </a:cubicBezTo>
                  <a:cubicBezTo>
                    <a:pt x="349009" y="3804941"/>
                    <a:pt x="366357" y="4079668"/>
                    <a:pt x="410350" y="4352324"/>
                  </a:cubicBezTo>
                  <a:cubicBezTo>
                    <a:pt x="421286" y="4420230"/>
                    <a:pt x="434209" y="4487758"/>
                    <a:pt x="449022" y="4555147"/>
                  </a:cubicBezTo>
                  <a:cubicBezTo>
                    <a:pt x="463737" y="4622534"/>
                    <a:pt x="480389" y="4689686"/>
                    <a:pt x="498882" y="4756463"/>
                  </a:cubicBezTo>
                  <a:cubicBezTo>
                    <a:pt x="517373" y="4823239"/>
                    <a:pt x="537704" y="4889733"/>
                    <a:pt x="559775" y="4955755"/>
                  </a:cubicBezTo>
                  <a:cubicBezTo>
                    <a:pt x="581946" y="5021873"/>
                    <a:pt x="605358" y="5087473"/>
                    <a:pt x="631406" y="5152084"/>
                  </a:cubicBezTo>
                  <a:cubicBezTo>
                    <a:pt x="734055" y="5411706"/>
                    <a:pt x="865188" y="5662668"/>
                    <a:pt x="1023461" y="5898055"/>
                  </a:cubicBezTo>
                  <a:cubicBezTo>
                    <a:pt x="1181487" y="6133676"/>
                    <a:pt x="1367051" y="6353345"/>
                    <a:pt x="1575880" y="6551744"/>
                  </a:cubicBezTo>
                  <a:cubicBezTo>
                    <a:pt x="1680269" y="6651014"/>
                    <a:pt x="1790338" y="6745037"/>
                    <a:pt x="1905228" y="6833566"/>
                  </a:cubicBezTo>
                  <a:lnTo>
                    <a:pt x="1938629" y="6858000"/>
                  </a:lnTo>
                  <a:lnTo>
                    <a:pt x="1368607" y="6858000"/>
                  </a:lnTo>
                  <a:lnTo>
                    <a:pt x="1115251" y="6594103"/>
                  </a:lnTo>
                  <a:cubicBezTo>
                    <a:pt x="418530" y="5794890"/>
                    <a:pt x="0" y="4770280"/>
                    <a:pt x="0" y="3653129"/>
                  </a:cubicBezTo>
                  <a:cubicBezTo>
                    <a:pt x="0" y="2216793"/>
                    <a:pt x="691856" y="933432"/>
                    <a:pt x="1777294" y="85415"/>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grpSp>
      <p:sp>
        <p:nvSpPr>
          <p:cNvPr id="2" name="Title 1">
            <a:extLst>
              <a:ext uri="{FF2B5EF4-FFF2-40B4-BE49-F238E27FC236}">
                <a16:creationId xmlns:a16="http://schemas.microsoft.com/office/drawing/2014/main" id="{8FB44EAD-9809-7711-9716-CB8F557A1391}"/>
              </a:ext>
            </a:extLst>
          </p:cNvPr>
          <p:cNvSpPr>
            <a:spLocks noGrp="1"/>
          </p:cNvSpPr>
          <p:nvPr>
            <p:ph type="ctrTitle"/>
          </p:nvPr>
        </p:nvSpPr>
        <p:spPr>
          <a:xfrm>
            <a:off x="876300" y="45868"/>
            <a:ext cx="10263459" cy="923925"/>
          </a:xfrm>
        </p:spPr>
        <p:txBody>
          <a:bodyPr anchor="b">
            <a:normAutofit/>
          </a:bodyPr>
          <a:lstStyle/>
          <a:p>
            <a:r>
              <a:rPr lang="en-IN" sz="4000" dirty="0">
                <a:solidFill>
                  <a:schemeClr val="tx2"/>
                </a:solidFill>
                <a:latin typeface="Engravers MT" panose="02090707080505020304" pitchFamily="18" charset="0"/>
              </a:rPr>
              <a:t>History  of MISRA-C</a:t>
            </a:r>
            <a:endParaRPr lang="en-IN" sz="4000" dirty="0">
              <a:solidFill>
                <a:schemeClr val="tx2"/>
              </a:solidFill>
            </a:endParaRPr>
          </a:p>
        </p:txBody>
      </p:sp>
      <p:grpSp>
        <p:nvGrpSpPr>
          <p:cNvPr id="23" name="Group 22">
            <a:extLst>
              <a:ext uri="{FF2B5EF4-FFF2-40B4-BE49-F238E27FC236}">
                <a16:creationId xmlns:a16="http://schemas.microsoft.com/office/drawing/2014/main" id="{87F87F1B-42BA-4AC7-A4E2-41544DDB2CE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05" y="-4155"/>
            <a:ext cx="2514948" cy="2174333"/>
            <a:chOff x="-305" y="-4155"/>
            <a:chExt cx="2514948" cy="2174333"/>
          </a:xfrm>
        </p:grpSpPr>
        <p:sp>
          <p:nvSpPr>
            <p:cNvPr id="24" name="Freeform: Shape 23">
              <a:extLst>
                <a:ext uri="{FF2B5EF4-FFF2-40B4-BE49-F238E27FC236}">
                  <a16:creationId xmlns:a16="http://schemas.microsoft.com/office/drawing/2014/main" id="{68B53067-4E48-4E71-A6A9-A8CAABAFBF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Freeform: Shape 24">
              <a:extLst>
                <a:ext uri="{FF2B5EF4-FFF2-40B4-BE49-F238E27FC236}">
                  <a16:creationId xmlns:a16="http://schemas.microsoft.com/office/drawing/2014/main" id="{06D1A0D3-4BB8-41D9-9CE7-2884C83F44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Freeform: Shape 25">
              <a:extLst>
                <a:ext uri="{FF2B5EF4-FFF2-40B4-BE49-F238E27FC236}">
                  <a16:creationId xmlns:a16="http://schemas.microsoft.com/office/drawing/2014/main" id="{81E20F06-3B09-4B89-A36B-AB8BFBCCA5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dirty="0"/>
            </a:p>
          </p:txBody>
        </p:sp>
        <p:sp>
          <p:nvSpPr>
            <p:cNvPr id="27" name="Freeform: Shape 26">
              <a:extLst>
                <a:ext uri="{FF2B5EF4-FFF2-40B4-BE49-F238E27FC236}">
                  <a16:creationId xmlns:a16="http://schemas.microsoft.com/office/drawing/2014/main" id="{DAE6C3D7-7D5B-4926-877D-45F117BB6B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9" name="Group 28">
            <a:extLst>
              <a:ext uri="{FF2B5EF4-FFF2-40B4-BE49-F238E27FC236}">
                <a16:creationId xmlns:a16="http://schemas.microsoft.com/office/drawing/2014/main" id="{967346A5-7569-4F15-AB5D-BE3DADF192C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9685727" y="4683666"/>
            <a:ext cx="2514948" cy="2174333"/>
            <a:chOff x="-305" y="-4155"/>
            <a:chExt cx="2514948" cy="2174333"/>
          </a:xfrm>
        </p:grpSpPr>
        <p:sp>
          <p:nvSpPr>
            <p:cNvPr id="30" name="Freeform: Shape 29">
              <a:extLst>
                <a:ext uri="{FF2B5EF4-FFF2-40B4-BE49-F238E27FC236}">
                  <a16:creationId xmlns:a16="http://schemas.microsoft.com/office/drawing/2014/main" id="{E1951533-A568-4765-AB1F-F71D9AFDEA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 name="Freeform: Shape 30">
              <a:extLst>
                <a:ext uri="{FF2B5EF4-FFF2-40B4-BE49-F238E27FC236}">
                  <a16:creationId xmlns:a16="http://schemas.microsoft.com/office/drawing/2014/main" id="{A7214F52-4F3F-4C96-A62E-F1401D6C04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Freeform: Shape 31">
              <a:extLst>
                <a:ext uri="{FF2B5EF4-FFF2-40B4-BE49-F238E27FC236}">
                  <a16:creationId xmlns:a16="http://schemas.microsoft.com/office/drawing/2014/main" id="{023146A1-291C-4FA0-AB5B-EB04D42398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dirty="0"/>
            </a:p>
          </p:txBody>
        </p:sp>
        <p:sp>
          <p:nvSpPr>
            <p:cNvPr id="33" name="Freeform: Shape 32">
              <a:extLst>
                <a:ext uri="{FF2B5EF4-FFF2-40B4-BE49-F238E27FC236}">
                  <a16:creationId xmlns:a16="http://schemas.microsoft.com/office/drawing/2014/main" id="{62977932-2B03-4899-8306-5002CEE68E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5" name="Title 1">
            <a:extLst>
              <a:ext uri="{FF2B5EF4-FFF2-40B4-BE49-F238E27FC236}">
                <a16:creationId xmlns:a16="http://schemas.microsoft.com/office/drawing/2014/main" id="{D6EE584E-84BC-FC84-2A5F-A0E7AF1256B7}"/>
              </a:ext>
            </a:extLst>
          </p:cNvPr>
          <p:cNvSpPr txBox="1">
            <a:spLocks/>
          </p:cNvSpPr>
          <p:nvPr/>
        </p:nvSpPr>
        <p:spPr>
          <a:xfrm>
            <a:off x="10382250" y="3983"/>
            <a:ext cx="1809445" cy="44767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2000" dirty="0">
                <a:solidFill>
                  <a:schemeClr val="tx2"/>
                </a:solidFill>
              </a:rPr>
              <a:t>MISRA C -2012</a:t>
            </a:r>
          </a:p>
        </p:txBody>
      </p:sp>
      <p:sp>
        <p:nvSpPr>
          <p:cNvPr id="6" name="Subtitle 2">
            <a:extLst>
              <a:ext uri="{FF2B5EF4-FFF2-40B4-BE49-F238E27FC236}">
                <a16:creationId xmlns:a16="http://schemas.microsoft.com/office/drawing/2014/main" id="{C992C8E1-40D9-45CC-B67A-D8B86D2A381E}"/>
              </a:ext>
            </a:extLst>
          </p:cNvPr>
          <p:cNvSpPr txBox="1">
            <a:spLocks/>
          </p:cNvSpPr>
          <p:nvPr/>
        </p:nvSpPr>
        <p:spPr>
          <a:xfrm>
            <a:off x="3432265" y="853500"/>
            <a:ext cx="5188034" cy="682079"/>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IN" dirty="0">
                <a:solidFill>
                  <a:schemeClr val="tx2"/>
                </a:solidFill>
              </a:rPr>
              <a:t>Improvisation</a:t>
            </a:r>
          </a:p>
        </p:txBody>
      </p:sp>
      <p:sp>
        <p:nvSpPr>
          <p:cNvPr id="7" name="Subtitle 2">
            <a:extLst>
              <a:ext uri="{FF2B5EF4-FFF2-40B4-BE49-F238E27FC236}">
                <a16:creationId xmlns:a16="http://schemas.microsoft.com/office/drawing/2014/main" id="{2387BBB0-3B93-76B0-E677-DCB57C17723E}"/>
              </a:ext>
            </a:extLst>
          </p:cNvPr>
          <p:cNvSpPr txBox="1">
            <a:spLocks/>
          </p:cNvSpPr>
          <p:nvPr/>
        </p:nvSpPr>
        <p:spPr>
          <a:xfrm>
            <a:off x="1115833" y="1226132"/>
            <a:ext cx="10458450" cy="2421943"/>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115000"/>
              </a:lnSpc>
              <a:spcAft>
                <a:spcPts val="800"/>
              </a:spcAft>
            </a:pPr>
            <a:r>
              <a:rPr lang="en-IN" sz="4000" kern="0" dirty="0">
                <a:solidFill>
                  <a:srgbClr val="666666"/>
                </a:solidFill>
                <a:effectLst/>
                <a:latin typeface="Engravers MT" panose="02090707080505020304" pitchFamily="18" charset="0"/>
                <a:ea typeface="Times New Roman" panose="02020603050405020304" pitchFamily="18" charset="0"/>
                <a:cs typeface="Times New Roman" panose="02020603050405020304" pitchFamily="18" charset="0"/>
              </a:rPr>
              <a:t>MISRA C:2012</a:t>
            </a:r>
            <a:endParaRPr lang="en-IN" sz="4000" kern="100" dirty="0">
              <a:effectLst/>
              <a:latin typeface="Engravers MT" panose="02090707080505020304" pitchFamily="18" charset="0"/>
              <a:ea typeface="Aptos" panose="020B0004020202020204" pitchFamily="34" charset="0"/>
              <a:cs typeface="Times New Roman" panose="02020603050405020304" pitchFamily="18" charset="0"/>
            </a:endParaRPr>
          </a:p>
          <a:p>
            <a:pPr algn="l">
              <a:lnSpc>
                <a:spcPct val="115000"/>
              </a:lnSpc>
              <a:spcAft>
                <a:spcPts val="800"/>
              </a:spcAft>
            </a:pPr>
            <a:r>
              <a:rPr lang="en-IN" kern="0" dirty="0">
                <a:effectLst/>
                <a:latin typeface="Times New Roman" panose="02020603050405020304" pitchFamily="18" charset="0"/>
                <a:ea typeface="Times New Roman" panose="02020603050405020304" pitchFamily="18" charset="0"/>
                <a:cs typeface="Times New Roman" panose="02020603050405020304" pitchFamily="18" charset="0"/>
              </a:rPr>
              <a:t>MISRA C:2012 is the third edition of MISRA C, published in 2012. It was written for C99 and C90 to provide better rationales for the guidelines and more precise descriptions. There are 143 rules, 17 directives, including:</a:t>
            </a:r>
            <a:endParaRPr lang="en-IN" kern="100" dirty="0">
              <a:effectLst/>
              <a:latin typeface="Times New Roman" panose="02020603050405020304" pitchFamily="18" charset="0"/>
              <a:ea typeface="Aptos" panose="020B0004020202020204" pitchFamily="34" charset="0"/>
              <a:cs typeface="Times New Roman" panose="02020603050405020304" pitchFamily="18" charset="0"/>
            </a:endParaRPr>
          </a:p>
          <a:p>
            <a:endParaRPr lang="en-IN" dirty="0">
              <a:solidFill>
                <a:schemeClr val="tx2"/>
              </a:solidFill>
            </a:endParaRPr>
          </a:p>
        </p:txBody>
      </p:sp>
      <p:sp>
        <p:nvSpPr>
          <p:cNvPr id="8" name="Slide Number Placeholder 7">
            <a:extLst>
              <a:ext uri="{FF2B5EF4-FFF2-40B4-BE49-F238E27FC236}">
                <a16:creationId xmlns:a16="http://schemas.microsoft.com/office/drawing/2014/main" id="{C3EF1B9C-E2F6-B283-564B-B44CF0DFFEAE}"/>
              </a:ext>
            </a:extLst>
          </p:cNvPr>
          <p:cNvSpPr>
            <a:spLocks noGrp="1"/>
          </p:cNvSpPr>
          <p:nvPr>
            <p:ph type="sldNum" sz="quarter" idx="12"/>
          </p:nvPr>
        </p:nvSpPr>
        <p:spPr/>
        <p:txBody>
          <a:bodyPr/>
          <a:lstStyle/>
          <a:p>
            <a:fld id="{91247CA1-BCEC-4DD4-9B23-E2AE1AEA27A6}" type="slidenum">
              <a:rPr lang="en-IN" smtClean="0"/>
              <a:t>7</a:t>
            </a:fld>
            <a:endParaRPr lang="en-IN"/>
          </a:p>
        </p:txBody>
      </p:sp>
      <p:sp>
        <p:nvSpPr>
          <p:cNvPr id="3" name="TextBox 2">
            <a:extLst>
              <a:ext uri="{FF2B5EF4-FFF2-40B4-BE49-F238E27FC236}">
                <a16:creationId xmlns:a16="http://schemas.microsoft.com/office/drawing/2014/main" id="{DA862E1C-EA76-4A01-863B-8BF52F81F1B0}"/>
              </a:ext>
            </a:extLst>
          </p:cNvPr>
          <p:cNvSpPr txBox="1"/>
          <p:nvPr/>
        </p:nvSpPr>
        <p:spPr>
          <a:xfrm>
            <a:off x="10532532" y="526059"/>
            <a:ext cx="1451144" cy="369332"/>
          </a:xfrm>
          <a:prstGeom prst="rect">
            <a:avLst/>
          </a:prstGeom>
          <a:noFill/>
        </p:spPr>
        <p:txBody>
          <a:bodyPr wrap="square">
            <a:spAutoFit/>
          </a:bodyPr>
          <a:lstStyle/>
          <a:p>
            <a:r>
              <a:rPr lang="en-IN" dirty="0"/>
              <a:t>Session 1</a:t>
            </a:r>
          </a:p>
        </p:txBody>
      </p:sp>
    </p:spTree>
    <p:extLst>
      <p:ext uri="{BB962C8B-B14F-4D97-AF65-F5344CB8AC3E}">
        <p14:creationId xmlns:p14="http://schemas.microsoft.com/office/powerpoint/2010/main" val="37773330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5A292AEA-2528-46C0-B426-95822B6141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Rectangle 27">
            <a:extLst>
              <a:ext uri="{FF2B5EF4-FFF2-40B4-BE49-F238E27FC236}">
                <a16:creationId xmlns:a16="http://schemas.microsoft.com/office/drawing/2014/main" id="{D8B7B198-E4DF-43CD-AD8C-1998843237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dirty="0"/>
          </a:p>
        </p:txBody>
      </p:sp>
      <p:sp>
        <p:nvSpPr>
          <p:cNvPr id="34" name="Freeform: Shape 33">
            <a:extLst>
              <a:ext uri="{FF2B5EF4-FFF2-40B4-BE49-F238E27FC236}">
                <a16:creationId xmlns:a16="http://schemas.microsoft.com/office/drawing/2014/main" id="{2BE67753-EA0E-4819-8D22-0B6600CF7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96934" y="3984"/>
            <a:ext cx="9376632" cy="6858000"/>
          </a:xfrm>
          <a:custGeom>
            <a:avLst/>
            <a:gdLst>
              <a:gd name="connsiteX0" fmla="*/ 1691615 w 9376632"/>
              <a:gd name="connsiteY0" fmla="*/ 0 h 6858000"/>
              <a:gd name="connsiteX1" fmla="*/ 7685017 w 9376632"/>
              <a:gd name="connsiteY1" fmla="*/ 0 h 6858000"/>
              <a:gd name="connsiteX2" fmla="*/ 7840634 w 9376632"/>
              <a:gd name="connsiteY2" fmla="*/ 134799 h 6858000"/>
              <a:gd name="connsiteX3" fmla="*/ 9376632 w 9376632"/>
              <a:gd name="connsiteY3" fmla="*/ 3605175 h 6858000"/>
              <a:gd name="connsiteX4" fmla="*/ 8158692 w 9376632"/>
              <a:gd name="connsiteY4" fmla="*/ 6757493 h 6858000"/>
              <a:gd name="connsiteX5" fmla="*/ 8062868 w 9376632"/>
              <a:gd name="connsiteY5" fmla="*/ 6858000 h 6858000"/>
              <a:gd name="connsiteX6" fmla="*/ 1313765 w 9376632"/>
              <a:gd name="connsiteY6" fmla="*/ 6858000 h 6858000"/>
              <a:gd name="connsiteX7" fmla="*/ 1217940 w 9376632"/>
              <a:gd name="connsiteY7" fmla="*/ 6757493 h 6858000"/>
              <a:gd name="connsiteX8" fmla="*/ 0 w 9376632"/>
              <a:gd name="connsiteY8" fmla="*/ 3605175 h 6858000"/>
              <a:gd name="connsiteX9" fmla="*/ 1535999 w 9376632"/>
              <a:gd name="connsiteY9" fmla="*/ 13479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376632" h="6858000">
                <a:moveTo>
                  <a:pt x="1691615" y="0"/>
                </a:moveTo>
                <a:lnTo>
                  <a:pt x="7685017" y="0"/>
                </a:lnTo>
                <a:lnTo>
                  <a:pt x="7840634" y="134799"/>
                </a:lnTo>
                <a:cubicBezTo>
                  <a:pt x="8784230" y="992423"/>
                  <a:pt x="9376632" y="2229618"/>
                  <a:pt x="9376632" y="3605175"/>
                </a:cubicBezTo>
                <a:cubicBezTo>
                  <a:pt x="9376632" y="4818903"/>
                  <a:pt x="8915419" y="5924908"/>
                  <a:pt x="8158692" y="6757493"/>
                </a:cubicBezTo>
                <a:lnTo>
                  <a:pt x="8062868" y="6858000"/>
                </a:lnTo>
                <a:lnTo>
                  <a:pt x="1313765" y="6858000"/>
                </a:lnTo>
                <a:lnTo>
                  <a:pt x="1217940" y="6757493"/>
                </a:lnTo>
                <a:cubicBezTo>
                  <a:pt x="461213" y="5924908"/>
                  <a:pt x="0" y="4818903"/>
                  <a:pt x="0" y="3605175"/>
                </a:cubicBezTo>
                <a:cubicBezTo>
                  <a:pt x="0" y="2229618"/>
                  <a:pt x="592403" y="992423"/>
                  <a:pt x="1535999" y="134799"/>
                </a:cubicBezTo>
                <a:close/>
              </a:path>
            </a:pathLst>
          </a:cu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35" name="Group 34">
            <a:extLst>
              <a:ext uri="{FF2B5EF4-FFF2-40B4-BE49-F238E27FC236}">
                <a16:creationId xmlns:a16="http://schemas.microsoft.com/office/drawing/2014/main" id="{D76D63AC-0421-45EC-B383-E79A61A78C6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303402" y="3985"/>
            <a:ext cx="9772765" cy="6858000"/>
            <a:chOff x="1303402" y="36937"/>
            <a:chExt cx="9772765" cy="6858000"/>
          </a:xfrm>
          <a:solidFill>
            <a:schemeClr val="bg1">
              <a:alpha val="30000"/>
            </a:schemeClr>
          </a:solidFill>
        </p:grpSpPr>
        <p:sp>
          <p:nvSpPr>
            <p:cNvPr id="15" name="Freeform: Shape 14">
              <a:extLst>
                <a:ext uri="{FF2B5EF4-FFF2-40B4-BE49-F238E27FC236}">
                  <a16:creationId xmlns:a16="http://schemas.microsoft.com/office/drawing/2014/main" id="{B997A32E-7032-4107-9C8B-99DB59EDD5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6937"/>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Shape 15">
              <a:extLst>
                <a:ext uri="{FF2B5EF4-FFF2-40B4-BE49-F238E27FC236}">
                  <a16:creationId xmlns:a16="http://schemas.microsoft.com/office/drawing/2014/main" id="{943BB27F-1470-42CA-91FF-D94BC691C8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6937"/>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Freeform: Shape 16">
              <a:extLst>
                <a:ext uri="{FF2B5EF4-FFF2-40B4-BE49-F238E27FC236}">
                  <a16:creationId xmlns:a16="http://schemas.microsoft.com/office/drawing/2014/main" id="{E997B002-17FD-47B3-A06A-76802FE15C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6937"/>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Freeform: Shape 17">
              <a:extLst>
                <a:ext uri="{FF2B5EF4-FFF2-40B4-BE49-F238E27FC236}">
                  <a16:creationId xmlns:a16="http://schemas.microsoft.com/office/drawing/2014/main" id="{E401EA35-9D2E-43B7-860F-EBB8A6C3E0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6937"/>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Freeform: Shape 18">
              <a:extLst>
                <a:ext uri="{FF2B5EF4-FFF2-40B4-BE49-F238E27FC236}">
                  <a16:creationId xmlns:a16="http://schemas.microsoft.com/office/drawing/2014/main" id="{F8C44827-3D81-4FF9-B4A5-5650D1B20A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6937"/>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Freeform: Shape 19">
              <a:extLst>
                <a:ext uri="{FF2B5EF4-FFF2-40B4-BE49-F238E27FC236}">
                  <a16:creationId xmlns:a16="http://schemas.microsoft.com/office/drawing/2014/main" id="{F613D97F-F6DF-4D32-AD91-209A80E7A2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8320" y="36937"/>
              <a:ext cx="9767847" cy="6858000"/>
            </a:xfrm>
            <a:custGeom>
              <a:avLst/>
              <a:gdLst>
                <a:gd name="connsiteX0" fmla="*/ 7151367 w 9767847"/>
                <a:gd name="connsiteY0" fmla="*/ 0 h 6858000"/>
                <a:gd name="connsiteX1" fmla="*/ 7881247 w 9767847"/>
                <a:gd name="connsiteY1" fmla="*/ 0 h 6858000"/>
                <a:gd name="connsiteX2" fmla="*/ 7990553 w 9767847"/>
                <a:gd name="connsiteY2" fmla="*/ 81317 h 6858000"/>
                <a:gd name="connsiteX3" fmla="*/ 9767847 w 9767847"/>
                <a:gd name="connsiteY3" fmla="*/ 3649031 h 6858000"/>
                <a:gd name="connsiteX4" fmla="*/ 8652597 w 9767847"/>
                <a:gd name="connsiteY4" fmla="*/ 6590005 h 6858000"/>
                <a:gd name="connsiteX5" fmla="*/ 8395306 w 9767847"/>
                <a:gd name="connsiteY5" fmla="*/ 6858000 h 6858000"/>
                <a:gd name="connsiteX6" fmla="*/ 6762603 w 9767847"/>
                <a:gd name="connsiteY6" fmla="*/ 6858000 h 6858000"/>
                <a:gd name="connsiteX7" fmla="*/ 6765962 w 9767847"/>
                <a:gd name="connsiteY7" fmla="*/ 6854844 h 6858000"/>
                <a:gd name="connsiteX8" fmla="*/ 6804586 w 9767847"/>
                <a:gd name="connsiteY8" fmla="*/ 6817103 h 6858000"/>
                <a:gd name="connsiteX9" fmla="*/ 6881735 w 9767847"/>
                <a:gd name="connsiteY9" fmla="*/ 6741197 h 6858000"/>
                <a:gd name="connsiteX10" fmla="*/ 6958883 w 9767847"/>
                <a:gd name="connsiteY10" fmla="*/ 6664822 h 6858000"/>
                <a:gd name="connsiteX11" fmla="*/ 7267925 w 9767847"/>
                <a:gd name="connsiteY11" fmla="*/ 6355694 h 6858000"/>
                <a:gd name="connsiteX12" fmla="*/ 7424360 w 9767847"/>
                <a:gd name="connsiteY12" fmla="*/ 6200685 h 6858000"/>
                <a:gd name="connsiteX13" fmla="*/ 7504938 w 9767847"/>
                <a:gd name="connsiteY13" fmla="*/ 6122708 h 6858000"/>
                <a:gd name="connsiteX14" fmla="*/ 7546396 w 9767847"/>
                <a:gd name="connsiteY14" fmla="*/ 6083697 h 6858000"/>
                <a:gd name="connsiteX15" fmla="*/ 7588002 w 9767847"/>
                <a:gd name="connsiteY15" fmla="*/ 6045532 h 6858000"/>
                <a:gd name="connsiteX16" fmla="*/ 7631000 w 9767847"/>
                <a:gd name="connsiteY16" fmla="*/ 6006709 h 6858000"/>
                <a:gd name="connsiteX17" fmla="*/ 7675440 w 9767847"/>
                <a:gd name="connsiteY17" fmla="*/ 5968309 h 6858000"/>
                <a:gd name="connsiteX18" fmla="*/ 7720626 w 9767847"/>
                <a:gd name="connsiteY18" fmla="*/ 5930851 h 6858000"/>
                <a:gd name="connsiteX19" fmla="*/ 7766458 w 9767847"/>
                <a:gd name="connsiteY19" fmla="*/ 5894334 h 6858000"/>
                <a:gd name="connsiteX20" fmla="*/ 7955254 w 9767847"/>
                <a:gd name="connsiteY20" fmla="*/ 5756828 h 6858000"/>
                <a:gd name="connsiteX21" fmla="*/ 8352678 w 9767847"/>
                <a:gd name="connsiteY21" fmla="*/ 5517630 h 6858000"/>
                <a:gd name="connsiteX22" fmla="*/ 8451350 w 9767847"/>
                <a:gd name="connsiteY22" fmla="*/ 5465254 h 6858000"/>
                <a:gd name="connsiteX23" fmla="*/ 8548532 w 9767847"/>
                <a:gd name="connsiteY23" fmla="*/ 5413395 h 6858000"/>
                <a:gd name="connsiteX24" fmla="*/ 8729473 w 9767847"/>
                <a:gd name="connsiteY24" fmla="*/ 5309961 h 6858000"/>
                <a:gd name="connsiteX25" fmla="*/ 8770781 w 9767847"/>
                <a:gd name="connsiteY25" fmla="*/ 5283232 h 6858000"/>
                <a:gd name="connsiteX26" fmla="*/ 8790964 w 9767847"/>
                <a:gd name="connsiteY26" fmla="*/ 5269492 h 6858000"/>
                <a:gd name="connsiteX27" fmla="*/ 8810499 w 9767847"/>
                <a:gd name="connsiteY27" fmla="*/ 5255703 h 6858000"/>
                <a:gd name="connsiteX28" fmla="*/ 8883571 w 9767847"/>
                <a:gd name="connsiteY28" fmla="*/ 5198479 h 6858000"/>
                <a:gd name="connsiteX29" fmla="*/ 9006651 w 9767847"/>
                <a:gd name="connsiteY29" fmla="*/ 5070527 h 6858000"/>
                <a:gd name="connsiteX30" fmla="*/ 9033494 w 9767847"/>
                <a:gd name="connsiteY30" fmla="*/ 5034105 h 6858000"/>
                <a:gd name="connsiteX31" fmla="*/ 9040305 w 9767847"/>
                <a:gd name="connsiteY31" fmla="*/ 5024551 h 6858000"/>
                <a:gd name="connsiteX32" fmla="*/ 9046568 w 9767847"/>
                <a:gd name="connsiteY32" fmla="*/ 5015281 h 6858000"/>
                <a:gd name="connsiteX33" fmla="*/ 9058846 w 9767847"/>
                <a:gd name="connsiteY33" fmla="*/ 4996645 h 6858000"/>
                <a:gd name="connsiteX34" fmla="*/ 9104529 w 9767847"/>
                <a:gd name="connsiteY34" fmla="*/ 4918105 h 6858000"/>
                <a:gd name="connsiteX35" fmla="*/ 9181081 w 9767847"/>
                <a:gd name="connsiteY35" fmla="*/ 4744694 h 6858000"/>
                <a:gd name="connsiteX36" fmla="*/ 9240731 w 9767847"/>
                <a:gd name="connsiteY36" fmla="*/ 4557872 h 6858000"/>
                <a:gd name="connsiteX37" fmla="*/ 9265388 w 9767847"/>
                <a:gd name="connsiteY37" fmla="*/ 4461073 h 6858000"/>
                <a:gd name="connsiteX38" fmla="*/ 9276571 w 9767847"/>
                <a:gd name="connsiteY38" fmla="*/ 4411943 h 6858000"/>
                <a:gd name="connsiteX39" fmla="*/ 9281841 w 9767847"/>
                <a:gd name="connsiteY39" fmla="*/ 4387379 h 6858000"/>
                <a:gd name="connsiteX40" fmla="*/ 9286513 w 9767847"/>
                <a:gd name="connsiteY40" fmla="*/ 4364838 h 6858000"/>
                <a:gd name="connsiteX41" fmla="*/ 9296754 w 9767847"/>
                <a:gd name="connsiteY41" fmla="*/ 4312038 h 6858000"/>
                <a:gd name="connsiteX42" fmla="*/ 9301029 w 9767847"/>
                <a:gd name="connsiteY42" fmla="*/ 4289074 h 6858000"/>
                <a:gd name="connsiteX43" fmla="*/ 9302818 w 9767847"/>
                <a:gd name="connsiteY43" fmla="*/ 4278581 h 6858000"/>
                <a:gd name="connsiteX44" fmla="*/ 9304658 w 9767847"/>
                <a:gd name="connsiteY44" fmla="*/ 4266816 h 6858000"/>
                <a:gd name="connsiteX45" fmla="*/ 9312810 w 9767847"/>
                <a:gd name="connsiteY45" fmla="*/ 4215945 h 6858000"/>
                <a:gd name="connsiteX46" fmla="*/ 9316887 w 9767847"/>
                <a:gd name="connsiteY46" fmla="*/ 4190486 h 6858000"/>
                <a:gd name="connsiteX47" fmla="*/ 9318923 w 9767847"/>
                <a:gd name="connsiteY47" fmla="*/ 4177780 h 6858000"/>
                <a:gd name="connsiteX48" fmla="*/ 9320515 w 9767847"/>
                <a:gd name="connsiteY48" fmla="*/ 4164886 h 6858000"/>
                <a:gd name="connsiteX49" fmla="*/ 9332445 w 9767847"/>
                <a:gd name="connsiteY49" fmla="*/ 4064981 h 6858000"/>
                <a:gd name="connsiteX50" fmla="*/ 9336173 w 9767847"/>
                <a:gd name="connsiteY50" fmla="*/ 4018676 h 6858000"/>
                <a:gd name="connsiteX51" fmla="*/ 9340199 w 9767847"/>
                <a:gd name="connsiteY51" fmla="*/ 3965171 h 6858000"/>
                <a:gd name="connsiteX52" fmla="*/ 9347557 w 9767847"/>
                <a:gd name="connsiteY52" fmla="*/ 3765972 h 6858000"/>
                <a:gd name="connsiteX53" fmla="*/ 9346364 w 9767847"/>
                <a:gd name="connsiteY53" fmla="*/ 3664938 h 6858000"/>
                <a:gd name="connsiteX54" fmla="*/ 9344921 w 9767847"/>
                <a:gd name="connsiteY54" fmla="*/ 3615243 h 6858000"/>
                <a:gd name="connsiteX55" fmla="*/ 9344524 w 9767847"/>
                <a:gd name="connsiteY55" fmla="*/ 3603526 h 6858000"/>
                <a:gd name="connsiteX56" fmla="*/ 9343728 w 9767847"/>
                <a:gd name="connsiteY56" fmla="*/ 3590774 h 6858000"/>
                <a:gd name="connsiteX57" fmla="*/ 9342188 w 9767847"/>
                <a:gd name="connsiteY57" fmla="*/ 3565268 h 6858000"/>
                <a:gd name="connsiteX58" fmla="*/ 9339056 w 9767847"/>
                <a:gd name="connsiteY58" fmla="*/ 3514256 h 6858000"/>
                <a:gd name="connsiteX59" fmla="*/ 9334334 w 9767847"/>
                <a:gd name="connsiteY59" fmla="*/ 3463057 h 6858000"/>
                <a:gd name="connsiteX60" fmla="*/ 9329363 w 9767847"/>
                <a:gd name="connsiteY60" fmla="*/ 3411810 h 6858000"/>
                <a:gd name="connsiteX61" fmla="*/ 9328319 w 9767847"/>
                <a:gd name="connsiteY61" fmla="*/ 3400657 h 6858000"/>
                <a:gd name="connsiteX62" fmla="*/ 9327177 w 9767847"/>
                <a:gd name="connsiteY62" fmla="*/ 3390116 h 6858000"/>
                <a:gd name="connsiteX63" fmla="*/ 9324293 w 9767847"/>
                <a:gd name="connsiteY63" fmla="*/ 3366774 h 6858000"/>
                <a:gd name="connsiteX64" fmla="*/ 9320763 w 9767847"/>
                <a:gd name="connsiteY64" fmla="*/ 3340329 h 6858000"/>
                <a:gd name="connsiteX65" fmla="*/ 9317184 w 9767847"/>
                <a:gd name="connsiteY65" fmla="*/ 3311245 h 6858000"/>
                <a:gd name="connsiteX66" fmla="*/ 9311021 w 9767847"/>
                <a:gd name="connsiteY66" fmla="*/ 3266211 h 6858000"/>
                <a:gd name="connsiteX67" fmla="*/ 9302719 w 9767847"/>
                <a:gd name="connsiteY67" fmla="*/ 3215717 h 6858000"/>
                <a:gd name="connsiteX68" fmla="*/ 9293970 w 9767847"/>
                <a:gd name="connsiteY68" fmla="*/ 3165789 h 6858000"/>
                <a:gd name="connsiteX69" fmla="*/ 9252065 w 9767847"/>
                <a:gd name="connsiteY69" fmla="*/ 2967107 h 6858000"/>
                <a:gd name="connsiteX70" fmla="*/ 9227211 w 9767847"/>
                <a:gd name="connsiteY70" fmla="*/ 2868473 h 6858000"/>
                <a:gd name="connsiteX71" fmla="*/ 9220699 w 9767847"/>
                <a:gd name="connsiteY71" fmla="*/ 2844426 h 6858000"/>
                <a:gd name="connsiteX72" fmla="*/ 9213740 w 9767847"/>
                <a:gd name="connsiteY72" fmla="*/ 2820191 h 6858000"/>
                <a:gd name="connsiteX73" fmla="*/ 9199374 w 9767847"/>
                <a:gd name="connsiteY73" fmla="*/ 2771438 h 6858000"/>
                <a:gd name="connsiteX74" fmla="*/ 9061829 w 9767847"/>
                <a:gd name="connsiteY74" fmla="*/ 2385418 h 6858000"/>
                <a:gd name="connsiteX75" fmla="*/ 8978865 w 9767847"/>
                <a:gd name="connsiteY75" fmla="*/ 2196855 h 6858000"/>
                <a:gd name="connsiteX76" fmla="*/ 8956694 w 9767847"/>
                <a:gd name="connsiteY76" fmla="*/ 2150219 h 6858000"/>
                <a:gd name="connsiteX77" fmla="*/ 8934176 w 9767847"/>
                <a:gd name="connsiteY77" fmla="*/ 2103914 h 6858000"/>
                <a:gd name="connsiteX78" fmla="*/ 8887151 w 9767847"/>
                <a:gd name="connsiteY78" fmla="*/ 2011350 h 6858000"/>
                <a:gd name="connsiteX79" fmla="*/ 8787533 w 9767847"/>
                <a:gd name="connsiteY79" fmla="*/ 1828527 h 6858000"/>
                <a:gd name="connsiteX80" fmla="*/ 8761485 w 9767847"/>
                <a:gd name="connsiteY80" fmla="*/ 1783398 h 6858000"/>
                <a:gd name="connsiteX81" fmla="*/ 8734791 w 9767847"/>
                <a:gd name="connsiteY81" fmla="*/ 1737893 h 6858000"/>
                <a:gd name="connsiteX82" fmla="*/ 8680808 w 9767847"/>
                <a:gd name="connsiteY82" fmla="*/ 1648812 h 6858000"/>
                <a:gd name="connsiteX83" fmla="*/ 8567024 w 9767847"/>
                <a:gd name="connsiteY83" fmla="*/ 1472906 h 6858000"/>
                <a:gd name="connsiteX84" fmla="*/ 8537446 w 9767847"/>
                <a:gd name="connsiteY84" fmla="*/ 1429330 h 6858000"/>
                <a:gd name="connsiteX85" fmla="*/ 8507423 w 9767847"/>
                <a:gd name="connsiteY85" fmla="*/ 1385896 h 6858000"/>
                <a:gd name="connsiteX86" fmla="*/ 8446529 w 9767847"/>
                <a:gd name="connsiteY86" fmla="*/ 1300295 h 6858000"/>
                <a:gd name="connsiteX87" fmla="*/ 8319224 w 9767847"/>
                <a:gd name="connsiteY87" fmla="*/ 1131026 h 6858000"/>
                <a:gd name="connsiteX88" fmla="*/ 8286366 w 9767847"/>
                <a:gd name="connsiteY88" fmla="*/ 1089050 h 6858000"/>
                <a:gd name="connsiteX89" fmla="*/ 8270161 w 9767847"/>
                <a:gd name="connsiteY89" fmla="*/ 1068439 h 6858000"/>
                <a:gd name="connsiteX90" fmla="*/ 8253856 w 9767847"/>
                <a:gd name="connsiteY90" fmla="*/ 1048156 h 6858000"/>
                <a:gd name="connsiteX91" fmla="*/ 8186352 w 9767847"/>
                <a:gd name="connsiteY91" fmla="*/ 966275 h 6858000"/>
                <a:gd name="connsiteX92" fmla="*/ 8046768 w 9767847"/>
                <a:gd name="connsiteY92" fmla="*/ 805429 h 6858000"/>
                <a:gd name="connsiteX93" fmla="*/ 8010927 w 9767847"/>
                <a:gd name="connsiteY93" fmla="*/ 765853 h 6858000"/>
                <a:gd name="connsiteX94" fmla="*/ 7974788 w 9767847"/>
                <a:gd name="connsiteY94" fmla="*/ 726653 h 6858000"/>
                <a:gd name="connsiteX95" fmla="*/ 7901070 w 9767847"/>
                <a:gd name="connsiteY95" fmla="*/ 648724 h 6858000"/>
                <a:gd name="connsiteX96" fmla="*/ 7750054 w 9767847"/>
                <a:gd name="connsiteY96" fmla="*/ 497008 h 6858000"/>
                <a:gd name="connsiteX97" fmla="*/ 7592277 w 9767847"/>
                <a:gd name="connsiteY97" fmla="*/ 351221 h 6858000"/>
                <a:gd name="connsiteX98" fmla="*/ 7257734 w 9767847"/>
                <a:gd name="connsiteY98" fmla="*/ 76964 h 6858000"/>
                <a:gd name="connsiteX99" fmla="*/ 1886601 w 9767847"/>
                <a:gd name="connsiteY99" fmla="*/ 0 h 6858000"/>
                <a:gd name="connsiteX100" fmla="*/ 2292926 w 9767847"/>
                <a:gd name="connsiteY100" fmla="*/ 0 h 6858000"/>
                <a:gd name="connsiteX101" fmla="*/ 2135542 w 9767847"/>
                <a:gd name="connsiteY101" fmla="*/ 117781 h 6858000"/>
                <a:gd name="connsiteX102" fmla="*/ 1969576 w 9767847"/>
                <a:gd name="connsiteY102" fmla="*/ 254986 h 6858000"/>
                <a:gd name="connsiteX103" fmla="*/ 1659938 w 9767847"/>
                <a:gd name="connsiteY103" fmla="*/ 549855 h 6858000"/>
                <a:gd name="connsiteX104" fmla="*/ 729383 w 9767847"/>
                <a:gd name="connsiteY104" fmla="*/ 1936480 h 6858000"/>
                <a:gd name="connsiteX105" fmla="*/ 578465 w 9767847"/>
                <a:gd name="connsiteY105" fmla="*/ 2320807 h 6858000"/>
                <a:gd name="connsiteX106" fmla="*/ 465080 w 9767847"/>
                <a:gd name="connsiteY106" fmla="*/ 2714875 h 6858000"/>
                <a:gd name="connsiteX107" fmla="*/ 423820 w 9767847"/>
                <a:gd name="connsiteY107" fmla="*/ 2915436 h 6858000"/>
                <a:gd name="connsiteX108" fmla="*/ 392355 w 9767847"/>
                <a:gd name="connsiteY108" fmla="*/ 3118071 h 6858000"/>
                <a:gd name="connsiteX109" fmla="*/ 358801 w 9767847"/>
                <a:gd name="connsiteY109" fmla="*/ 3526915 h 6858000"/>
                <a:gd name="connsiteX110" fmla="*/ 410350 w 9767847"/>
                <a:gd name="connsiteY110" fmla="*/ 4348226 h 6858000"/>
                <a:gd name="connsiteX111" fmla="*/ 449022 w 9767847"/>
                <a:gd name="connsiteY111" fmla="*/ 4551049 h 6858000"/>
                <a:gd name="connsiteX112" fmla="*/ 498882 w 9767847"/>
                <a:gd name="connsiteY112" fmla="*/ 4752365 h 6858000"/>
                <a:gd name="connsiteX113" fmla="*/ 559775 w 9767847"/>
                <a:gd name="connsiteY113" fmla="*/ 4951657 h 6858000"/>
                <a:gd name="connsiteX114" fmla="*/ 631406 w 9767847"/>
                <a:gd name="connsiteY114" fmla="*/ 5147986 h 6858000"/>
                <a:gd name="connsiteX115" fmla="*/ 1023461 w 9767847"/>
                <a:gd name="connsiteY115" fmla="*/ 5893957 h 6858000"/>
                <a:gd name="connsiteX116" fmla="*/ 1575880 w 9767847"/>
                <a:gd name="connsiteY116" fmla="*/ 6547646 h 6858000"/>
                <a:gd name="connsiteX117" fmla="*/ 1905228 w 9767847"/>
                <a:gd name="connsiteY117" fmla="*/ 6829468 h 6858000"/>
                <a:gd name="connsiteX118" fmla="*/ 1944230 w 9767847"/>
                <a:gd name="connsiteY118" fmla="*/ 6858000 h 6858000"/>
                <a:gd name="connsiteX119" fmla="*/ 1372541 w 9767847"/>
                <a:gd name="connsiteY119" fmla="*/ 6858000 h 6858000"/>
                <a:gd name="connsiteX120" fmla="*/ 1115251 w 9767847"/>
                <a:gd name="connsiteY120" fmla="*/ 6590005 h 6858000"/>
                <a:gd name="connsiteX121" fmla="*/ 0 w 9767847"/>
                <a:gd name="connsiteY121" fmla="*/ 3649031 h 6858000"/>
                <a:gd name="connsiteX122" fmla="*/ 1777294 w 9767847"/>
                <a:gd name="connsiteY122" fmla="*/ 813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9767847" h="6858000">
                  <a:moveTo>
                    <a:pt x="7151367" y="0"/>
                  </a:moveTo>
                  <a:lnTo>
                    <a:pt x="7881247" y="0"/>
                  </a:lnTo>
                  <a:lnTo>
                    <a:pt x="7990553" y="81317"/>
                  </a:lnTo>
                  <a:cubicBezTo>
                    <a:pt x="9075991" y="929334"/>
                    <a:pt x="9767847" y="2212695"/>
                    <a:pt x="9767847" y="3649031"/>
                  </a:cubicBezTo>
                  <a:cubicBezTo>
                    <a:pt x="9767847" y="4766182"/>
                    <a:pt x="9349317" y="5790792"/>
                    <a:pt x="8652597" y="6590005"/>
                  </a:cubicBezTo>
                  <a:lnTo>
                    <a:pt x="8395306" y="6858000"/>
                  </a:lnTo>
                  <a:lnTo>
                    <a:pt x="6762603" y="6858000"/>
                  </a:lnTo>
                  <a:lnTo>
                    <a:pt x="6765962" y="6854844"/>
                  </a:lnTo>
                  <a:cubicBezTo>
                    <a:pt x="6779036" y="6842703"/>
                    <a:pt x="6791663" y="6829621"/>
                    <a:pt x="6804586" y="6817103"/>
                  </a:cubicBezTo>
                  <a:lnTo>
                    <a:pt x="6881735" y="6741197"/>
                  </a:lnTo>
                  <a:cubicBezTo>
                    <a:pt x="6907435" y="6715881"/>
                    <a:pt x="6933134" y="6690798"/>
                    <a:pt x="6958883" y="6664822"/>
                  </a:cubicBezTo>
                  <a:lnTo>
                    <a:pt x="7267925" y="6355694"/>
                  </a:lnTo>
                  <a:lnTo>
                    <a:pt x="7424360" y="6200685"/>
                  </a:lnTo>
                  <a:cubicBezTo>
                    <a:pt x="7450754" y="6174802"/>
                    <a:pt x="7477598" y="6148731"/>
                    <a:pt x="7504938" y="6122708"/>
                  </a:cubicBezTo>
                  <a:lnTo>
                    <a:pt x="7546396" y="6083697"/>
                  </a:lnTo>
                  <a:cubicBezTo>
                    <a:pt x="7560264" y="6070803"/>
                    <a:pt x="7574780" y="6057532"/>
                    <a:pt x="7588002" y="6045532"/>
                  </a:cubicBezTo>
                  <a:lnTo>
                    <a:pt x="7631000" y="6006709"/>
                  </a:lnTo>
                  <a:lnTo>
                    <a:pt x="7675440" y="5968309"/>
                  </a:lnTo>
                  <a:cubicBezTo>
                    <a:pt x="7690404" y="5955698"/>
                    <a:pt x="7705564" y="5943321"/>
                    <a:pt x="7720626" y="5930851"/>
                  </a:cubicBezTo>
                  <a:cubicBezTo>
                    <a:pt x="7735738" y="5918427"/>
                    <a:pt x="7751197" y="5906521"/>
                    <a:pt x="7766458" y="5894334"/>
                  </a:cubicBezTo>
                  <a:cubicBezTo>
                    <a:pt x="7827949" y="5846192"/>
                    <a:pt x="7890979" y="5800499"/>
                    <a:pt x="7955254" y="5756828"/>
                  </a:cubicBezTo>
                  <a:cubicBezTo>
                    <a:pt x="8083800" y="5669534"/>
                    <a:pt x="8216872" y="5590336"/>
                    <a:pt x="8352678" y="5517630"/>
                  </a:cubicBezTo>
                  <a:lnTo>
                    <a:pt x="8451350" y="5465254"/>
                  </a:lnTo>
                  <a:lnTo>
                    <a:pt x="8548532" y="5413395"/>
                  </a:lnTo>
                  <a:cubicBezTo>
                    <a:pt x="8612110" y="5379090"/>
                    <a:pt x="8673251" y="5345208"/>
                    <a:pt x="8729473" y="5309961"/>
                  </a:cubicBezTo>
                  <a:cubicBezTo>
                    <a:pt x="8743591" y="5301115"/>
                    <a:pt x="8757161" y="5292361"/>
                    <a:pt x="8770781" y="5283232"/>
                  </a:cubicBezTo>
                  <a:cubicBezTo>
                    <a:pt x="8777591" y="5278667"/>
                    <a:pt x="8784451" y="5274103"/>
                    <a:pt x="8790964" y="5269492"/>
                  </a:cubicBezTo>
                  <a:cubicBezTo>
                    <a:pt x="8797574" y="5264879"/>
                    <a:pt x="8804235" y="5260314"/>
                    <a:pt x="8810499" y="5255703"/>
                  </a:cubicBezTo>
                  <a:cubicBezTo>
                    <a:pt x="8835999" y="5237303"/>
                    <a:pt x="8860407" y="5218291"/>
                    <a:pt x="8883571" y="5198479"/>
                  </a:cubicBezTo>
                  <a:cubicBezTo>
                    <a:pt x="8929900" y="5158856"/>
                    <a:pt x="8971258" y="5116315"/>
                    <a:pt x="9006651" y="5070527"/>
                  </a:cubicBezTo>
                  <a:cubicBezTo>
                    <a:pt x="9015351" y="5059328"/>
                    <a:pt x="9024398" y="5046857"/>
                    <a:pt x="9033494" y="5034105"/>
                  </a:cubicBezTo>
                  <a:lnTo>
                    <a:pt x="9040305" y="5024551"/>
                  </a:lnTo>
                  <a:lnTo>
                    <a:pt x="9046568" y="5015281"/>
                  </a:lnTo>
                  <a:cubicBezTo>
                    <a:pt x="9050743" y="5009163"/>
                    <a:pt x="9054819" y="5002952"/>
                    <a:pt x="9058846" y="4996645"/>
                  </a:cubicBezTo>
                  <a:cubicBezTo>
                    <a:pt x="9075002" y="4971517"/>
                    <a:pt x="9090212" y="4945305"/>
                    <a:pt x="9104529" y="4918105"/>
                  </a:cubicBezTo>
                  <a:cubicBezTo>
                    <a:pt x="9133211" y="4863752"/>
                    <a:pt x="9158313" y="4805447"/>
                    <a:pt x="9181081" y="4744694"/>
                  </a:cubicBezTo>
                  <a:cubicBezTo>
                    <a:pt x="9203748" y="4684178"/>
                    <a:pt x="9223383" y="4621778"/>
                    <a:pt x="9240731" y="4557872"/>
                  </a:cubicBezTo>
                  <a:cubicBezTo>
                    <a:pt x="9249481" y="4525966"/>
                    <a:pt x="9257682" y="4493684"/>
                    <a:pt x="9265388" y="4461073"/>
                  </a:cubicBezTo>
                  <a:cubicBezTo>
                    <a:pt x="9269215" y="4444744"/>
                    <a:pt x="9272943" y="4428367"/>
                    <a:pt x="9276571" y="4411943"/>
                  </a:cubicBezTo>
                  <a:lnTo>
                    <a:pt x="9281841" y="4387379"/>
                  </a:lnTo>
                  <a:lnTo>
                    <a:pt x="9286513" y="4364838"/>
                  </a:lnTo>
                  <a:lnTo>
                    <a:pt x="9296754" y="4312038"/>
                  </a:lnTo>
                  <a:lnTo>
                    <a:pt x="9301029" y="4289074"/>
                  </a:lnTo>
                  <a:lnTo>
                    <a:pt x="9302818" y="4278581"/>
                  </a:lnTo>
                  <a:lnTo>
                    <a:pt x="9304658" y="4266816"/>
                  </a:lnTo>
                  <a:lnTo>
                    <a:pt x="9312810" y="4215945"/>
                  </a:lnTo>
                  <a:lnTo>
                    <a:pt x="9316887" y="4190486"/>
                  </a:lnTo>
                  <a:lnTo>
                    <a:pt x="9318923" y="4177780"/>
                  </a:lnTo>
                  <a:cubicBezTo>
                    <a:pt x="9319570" y="4173546"/>
                    <a:pt x="9319969" y="4169169"/>
                    <a:pt x="9320515" y="4164886"/>
                  </a:cubicBezTo>
                  <a:lnTo>
                    <a:pt x="9332445" y="4064981"/>
                  </a:lnTo>
                  <a:cubicBezTo>
                    <a:pt x="9333836" y="4052370"/>
                    <a:pt x="9334880" y="4036888"/>
                    <a:pt x="9336173" y="4018676"/>
                  </a:cubicBezTo>
                  <a:lnTo>
                    <a:pt x="9340199" y="3965171"/>
                  </a:lnTo>
                  <a:cubicBezTo>
                    <a:pt x="9345071" y="3899806"/>
                    <a:pt x="9347358" y="3832983"/>
                    <a:pt x="9347557" y="3765972"/>
                  </a:cubicBezTo>
                  <a:cubicBezTo>
                    <a:pt x="9347656" y="3732420"/>
                    <a:pt x="9347209" y="3698773"/>
                    <a:pt x="9346364" y="3664938"/>
                  </a:cubicBezTo>
                  <a:lnTo>
                    <a:pt x="9344921" y="3615243"/>
                  </a:lnTo>
                  <a:lnTo>
                    <a:pt x="9344524" y="3603526"/>
                  </a:lnTo>
                  <a:lnTo>
                    <a:pt x="9343728" y="3590774"/>
                  </a:lnTo>
                  <a:lnTo>
                    <a:pt x="9342188" y="3565268"/>
                  </a:lnTo>
                  <a:lnTo>
                    <a:pt x="9339056" y="3514256"/>
                  </a:lnTo>
                  <a:cubicBezTo>
                    <a:pt x="9337914" y="3497221"/>
                    <a:pt x="9335874" y="3480138"/>
                    <a:pt x="9334334" y="3463057"/>
                  </a:cubicBezTo>
                  <a:lnTo>
                    <a:pt x="9329363" y="3411810"/>
                  </a:lnTo>
                  <a:lnTo>
                    <a:pt x="9328319" y="3400657"/>
                  </a:lnTo>
                  <a:lnTo>
                    <a:pt x="9327177" y="3390116"/>
                  </a:lnTo>
                  <a:lnTo>
                    <a:pt x="9324293" y="3366774"/>
                  </a:lnTo>
                  <a:lnTo>
                    <a:pt x="9320763" y="3340329"/>
                  </a:lnTo>
                  <a:lnTo>
                    <a:pt x="9317184" y="3311245"/>
                  </a:lnTo>
                  <a:cubicBezTo>
                    <a:pt x="9315594" y="3296893"/>
                    <a:pt x="9313506" y="3282306"/>
                    <a:pt x="9311021" y="3266211"/>
                  </a:cubicBezTo>
                  <a:lnTo>
                    <a:pt x="9302719" y="3215717"/>
                  </a:lnTo>
                  <a:cubicBezTo>
                    <a:pt x="9299936" y="3199059"/>
                    <a:pt x="9297003" y="3182400"/>
                    <a:pt x="9293970" y="3165789"/>
                  </a:cubicBezTo>
                  <a:cubicBezTo>
                    <a:pt x="9281891" y="3099295"/>
                    <a:pt x="9267674" y="3033084"/>
                    <a:pt x="9252065" y="2967107"/>
                  </a:cubicBezTo>
                  <a:cubicBezTo>
                    <a:pt x="9244261" y="2934167"/>
                    <a:pt x="9235959" y="2901273"/>
                    <a:pt x="9227211" y="2868473"/>
                  </a:cubicBezTo>
                  <a:lnTo>
                    <a:pt x="9220699" y="2844426"/>
                  </a:lnTo>
                  <a:lnTo>
                    <a:pt x="9213740" y="2820191"/>
                  </a:lnTo>
                  <a:cubicBezTo>
                    <a:pt x="9209216" y="2804049"/>
                    <a:pt x="9204345" y="2787768"/>
                    <a:pt x="9199374" y="2771438"/>
                  </a:cubicBezTo>
                  <a:cubicBezTo>
                    <a:pt x="9159855" y="2641086"/>
                    <a:pt x="9114272" y="2512099"/>
                    <a:pt x="9061829" y="2385418"/>
                  </a:cubicBezTo>
                  <a:cubicBezTo>
                    <a:pt x="9035582" y="2322077"/>
                    <a:pt x="9008043" y="2259160"/>
                    <a:pt x="8978865" y="2196855"/>
                  </a:cubicBezTo>
                  <a:lnTo>
                    <a:pt x="8956694" y="2150219"/>
                  </a:lnTo>
                  <a:lnTo>
                    <a:pt x="8934176" y="2103914"/>
                  </a:lnTo>
                  <a:cubicBezTo>
                    <a:pt x="8918915" y="2073091"/>
                    <a:pt x="8903157" y="2042032"/>
                    <a:pt x="8887151" y="2011350"/>
                  </a:cubicBezTo>
                  <a:cubicBezTo>
                    <a:pt x="8854988" y="1949891"/>
                    <a:pt x="8822082" y="1888810"/>
                    <a:pt x="8787533" y="1828527"/>
                  </a:cubicBezTo>
                  <a:lnTo>
                    <a:pt x="8761485" y="1783398"/>
                  </a:lnTo>
                  <a:lnTo>
                    <a:pt x="8734791" y="1737893"/>
                  </a:lnTo>
                  <a:cubicBezTo>
                    <a:pt x="8717047" y="1707823"/>
                    <a:pt x="8699200" y="1678363"/>
                    <a:pt x="8680808" y="1648812"/>
                  </a:cubicBezTo>
                  <a:cubicBezTo>
                    <a:pt x="8644322" y="1589658"/>
                    <a:pt x="8606194" y="1531118"/>
                    <a:pt x="8567024" y="1472906"/>
                  </a:cubicBezTo>
                  <a:lnTo>
                    <a:pt x="8537446" y="1429330"/>
                  </a:lnTo>
                  <a:lnTo>
                    <a:pt x="8507423" y="1385896"/>
                  </a:lnTo>
                  <a:cubicBezTo>
                    <a:pt x="8487390" y="1357284"/>
                    <a:pt x="8467158" y="1328719"/>
                    <a:pt x="8446529" y="1300295"/>
                  </a:cubicBezTo>
                  <a:cubicBezTo>
                    <a:pt x="8405271" y="1243496"/>
                    <a:pt x="8362718" y="1187120"/>
                    <a:pt x="8319224" y="1131026"/>
                  </a:cubicBezTo>
                  <a:lnTo>
                    <a:pt x="8286366" y="1089050"/>
                  </a:lnTo>
                  <a:lnTo>
                    <a:pt x="8270161" y="1068439"/>
                  </a:lnTo>
                  <a:lnTo>
                    <a:pt x="8253856" y="1048156"/>
                  </a:lnTo>
                  <a:cubicBezTo>
                    <a:pt x="8231636" y="1020675"/>
                    <a:pt x="8209117" y="993381"/>
                    <a:pt x="8186352" y="966275"/>
                  </a:cubicBezTo>
                  <a:cubicBezTo>
                    <a:pt x="8140917" y="911922"/>
                    <a:pt x="8094240" y="858417"/>
                    <a:pt x="8046768" y="805429"/>
                  </a:cubicBezTo>
                  <a:lnTo>
                    <a:pt x="8010927" y="765853"/>
                  </a:lnTo>
                  <a:lnTo>
                    <a:pt x="7974788" y="726653"/>
                  </a:lnTo>
                  <a:cubicBezTo>
                    <a:pt x="7950382" y="700489"/>
                    <a:pt x="7925824" y="674465"/>
                    <a:pt x="7901070" y="648724"/>
                  </a:cubicBezTo>
                  <a:cubicBezTo>
                    <a:pt x="7851510" y="597289"/>
                    <a:pt x="7801404" y="546514"/>
                    <a:pt x="7750054" y="497008"/>
                  </a:cubicBezTo>
                  <a:cubicBezTo>
                    <a:pt x="7698902" y="447644"/>
                    <a:pt x="7645913" y="398938"/>
                    <a:pt x="7592277" y="351221"/>
                  </a:cubicBezTo>
                  <a:cubicBezTo>
                    <a:pt x="7484856" y="255786"/>
                    <a:pt x="7373308" y="164304"/>
                    <a:pt x="7257734" y="76964"/>
                  </a:cubicBezTo>
                  <a:close/>
                  <a:moveTo>
                    <a:pt x="1886601" y="0"/>
                  </a:moveTo>
                  <a:lnTo>
                    <a:pt x="2292926" y="0"/>
                  </a:lnTo>
                  <a:lnTo>
                    <a:pt x="2135542" y="117781"/>
                  </a:lnTo>
                  <a:cubicBezTo>
                    <a:pt x="2078998" y="162280"/>
                    <a:pt x="2023659" y="208045"/>
                    <a:pt x="1969576" y="254986"/>
                  </a:cubicBezTo>
                  <a:cubicBezTo>
                    <a:pt x="1861309" y="348820"/>
                    <a:pt x="1758064" y="447314"/>
                    <a:pt x="1659938" y="549855"/>
                  </a:cubicBezTo>
                  <a:cubicBezTo>
                    <a:pt x="1266987" y="960346"/>
                    <a:pt x="953820" y="1431495"/>
                    <a:pt x="729383" y="1936480"/>
                  </a:cubicBezTo>
                  <a:cubicBezTo>
                    <a:pt x="673260" y="2062362"/>
                    <a:pt x="622855" y="2190972"/>
                    <a:pt x="578465" y="2320807"/>
                  </a:cubicBezTo>
                  <a:cubicBezTo>
                    <a:pt x="534125" y="2450687"/>
                    <a:pt x="496147" y="2582216"/>
                    <a:pt x="465080" y="2714875"/>
                  </a:cubicBezTo>
                  <a:cubicBezTo>
                    <a:pt x="449769" y="2780991"/>
                    <a:pt x="435850" y="2848191"/>
                    <a:pt x="423820" y="2915436"/>
                  </a:cubicBezTo>
                  <a:cubicBezTo>
                    <a:pt x="411840" y="2982731"/>
                    <a:pt x="401054" y="3050260"/>
                    <a:pt x="392355" y="3118071"/>
                  </a:cubicBezTo>
                  <a:cubicBezTo>
                    <a:pt x="374509" y="3253646"/>
                    <a:pt x="363424" y="3389880"/>
                    <a:pt x="358801" y="3526915"/>
                  </a:cubicBezTo>
                  <a:cubicBezTo>
                    <a:pt x="349009" y="3800843"/>
                    <a:pt x="366357" y="4075570"/>
                    <a:pt x="410350" y="4348226"/>
                  </a:cubicBezTo>
                  <a:cubicBezTo>
                    <a:pt x="421286" y="4416132"/>
                    <a:pt x="434209" y="4483660"/>
                    <a:pt x="449022" y="4551049"/>
                  </a:cubicBezTo>
                  <a:cubicBezTo>
                    <a:pt x="463737" y="4618436"/>
                    <a:pt x="480389" y="4685588"/>
                    <a:pt x="498882" y="4752365"/>
                  </a:cubicBezTo>
                  <a:cubicBezTo>
                    <a:pt x="517373" y="4819141"/>
                    <a:pt x="537704" y="4885635"/>
                    <a:pt x="559775" y="4951657"/>
                  </a:cubicBezTo>
                  <a:cubicBezTo>
                    <a:pt x="581946" y="5017775"/>
                    <a:pt x="605358" y="5083375"/>
                    <a:pt x="631406" y="5147986"/>
                  </a:cubicBezTo>
                  <a:cubicBezTo>
                    <a:pt x="734055" y="5407608"/>
                    <a:pt x="865188" y="5658570"/>
                    <a:pt x="1023461" y="5893957"/>
                  </a:cubicBezTo>
                  <a:cubicBezTo>
                    <a:pt x="1181487" y="6129578"/>
                    <a:pt x="1367051" y="6349247"/>
                    <a:pt x="1575880" y="6547646"/>
                  </a:cubicBezTo>
                  <a:cubicBezTo>
                    <a:pt x="1680269" y="6646916"/>
                    <a:pt x="1790338" y="6740939"/>
                    <a:pt x="1905228" y="6829468"/>
                  </a:cubicBezTo>
                  <a:lnTo>
                    <a:pt x="1944230" y="6858000"/>
                  </a:lnTo>
                  <a:lnTo>
                    <a:pt x="1372541" y="6858000"/>
                  </a:lnTo>
                  <a:lnTo>
                    <a:pt x="1115251" y="6590005"/>
                  </a:lnTo>
                  <a:cubicBezTo>
                    <a:pt x="418530" y="5790792"/>
                    <a:pt x="0" y="4766182"/>
                    <a:pt x="0" y="3649031"/>
                  </a:cubicBezTo>
                  <a:cubicBezTo>
                    <a:pt x="0" y="2212695"/>
                    <a:pt x="691856" y="929334"/>
                    <a:pt x="1777294" y="81317"/>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1" name="Freeform: Shape 20">
              <a:extLst>
                <a:ext uri="{FF2B5EF4-FFF2-40B4-BE49-F238E27FC236}">
                  <a16:creationId xmlns:a16="http://schemas.microsoft.com/office/drawing/2014/main" id="{82B0ED5C-927D-4C5F-8F27-1B403820B9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3402" y="36937"/>
              <a:ext cx="9767847" cy="6858000"/>
            </a:xfrm>
            <a:custGeom>
              <a:avLst/>
              <a:gdLst>
                <a:gd name="connsiteX0" fmla="*/ 7145704 w 9767847"/>
                <a:gd name="connsiteY0" fmla="*/ 0 h 6858000"/>
                <a:gd name="connsiteX1" fmla="*/ 7875738 w 9767847"/>
                <a:gd name="connsiteY1" fmla="*/ 0 h 6858000"/>
                <a:gd name="connsiteX2" fmla="*/ 7990553 w 9767847"/>
                <a:gd name="connsiteY2" fmla="*/ 85415 h 6858000"/>
                <a:gd name="connsiteX3" fmla="*/ 9767847 w 9767847"/>
                <a:gd name="connsiteY3" fmla="*/ 3653129 h 6858000"/>
                <a:gd name="connsiteX4" fmla="*/ 8652597 w 9767847"/>
                <a:gd name="connsiteY4" fmla="*/ 6594103 h 6858000"/>
                <a:gd name="connsiteX5" fmla="*/ 8399240 w 9767847"/>
                <a:gd name="connsiteY5" fmla="*/ 6858000 h 6858000"/>
                <a:gd name="connsiteX6" fmla="*/ 6766926 w 9767847"/>
                <a:gd name="connsiteY6" fmla="*/ 6858000 h 6858000"/>
                <a:gd name="connsiteX7" fmla="*/ 6804586 w 9767847"/>
                <a:gd name="connsiteY7" fmla="*/ 6821201 h 6858000"/>
                <a:gd name="connsiteX8" fmla="*/ 6881735 w 9767847"/>
                <a:gd name="connsiteY8" fmla="*/ 6745295 h 6858000"/>
                <a:gd name="connsiteX9" fmla="*/ 6958883 w 9767847"/>
                <a:gd name="connsiteY9" fmla="*/ 6668920 h 6858000"/>
                <a:gd name="connsiteX10" fmla="*/ 7267925 w 9767847"/>
                <a:gd name="connsiteY10" fmla="*/ 6359792 h 6858000"/>
                <a:gd name="connsiteX11" fmla="*/ 7424360 w 9767847"/>
                <a:gd name="connsiteY11" fmla="*/ 6204783 h 6858000"/>
                <a:gd name="connsiteX12" fmla="*/ 7504938 w 9767847"/>
                <a:gd name="connsiteY12" fmla="*/ 6126806 h 6858000"/>
                <a:gd name="connsiteX13" fmla="*/ 7546396 w 9767847"/>
                <a:gd name="connsiteY13" fmla="*/ 6087795 h 6858000"/>
                <a:gd name="connsiteX14" fmla="*/ 7588002 w 9767847"/>
                <a:gd name="connsiteY14" fmla="*/ 6049630 h 6858000"/>
                <a:gd name="connsiteX15" fmla="*/ 7631000 w 9767847"/>
                <a:gd name="connsiteY15" fmla="*/ 6010807 h 6858000"/>
                <a:gd name="connsiteX16" fmla="*/ 7675440 w 9767847"/>
                <a:gd name="connsiteY16" fmla="*/ 5972407 h 6858000"/>
                <a:gd name="connsiteX17" fmla="*/ 7720626 w 9767847"/>
                <a:gd name="connsiteY17" fmla="*/ 5934949 h 6858000"/>
                <a:gd name="connsiteX18" fmla="*/ 7766458 w 9767847"/>
                <a:gd name="connsiteY18" fmla="*/ 5898432 h 6858000"/>
                <a:gd name="connsiteX19" fmla="*/ 7955254 w 9767847"/>
                <a:gd name="connsiteY19" fmla="*/ 5760926 h 6858000"/>
                <a:gd name="connsiteX20" fmla="*/ 8352678 w 9767847"/>
                <a:gd name="connsiteY20" fmla="*/ 5521728 h 6858000"/>
                <a:gd name="connsiteX21" fmla="*/ 8451350 w 9767847"/>
                <a:gd name="connsiteY21" fmla="*/ 5469352 h 6858000"/>
                <a:gd name="connsiteX22" fmla="*/ 8548532 w 9767847"/>
                <a:gd name="connsiteY22" fmla="*/ 5417493 h 6858000"/>
                <a:gd name="connsiteX23" fmla="*/ 8729473 w 9767847"/>
                <a:gd name="connsiteY23" fmla="*/ 5314059 h 6858000"/>
                <a:gd name="connsiteX24" fmla="*/ 8770781 w 9767847"/>
                <a:gd name="connsiteY24" fmla="*/ 5287330 h 6858000"/>
                <a:gd name="connsiteX25" fmla="*/ 8790964 w 9767847"/>
                <a:gd name="connsiteY25" fmla="*/ 5273590 h 6858000"/>
                <a:gd name="connsiteX26" fmla="*/ 8810499 w 9767847"/>
                <a:gd name="connsiteY26" fmla="*/ 5259801 h 6858000"/>
                <a:gd name="connsiteX27" fmla="*/ 8883571 w 9767847"/>
                <a:gd name="connsiteY27" fmla="*/ 5202577 h 6858000"/>
                <a:gd name="connsiteX28" fmla="*/ 9006651 w 9767847"/>
                <a:gd name="connsiteY28" fmla="*/ 5074625 h 6858000"/>
                <a:gd name="connsiteX29" fmla="*/ 9033494 w 9767847"/>
                <a:gd name="connsiteY29" fmla="*/ 5038203 h 6858000"/>
                <a:gd name="connsiteX30" fmla="*/ 9040305 w 9767847"/>
                <a:gd name="connsiteY30" fmla="*/ 5028649 h 6858000"/>
                <a:gd name="connsiteX31" fmla="*/ 9046568 w 9767847"/>
                <a:gd name="connsiteY31" fmla="*/ 5019379 h 6858000"/>
                <a:gd name="connsiteX32" fmla="*/ 9058846 w 9767847"/>
                <a:gd name="connsiteY32" fmla="*/ 5000743 h 6858000"/>
                <a:gd name="connsiteX33" fmla="*/ 9104529 w 9767847"/>
                <a:gd name="connsiteY33" fmla="*/ 4922203 h 6858000"/>
                <a:gd name="connsiteX34" fmla="*/ 9181081 w 9767847"/>
                <a:gd name="connsiteY34" fmla="*/ 4748792 h 6858000"/>
                <a:gd name="connsiteX35" fmla="*/ 9240731 w 9767847"/>
                <a:gd name="connsiteY35" fmla="*/ 4561970 h 6858000"/>
                <a:gd name="connsiteX36" fmla="*/ 9265388 w 9767847"/>
                <a:gd name="connsiteY36" fmla="*/ 4465171 h 6858000"/>
                <a:gd name="connsiteX37" fmla="*/ 9276571 w 9767847"/>
                <a:gd name="connsiteY37" fmla="*/ 4416041 h 6858000"/>
                <a:gd name="connsiteX38" fmla="*/ 9281841 w 9767847"/>
                <a:gd name="connsiteY38" fmla="*/ 4391477 h 6858000"/>
                <a:gd name="connsiteX39" fmla="*/ 9286513 w 9767847"/>
                <a:gd name="connsiteY39" fmla="*/ 4368936 h 6858000"/>
                <a:gd name="connsiteX40" fmla="*/ 9296754 w 9767847"/>
                <a:gd name="connsiteY40" fmla="*/ 4316136 h 6858000"/>
                <a:gd name="connsiteX41" fmla="*/ 9301029 w 9767847"/>
                <a:gd name="connsiteY41" fmla="*/ 4293172 h 6858000"/>
                <a:gd name="connsiteX42" fmla="*/ 9302818 w 9767847"/>
                <a:gd name="connsiteY42" fmla="*/ 4282679 h 6858000"/>
                <a:gd name="connsiteX43" fmla="*/ 9304658 w 9767847"/>
                <a:gd name="connsiteY43" fmla="*/ 4270914 h 6858000"/>
                <a:gd name="connsiteX44" fmla="*/ 9312810 w 9767847"/>
                <a:gd name="connsiteY44" fmla="*/ 4220043 h 6858000"/>
                <a:gd name="connsiteX45" fmla="*/ 9316887 w 9767847"/>
                <a:gd name="connsiteY45" fmla="*/ 4194584 h 6858000"/>
                <a:gd name="connsiteX46" fmla="*/ 9318923 w 9767847"/>
                <a:gd name="connsiteY46" fmla="*/ 4181878 h 6858000"/>
                <a:gd name="connsiteX47" fmla="*/ 9320515 w 9767847"/>
                <a:gd name="connsiteY47" fmla="*/ 4168984 h 6858000"/>
                <a:gd name="connsiteX48" fmla="*/ 9332445 w 9767847"/>
                <a:gd name="connsiteY48" fmla="*/ 4069079 h 6858000"/>
                <a:gd name="connsiteX49" fmla="*/ 9336173 w 9767847"/>
                <a:gd name="connsiteY49" fmla="*/ 4022774 h 6858000"/>
                <a:gd name="connsiteX50" fmla="*/ 9340199 w 9767847"/>
                <a:gd name="connsiteY50" fmla="*/ 3969269 h 6858000"/>
                <a:gd name="connsiteX51" fmla="*/ 9347557 w 9767847"/>
                <a:gd name="connsiteY51" fmla="*/ 3770070 h 6858000"/>
                <a:gd name="connsiteX52" fmla="*/ 9346364 w 9767847"/>
                <a:gd name="connsiteY52" fmla="*/ 3669036 h 6858000"/>
                <a:gd name="connsiteX53" fmla="*/ 9344921 w 9767847"/>
                <a:gd name="connsiteY53" fmla="*/ 3619341 h 6858000"/>
                <a:gd name="connsiteX54" fmla="*/ 9344524 w 9767847"/>
                <a:gd name="connsiteY54" fmla="*/ 3607624 h 6858000"/>
                <a:gd name="connsiteX55" fmla="*/ 9343728 w 9767847"/>
                <a:gd name="connsiteY55" fmla="*/ 3594872 h 6858000"/>
                <a:gd name="connsiteX56" fmla="*/ 9342188 w 9767847"/>
                <a:gd name="connsiteY56" fmla="*/ 3569366 h 6858000"/>
                <a:gd name="connsiteX57" fmla="*/ 9339056 w 9767847"/>
                <a:gd name="connsiteY57" fmla="*/ 3518354 h 6858000"/>
                <a:gd name="connsiteX58" fmla="*/ 9334334 w 9767847"/>
                <a:gd name="connsiteY58" fmla="*/ 3467155 h 6858000"/>
                <a:gd name="connsiteX59" fmla="*/ 9329363 w 9767847"/>
                <a:gd name="connsiteY59" fmla="*/ 3415908 h 6858000"/>
                <a:gd name="connsiteX60" fmla="*/ 9328319 w 9767847"/>
                <a:gd name="connsiteY60" fmla="*/ 3404755 h 6858000"/>
                <a:gd name="connsiteX61" fmla="*/ 9327177 w 9767847"/>
                <a:gd name="connsiteY61" fmla="*/ 3394214 h 6858000"/>
                <a:gd name="connsiteX62" fmla="*/ 9324293 w 9767847"/>
                <a:gd name="connsiteY62" fmla="*/ 3370872 h 6858000"/>
                <a:gd name="connsiteX63" fmla="*/ 9320763 w 9767847"/>
                <a:gd name="connsiteY63" fmla="*/ 3344427 h 6858000"/>
                <a:gd name="connsiteX64" fmla="*/ 9317184 w 9767847"/>
                <a:gd name="connsiteY64" fmla="*/ 3315343 h 6858000"/>
                <a:gd name="connsiteX65" fmla="*/ 9311021 w 9767847"/>
                <a:gd name="connsiteY65" fmla="*/ 3270309 h 6858000"/>
                <a:gd name="connsiteX66" fmla="*/ 9302719 w 9767847"/>
                <a:gd name="connsiteY66" fmla="*/ 3219815 h 6858000"/>
                <a:gd name="connsiteX67" fmla="*/ 9293970 w 9767847"/>
                <a:gd name="connsiteY67" fmla="*/ 3169887 h 6858000"/>
                <a:gd name="connsiteX68" fmla="*/ 9252065 w 9767847"/>
                <a:gd name="connsiteY68" fmla="*/ 2971205 h 6858000"/>
                <a:gd name="connsiteX69" fmla="*/ 9227211 w 9767847"/>
                <a:gd name="connsiteY69" fmla="*/ 2872571 h 6858000"/>
                <a:gd name="connsiteX70" fmla="*/ 9220699 w 9767847"/>
                <a:gd name="connsiteY70" fmla="*/ 2848524 h 6858000"/>
                <a:gd name="connsiteX71" fmla="*/ 9213740 w 9767847"/>
                <a:gd name="connsiteY71" fmla="*/ 2824289 h 6858000"/>
                <a:gd name="connsiteX72" fmla="*/ 9199374 w 9767847"/>
                <a:gd name="connsiteY72" fmla="*/ 2775536 h 6858000"/>
                <a:gd name="connsiteX73" fmla="*/ 9061829 w 9767847"/>
                <a:gd name="connsiteY73" fmla="*/ 2389515 h 6858000"/>
                <a:gd name="connsiteX74" fmla="*/ 8978865 w 9767847"/>
                <a:gd name="connsiteY74" fmla="*/ 2200953 h 6858000"/>
                <a:gd name="connsiteX75" fmla="*/ 8956694 w 9767847"/>
                <a:gd name="connsiteY75" fmla="*/ 2154317 h 6858000"/>
                <a:gd name="connsiteX76" fmla="*/ 8934176 w 9767847"/>
                <a:gd name="connsiteY76" fmla="*/ 2108012 h 6858000"/>
                <a:gd name="connsiteX77" fmla="*/ 8887151 w 9767847"/>
                <a:gd name="connsiteY77" fmla="*/ 2015448 h 6858000"/>
                <a:gd name="connsiteX78" fmla="*/ 8787533 w 9767847"/>
                <a:gd name="connsiteY78" fmla="*/ 1832625 h 6858000"/>
                <a:gd name="connsiteX79" fmla="*/ 8761485 w 9767847"/>
                <a:gd name="connsiteY79" fmla="*/ 1787496 h 6858000"/>
                <a:gd name="connsiteX80" fmla="*/ 8734791 w 9767847"/>
                <a:gd name="connsiteY80" fmla="*/ 1741991 h 6858000"/>
                <a:gd name="connsiteX81" fmla="*/ 8680808 w 9767847"/>
                <a:gd name="connsiteY81" fmla="*/ 1652910 h 6858000"/>
                <a:gd name="connsiteX82" fmla="*/ 8567024 w 9767847"/>
                <a:gd name="connsiteY82" fmla="*/ 1477004 h 6858000"/>
                <a:gd name="connsiteX83" fmla="*/ 8537446 w 9767847"/>
                <a:gd name="connsiteY83" fmla="*/ 1433428 h 6858000"/>
                <a:gd name="connsiteX84" fmla="*/ 8507423 w 9767847"/>
                <a:gd name="connsiteY84" fmla="*/ 1389994 h 6858000"/>
                <a:gd name="connsiteX85" fmla="*/ 8446529 w 9767847"/>
                <a:gd name="connsiteY85" fmla="*/ 1304393 h 6858000"/>
                <a:gd name="connsiteX86" fmla="*/ 8319224 w 9767847"/>
                <a:gd name="connsiteY86" fmla="*/ 1135124 h 6858000"/>
                <a:gd name="connsiteX87" fmla="*/ 8286366 w 9767847"/>
                <a:gd name="connsiteY87" fmla="*/ 1093148 h 6858000"/>
                <a:gd name="connsiteX88" fmla="*/ 8270161 w 9767847"/>
                <a:gd name="connsiteY88" fmla="*/ 1072538 h 6858000"/>
                <a:gd name="connsiteX89" fmla="*/ 8253856 w 9767847"/>
                <a:gd name="connsiteY89" fmla="*/ 1052254 h 6858000"/>
                <a:gd name="connsiteX90" fmla="*/ 8186352 w 9767847"/>
                <a:gd name="connsiteY90" fmla="*/ 970373 h 6858000"/>
                <a:gd name="connsiteX91" fmla="*/ 8046768 w 9767847"/>
                <a:gd name="connsiteY91" fmla="*/ 809527 h 6858000"/>
                <a:gd name="connsiteX92" fmla="*/ 8010927 w 9767847"/>
                <a:gd name="connsiteY92" fmla="*/ 769951 h 6858000"/>
                <a:gd name="connsiteX93" fmla="*/ 7974788 w 9767847"/>
                <a:gd name="connsiteY93" fmla="*/ 730751 h 6858000"/>
                <a:gd name="connsiteX94" fmla="*/ 7901070 w 9767847"/>
                <a:gd name="connsiteY94" fmla="*/ 652823 h 6858000"/>
                <a:gd name="connsiteX95" fmla="*/ 7750054 w 9767847"/>
                <a:gd name="connsiteY95" fmla="*/ 501106 h 6858000"/>
                <a:gd name="connsiteX96" fmla="*/ 7592277 w 9767847"/>
                <a:gd name="connsiteY96" fmla="*/ 355319 h 6858000"/>
                <a:gd name="connsiteX97" fmla="*/ 7257734 w 9767847"/>
                <a:gd name="connsiteY97" fmla="*/ 81062 h 6858000"/>
                <a:gd name="connsiteX98" fmla="*/ 1892109 w 9767847"/>
                <a:gd name="connsiteY98" fmla="*/ 0 h 6858000"/>
                <a:gd name="connsiteX99" fmla="*/ 2298402 w 9767847"/>
                <a:gd name="connsiteY99" fmla="*/ 0 h 6858000"/>
                <a:gd name="connsiteX100" fmla="*/ 2135542 w 9767847"/>
                <a:gd name="connsiteY100" fmla="*/ 121879 h 6858000"/>
                <a:gd name="connsiteX101" fmla="*/ 1969576 w 9767847"/>
                <a:gd name="connsiteY101" fmla="*/ 259084 h 6858000"/>
                <a:gd name="connsiteX102" fmla="*/ 1659938 w 9767847"/>
                <a:gd name="connsiteY102" fmla="*/ 553953 h 6858000"/>
                <a:gd name="connsiteX103" fmla="*/ 729383 w 9767847"/>
                <a:gd name="connsiteY103" fmla="*/ 1940578 h 6858000"/>
                <a:gd name="connsiteX104" fmla="*/ 578465 w 9767847"/>
                <a:gd name="connsiteY104" fmla="*/ 2324905 h 6858000"/>
                <a:gd name="connsiteX105" fmla="*/ 465080 w 9767847"/>
                <a:gd name="connsiteY105" fmla="*/ 2718973 h 6858000"/>
                <a:gd name="connsiteX106" fmla="*/ 423820 w 9767847"/>
                <a:gd name="connsiteY106" fmla="*/ 2919535 h 6858000"/>
                <a:gd name="connsiteX107" fmla="*/ 392355 w 9767847"/>
                <a:gd name="connsiteY107" fmla="*/ 3122169 h 6858000"/>
                <a:gd name="connsiteX108" fmla="*/ 358801 w 9767847"/>
                <a:gd name="connsiteY108" fmla="*/ 3531013 h 6858000"/>
                <a:gd name="connsiteX109" fmla="*/ 410350 w 9767847"/>
                <a:gd name="connsiteY109" fmla="*/ 4352324 h 6858000"/>
                <a:gd name="connsiteX110" fmla="*/ 449022 w 9767847"/>
                <a:gd name="connsiteY110" fmla="*/ 4555147 h 6858000"/>
                <a:gd name="connsiteX111" fmla="*/ 498882 w 9767847"/>
                <a:gd name="connsiteY111" fmla="*/ 4756463 h 6858000"/>
                <a:gd name="connsiteX112" fmla="*/ 559775 w 9767847"/>
                <a:gd name="connsiteY112" fmla="*/ 4955755 h 6858000"/>
                <a:gd name="connsiteX113" fmla="*/ 631406 w 9767847"/>
                <a:gd name="connsiteY113" fmla="*/ 5152084 h 6858000"/>
                <a:gd name="connsiteX114" fmla="*/ 1023461 w 9767847"/>
                <a:gd name="connsiteY114" fmla="*/ 5898055 h 6858000"/>
                <a:gd name="connsiteX115" fmla="*/ 1575880 w 9767847"/>
                <a:gd name="connsiteY115" fmla="*/ 6551744 h 6858000"/>
                <a:gd name="connsiteX116" fmla="*/ 1905228 w 9767847"/>
                <a:gd name="connsiteY116" fmla="*/ 6833566 h 6858000"/>
                <a:gd name="connsiteX117" fmla="*/ 1938629 w 9767847"/>
                <a:gd name="connsiteY117" fmla="*/ 6858000 h 6858000"/>
                <a:gd name="connsiteX118" fmla="*/ 1368607 w 9767847"/>
                <a:gd name="connsiteY118" fmla="*/ 6858000 h 6858000"/>
                <a:gd name="connsiteX119" fmla="*/ 1115251 w 9767847"/>
                <a:gd name="connsiteY119" fmla="*/ 6594103 h 6858000"/>
                <a:gd name="connsiteX120" fmla="*/ 0 w 9767847"/>
                <a:gd name="connsiteY120" fmla="*/ 3653129 h 6858000"/>
                <a:gd name="connsiteX121" fmla="*/ 1777294 w 9767847"/>
                <a:gd name="connsiteY121" fmla="*/ 854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9767847" h="6858000">
                  <a:moveTo>
                    <a:pt x="7145704" y="0"/>
                  </a:moveTo>
                  <a:lnTo>
                    <a:pt x="7875738" y="0"/>
                  </a:lnTo>
                  <a:lnTo>
                    <a:pt x="7990553" y="85415"/>
                  </a:lnTo>
                  <a:cubicBezTo>
                    <a:pt x="9075991" y="933432"/>
                    <a:pt x="9767847" y="2216793"/>
                    <a:pt x="9767847" y="3653129"/>
                  </a:cubicBezTo>
                  <a:cubicBezTo>
                    <a:pt x="9767847" y="4770280"/>
                    <a:pt x="9349317" y="5794890"/>
                    <a:pt x="8652597" y="6594103"/>
                  </a:cubicBezTo>
                  <a:lnTo>
                    <a:pt x="8399240" y="6858000"/>
                  </a:lnTo>
                  <a:lnTo>
                    <a:pt x="6766926" y="6858000"/>
                  </a:lnTo>
                  <a:lnTo>
                    <a:pt x="6804586" y="6821201"/>
                  </a:lnTo>
                  <a:lnTo>
                    <a:pt x="6881735" y="6745295"/>
                  </a:lnTo>
                  <a:cubicBezTo>
                    <a:pt x="6907435" y="6719979"/>
                    <a:pt x="6933134" y="6694896"/>
                    <a:pt x="6958883" y="6668920"/>
                  </a:cubicBezTo>
                  <a:lnTo>
                    <a:pt x="7267925" y="6359792"/>
                  </a:lnTo>
                  <a:lnTo>
                    <a:pt x="7424360" y="6204783"/>
                  </a:lnTo>
                  <a:cubicBezTo>
                    <a:pt x="7450754" y="6178900"/>
                    <a:pt x="7477598" y="6152829"/>
                    <a:pt x="7504938" y="6126806"/>
                  </a:cubicBezTo>
                  <a:lnTo>
                    <a:pt x="7546396" y="6087795"/>
                  </a:lnTo>
                  <a:cubicBezTo>
                    <a:pt x="7560264" y="6074901"/>
                    <a:pt x="7574780" y="6061630"/>
                    <a:pt x="7588002" y="6049630"/>
                  </a:cubicBezTo>
                  <a:lnTo>
                    <a:pt x="7631000" y="6010807"/>
                  </a:lnTo>
                  <a:lnTo>
                    <a:pt x="7675440" y="5972407"/>
                  </a:lnTo>
                  <a:cubicBezTo>
                    <a:pt x="7690404" y="5959796"/>
                    <a:pt x="7705564" y="5947419"/>
                    <a:pt x="7720626" y="5934949"/>
                  </a:cubicBezTo>
                  <a:cubicBezTo>
                    <a:pt x="7735738" y="5922525"/>
                    <a:pt x="7751197" y="5910619"/>
                    <a:pt x="7766458" y="5898432"/>
                  </a:cubicBezTo>
                  <a:cubicBezTo>
                    <a:pt x="7827949" y="5850290"/>
                    <a:pt x="7890979" y="5804597"/>
                    <a:pt x="7955254" y="5760926"/>
                  </a:cubicBezTo>
                  <a:cubicBezTo>
                    <a:pt x="8083800" y="5673632"/>
                    <a:pt x="8216872" y="5594434"/>
                    <a:pt x="8352678" y="5521728"/>
                  </a:cubicBezTo>
                  <a:lnTo>
                    <a:pt x="8451350" y="5469352"/>
                  </a:lnTo>
                  <a:lnTo>
                    <a:pt x="8548532" y="5417493"/>
                  </a:lnTo>
                  <a:cubicBezTo>
                    <a:pt x="8612110" y="5383188"/>
                    <a:pt x="8673251" y="5349306"/>
                    <a:pt x="8729473" y="5314059"/>
                  </a:cubicBezTo>
                  <a:cubicBezTo>
                    <a:pt x="8743591" y="5305213"/>
                    <a:pt x="8757161" y="5296459"/>
                    <a:pt x="8770781" y="5287330"/>
                  </a:cubicBezTo>
                  <a:cubicBezTo>
                    <a:pt x="8777591" y="5282765"/>
                    <a:pt x="8784451" y="5278201"/>
                    <a:pt x="8790964" y="5273590"/>
                  </a:cubicBezTo>
                  <a:cubicBezTo>
                    <a:pt x="8797574" y="5268977"/>
                    <a:pt x="8804235" y="5264412"/>
                    <a:pt x="8810499" y="5259801"/>
                  </a:cubicBezTo>
                  <a:cubicBezTo>
                    <a:pt x="8835999" y="5241401"/>
                    <a:pt x="8860407" y="5222389"/>
                    <a:pt x="8883571" y="5202577"/>
                  </a:cubicBezTo>
                  <a:cubicBezTo>
                    <a:pt x="8929900" y="5162954"/>
                    <a:pt x="8971258" y="5120413"/>
                    <a:pt x="9006651" y="5074625"/>
                  </a:cubicBezTo>
                  <a:cubicBezTo>
                    <a:pt x="9015351" y="5063426"/>
                    <a:pt x="9024398" y="5050955"/>
                    <a:pt x="9033494" y="5038203"/>
                  </a:cubicBezTo>
                  <a:lnTo>
                    <a:pt x="9040305" y="5028649"/>
                  </a:lnTo>
                  <a:lnTo>
                    <a:pt x="9046568" y="5019379"/>
                  </a:lnTo>
                  <a:cubicBezTo>
                    <a:pt x="9050743" y="5013261"/>
                    <a:pt x="9054819" y="5007050"/>
                    <a:pt x="9058846" y="5000743"/>
                  </a:cubicBezTo>
                  <a:cubicBezTo>
                    <a:pt x="9075002" y="4975615"/>
                    <a:pt x="9090212" y="4949403"/>
                    <a:pt x="9104529" y="4922203"/>
                  </a:cubicBezTo>
                  <a:cubicBezTo>
                    <a:pt x="9133211" y="4867850"/>
                    <a:pt x="9158313" y="4809545"/>
                    <a:pt x="9181081" y="4748792"/>
                  </a:cubicBezTo>
                  <a:cubicBezTo>
                    <a:pt x="9203748" y="4688276"/>
                    <a:pt x="9223383" y="4625876"/>
                    <a:pt x="9240731" y="4561970"/>
                  </a:cubicBezTo>
                  <a:cubicBezTo>
                    <a:pt x="9249481" y="4530064"/>
                    <a:pt x="9257682" y="4497782"/>
                    <a:pt x="9265388" y="4465171"/>
                  </a:cubicBezTo>
                  <a:cubicBezTo>
                    <a:pt x="9269215" y="4448842"/>
                    <a:pt x="9272943" y="4432465"/>
                    <a:pt x="9276571" y="4416041"/>
                  </a:cubicBezTo>
                  <a:lnTo>
                    <a:pt x="9281841" y="4391477"/>
                  </a:lnTo>
                  <a:lnTo>
                    <a:pt x="9286513" y="4368936"/>
                  </a:lnTo>
                  <a:lnTo>
                    <a:pt x="9296754" y="4316136"/>
                  </a:lnTo>
                  <a:lnTo>
                    <a:pt x="9301029" y="4293172"/>
                  </a:lnTo>
                  <a:lnTo>
                    <a:pt x="9302818" y="4282679"/>
                  </a:lnTo>
                  <a:lnTo>
                    <a:pt x="9304658" y="4270914"/>
                  </a:lnTo>
                  <a:lnTo>
                    <a:pt x="9312810" y="4220043"/>
                  </a:lnTo>
                  <a:lnTo>
                    <a:pt x="9316887" y="4194584"/>
                  </a:lnTo>
                  <a:lnTo>
                    <a:pt x="9318923" y="4181878"/>
                  </a:lnTo>
                  <a:cubicBezTo>
                    <a:pt x="9319570" y="4177644"/>
                    <a:pt x="9319969" y="4173267"/>
                    <a:pt x="9320515" y="4168984"/>
                  </a:cubicBezTo>
                  <a:lnTo>
                    <a:pt x="9332445" y="4069079"/>
                  </a:lnTo>
                  <a:cubicBezTo>
                    <a:pt x="9333836" y="4056468"/>
                    <a:pt x="9334880" y="4040986"/>
                    <a:pt x="9336173" y="4022774"/>
                  </a:cubicBezTo>
                  <a:lnTo>
                    <a:pt x="9340199" y="3969269"/>
                  </a:lnTo>
                  <a:cubicBezTo>
                    <a:pt x="9345071" y="3903904"/>
                    <a:pt x="9347358" y="3837081"/>
                    <a:pt x="9347557" y="3770070"/>
                  </a:cubicBezTo>
                  <a:cubicBezTo>
                    <a:pt x="9347656" y="3736518"/>
                    <a:pt x="9347209" y="3702871"/>
                    <a:pt x="9346364" y="3669036"/>
                  </a:cubicBezTo>
                  <a:lnTo>
                    <a:pt x="9344921" y="3619341"/>
                  </a:lnTo>
                  <a:lnTo>
                    <a:pt x="9344524" y="3607624"/>
                  </a:lnTo>
                  <a:lnTo>
                    <a:pt x="9343728" y="3594872"/>
                  </a:lnTo>
                  <a:lnTo>
                    <a:pt x="9342188" y="3569366"/>
                  </a:lnTo>
                  <a:lnTo>
                    <a:pt x="9339056" y="3518354"/>
                  </a:lnTo>
                  <a:cubicBezTo>
                    <a:pt x="9337914" y="3501319"/>
                    <a:pt x="9335874" y="3484236"/>
                    <a:pt x="9334334" y="3467155"/>
                  </a:cubicBezTo>
                  <a:lnTo>
                    <a:pt x="9329363" y="3415908"/>
                  </a:lnTo>
                  <a:lnTo>
                    <a:pt x="9328319" y="3404755"/>
                  </a:lnTo>
                  <a:lnTo>
                    <a:pt x="9327177" y="3394214"/>
                  </a:lnTo>
                  <a:lnTo>
                    <a:pt x="9324293" y="3370872"/>
                  </a:lnTo>
                  <a:lnTo>
                    <a:pt x="9320763" y="3344427"/>
                  </a:lnTo>
                  <a:lnTo>
                    <a:pt x="9317184" y="3315343"/>
                  </a:lnTo>
                  <a:cubicBezTo>
                    <a:pt x="9315594" y="3300991"/>
                    <a:pt x="9313506" y="3286404"/>
                    <a:pt x="9311021" y="3270309"/>
                  </a:cubicBezTo>
                  <a:lnTo>
                    <a:pt x="9302719" y="3219815"/>
                  </a:lnTo>
                  <a:cubicBezTo>
                    <a:pt x="9299936" y="3203157"/>
                    <a:pt x="9297003" y="3186498"/>
                    <a:pt x="9293970" y="3169887"/>
                  </a:cubicBezTo>
                  <a:cubicBezTo>
                    <a:pt x="9281891" y="3103393"/>
                    <a:pt x="9267674" y="3037182"/>
                    <a:pt x="9252065" y="2971205"/>
                  </a:cubicBezTo>
                  <a:cubicBezTo>
                    <a:pt x="9244261" y="2938265"/>
                    <a:pt x="9235959" y="2905371"/>
                    <a:pt x="9227211" y="2872571"/>
                  </a:cubicBezTo>
                  <a:lnTo>
                    <a:pt x="9220699" y="2848524"/>
                  </a:lnTo>
                  <a:lnTo>
                    <a:pt x="9213740" y="2824289"/>
                  </a:lnTo>
                  <a:cubicBezTo>
                    <a:pt x="9209216" y="2808147"/>
                    <a:pt x="9204345" y="2791866"/>
                    <a:pt x="9199374" y="2775536"/>
                  </a:cubicBezTo>
                  <a:cubicBezTo>
                    <a:pt x="9159855" y="2645184"/>
                    <a:pt x="9114272" y="2516197"/>
                    <a:pt x="9061829" y="2389515"/>
                  </a:cubicBezTo>
                  <a:cubicBezTo>
                    <a:pt x="9035582" y="2326175"/>
                    <a:pt x="9008043" y="2263258"/>
                    <a:pt x="8978865" y="2200953"/>
                  </a:cubicBezTo>
                  <a:lnTo>
                    <a:pt x="8956694" y="2154317"/>
                  </a:lnTo>
                  <a:lnTo>
                    <a:pt x="8934176" y="2108012"/>
                  </a:lnTo>
                  <a:cubicBezTo>
                    <a:pt x="8918915" y="2077189"/>
                    <a:pt x="8903157" y="2046130"/>
                    <a:pt x="8887151" y="2015448"/>
                  </a:cubicBezTo>
                  <a:cubicBezTo>
                    <a:pt x="8854988" y="1953989"/>
                    <a:pt x="8822082" y="1892908"/>
                    <a:pt x="8787533" y="1832625"/>
                  </a:cubicBezTo>
                  <a:lnTo>
                    <a:pt x="8761485" y="1787496"/>
                  </a:lnTo>
                  <a:lnTo>
                    <a:pt x="8734791" y="1741991"/>
                  </a:lnTo>
                  <a:cubicBezTo>
                    <a:pt x="8717047" y="1711921"/>
                    <a:pt x="8699200" y="1682461"/>
                    <a:pt x="8680808" y="1652910"/>
                  </a:cubicBezTo>
                  <a:cubicBezTo>
                    <a:pt x="8644322" y="1593756"/>
                    <a:pt x="8606194" y="1535216"/>
                    <a:pt x="8567024" y="1477004"/>
                  </a:cubicBezTo>
                  <a:lnTo>
                    <a:pt x="8537446" y="1433428"/>
                  </a:lnTo>
                  <a:lnTo>
                    <a:pt x="8507423" y="1389994"/>
                  </a:lnTo>
                  <a:cubicBezTo>
                    <a:pt x="8487390" y="1361382"/>
                    <a:pt x="8467158" y="1332817"/>
                    <a:pt x="8446529" y="1304393"/>
                  </a:cubicBezTo>
                  <a:cubicBezTo>
                    <a:pt x="8405271" y="1247595"/>
                    <a:pt x="8362718" y="1191218"/>
                    <a:pt x="8319224" y="1135124"/>
                  </a:cubicBezTo>
                  <a:lnTo>
                    <a:pt x="8286366" y="1093148"/>
                  </a:lnTo>
                  <a:lnTo>
                    <a:pt x="8270161" y="1072538"/>
                  </a:lnTo>
                  <a:lnTo>
                    <a:pt x="8253856" y="1052254"/>
                  </a:lnTo>
                  <a:cubicBezTo>
                    <a:pt x="8231636" y="1024773"/>
                    <a:pt x="8209117" y="997479"/>
                    <a:pt x="8186352" y="970373"/>
                  </a:cubicBezTo>
                  <a:cubicBezTo>
                    <a:pt x="8140917" y="916020"/>
                    <a:pt x="8094240" y="862515"/>
                    <a:pt x="8046768" y="809527"/>
                  </a:cubicBezTo>
                  <a:lnTo>
                    <a:pt x="8010927" y="769951"/>
                  </a:lnTo>
                  <a:lnTo>
                    <a:pt x="7974788" y="730751"/>
                  </a:lnTo>
                  <a:cubicBezTo>
                    <a:pt x="7950382" y="704587"/>
                    <a:pt x="7925824" y="678563"/>
                    <a:pt x="7901070" y="652823"/>
                  </a:cubicBezTo>
                  <a:cubicBezTo>
                    <a:pt x="7851510" y="601387"/>
                    <a:pt x="7801404" y="550612"/>
                    <a:pt x="7750054" y="501106"/>
                  </a:cubicBezTo>
                  <a:cubicBezTo>
                    <a:pt x="7698902" y="451742"/>
                    <a:pt x="7645913" y="403036"/>
                    <a:pt x="7592277" y="355319"/>
                  </a:cubicBezTo>
                  <a:cubicBezTo>
                    <a:pt x="7484856" y="259884"/>
                    <a:pt x="7373308" y="168402"/>
                    <a:pt x="7257734" y="81062"/>
                  </a:cubicBezTo>
                  <a:close/>
                  <a:moveTo>
                    <a:pt x="1892109" y="0"/>
                  </a:moveTo>
                  <a:lnTo>
                    <a:pt x="2298402" y="0"/>
                  </a:lnTo>
                  <a:lnTo>
                    <a:pt x="2135542" y="121879"/>
                  </a:lnTo>
                  <a:cubicBezTo>
                    <a:pt x="2078998" y="166378"/>
                    <a:pt x="2023659" y="212143"/>
                    <a:pt x="1969576" y="259084"/>
                  </a:cubicBezTo>
                  <a:cubicBezTo>
                    <a:pt x="1861309" y="352918"/>
                    <a:pt x="1758064" y="451412"/>
                    <a:pt x="1659938" y="553953"/>
                  </a:cubicBezTo>
                  <a:cubicBezTo>
                    <a:pt x="1266987" y="964444"/>
                    <a:pt x="953820" y="1435593"/>
                    <a:pt x="729383" y="1940578"/>
                  </a:cubicBezTo>
                  <a:cubicBezTo>
                    <a:pt x="673260" y="2066459"/>
                    <a:pt x="622855" y="2195070"/>
                    <a:pt x="578465" y="2324905"/>
                  </a:cubicBezTo>
                  <a:cubicBezTo>
                    <a:pt x="534125" y="2454785"/>
                    <a:pt x="496147" y="2586314"/>
                    <a:pt x="465080" y="2718973"/>
                  </a:cubicBezTo>
                  <a:cubicBezTo>
                    <a:pt x="449769" y="2785089"/>
                    <a:pt x="435850" y="2852289"/>
                    <a:pt x="423820" y="2919535"/>
                  </a:cubicBezTo>
                  <a:cubicBezTo>
                    <a:pt x="411840" y="2986829"/>
                    <a:pt x="401054" y="3054358"/>
                    <a:pt x="392355" y="3122169"/>
                  </a:cubicBezTo>
                  <a:cubicBezTo>
                    <a:pt x="374509" y="3257744"/>
                    <a:pt x="363424" y="3393978"/>
                    <a:pt x="358801" y="3531013"/>
                  </a:cubicBezTo>
                  <a:cubicBezTo>
                    <a:pt x="349009" y="3804941"/>
                    <a:pt x="366357" y="4079668"/>
                    <a:pt x="410350" y="4352324"/>
                  </a:cubicBezTo>
                  <a:cubicBezTo>
                    <a:pt x="421286" y="4420230"/>
                    <a:pt x="434209" y="4487758"/>
                    <a:pt x="449022" y="4555147"/>
                  </a:cubicBezTo>
                  <a:cubicBezTo>
                    <a:pt x="463737" y="4622534"/>
                    <a:pt x="480389" y="4689686"/>
                    <a:pt x="498882" y="4756463"/>
                  </a:cubicBezTo>
                  <a:cubicBezTo>
                    <a:pt x="517373" y="4823239"/>
                    <a:pt x="537704" y="4889733"/>
                    <a:pt x="559775" y="4955755"/>
                  </a:cubicBezTo>
                  <a:cubicBezTo>
                    <a:pt x="581946" y="5021873"/>
                    <a:pt x="605358" y="5087473"/>
                    <a:pt x="631406" y="5152084"/>
                  </a:cubicBezTo>
                  <a:cubicBezTo>
                    <a:pt x="734055" y="5411706"/>
                    <a:pt x="865188" y="5662668"/>
                    <a:pt x="1023461" y="5898055"/>
                  </a:cubicBezTo>
                  <a:cubicBezTo>
                    <a:pt x="1181487" y="6133676"/>
                    <a:pt x="1367051" y="6353345"/>
                    <a:pt x="1575880" y="6551744"/>
                  </a:cubicBezTo>
                  <a:cubicBezTo>
                    <a:pt x="1680269" y="6651014"/>
                    <a:pt x="1790338" y="6745037"/>
                    <a:pt x="1905228" y="6833566"/>
                  </a:cubicBezTo>
                  <a:lnTo>
                    <a:pt x="1938629" y="6858000"/>
                  </a:lnTo>
                  <a:lnTo>
                    <a:pt x="1368607" y="6858000"/>
                  </a:lnTo>
                  <a:lnTo>
                    <a:pt x="1115251" y="6594103"/>
                  </a:lnTo>
                  <a:cubicBezTo>
                    <a:pt x="418530" y="5794890"/>
                    <a:pt x="0" y="4770280"/>
                    <a:pt x="0" y="3653129"/>
                  </a:cubicBezTo>
                  <a:cubicBezTo>
                    <a:pt x="0" y="2216793"/>
                    <a:pt x="691856" y="933432"/>
                    <a:pt x="1777294" y="85415"/>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grpSp>
      <p:sp>
        <p:nvSpPr>
          <p:cNvPr id="2" name="Title 1">
            <a:extLst>
              <a:ext uri="{FF2B5EF4-FFF2-40B4-BE49-F238E27FC236}">
                <a16:creationId xmlns:a16="http://schemas.microsoft.com/office/drawing/2014/main" id="{8FB44EAD-9809-7711-9716-CB8F557A1391}"/>
              </a:ext>
            </a:extLst>
          </p:cNvPr>
          <p:cNvSpPr>
            <a:spLocks noGrp="1"/>
          </p:cNvSpPr>
          <p:nvPr>
            <p:ph type="ctrTitle"/>
          </p:nvPr>
        </p:nvSpPr>
        <p:spPr>
          <a:xfrm>
            <a:off x="876300" y="45868"/>
            <a:ext cx="10263459" cy="923925"/>
          </a:xfrm>
        </p:spPr>
        <p:txBody>
          <a:bodyPr anchor="b">
            <a:normAutofit/>
          </a:bodyPr>
          <a:lstStyle/>
          <a:p>
            <a:r>
              <a:rPr lang="en-IN" sz="4000" dirty="0">
                <a:solidFill>
                  <a:schemeClr val="tx2"/>
                </a:solidFill>
                <a:latin typeface="Engravers MT" panose="02090707080505020304" pitchFamily="18" charset="0"/>
              </a:rPr>
              <a:t>History  of MISRA-C</a:t>
            </a:r>
            <a:endParaRPr lang="en-IN" sz="4000" dirty="0">
              <a:solidFill>
                <a:schemeClr val="tx2"/>
              </a:solidFill>
            </a:endParaRPr>
          </a:p>
        </p:txBody>
      </p:sp>
      <p:grpSp>
        <p:nvGrpSpPr>
          <p:cNvPr id="23" name="Group 22">
            <a:extLst>
              <a:ext uri="{FF2B5EF4-FFF2-40B4-BE49-F238E27FC236}">
                <a16:creationId xmlns:a16="http://schemas.microsoft.com/office/drawing/2014/main" id="{87F87F1B-42BA-4AC7-A4E2-41544DDB2CE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05" y="-4155"/>
            <a:ext cx="2514948" cy="2174333"/>
            <a:chOff x="-305" y="-4155"/>
            <a:chExt cx="2514948" cy="2174333"/>
          </a:xfrm>
        </p:grpSpPr>
        <p:sp>
          <p:nvSpPr>
            <p:cNvPr id="24" name="Freeform: Shape 23">
              <a:extLst>
                <a:ext uri="{FF2B5EF4-FFF2-40B4-BE49-F238E27FC236}">
                  <a16:creationId xmlns:a16="http://schemas.microsoft.com/office/drawing/2014/main" id="{68B53067-4E48-4E71-A6A9-A8CAABAFBF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Freeform: Shape 24">
              <a:extLst>
                <a:ext uri="{FF2B5EF4-FFF2-40B4-BE49-F238E27FC236}">
                  <a16:creationId xmlns:a16="http://schemas.microsoft.com/office/drawing/2014/main" id="{06D1A0D3-4BB8-41D9-9CE7-2884C83F44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Freeform: Shape 25">
              <a:extLst>
                <a:ext uri="{FF2B5EF4-FFF2-40B4-BE49-F238E27FC236}">
                  <a16:creationId xmlns:a16="http://schemas.microsoft.com/office/drawing/2014/main" id="{81E20F06-3B09-4B89-A36B-AB8BFBCCA5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dirty="0"/>
            </a:p>
          </p:txBody>
        </p:sp>
        <p:sp>
          <p:nvSpPr>
            <p:cNvPr id="27" name="Freeform: Shape 26">
              <a:extLst>
                <a:ext uri="{FF2B5EF4-FFF2-40B4-BE49-F238E27FC236}">
                  <a16:creationId xmlns:a16="http://schemas.microsoft.com/office/drawing/2014/main" id="{DAE6C3D7-7D5B-4926-877D-45F117BB6B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9" name="Group 28">
            <a:extLst>
              <a:ext uri="{FF2B5EF4-FFF2-40B4-BE49-F238E27FC236}">
                <a16:creationId xmlns:a16="http://schemas.microsoft.com/office/drawing/2014/main" id="{967346A5-7569-4F15-AB5D-BE3DADF192C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9685727" y="4683666"/>
            <a:ext cx="2514948" cy="2174333"/>
            <a:chOff x="-305" y="-4155"/>
            <a:chExt cx="2514948" cy="2174333"/>
          </a:xfrm>
        </p:grpSpPr>
        <p:sp>
          <p:nvSpPr>
            <p:cNvPr id="30" name="Freeform: Shape 29">
              <a:extLst>
                <a:ext uri="{FF2B5EF4-FFF2-40B4-BE49-F238E27FC236}">
                  <a16:creationId xmlns:a16="http://schemas.microsoft.com/office/drawing/2014/main" id="{E1951533-A568-4765-AB1F-F71D9AFDEA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 name="Freeform: Shape 30">
              <a:extLst>
                <a:ext uri="{FF2B5EF4-FFF2-40B4-BE49-F238E27FC236}">
                  <a16:creationId xmlns:a16="http://schemas.microsoft.com/office/drawing/2014/main" id="{A7214F52-4F3F-4C96-A62E-F1401D6C04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Freeform: Shape 31">
              <a:extLst>
                <a:ext uri="{FF2B5EF4-FFF2-40B4-BE49-F238E27FC236}">
                  <a16:creationId xmlns:a16="http://schemas.microsoft.com/office/drawing/2014/main" id="{023146A1-291C-4FA0-AB5B-EB04D42398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dirty="0"/>
            </a:p>
          </p:txBody>
        </p:sp>
        <p:sp>
          <p:nvSpPr>
            <p:cNvPr id="33" name="Freeform: Shape 32">
              <a:extLst>
                <a:ext uri="{FF2B5EF4-FFF2-40B4-BE49-F238E27FC236}">
                  <a16:creationId xmlns:a16="http://schemas.microsoft.com/office/drawing/2014/main" id="{62977932-2B03-4899-8306-5002CEE68E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5" name="Title 1">
            <a:extLst>
              <a:ext uri="{FF2B5EF4-FFF2-40B4-BE49-F238E27FC236}">
                <a16:creationId xmlns:a16="http://schemas.microsoft.com/office/drawing/2014/main" id="{D6EE584E-84BC-FC84-2A5F-A0E7AF1256B7}"/>
              </a:ext>
            </a:extLst>
          </p:cNvPr>
          <p:cNvSpPr txBox="1">
            <a:spLocks/>
          </p:cNvSpPr>
          <p:nvPr/>
        </p:nvSpPr>
        <p:spPr>
          <a:xfrm>
            <a:off x="10382250" y="3983"/>
            <a:ext cx="1809445" cy="44767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2000" dirty="0">
                <a:solidFill>
                  <a:schemeClr val="tx2"/>
                </a:solidFill>
              </a:rPr>
              <a:t>MISRA C -2012</a:t>
            </a:r>
          </a:p>
        </p:txBody>
      </p:sp>
      <p:sp>
        <p:nvSpPr>
          <p:cNvPr id="6" name="Subtitle 2">
            <a:extLst>
              <a:ext uri="{FF2B5EF4-FFF2-40B4-BE49-F238E27FC236}">
                <a16:creationId xmlns:a16="http://schemas.microsoft.com/office/drawing/2014/main" id="{C992C8E1-40D9-45CC-B67A-D8B86D2A381E}"/>
              </a:ext>
            </a:extLst>
          </p:cNvPr>
          <p:cNvSpPr txBox="1">
            <a:spLocks/>
          </p:cNvSpPr>
          <p:nvPr/>
        </p:nvSpPr>
        <p:spPr>
          <a:xfrm>
            <a:off x="3432265" y="853500"/>
            <a:ext cx="5188034" cy="682079"/>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115000"/>
              </a:lnSpc>
              <a:spcAft>
                <a:spcPts val="800"/>
              </a:spcAft>
            </a:pPr>
            <a:r>
              <a:rPr lang="en-IN" kern="100" dirty="0">
                <a:solidFill>
                  <a:srgbClr val="666666"/>
                </a:solidFill>
                <a:effectLst/>
                <a:highlight>
                  <a:srgbClr val="FFFF00"/>
                </a:highlight>
                <a:latin typeface="Times New Roman" panose="02020603050405020304" pitchFamily="18" charset="0"/>
                <a:ea typeface="Aptos" panose="020B0004020202020204" pitchFamily="34" charset="0"/>
                <a:cs typeface="Times New Roman" panose="02020603050405020304" pitchFamily="18" charset="0"/>
              </a:rPr>
              <a:t>Misra2012:Rule-1.1</a:t>
            </a:r>
          </a:p>
        </p:txBody>
      </p:sp>
      <p:sp>
        <p:nvSpPr>
          <p:cNvPr id="3" name="TextBox 2">
            <a:extLst>
              <a:ext uri="{FF2B5EF4-FFF2-40B4-BE49-F238E27FC236}">
                <a16:creationId xmlns:a16="http://schemas.microsoft.com/office/drawing/2014/main" id="{F52B51FF-E201-359D-4743-DA9B627F1CC1}"/>
              </a:ext>
            </a:extLst>
          </p:cNvPr>
          <p:cNvSpPr txBox="1"/>
          <p:nvPr/>
        </p:nvSpPr>
        <p:spPr>
          <a:xfrm>
            <a:off x="1003665" y="1277432"/>
            <a:ext cx="9232149" cy="703911"/>
          </a:xfrm>
          <a:prstGeom prst="rect">
            <a:avLst/>
          </a:prstGeom>
          <a:noFill/>
        </p:spPr>
        <p:txBody>
          <a:bodyPr wrap="square">
            <a:spAutoFit/>
          </a:bodyPr>
          <a:lstStyle/>
          <a:p>
            <a:pPr marL="285750" indent="-285750" algn="l">
              <a:lnSpc>
                <a:spcPct val="115000"/>
              </a:lnSpc>
              <a:spcAft>
                <a:spcPts val="800"/>
              </a:spcAft>
              <a:buFont typeface="Wingdings" panose="05000000000000000000" pitchFamily="2" charset="2"/>
              <a:buChar char="q"/>
            </a:pPr>
            <a:r>
              <a:rPr lang="en-US" b="1" kern="100" dirty="0">
                <a:effectLst/>
                <a:latin typeface="Times New Roman" panose="02020603050405020304" pitchFamily="18" charset="0"/>
                <a:ea typeface="Aptos" panose="020B0004020202020204" pitchFamily="34" charset="0"/>
                <a:cs typeface="Times New Roman" panose="02020603050405020304" pitchFamily="18" charset="0"/>
              </a:rPr>
              <a:t>The program shall contain no violations of the standard C syntax and constraints, and shall not exceed the implementation's translation limits</a:t>
            </a:r>
            <a:endParaRPr lang="en-IN" b="1" kern="100" dirty="0">
              <a:effectLst/>
              <a:highlight>
                <a:srgbClr val="FFFF00"/>
              </a:highlight>
              <a:latin typeface="Times New Roman" panose="02020603050405020304" pitchFamily="18" charset="0"/>
              <a:ea typeface="Aptos" panose="020B0004020202020204" pitchFamily="34" charset="0"/>
              <a:cs typeface="Times New Roman" panose="02020603050405020304" pitchFamily="18" charset="0"/>
            </a:endParaRPr>
          </a:p>
        </p:txBody>
      </p:sp>
      <p:pic>
        <p:nvPicPr>
          <p:cNvPr id="8" name="Picture 7">
            <a:extLst>
              <a:ext uri="{FF2B5EF4-FFF2-40B4-BE49-F238E27FC236}">
                <a16:creationId xmlns:a16="http://schemas.microsoft.com/office/drawing/2014/main" id="{38613C05-E3CF-D96D-3B5B-AE55392F94A4}"/>
              </a:ext>
            </a:extLst>
          </p:cNvPr>
          <p:cNvPicPr>
            <a:picLocks noChangeAspect="1"/>
          </p:cNvPicPr>
          <p:nvPr/>
        </p:nvPicPr>
        <p:blipFill rotWithShape="1">
          <a:blip r:embed="rId2">
            <a:alphaModFix amt="70000"/>
          </a:blip>
          <a:srcRect l="74" t="19814"/>
          <a:stretch/>
        </p:blipFill>
        <p:spPr>
          <a:xfrm>
            <a:off x="1628451" y="2426994"/>
            <a:ext cx="8525425" cy="4218266"/>
          </a:xfrm>
          <a:prstGeom prst="rect">
            <a:avLst/>
          </a:prstGeom>
        </p:spPr>
      </p:pic>
      <p:sp>
        <p:nvSpPr>
          <p:cNvPr id="11" name="TextBox 10">
            <a:extLst>
              <a:ext uri="{FF2B5EF4-FFF2-40B4-BE49-F238E27FC236}">
                <a16:creationId xmlns:a16="http://schemas.microsoft.com/office/drawing/2014/main" id="{3BAF9C64-DAA2-791C-A360-DC870B79332D}"/>
              </a:ext>
            </a:extLst>
          </p:cNvPr>
          <p:cNvSpPr txBox="1"/>
          <p:nvPr/>
        </p:nvSpPr>
        <p:spPr>
          <a:xfrm>
            <a:off x="1318129" y="2010304"/>
            <a:ext cx="9642403" cy="369332"/>
          </a:xfrm>
          <a:prstGeom prst="rect">
            <a:avLst/>
          </a:prstGeom>
          <a:noFill/>
        </p:spPr>
        <p:txBody>
          <a:bodyPr wrap="square">
            <a:spAutoFit/>
          </a:bodyPr>
          <a:lstStyle/>
          <a:p>
            <a:pPr algn="l"/>
            <a:r>
              <a:rPr lang="en-IN" sz="1800" b="0" i="0" u="none" strike="noStrike" baseline="0" dirty="0">
                <a:latin typeface="OpenSans"/>
              </a:rPr>
              <a:t>Category –</a:t>
            </a:r>
            <a:r>
              <a:rPr lang="en-IN" sz="1800" b="0" i="0" u="none" strike="noStrike" baseline="0" dirty="0">
                <a:latin typeface="OpenSans-Light"/>
              </a:rPr>
              <a:t>Required    Analysis </a:t>
            </a:r>
            <a:r>
              <a:rPr lang="en-IN" sz="1800" b="0" i="0" u="none" strike="noStrike" baseline="0" dirty="0">
                <a:latin typeface="OpenSans"/>
              </a:rPr>
              <a:t> -</a:t>
            </a:r>
            <a:r>
              <a:rPr lang="en-IN" sz="1800" b="0" i="0" u="none" strike="noStrike" baseline="0" dirty="0">
                <a:latin typeface="OpenSans-Light"/>
              </a:rPr>
              <a:t>Decidable, Single Translation Unit   </a:t>
            </a:r>
            <a:r>
              <a:rPr lang="en-IN" sz="1800" b="0" i="0" u="none" strike="noStrike" baseline="0" dirty="0">
                <a:latin typeface="OpenSans"/>
              </a:rPr>
              <a:t>Applies to -</a:t>
            </a:r>
            <a:r>
              <a:rPr lang="en-IN" sz="1800" b="0" i="0" u="none" strike="noStrike" baseline="0" dirty="0">
                <a:latin typeface="OpenSans-Light"/>
              </a:rPr>
              <a:t>C90, C99</a:t>
            </a:r>
            <a:endParaRPr lang="en-IN" dirty="0"/>
          </a:p>
        </p:txBody>
      </p:sp>
      <p:sp>
        <p:nvSpPr>
          <p:cNvPr id="9" name="Slide Number Placeholder 8">
            <a:extLst>
              <a:ext uri="{FF2B5EF4-FFF2-40B4-BE49-F238E27FC236}">
                <a16:creationId xmlns:a16="http://schemas.microsoft.com/office/drawing/2014/main" id="{CC612379-BF85-3B3F-BA75-EF6C0F872F93}"/>
              </a:ext>
            </a:extLst>
          </p:cNvPr>
          <p:cNvSpPr>
            <a:spLocks noGrp="1"/>
          </p:cNvSpPr>
          <p:nvPr>
            <p:ph type="sldNum" sz="quarter" idx="12"/>
          </p:nvPr>
        </p:nvSpPr>
        <p:spPr/>
        <p:txBody>
          <a:bodyPr/>
          <a:lstStyle/>
          <a:p>
            <a:fld id="{91247CA1-BCEC-4DD4-9B23-E2AE1AEA27A6}" type="slidenum">
              <a:rPr lang="en-IN" smtClean="0"/>
              <a:t>8</a:t>
            </a:fld>
            <a:endParaRPr lang="en-IN"/>
          </a:p>
        </p:txBody>
      </p:sp>
      <p:sp>
        <p:nvSpPr>
          <p:cNvPr id="10" name="TextBox 9">
            <a:extLst>
              <a:ext uri="{FF2B5EF4-FFF2-40B4-BE49-F238E27FC236}">
                <a16:creationId xmlns:a16="http://schemas.microsoft.com/office/drawing/2014/main" id="{EB64D721-A802-4FB6-CF79-A5C92611EAF4}"/>
              </a:ext>
            </a:extLst>
          </p:cNvPr>
          <p:cNvSpPr txBox="1"/>
          <p:nvPr/>
        </p:nvSpPr>
        <p:spPr>
          <a:xfrm>
            <a:off x="10532532" y="526059"/>
            <a:ext cx="1451144" cy="369332"/>
          </a:xfrm>
          <a:prstGeom prst="rect">
            <a:avLst/>
          </a:prstGeom>
          <a:noFill/>
        </p:spPr>
        <p:txBody>
          <a:bodyPr wrap="square">
            <a:spAutoFit/>
          </a:bodyPr>
          <a:lstStyle/>
          <a:p>
            <a:r>
              <a:rPr lang="en-IN" dirty="0"/>
              <a:t>Session 1</a:t>
            </a:r>
          </a:p>
        </p:txBody>
      </p:sp>
    </p:spTree>
    <p:extLst>
      <p:ext uri="{BB962C8B-B14F-4D97-AF65-F5344CB8AC3E}">
        <p14:creationId xmlns:p14="http://schemas.microsoft.com/office/powerpoint/2010/main" val="20974245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5A292AEA-2528-46C0-B426-95822B6141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Rectangle 27">
            <a:extLst>
              <a:ext uri="{FF2B5EF4-FFF2-40B4-BE49-F238E27FC236}">
                <a16:creationId xmlns:a16="http://schemas.microsoft.com/office/drawing/2014/main" id="{D8B7B198-E4DF-43CD-AD8C-1998843237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dirty="0"/>
          </a:p>
        </p:txBody>
      </p:sp>
      <p:sp>
        <p:nvSpPr>
          <p:cNvPr id="34" name="Freeform: Shape 33">
            <a:extLst>
              <a:ext uri="{FF2B5EF4-FFF2-40B4-BE49-F238E27FC236}">
                <a16:creationId xmlns:a16="http://schemas.microsoft.com/office/drawing/2014/main" id="{2BE67753-EA0E-4819-8D22-0B6600CF7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96934" y="3984"/>
            <a:ext cx="9376632" cy="6858000"/>
          </a:xfrm>
          <a:custGeom>
            <a:avLst/>
            <a:gdLst>
              <a:gd name="connsiteX0" fmla="*/ 1691615 w 9376632"/>
              <a:gd name="connsiteY0" fmla="*/ 0 h 6858000"/>
              <a:gd name="connsiteX1" fmla="*/ 7685017 w 9376632"/>
              <a:gd name="connsiteY1" fmla="*/ 0 h 6858000"/>
              <a:gd name="connsiteX2" fmla="*/ 7840634 w 9376632"/>
              <a:gd name="connsiteY2" fmla="*/ 134799 h 6858000"/>
              <a:gd name="connsiteX3" fmla="*/ 9376632 w 9376632"/>
              <a:gd name="connsiteY3" fmla="*/ 3605175 h 6858000"/>
              <a:gd name="connsiteX4" fmla="*/ 8158692 w 9376632"/>
              <a:gd name="connsiteY4" fmla="*/ 6757493 h 6858000"/>
              <a:gd name="connsiteX5" fmla="*/ 8062868 w 9376632"/>
              <a:gd name="connsiteY5" fmla="*/ 6858000 h 6858000"/>
              <a:gd name="connsiteX6" fmla="*/ 1313765 w 9376632"/>
              <a:gd name="connsiteY6" fmla="*/ 6858000 h 6858000"/>
              <a:gd name="connsiteX7" fmla="*/ 1217940 w 9376632"/>
              <a:gd name="connsiteY7" fmla="*/ 6757493 h 6858000"/>
              <a:gd name="connsiteX8" fmla="*/ 0 w 9376632"/>
              <a:gd name="connsiteY8" fmla="*/ 3605175 h 6858000"/>
              <a:gd name="connsiteX9" fmla="*/ 1535999 w 9376632"/>
              <a:gd name="connsiteY9" fmla="*/ 13479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376632" h="6858000">
                <a:moveTo>
                  <a:pt x="1691615" y="0"/>
                </a:moveTo>
                <a:lnTo>
                  <a:pt x="7685017" y="0"/>
                </a:lnTo>
                <a:lnTo>
                  <a:pt x="7840634" y="134799"/>
                </a:lnTo>
                <a:cubicBezTo>
                  <a:pt x="8784230" y="992423"/>
                  <a:pt x="9376632" y="2229618"/>
                  <a:pt x="9376632" y="3605175"/>
                </a:cubicBezTo>
                <a:cubicBezTo>
                  <a:pt x="9376632" y="4818903"/>
                  <a:pt x="8915419" y="5924908"/>
                  <a:pt x="8158692" y="6757493"/>
                </a:cubicBezTo>
                <a:lnTo>
                  <a:pt x="8062868" y="6858000"/>
                </a:lnTo>
                <a:lnTo>
                  <a:pt x="1313765" y="6858000"/>
                </a:lnTo>
                <a:lnTo>
                  <a:pt x="1217940" y="6757493"/>
                </a:lnTo>
                <a:cubicBezTo>
                  <a:pt x="461213" y="5924908"/>
                  <a:pt x="0" y="4818903"/>
                  <a:pt x="0" y="3605175"/>
                </a:cubicBezTo>
                <a:cubicBezTo>
                  <a:pt x="0" y="2229618"/>
                  <a:pt x="592403" y="992423"/>
                  <a:pt x="1535999" y="134799"/>
                </a:cubicBezTo>
                <a:close/>
              </a:path>
            </a:pathLst>
          </a:cu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35" name="Group 34">
            <a:extLst>
              <a:ext uri="{FF2B5EF4-FFF2-40B4-BE49-F238E27FC236}">
                <a16:creationId xmlns:a16="http://schemas.microsoft.com/office/drawing/2014/main" id="{D76D63AC-0421-45EC-B383-E79A61A78C6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303402" y="3985"/>
            <a:ext cx="9772765" cy="6858000"/>
            <a:chOff x="1303402" y="36937"/>
            <a:chExt cx="9772765" cy="6858000"/>
          </a:xfrm>
          <a:solidFill>
            <a:schemeClr val="bg1">
              <a:alpha val="30000"/>
            </a:schemeClr>
          </a:solidFill>
        </p:grpSpPr>
        <p:sp>
          <p:nvSpPr>
            <p:cNvPr id="15" name="Freeform: Shape 14">
              <a:extLst>
                <a:ext uri="{FF2B5EF4-FFF2-40B4-BE49-F238E27FC236}">
                  <a16:creationId xmlns:a16="http://schemas.microsoft.com/office/drawing/2014/main" id="{B997A32E-7032-4107-9C8B-99DB59EDD5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6937"/>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Shape 15">
              <a:extLst>
                <a:ext uri="{FF2B5EF4-FFF2-40B4-BE49-F238E27FC236}">
                  <a16:creationId xmlns:a16="http://schemas.microsoft.com/office/drawing/2014/main" id="{943BB27F-1470-42CA-91FF-D94BC691C8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6937"/>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Freeform: Shape 16">
              <a:extLst>
                <a:ext uri="{FF2B5EF4-FFF2-40B4-BE49-F238E27FC236}">
                  <a16:creationId xmlns:a16="http://schemas.microsoft.com/office/drawing/2014/main" id="{E997B002-17FD-47B3-A06A-76802FE15C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6937"/>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Freeform: Shape 17">
              <a:extLst>
                <a:ext uri="{FF2B5EF4-FFF2-40B4-BE49-F238E27FC236}">
                  <a16:creationId xmlns:a16="http://schemas.microsoft.com/office/drawing/2014/main" id="{E401EA35-9D2E-43B7-860F-EBB8A6C3E0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6937"/>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Freeform: Shape 18">
              <a:extLst>
                <a:ext uri="{FF2B5EF4-FFF2-40B4-BE49-F238E27FC236}">
                  <a16:creationId xmlns:a16="http://schemas.microsoft.com/office/drawing/2014/main" id="{F8C44827-3D81-4FF9-B4A5-5650D1B20A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6937"/>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Freeform: Shape 19">
              <a:extLst>
                <a:ext uri="{FF2B5EF4-FFF2-40B4-BE49-F238E27FC236}">
                  <a16:creationId xmlns:a16="http://schemas.microsoft.com/office/drawing/2014/main" id="{F613D97F-F6DF-4D32-AD91-209A80E7A2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8320" y="36937"/>
              <a:ext cx="9767847" cy="6858000"/>
            </a:xfrm>
            <a:custGeom>
              <a:avLst/>
              <a:gdLst>
                <a:gd name="connsiteX0" fmla="*/ 7151367 w 9767847"/>
                <a:gd name="connsiteY0" fmla="*/ 0 h 6858000"/>
                <a:gd name="connsiteX1" fmla="*/ 7881247 w 9767847"/>
                <a:gd name="connsiteY1" fmla="*/ 0 h 6858000"/>
                <a:gd name="connsiteX2" fmla="*/ 7990553 w 9767847"/>
                <a:gd name="connsiteY2" fmla="*/ 81317 h 6858000"/>
                <a:gd name="connsiteX3" fmla="*/ 9767847 w 9767847"/>
                <a:gd name="connsiteY3" fmla="*/ 3649031 h 6858000"/>
                <a:gd name="connsiteX4" fmla="*/ 8652597 w 9767847"/>
                <a:gd name="connsiteY4" fmla="*/ 6590005 h 6858000"/>
                <a:gd name="connsiteX5" fmla="*/ 8395306 w 9767847"/>
                <a:gd name="connsiteY5" fmla="*/ 6858000 h 6858000"/>
                <a:gd name="connsiteX6" fmla="*/ 6762603 w 9767847"/>
                <a:gd name="connsiteY6" fmla="*/ 6858000 h 6858000"/>
                <a:gd name="connsiteX7" fmla="*/ 6765962 w 9767847"/>
                <a:gd name="connsiteY7" fmla="*/ 6854844 h 6858000"/>
                <a:gd name="connsiteX8" fmla="*/ 6804586 w 9767847"/>
                <a:gd name="connsiteY8" fmla="*/ 6817103 h 6858000"/>
                <a:gd name="connsiteX9" fmla="*/ 6881735 w 9767847"/>
                <a:gd name="connsiteY9" fmla="*/ 6741197 h 6858000"/>
                <a:gd name="connsiteX10" fmla="*/ 6958883 w 9767847"/>
                <a:gd name="connsiteY10" fmla="*/ 6664822 h 6858000"/>
                <a:gd name="connsiteX11" fmla="*/ 7267925 w 9767847"/>
                <a:gd name="connsiteY11" fmla="*/ 6355694 h 6858000"/>
                <a:gd name="connsiteX12" fmla="*/ 7424360 w 9767847"/>
                <a:gd name="connsiteY12" fmla="*/ 6200685 h 6858000"/>
                <a:gd name="connsiteX13" fmla="*/ 7504938 w 9767847"/>
                <a:gd name="connsiteY13" fmla="*/ 6122708 h 6858000"/>
                <a:gd name="connsiteX14" fmla="*/ 7546396 w 9767847"/>
                <a:gd name="connsiteY14" fmla="*/ 6083697 h 6858000"/>
                <a:gd name="connsiteX15" fmla="*/ 7588002 w 9767847"/>
                <a:gd name="connsiteY15" fmla="*/ 6045532 h 6858000"/>
                <a:gd name="connsiteX16" fmla="*/ 7631000 w 9767847"/>
                <a:gd name="connsiteY16" fmla="*/ 6006709 h 6858000"/>
                <a:gd name="connsiteX17" fmla="*/ 7675440 w 9767847"/>
                <a:gd name="connsiteY17" fmla="*/ 5968309 h 6858000"/>
                <a:gd name="connsiteX18" fmla="*/ 7720626 w 9767847"/>
                <a:gd name="connsiteY18" fmla="*/ 5930851 h 6858000"/>
                <a:gd name="connsiteX19" fmla="*/ 7766458 w 9767847"/>
                <a:gd name="connsiteY19" fmla="*/ 5894334 h 6858000"/>
                <a:gd name="connsiteX20" fmla="*/ 7955254 w 9767847"/>
                <a:gd name="connsiteY20" fmla="*/ 5756828 h 6858000"/>
                <a:gd name="connsiteX21" fmla="*/ 8352678 w 9767847"/>
                <a:gd name="connsiteY21" fmla="*/ 5517630 h 6858000"/>
                <a:gd name="connsiteX22" fmla="*/ 8451350 w 9767847"/>
                <a:gd name="connsiteY22" fmla="*/ 5465254 h 6858000"/>
                <a:gd name="connsiteX23" fmla="*/ 8548532 w 9767847"/>
                <a:gd name="connsiteY23" fmla="*/ 5413395 h 6858000"/>
                <a:gd name="connsiteX24" fmla="*/ 8729473 w 9767847"/>
                <a:gd name="connsiteY24" fmla="*/ 5309961 h 6858000"/>
                <a:gd name="connsiteX25" fmla="*/ 8770781 w 9767847"/>
                <a:gd name="connsiteY25" fmla="*/ 5283232 h 6858000"/>
                <a:gd name="connsiteX26" fmla="*/ 8790964 w 9767847"/>
                <a:gd name="connsiteY26" fmla="*/ 5269492 h 6858000"/>
                <a:gd name="connsiteX27" fmla="*/ 8810499 w 9767847"/>
                <a:gd name="connsiteY27" fmla="*/ 5255703 h 6858000"/>
                <a:gd name="connsiteX28" fmla="*/ 8883571 w 9767847"/>
                <a:gd name="connsiteY28" fmla="*/ 5198479 h 6858000"/>
                <a:gd name="connsiteX29" fmla="*/ 9006651 w 9767847"/>
                <a:gd name="connsiteY29" fmla="*/ 5070527 h 6858000"/>
                <a:gd name="connsiteX30" fmla="*/ 9033494 w 9767847"/>
                <a:gd name="connsiteY30" fmla="*/ 5034105 h 6858000"/>
                <a:gd name="connsiteX31" fmla="*/ 9040305 w 9767847"/>
                <a:gd name="connsiteY31" fmla="*/ 5024551 h 6858000"/>
                <a:gd name="connsiteX32" fmla="*/ 9046568 w 9767847"/>
                <a:gd name="connsiteY32" fmla="*/ 5015281 h 6858000"/>
                <a:gd name="connsiteX33" fmla="*/ 9058846 w 9767847"/>
                <a:gd name="connsiteY33" fmla="*/ 4996645 h 6858000"/>
                <a:gd name="connsiteX34" fmla="*/ 9104529 w 9767847"/>
                <a:gd name="connsiteY34" fmla="*/ 4918105 h 6858000"/>
                <a:gd name="connsiteX35" fmla="*/ 9181081 w 9767847"/>
                <a:gd name="connsiteY35" fmla="*/ 4744694 h 6858000"/>
                <a:gd name="connsiteX36" fmla="*/ 9240731 w 9767847"/>
                <a:gd name="connsiteY36" fmla="*/ 4557872 h 6858000"/>
                <a:gd name="connsiteX37" fmla="*/ 9265388 w 9767847"/>
                <a:gd name="connsiteY37" fmla="*/ 4461073 h 6858000"/>
                <a:gd name="connsiteX38" fmla="*/ 9276571 w 9767847"/>
                <a:gd name="connsiteY38" fmla="*/ 4411943 h 6858000"/>
                <a:gd name="connsiteX39" fmla="*/ 9281841 w 9767847"/>
                <a:gd name="connsiteY39" fmla="*/ 4387379 h 6858000"/>
                <a:gd name="connsiteX40" fmla="*/ 9286513 w 9767847"/>
                <a:gd name="connsiteY40" fmla="*/ 4364838 h 6858000"/>
                <a:gd name="connsiteX41" fmla="*/ 9296754 w 9767847"/>
                <a:gd name="connsiteY41" fmla="*/ 4312038 h 6858000"/>
                <a:gd name="connsiteX42" fmla="*/ 9301029 w 9767847"/>
                <a:gd name="connsiteY42" fmla="*/ 4289074 h 6858000"/>
                <a:gd name="connsiteX43" fmla="*/ 9302818 w 9767847"/>
                <a:gd name="connsiteY43" fmla="*/ 4278581 h 6858000"/>
                <a:gd name="connsiteX44" fmla="*/ 9304658 w 9767847"/>
                <a:gd name="connsiteY44" fmla="*/ 4266816 h 6858000"/>
                <a:gd name="connsiteX45" fmla="*/ 9312810 w 9767847"/>
                <a:gd name="connsiteY45" fmla="*/ 4215945 h 6858000"/>
                <a:gd name="connsiteX46" fmla="*/ 9316887 w 9767847"/>
                <a:gd name="connsiteY46" fmla="*/ 4190486 h 6858000"/>
                <a:gd name="connsiteX47" fmla="*/ 9318923 w 9767847"/>
                <a:gd name="connsiteY47" fmla="*/ 4177780 h 6858000"/>
                <a:gd name="connsiteX48" fmla="*/ 9320515 w 9767847"/>
                <a:gd name="connsiteY48" fmla="*/ 4164886 h 6858000"/>
                <a:gd name="connsiteX49" fmla="*/ 9332445 w 9767847"/>
                <a:gd name="connsiteY49" fmla="*/ 4064981 h 6858000"/>
                <a:gd name="connsiteX50" fmla="*/ 9336173 w 9767847"/>
                <a:gd name="connsiteY50" fmla="*/ 4018676 h 6858000"/>
                <a:gd name="connsiteX51" fmla="*/ 9340199 w 9767847"/>
                <a:gd name="connsiteY51" fmla="*/ 3965171 h 6858000"/>
                <a:gd name="connsiteX52" fmla="*/ 9347557 w 9767847"/>
                <a:gd name="connsiteY52" fmla="*/ 3765972 h 6858000"/>
                <a:gd name="connsiteX53" fmla="*/ 9346364 w 9767847"/>
                <a:gd name="connsiteY53" fmla="*/ 3664938 h 6858000"/>
                <a:gd name="connsiteX54" fmla="*/ 9344921 w 9767847"/>
                <a:gd name="connsiteY54" fmla="*/ 3615243 h 6858000"/>
                <a:gd name="connsiteX55" fmla="*/ 9344524 w 9767847"/>
                <a:gd name="connsiteY55" fmla="*/ 3603526 h 6858000"/>
                <a:gd name="connsiteX56" fmla="*/ 9343728 w 9767847"/>
                <a:gd name="connsiteY56" fmla="*/ 3590774 h 6858000"/>
                <a:gd name="connsiteX57" fmla="*/ 9342188 w 9767847"/>
                <a:gd name="connsiteY57" fmla="*/ 3565268 h 6858000"/>
                <a:gd name="connsiteX58" fmla="*/ 9339056 w 9767847"/>
                <a:gd name="connsiteY58" fmla="*/ 3514256 h 6858000"/>
                <a:gd name="connsiteX59" fmla="*/ 9334334 w 9767847"/>
                <a:gd name="connsiteY59" fmla="*/ 3463057 h 6858000"/>
                <a:gd name="connsiteX60" fmla="*/ 9329363 w 9767847"/>
                <a:gd name="connsiteY60" fmla="*/ 3411810 h 6858000"/>
                <a:gd name="connsiteX61" fmla="*/ 9328319 w 9767847"/>
                <a:gd name="connsiteY61" fmla="*/ 3400657 h 6858000"/>
                <a:gd name="connsiteX62" fmla="*/ 9327177 w 9767847"/>
                <a:gd name="connsiteY62" fmla="*/ 3390116 h 6858000"/>
                <a:gd name="connsiteX63" fmla="*/ 9324293 w 9767847"/>
                <a:gd name="connsiteY63" fmla="*/ 3366774 h 6858000"/>
                <a:gd name="connsiteX64" fmla="*/ 9320763 w 9767847"/>
                <a:gd name="connsiteY64" fmla="*/ 3340329 h 6858000"/>
                <a:gd name="connsiteX65" fmla="*/ 9317184 w 9767847"/>
                <a:gd name="connsiteY65" fmla="*/ 3311245 h 6858000"/>
                <a:gd name="connsiteX66" fmla="*/ 9311021 w 9767847"/>
                <a:gd name="connsiteY66" fmla="*/ 3266211 h 6858000"/>
                <a:gd name="connsiteX67" fmla="*/ 9302719 w 9767847"/>
                <a:gd name="connsiteY67" fmla="*/ 3215717 h 6858000"/>
                <a:gd name="connsiteX68" fmla="*/ 9293970 w 9767847"/>
                <a:gd name="connsiteY68" fmla="*/ 3165789 h 6858000"/>
                <a:gd name="connsiteX69" fmla="*/ 9252065 w 9767847"/>
                <a:gd name="connsiteY69" fmla="*/ 2967107 h 6858000"/>
                <a:gd name="connsiteX70" fmla="*/ 9227211 w 9767847"/>
                <a:gd name="connsiteY70" fmla="*/ 2868473 h 6858000"/>
                <a:gd name="connsiteX71" fmla="*/ 9220699 w 9767847"/>
                <a:gd name="connsiteY71" fmla="*/ 2844426 h 6858000"/>
                <a:gd name="connsiteX72" fmla="*/ 9213740 w 9767847"/>
                <a:gd name="connsiteY72" fmla="*/ 2820191 h 6858000"/>
                <a:gd name="connsiteX73" fmla="*/ 9199374 w 9767847"/>
                <a:gd name="connsiteY73" fmla="*/ 2771438 h 6858000"/>
                <a:gd name="connsiteX74" fmla="*/ 9061829 w 9767847"/>
                <a:gd name="connsiteY74" fmla="*/ 2385418 h 6858000"/>
                <a:gd name="connsiteX75" fmla="*/ 8978865 w 9767847"/>
                <a:gd name="connsiteY75" fmla="*/ 2196855 h 6858000"/>
                <a:gd name="connsiteX76" fmla="*/ 8956694 w 9767847"/>
                <a:gd name="connsiteY76" fmla="*/ 2150219 h 6858000"/>
                <a:gd name="connsiteX77" fmla="*/ 8934176 w 9767847"/>
                <a:gd name="connsiteY77" fmla="*/ 2103914 h 6858000"/>
                <a:gd name="connsiteX78" fmla="*/ 8887151 w 9767847"/>
                <a:gd name="connsiteY78" fmla="*/ 2011350 h 6858000"/>
                <a:gd name="connsiteX79" fmla="*/ 8787533 w 9767847"/>
                <a:gd name="connsiteY79" fmla="*/ 1828527 h 6858000"/>
                <a:gd name="connsiteX80" fmla="*/ 8761485 w 9767847"/>
                <a:gd name="connsiteY80" fmla="*/ 1783398 h 6858000"/>
                <a:gd name="connsiteX81" fmla="*/ 8734791 w 9767847"/>
                <a:gd name="connsiteY81" fmla="*/ 1737893 h 6858000"/>
                <a:gd name="connsiteX82" fmla="*/ 8680808 w 9767847"/>
                <a:gd name="connsiteY82" fmla="*/ 1648812 h 6858000"/>
                <a:gd name="connsiteX83" fmla="*/ 8567024 w 9767847"/>
                <a:gd name="connsiteY83" fmla="*/ 1472906 h 6858000"/>
                <a:gd name="connsiteX84" fmla="*/ 8537446 w 9767847"/>
                <a:gd name="connsiteY84" fmla="*/ 1429330 h 6858000"/>
                <a:gd name="connsiteX85" fmla="*/ 8507423 w 9767847"/>
                <a:gd name="connsiteY85" fmla="*/ 1385896 h 6858000"/>
                <a:gd name="connsiteX86" fmla="*/ 8446529 w 9767847"/>
                <a:gd name="connsiteY86" fmla="*/ 1300295 h 6858000"/>
                <a:gd name="connsiteX87" fmla="*/ 8319224 w 9767847"/>
                <a:gd name="connsiteY87" fmla="*/ 1131026 h 6858000"/>
                <a:gd name="connsiteX88" fmla="*/ 8286366 w 9767847"/>
                <a:gd name="connsiteY88" fmla="*/ 1089050 h 6858000"/>
                <a:gd name="connsiteX89" fmla="*/ 8270161 w 9767847"/>
                <a:gd name="connsiteY89" fmla="*/ 1068439 h 6858000"/>
                <a:gd name="connsiteX90" fmla="*/ 8253856 w 9767847"/>
                <a:gd name="connsiteY90" fmla="*/ 1048156 h 6858000"/>
                <a:gd name="connsiteX91" fmla="*/ 8186352 w 9767847"/>
                <a:gd name="connsiteY91" fmla="*/ 966275 h 6858000"/>
                <a:gd name="connsiteX92" fmla="*/ 8046768 w 9767847"/>
                <a:gd name="connsiteY92" fmla="*/ 805429 h 6858000"/>
                <a:gd name="connsiteX93" fmla="*/ 8010927 w 9767847"/>
                <a:gd name="connsiteY93" fmla="*/ 765853 h 6858000"/>
                <a:gd name="connsiteX94" fmla="*/ 7974788 w 9767847"/>
                <a:gd name="connsiteY94" fmla="*/ 726653 h 6858000"/>
                <a:gd name="connsiteX95" fmla="*/ 7901070 w 9767847"/>
                <a:gd name="connsiteY95" fmla="*/ 648724 h 6858000"/>
                <a:gd name="connsiteX96" fmla="*/ 7750054 w 9767847"/>
                <a:gd name="connsiteY96" fmla="*/ 497008 h 6858000"/>
                <a:gd name="connsiteX97" fmla="*/ 7592277 w 9767847"/>
                <a:gd name="connsiteY97" fmla="*/ 351221 h 6858000"/>
                <a:gd name="connsiteX98" fmla="*/ 7257734 w 9767847"/>
                <a:gd name="connsiteY98" fmla="*/ 76964 h 6858000"/>
                <a:gd name="connsiteX99" fmla="*/ 1886601 w 9767847"/>
                <a:gd name="connsiteY99" fmla="*/ 0 h 6858000"/>
                <a:gd name="connsiteX100" fmla="*/ 2292926 w 9767847"/>
                <a:gd name="connsiteY100" fmla="*/ 0 h 6858000"/>
                <a:gd name="connsiteX101" fmla="*/ 2135542 w 9767847"/>
                <a:gd name="connsiteY101" fmla="*/ 117781 h 6858000"/>
                <a:gd name="connsiteX102" fmla="*/ 1969576 w 9767847"/>
                <a:gd name="connsiteY102" fmla="*/ 254986 h 6858000"/>
                <a:gd name="connsiteX103" fmla="*/ 1659938 w 9767847"/>
                <a:gd name="connsiteY103" fmla="*/ 549855 h 6858000"/>
                <a:gd name="connsiteX104" fmla="*/ 729383 w 9767847"/>
                <a:gd name="connsiteY104" fmla="*/ 1936480 h 6858000"/>
                <a:gd name="connsiteX105" fmla="*/ 578465 w 9767847"/>
                <a:gd name="connsiteY105" fmla="*/ 2320807 h 6858000"/>
                <a:gd name="connsiteX106" fmla="*/ 465080 w 9767847"/>
                <a:gd name="connsiteY106" fmla="*/ 2714875 h 6858000"/>
                <a:gd name="connsiteX107" fmla="*/ 423820 w 9767847"/>
                <a:gd name="connsiteY107" fmla="*/ 2915436 h 6858000"/>
                <a:gd name="connsiteX108" fmla="*/ 392355 w 9767847"/>
                <a:gd name="connsiteY108" fmla="*/ 3118071 h 6858000"/>
                <a:gd name="connsiteX109" fmla="*/ 358801 w 9767847"/>
                <a:gd name="connsiteY109" fmla="*/ 3526915 h 6858000"/>
                <a:gd name="connsiteX110" fmla="*/ 410350 w 9767847"/>
                <a:gd name="connsiteY110" fmla="*/ 4348226 h 6858000"/>
                <a:gd name="connsiteX111" fmla="*/ 449022 w 9767847"/>
                <a:gd name="connsiteY111" fmla="*/ 4551049 h 6858000"/>
                <a:gd name="connsiteX112" fmla="*/ 498882 w 9767847"/>
                <a:gd name="connsiteY112" fmla="*/ 4752365 h 6858000"/>
                <a:gd name="connsiteX113" fmla="*/ 559775 w 9767847"/>
                <a:gd name="connsiteY113" fmla="*/ 4951657 h 6858000"/>
                <a:gd name="connsiteX114" fmla="*/ 631406 w 9767847"/>
                <a:gd name="connsiteY114" fmla="*/ 5147986 h 6858000"/>
                <a:gd name="connsiteX115" fmla="*/ 1023461 w 9767847"/>
                <a:gd name="connsiteY115" fmla="*/ 5893957 h 6858000"/>
                <a:gd name="connsiteX116" fmla="*/ 1575880 w 9767847"/>
                <a:gd name="connsiteY116" fmla="*/ 6547646 h 6858000"/>
                <a:gd name="connsiteX117" fmla="*/ 1905228 w 9767847"/>
                <a:gd name="connsiteY117" fmla="*/ 6829468 h 6858000"/>
                <a:gd name="connsiteX118" fmla="*/ 1944230 w 9767847"/>
                <a:gd name="connsiteY118" fmla="*/ 6858000 h 6858000"/>
                <a:gd name="connsiteX119" fmla="*/ 1372541 w 9767847"/>
                <a:gd name="connsiteY119" fmla="*/ 6858000 h 6858000"/>
                <a:gd name="connsiteX120" fmla="*/ 1115251 w 9767847"/>
                <a:gd name="connsiteY120" fmla="*/ 6590005 h 6858000"/>
                <a:gd name="connsiteX121" fmla="*/ 0 w 9767847"/>
                <a:gd name="connsiteY121" fmla="*/ 3649031 h 6858000"/>
                <a:gd name="connsiteX122" fmla="*/ 1777294 w 9767847"/>
                <a:gd name="connsiteY122" fmla="*/ 813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9767847" h="6858000">
                  <a:moveTo>
                    <a:pt x="7151367" y="0"/>
                  </a:moveTo>
                  <a:lnTo>
                    <a:pt x="7881247" y="0"/>
                  </a:lnTo>
                  <a:lnTo>
                    <a:pt x="7990553" y="81317"/>
                  </a:lnTo>
                  <a:cubicBezTo>
                    <a:pt x="9075991" y="929334"/>
                    <a:pt x="9767847" y="2212695"/>
                    <a:pt x="9767847" y="3649031"/>
                  </a:cubicBezTo>
                  <a:cubicBezTo>
                    <a:pt x="9767847" y="4766182"/>
                    <a:pt x="9349317" y="5790792"/>
                    <a:pt x="8652597" y="6590005"/>
                  </a:cubicBezTo>
                  <a:lnTo>
                    <a:pt x="8395306" y="6858000"/>
                  </a:lnTo>
                  <a:lnTo>
                    <a:pt x="6762603" y="6858000"/>
                  </a:lnTo>
                  <a:lnTo>
                    <a:pt x="6765962" y="6854844"/>
                  </a:lnTo>
                  <a:cubicBezTo>
                    <a:pt x="6779036" y="6842703"/>
                    <a:pt x="6791663" y="6829621"/>
                    <a:pt x="6804586" y="6817103"/>
                  </a:cubicBezTo>
                  <a:lnTo>
                    <a:pt x="6881735" y="6741197"/>
                  </a:lnTo>
                  <a:cubicBezTo>
                    <a:pt x="6907435" y="6715881"/>
                    <a:pt x="6933134" y="6690798"/>
                    <a:pt x="6958883" y="6664822"/>
                  </a:cubicBezTo>
                  <a:lnTo>
                    <a:pt x="7267925" y="6355694"/>
                  </a:lnTo>
                  <a:lnTo>
                    <a:pt x="7424360" y="6200685"/>
                  </a:lnTo>
                  <a:cubicBezTo>
                    <a:pt x="7450754" y="6174802"/>
                    <a:pt x="7477598" y="6148731"/>
                    <a:pt x="7504938" y="6122708"/>
                  </a:cubicBezTo>
                  <a:lnTo>
                    <a:pt x="7546396" y="6083697"/>
                  </a:lnTo>
                  <a:cubicBezTo>
                    <a:pt x="7560264" y="6070803"/>
                    <a:pt x="7574780" y="6057532"/>
                    <a:pt x="7588002" y="6045532"/>
                  </a:cubicBezTo>
                  <a:lnTo>
                    <a:pt x="7631000" y="6006709"/>
                  </a:lnTo>
                  <a:lnTo>
                    <a:pt x="7675440" y="5968309"/>
                  </a:lnTo>
                  <a:cubicBezTo>
                    <a:pt x="7690404" y="5955698"/>
                    <a:pt x="7705564" y="5943321"/>
                    <a:pt x="7720626" y="5930851"/>
                  </a:cubicBezTo>
                  <a:cubicBezTo>
                    <a:pt x="7735738" y="5918427"/>
                    <a:pt x="7751197" y="5906521"/>
                    <a:pt x="7766458" y="5894334"/>
                  </a:cubicBezTo>
                  <a:cubicBezTo>
                    <a:pt x="7827949" y="5846192"/>
                    <a:pt x="7890979" y="5800499"/>
                    <a:pt x="7955254" y="5756828"/>
                  </a:cubicBezTo>
                  <a:cubicBezTo>
                    <a:pt x="8083800" y="5669534"/>
                    <a:pt x="8216872" y="5590336"/>
                    <a:pt x="8352678" y="5517630"/>
                  </a:cubicBezTo>
                  <a:lnTo>
                    <a:pt x="8451350" y="5465254"/>
                  </a:lnTo>
                  <a:lnTo>
                    <a:pt x="8548532" y="5413395"/>
                  </a:lnTo>
                  <a:cubicBezTo>
                    <a:pt x="8612110" y="5379090"/>
                    <a:pt x="8673251" y="5345208"/>
                    <a:pt x="8729473" y="5309961"/>
                  </a:cubicBezTo>
                  <a:cubicBezTo>
                    <a:pt x="8743591" y="5301115"/>
                    <a:pt x="8757161" y="5292361"/>
                    <a:pt x="8770781" y="5283232"/>
                  </a:cubicBezTo>
                  <a:cubicBezTo>
                    <a:pt x="8777591" y="5278667"/>
                    <a:pt x="8784451" y="5274103"/>
                    <a:pt x="8790964" y="5269492"/>
                  </a:cubicBezTo>
                  <a:cubicBezTo>
                    <a:pt x="8797574" y="5264879"/>
                    <a:pt x="8804235" y="5260314"/>
                    <a:pt x="8810499" y="5255703"/>
                  </a:cubicBezTo>
                  <a:cubicBezTo>
                    <a:pt x="8835999" y="5237303"/>
                    <a:pt x="8860407" y="5218291"/>
                    <a:pt x="8883571" y="5198479"/>
                  </a:cubicBezTo>
                  <a:cubicBezTo>
                    <a:pt x="8929900" y="5158856"/>
                    <a:pt x="8971258" y="5116315"/>
                    <a:pt x="9006651" y="5070527"/>
                  </a:cubicBezTo>
                  <a:cubicBezTo>
                    <a:pt x="9015351" y="5059328"/>
                    <a:pt x="9024398" y="5046857"/>
                    <a:pt x="9033494" y="5034105"/>
                  </a:cubicBezTo>
                  <a:lnTo>
                    <a:pt x="9040305" y="5024551"/>
                  </a:lnTo>
                  <a:lnTo>
                    <a:pt x="9046568" y="5015281"/>
                  </a:lnTo>
                  <a:cubicBezTo>
                    <a:pt x="9050743" y="5009163"/>
                    <a:pt x="9054819" y="5002952"/>
                    <a:pt x="9058846" y="4996645"/>
                  </a:cubicBezTo>
                  <a:cubicBezTo>
                    <a:pt x="9075002" y="4971517"/>
                    <a:pt x="9090212" y="4945305"/>
                    <a:pt x="9104529" y="4918105"/>
                  </a:cubicBezTo>
                  <a:cubicBezTo>
                    <a:pt x="9133211" y="4863752"/>
                    <a:pt x="9158313" y="4805447"/>
                    <a:pt x="9181081" y="4744694"/>
                  </a:cubicBezTo>
                  <a:cubicBezTo>
                    <a:pt x="9203748" y="4684178"/>
                    <a:pt x="9223383" y="4621778"/>
                    <a:pt x="9240731" y="4557872"/>
                  </a:cubicBezTo>
                  <a:cubicBezTo>
                    <a:pt x="9249481" y="4525966"/>
                    <a:pt x="9257682" y="4493684"/>
                    <a:pt x="9265388" y="4461073"/>
                  </a:cubicBezTo>
                  <a:cubicBezTo>
                    <a:pt x="9269215" y="4444744"/>
                    <a:pt x="9272943" y="4428367"/>
                    <a:pt x="9276571" y="4411943"/>
                  </a:cubicBezTo>
                  <a:lnTo>
                    <a:pt x="9281841" y="4387379"/>
                  </a:lnTo>
                  <a:lnTo>
                    <a:pt x="9286513" y="4364838"/>
                  </a:lnTo>
                  <a:lnTo>
                    <a:pt x="9296754" y="4312038"/>
                  </a:lnTo>
                  <a:lnTo>
                    <a:pt x="9301029" y="4289074"/>
                  </a:lnTo>
                  <a:lnTo>
                    <a:pt x="9302818" y="4278581"/>
                  </a:lnTo>
                  <a:lnTo>
                    <a:pt x="9304658" y="4266816"/>
                  </a:lnTo>
                  <a:lnTo>
                    <a:pt x="9312810" y="4215945"/>
                  </a:lnTo>
                  <a:lnTo>
                    <a:pt x="9316887" y="4190486"/>
                  </a:lnTo>
                  <a:lnTo>
                    <a:pt x="9318923" y="4177780"/>
                  </a:lnTo>
                  <a:cubicBezTo>
                    <a:pt x="9319570" y="4173546"/>
                    <a:pt x="9319969" y="4169169"/>
                    <a:pt x="9320515" y="4164886"/>
                  </a:cubicBezTo>
                  <a:lnTo>
                    <a:pt x="9332445" y="4064981"/>
                  </a:lnTo>
                  <a:cubicBezTo>
                    <a:pt x="9333836" y="4052370"/>
                    <a:pt x="9334880" y="4036888"/>
                    <a:pt x="9336173" y="4018676"/>
                  </a:cubicBezTo>
                  <a:lnTo>
                    <a:pt x="9340199" y="3965171"/>
                  </a:lnTo>
                  <a:cubicBezTo>
                    <a:pt x="9345071" y="3899806"/>
                    <a:pt x="9347358" y="3832983"/>
                    <a:pt x="9347557" y="3765972"/>
                  </a:cubicBezTo>
                  <a:cubicBezTo>
                    <a:pt x="9347656" y="3732420"/>
                    <a:pt x="9347209" y="3698773"/>
                    <a:pt x="9346364" y="3664938"/>
                  </a:cubicBezTo>
                  <a:lnTo>
                    <a:pt x="9344921" y="3615243"/>
                  </a:lnTo>
                  <a:lnTo>
                    <a:pt x="9344524" y="3603526"/>
                  </a:lnTo>
                  <a:lnTo>
                    <a:pt x="9343728" y="3590774"/>
                  </a:lnTo>
                  <a:lnTo>
                    <a:pt x="9342188" y="3565268"/>
                  </a:lnTo>
                  <a:lnTo>
                    <a:pt x="9339056" y="3514256"/>
                  </a:lnTo>
                  <a:cubicBezTo>
                    <a:pt x="9337914" y="3497221"/>
                    <a:pt x="9335874" y="3480138"/>
                    <a:pt x="9334334" y="3463057"/>
                  </a:cubicBezTo>
                  <a:lnTo>
                    <a:pt x="9329363" y="3411810"/>
                  </a:lnTo>
                  <a:lnTo>
                    <a:pt x="9328319" y="3400657"/>
                  </a:lnTo>
                  <a:lnTo>
                    <a:pt x="9327177" y="3390116"/>
                  </a:lnTo>
                  <a:lnTo>
                    <a:pt x="9324293" y="3366774"/>
                  </a:lnTo>
                  <a:lnTo>
                    <a:pt x="9320763" y="3340329"/>
                  </a:lnTo>
                  <a:lnTo>
                    <a:pt x="9317184" y="3311245"/>
                  </a:lnTo>
                  <a:cubicBezTo>
                    <a:pt x="9315594" y="3296893"/>
                    <a:pt x="9313506" y="3282306"/>
                    <a:pt x="9311021" y="3266211"/>
                  </a:cubicBezTo>
                  <a:lnTo>
                    <a:pt x="9302719" y="3215717"/>
                  </a:lnTo>
                  <a:cubicBezTo>
                    <a:pt x="9299936" y="3199059"/>
                    <a:pt x="9297003" y="3182400"/>
                    <a:pt x="9293970" y="3165789"/>
                  </a:cubicBezTo>
                  <a:cubicBezTo>
                    <a:pt x="9281891" y="3099295"/>
                    <a:pt x="9267674" y="3033084"/>
                    <a:pt x="9252065" y="2967107"/>
                  </a:cubicBezTo>
                  <a:cubicBezTo>
                    <a:pt x="9244261" y="2934167"/>
                    <a:pt x="9235959" y="2901273"/>
                    <a:pt x="9227211" y="2868473"/>
                  </a:cubicBezTo>
                  <a:lnTo>
                    <a:pt x="9220699" y="2844426"/>
                  </a:lnTo>
                  <a:lnTo>
                    <a:pt x="9213740" y="2820191"/>
                  </a:lnTo>
                  <a:cubicBezTo>
                    <a:pt x="9209216" y="2804049"/>
                    <a:pt x="9204345" y="2787768"/>
                    <a:pt x="9199374" y="2771438"/>
                  </a:cubicBezTo>
                  <a:cubicBezTo>
                    <a:pt x="9159855" y="2641086"/>
                    <a:pt x="9114272" y="2512099"/>
                    <a:pt x="9061829" y="2385418"/>
                  </a:cubicBezTo>
                  <a:cubicBezTo>
                    <a:pt x="9035582" y="2322077"/>
                    <a:pt x="9008043" y="2259160"/>
                    <a:pt x="8978865" y="2196855"/>
                  </a:cubicBezTo>
                  <a:lnTo>
                    <a:pt x="8956694" y="2150219"/>
                  </a:lnTo>
                  <a:lnTo>
                    <a:pt x="8934176" y="2103914"/>
                  </a:lnTo>
                  <a:cubicBezTo>
                    <a:pt x="8918915" y="2073091"/>
                    <a:pt x="8903157" y="2042032"/>
                    <a:pt x="8887151" y="2011350"/>
                  </a:cubicBezTo>
                  <a:cubicBezTo>
                    <a:pt x="8854988" y="1949891"/>
                    <a:pt x="8822082" y="1888810"/>
                    <a:pt x="8787533" y="1828527"/>
                  </a:cubicBezTo>
                  <a:lnTo>
                    <a:pt x="8761485" y="1783398"/>
                  </a:lnTo>
                  <a:lnTo>
                    <a:pt x="8734791" y="1737893"/>
                  </a:lnTo>
                  <a:cubicBezTo>
                    <a:pt x="8717047" y="1707823"/>
                    <a:pt x="8699200" y="1678363"/>
                    <a:pt x="8680808" y="1648812"/>
                  </a:cubicBezTo>
                  <a:cubicBezTo>
                    <a:pt x="8644322" y="1589658"/>
                    <a:pt x="8606194" y="1531118"/>
                    <a:pt x="8567024" y="1472906"/>
                  </a:cubicBezTo>
                  <a:lnTo>
                    <a:pt x="8537446" y="1429330"/>
                  </a:lnTo>
                  <a:lnTo>
                    <a:pt x="8507423" y="1385896"/>
                  </a:lnTo>
                  <a:cubicBezTo>
                    <a:pt x="8487390" y="1357284"/>
                    <a:pt x="8467158" y="1328719"/>
                    <a:pt x="8446529" y="1300295"/>
                  </a:cubicBezTo>
                  <a:cubicBezTo>
                    <a:pt x="8405271" y="1243496"/>
                    <a:pt x="8362718" y="1187120"/>
                    <a:pt x="8319224" y="1131026"/>
                  </a:cubicBezTo>
                  <a:lnTo>
                    <a:pt x="8286366" y="1089050"/>
                  </a:lnTo>
                  <a:lnTo>
                    <a:pt x="8270161" y="1068439"/>
                  </a:lnTo>
                  <a:lnTo>
                    <a:pt x="8253856" y="1048156"/>
                  </a:lnTo>
                  <a:cubicBezTo>
                    <a:pt x="8231636" y="1020675"/>
                    <a:pt x="8209117" y="993381"/>
                    <a:pt x="8186352" y="966275"/>
                  </a:cubicBezTo>
                  <a:cubicBezTo>
                    <a:pt x="8140917" y="911922"/>
                    <a:pt x="8094240" y="858417"/>
                    <a:pt x="8046768" y="805429"/>
                  </a:cubicBezTo>
                  <a:lnTo>
                    <a:pt x="8010927" y="765853"/>
                  </a:lnTo>
                  <a:lnTo>
                    <a:pt x="7974788" y="726653"/>
                  </a:lnTo>
                  <a:cubicBezTo>
                    <a:pt x="7950382" y="700489"/>
                    <a:pt x="7925824" y="674465"/>
                    <a:pt x="7901070" y="648724"/>
                  </a:cubicBezTo>
                  <a:cubicBezTo>
                    <a:pt x="7851510" y="597289"/>
                    <a:pt x="7801404" y="546514"/>
                    <a:pt x="7750054" y="497008"/>
                  </a:cubicBezTo>
                  <a:cubicBezTo>
                    <a:pt x="7698902" y="447644"/>
                    <a:pt x="7645913" y="398938"/>
                    <a:pt x="7592277" y="351221"/>
                  </a:cubicBezTo>
                  <a:cubicBezTo>
                    <a:pt x="7484856" y="255786"/>
                    <a:pt x="7373308" y="164304"/>
                    <a:pt x="7257734" y="76964"/>
                  </a:cubicBezTo>
                  <a:close/>
                  <a:moveTo>
                    <a:pt x="1886601" y="0"/>
                  </a:moveTo>
                  <a:lnTo>
                    <a:pt x="2292926" y="0"/>
                  </a:lnTo>
                  <a:lnTo>
                    <a:pt x="2135542" y="117781"/>
                  </a:lnTo>
                  <a:cubicBezTo>
                    <a:pt x="2078998" y="162280"/>
                    <a:pt x="2023659" y="208045"/>
                    <a:pt x="1969576" y="254986"/>
                  </a:cubicBezTo>
                  <a:cubicBezTo>
                    <a:pt x="1861309" y="348820"/>
                    <a:pt x="1758064" y="447314"/>
                    <a:pt x="1659938" y="549855"/>
                  </a:cubicBezTo>
                  <a:cubicBezTo>
                    <a:pt x="1266987" y="960346"/>
                    <a:pt x="953820" y="1431495"/>
                    <a:pt x="729383" y="1936480"/>
                  </a:cubicBezTo>
                  <a:cubicBezTo>
                    <a:pt x="673260" y="2062362"/>
                    <a:pt x="622855" y="2190972"/>
                    <a:pt x="578465" y="2320807"/>
                  </a:cubicBezTo>
                  <a:cubicBezTo>
                    <a:pt x="534125" y="2450687"/>
                    <a:pt x="496147" y="2582216"/>
                    <a:pt x="465080" y="2714875"/>
                  </a:cubicBezTo>
                  <a:cubicBezTo>
                    <a:pt x="449769" y="2780991"/>
                    <a:pt x="435850" y="2848191"/>
                    <a:pt x="423820" y="2915436"/>
                  </a:cubicBezTo>
                  <a:cubicBezTo>
                    <a:pt x="411840" y="2982731"/>
                    <a:pt x="401054" y="3050260"/>
                    <a:pt x="392355" y="3118071"/>
                  </a:cubicBezTo>
                  <a:cubicBezTo>
                    <a:pt x="374509" y="3253646"/>
                    <a:pt x="363424" y="3389880"/>
                    <a:pt x="358801" y="3526915"/>
                  </a:cubicBezTo>
                  <a:cubicBezTo>
                    <a:pt x="349009" y="3800843"/>
                    <a:pt x="366357" y="4075570"/>
                    <a:pt x="410350" y="4348226"/>
                  </a:cubicBezTo>
                  <a:cubicBezTo>
                    <a:pt x="421286" y="4416132"/>
                    <a:pt x="434209" y="4483660"/>
                    <a:pt x="449022" y="4551049"/>
                  </a:cubicBezTo>
                  <a:cubicBezTo>
                    <a:pt x="463737" y="4618436"/>
                    <a:pt x="480389" y="4685588"/>
                    <a:pt x="498882" y="4752365"/>
                  </a:cubicBezTo>
                  <a:cubicBezTo>
                    <a:pt x="517373" y="4819141"/>
                    <a:pt x="537704" y="4885635"/>
                    <a:pt x="559775" y="4951657"/>
                  </a:cubicBezTo>
                  <a:cubicBezTo>
                    <a:pt x="581946" y="5017775"/>
                    <a:pt x="605358" y="5083375"/>
                    <a:pt x="631406" y="5147986"/>
                  </a:cubicBezTo>
                  <a:cubicBezTo>
                    <a:pt x="734055" y="5407608"/>
                    <a:pt x="865188" y="5658570"/>
                    <a:pt x="1023461" y="5893957"/>
                  </a:cubicBezTo>
                  <a:cubicBezTo>
                    <a:pt x="1181487" y="6129578"/>
                    <a:pt x="1367051" y="6349247"/>
                    <a:pt x="1575880" y="6547646"/>
                  </a:cubicBezTo>
                  <a:cubicBezTo>
                    <a:pt x="1680269" y="6646916"/>
                    <a:pt x="1790338" y="6740939"/>
                    <a:pt x="1905228" y="6829468"/>
                  </a:cubicBezTo>
                  <a:lnTo>
                    <a:pt x="1944230" y="6858000"/>
                  </a:lnTo>
                  <a:lnTo>
                    <a:pt x="1372541" y="6858000"/>
                  </a:lnTo>
                  <a:lnTo>
                    <a:pt x="1115251" y="6590005"/>
                  </a:lnTo>
                  <a:cubicBezTo>
                    <a:pt x="418530" y="5790792"/>
                    <a:pt x="0" y="4766182"/>
                    <a:pt x="0" y="3649031"/>
                  </a:cubicBezTo>
                  <a:cubicBezTo>
                    <a:pt x="0" y="2212695"/>
                    <a:pt x="691856" y="929334"/>
                    <a:pt x="1777294" y="81317"/>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1" name="Freeform: Shape 20">
              <a:extLst>
                <a:ext uri="{FF2B5EF4-FFF2-40B4-BE49-F238E27FC236}">
                  <a16:creationId xmlns:a16="http://schemas.microsoft.com/office/drawing/2014/main" id="{82B0ED5C-927D-4C5F-8F27-1B403820B9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3402" y="36937"/>
              <a:ext cx="9767847" cy="6858000"/>
            </a:xfrm>
            <a:custGeom>
              <a:avLst/>
              <a:gdLst>
                <a:gd name="connsiteX0" fmla="*/ 7145704 w 9767847"/>
                <a:gd name="connsiteY0" fmla="*/ 0 h 6858000"/>
                <a:gd name="connsiteX1" fmla="*/ 7875738 w 9767847"/>
                <a:gd name="connsiteY1" fmla="*/ 0 h 6858000"/>
                <a:gd name="connsiteX2" fmla="*/ 7990553 w 9767847"/>
                <a:gd name="connsiteY2" fmla="*/ 85415 h 6858000"/>
                <a:gd name="connsiteX3" fmla="*/ 9767847 w 9767847"/>
                <a:gd name="connsiteY3" fmla="*/ 3653129 h 6858000"/>
                <a:gd name="connsiteX4" fmla="*/ 8652597 w 9767847"/>
                <a:gd name="connsiteY4" fmla="*/ 6594103 h 6858000"/>
                <a:gd name="connsiteX5" fmla="*/ 8399240 w 9767847"/>
                <a:gd name="connsiteY5" fmla="*/ 6858000 h 6858000"/>
                <a:gd name="connsiteX6" fmla="*/ 6766926 w 9767847"/>
                <a:gd name="connsiteY6" fmla="*/ 6858000 h 6858000"/>
                <a:gd name="connsiteX7" fmla="*/ 6804586 w 9767847"/>
                <a:gd name="connsiteY7" fmla="*/ 6821201 h 6858000"/>
                <a:gd name="connsiteX8" fmla="*/ 6881735 w 9767847"/>
                <a:gd name="connsiteY8" fmla="*/ 6745295 h 6858000"/>
                <a:gd name="connsiteX9" fmla="*/ 6958883 w 9767847"/>
                <a:gd name="connsiteY9" fmla="*/ 6668920 h 6858000"/>
                <a:gd name="connsiteX10" fmla="*/ 7267925 w 9767847"/>
                <a:gd name="connsiteY10" fmla="*/ 6359792 h 6858000"/>
                <a:gd name="connsiteX11" fmla="*/ 7424360 w 9767847"/>
                <a:gd name="connsiteY11" fmla="*/ 6204783 h 6858000"/>
                <a:gd name="connsiteX12" fmla="*/ 7504938 w 9767847"/>
                <a:gd name="connsiteY12" fmla="*/ 6126806 h 6858000"/>
                <a:gd name="connsiteX13" fmla="*/ 7546396 w 9767847"/>
                <a:gd name="connsiteY13" fmla="*/ 6087795 h 6858000"/>
                <a:gd name="connsiteX14" fmla="*/ 7588002 w 9767847"/>
                <a:gd name="connsiteY14" fmla="*/ 6049630 h 6858000"/>
                <a:gd name="connsiteX15" fmla="*/ 7631000 w 9767847"/>
                <a:gd name="connsiteY15" fmla="*/ 6010807 h 6858000"/>
                <a:gd name="connsiteX16" fmla="*/ 7675440 w 9767847"/>
                <a:gd name="connsiteY16" fmla="*/ 5972407 h 6858000"/>
                <a:gd name="connsiteX17" fmla="*/ 7720626 w 9767847"/>
                <a:gd name="connsiteY17" fmla="*/ 5934949 h 6858000"/>
                <a:gd name="connsiteX18" fmla="*/ 7766458 w 9767847"/>
                <a:gd name="connsiteY18" fmla="*/ 5898432 h 6858000"/>
                <a:gd name="connsiteX19" fmla="*/ 7955254 w 9767847"/>
                <a:gd name="connsiteY19" fmla="*/ 5760926 h 6858000"/>
                <a:gd name="connsiteX20" fmla="*/ 8352678 w 9767847"/>
                <a:gd name="connsiteY20" fmla="*/ 5521728 h 6858000"/>
                <a:gd name="connsiteX21" fmla="*/ 8451350 w 9767847"/>
                <a:gd name="connsiteY21" fmla="*/ 5469352 h 6858000"/>
                <a:gd name="connsiteX22" fmla="*/ 8548532 w 9767847"/>
                <a:gd name="connsiteY22" fmla="*/ 5417493 h 6858000"/>
                <a:gd name="connsiteX23" fmla="*/ 8729473 w 9767847"/>
                <a:gd name="connsiteY23" fmla="*/ 5314059 h 6858000"/>
                <a:gd name="connsiteX24" fmla="*/ 8770781 w 9767847"/>
                <a:gd name="connsiteY24" fmla="*/ 5287330 h 6858000"/>
                <a:gd name="connsiteX25" fmla="*/ 8790964 w 9767847"/>
                <a:gd name="connsiteY25" fmla="*/ 5273590 h 6858000"/>
                <a:gd name="connsiteX26" fmla="*/ 8810499 w 9767847"/>
                <a:gd name="connsiteY26" fmla="*/ 5259801 h 6858000"/>
                <a:gd name="connsiteX27" fmla="*/ 8883571 w 9767847"/>
                <a:gd name="connsiteY27" fmla="*/ 5202577 h 6858000"/>
                <a:gd name="connsiteX28" fmla="*/ 9006651 w 9767847"/>
                <a:gd name="connsiteY28" fmla="*/ 5074625 h 6858000"/>
                <a:gd name="connsiteX29" fmla="*/ 9033494 w 9767847"/>
                <a:gd name="connsiteY29" fmla="*/ 5038203 h 6858000"/>
                <a:gd name="connsiteX30" fmla="*/ 9040305 w 9767847"/>
                <a:gd name="connsiteY30" fmla="*/ 5028649 h 6858000"/>
                <a:gd name="connsiteX31" fmla="*/ 9046568 w 9767847"/>
                <a:gd name="connsiteY31" fmla="*/ 5019379 h 6858000"/>
                <a:gd name="connsiteX32" fmla="*/ 9058846 w 9767847"/>
                <a:gd name="connsiteY32" fmla="*/ 5000743 h 6858000"/>
                <a:gd name="connsiteX33" fmla="*/ 9104529 w 9767847"/>
                <a:gd name="connsiteY33" fmla="*/ 4922203 h 6858000"/>
                <a:gd name="connsiteX34" fmla="*/ 9181081 w 9767847"/>
                <a:gd name="connsiteY34" fmla="*/ 4748792 h 6858000"/>
                <a:gd name="connsiteX35" fmla="*/ 9240731 w 9767847"/>
                <a:gd name="connsiteY35" fmla="*/ 4561970 h 6858000"/>
                <a:gd name="connsiteX36" fmla="*/ 9265388 w 9767847"/>
                <a:gd name="connsiteY36" fmla="*/ 4465171 h 6858000"/>
                <a:gd name="connsiteX37" fmla="*/ 9276571 w 9767847"/>
                <a:gd name="connsiteY37" fmla="*/ 4416041 h 6858000"/>
                <a:gd name="connsiteX38" fmla="*/ 9281841 w 9767847"/>
                <a:gd name="connsiteY38" fmla="*/ 4391477 h 6858000"/>
                <a:gd name="connsiteX39" fmla="*/ 9286513 w 9767847"/>
                <a:gd name="connsiteY39" fmla="*/ 4368936 h 6858000"/>
                <a:gd name="connsiteX40" fmla="*/ 9296754 w 9767847"/>
                <a:gd name="connsiteY40" fmla="*/ 4316136 h 6858000"/>
                <a:gd name="connsiteX41" fmla="*/ 9301029 w 9767847"/>
                <a:gd name="connsiteY41" fmla="*/ 4293172 h 6858000"/>
                <a:gd name="connsiteX42" fmla="*/ 9302818 w 9767847"/>
                <a:gd name="connsiteY42" fmla="*/ 4282679 h 6858000"/>
                <a:gd name="connsiteX43" fmla="*/ 9304658 w 9767847"/>
                <a:gd name="connsiteY43" fmla="*/ 4270914 h 6858000"/>
                <a:gd name="connsiteX44" fmla="*/ 9312810 w 9767847"/>
                <a:gd name="connsiteY44" fmla="*/ 4220043 h 6858000"/>
                <a:gd name="connsiteX45" fmla="*/ 9316887 w 9767847"/>
                <a:gd name="connsiteY45" fmla="*/ 4194584 h 6858000"/>
                <a:gd name="connsiteX46" fmla="*/ 9318923 w 9767847"/>
                <a:gd name="connsiteY46" fmla="*/ 4181878 h 6858000"/>
                <a:gd name="connsiteX47" fmla="*/ 9320515 w 9767847"/>
                <a:gd name="connsiteY47" fmla="*/ 4168984 h 6858000"/>
                <a:gd name="connsiteX48" fmla="*/ 9332445 w 9767847"/>
                <a:gd name="connsiteY48" fmla="*/ 4069079 h 6858000"/>
                <a:gd name="connsiteX49" fmla="*/ 9336173 w 9767847"/>
                <a:gd name="connsiteY49" fmla="*/ 4022774 h 6858000"/>
                <a:gd name="connsiteX50" fmla="*/ 9340199 w 9767847"/>
                <a:gd name="connsiteY50" fmla="*/ 3969269 h 6858000"/>
                <a:gd name="connsiteX51" fmla="*/ 9347557 w 9767847"/>
                <a:gd name="connsiteY51" fmla="*/ 3770070 h 6858000"/>
                <a:gd name="connsiteX52" fmla="*/ 9346364 w 9767847"/>
                <a:gd name="connsiteY52" fmla="*/ 3669036 h 6858000"/>
                <a:gd name="connsiteX53" fmla="*/ 9344921 w 9767847"/>
                <a:gd name="connsiteY53" fmla="*/ 3619341 h 6858000"/>
                <a:gd name="connsiteX54" fmla="*/ 9344524 w 9767847"/>
                <a:gd name="connsiteY54" fmla="*/ 3607624 h 6858000"/>
                <a:gd name="connsiteX55" fmla="*/ 9343728 w 9767847"/>
                <a:gd name="connsiteY55" fmla="*/ 3594872 h 6858000"/>
                <a:gd name="connsiteX56" fmla="*/ 9342188 w 9767847"/>
                <a:gd name="connsiteY56" fmla="*/ 3569366 h 6858000"/>
                <a:gd name="connsiteX57" fmla="*/ 9339056 w 9767847"/>
                <a:gd name="connsiteY57" fmla="*/ 3518354 h 6858000"/>
                <a:gd name="connsiteX58" fmla="*/ 9334334 w 9767847"/>
                <a:gd name="connsiteY58" fmla="*/ 3467155 h 6858000"/>
                <a:gd name="connsiteX59" fmla="*/ 9329363 w 9767847"/>
                <a:gd name="connsiteY59" fmla="*/ 3415908 h 6858000"/>
                <a:gd name="connsiteX60" fmla="*/ 9328319 w 9767847"/>
                <a:gd name="connsiteY60" fmla="*/ 3404755 h 6858000"/>
                <a:gd name="connsiteX61" fmla="*/ 9327177 w 9767847"/>
                <a:gd name="connsiteY61" fmla="*/ 3394214 h 6858000"/>
                <a:gd name="connsiteX62" fmla="*/ 9324293 w 9767847"/>
                <a:gd name="connsiteY62" fmla="*/ 3370872 h 6858000"/>
                <a:gd name="connsiteX63" fmla="*/ 9320763 w 9767847"/>
                <a:gd name="connsiteY63" fmla="*/ 3344427 h 6858000"/>
                <a:gd name="connsiteX64" fmla="*/ 9317184 w 9767847"/>
                <a:gd name="connsiteY64" fmla="*/ 3315343 h 6858000"/>
                <a:gd name="connsiteX65" fmla="*/ 9311021 w 9767847"/>
                <a:gd name="connsiteY65" fmla="*/ 3270309 h 6858000"/>
                <a:gd name="connsiteX66" fmla="*/ 9302719 w 9767847"/>
                <a:gd name="connsiteY66" fmla="*/ 3219815 h 6858000"/>
                <a:gd name="connsiteX67" fmla="*/ 9293970 w 9767847"/>
                <a:gd name="connsiteY67" fmla="*/ 3169887 h 6858000"/>
                <a:gd name="connsiteX68" fmla="*/ 9252065 w 9767847"/>
                <a:gd name="connsiteY68" fmla="*/ 2971205 h 6858000"/>
                <a:gd name="connsiteX69" fmla="*/ 9227211 w 9767847"/>
                <a:gd name="connsiteY69" fmla="*/ 2872571 h 6858000"/>
                <a:gd name="connsiteX70" fmla="*/ 9220699 w 9767847"/>
                <a:gd name="connsiteY70" fmla="*/ 2848524 h 6858000"/>
                <a:gd name="connsiteX71" fmla="*/ 9213740 w 9767847"/>
                <a:gd name="connsiteY71" fmla="*/ 2824289 h 6858000"/>
                <a:gd name="connsiteX72" fmla="*/ 9199374 w 9767847"/>
                <a:gd name="connsiteY72" fmla="*/ 2775536 h 6858000"/>
                <a:gd name="connsiteX73" fmla="*/ 9061829 w 9767847"/>
                <a:gd name="connsiteY73" fmla="*/ 2389515 h 6858000"/>
                <a:gd name="connsiteX74" fmla="*/ 8978865 w 9767847"/>
                <a:gd name="connsiteY74" fmla="*/ 2200953 h 6858000"/>
                <a:gd name="connsiteX75" fmla="*/ 8956694 w 9767847"/>
                <a:gd name="connsiteY75" fmla="*/ 2154317 h 6858000"/>
                <a:gd name="connsiteX76" fmla="*/ 8934176 w 9767847"/>
                <a:gd name="connsiteY76" fmla="*/ 2108012 h 6858000"/>
                <a:gd name="connsiteX77" fmla="*/ 8887151 w 9767847"/>
                <a:gd name="connsiteY77" fmla="*/ 2015448 h 6858000"/>
                <a:gd name="connsiteX78" fmla="*/ 8787533 w 9767847"/>
                <a:gd name="connsiteY78" fmla="*/ 1832625 h 6858000"/>
                <a:gd name="connsiteX79" fmla="*/ 8761485 w 9767847"/>
                <a:gd name="connsiteY79" fmla="*/ 1787496 h 6858000"/>
                <a:gd name="connsiteX80" fmla="*/ 8734791 w 9767847"/>
                <a:gd name="connsiteY80" fmla="*/ 1741991 h 6858000"/>
                <a:gd name="connsiteX81" fmla="*/ 8680808 w 9767847"/>
                <a:gd name="connsiteY81" fmla="*/ 1652910 h 6858000"/>
                <a:gd name="connsiteX82" fmla="*/ 8567024 w 9767847"/>
                <a:gd name="connsiteY82" fmla="*/ 1477004 h 6858000"/>
                <a:gd name="connsiteX83" fmla="*/ 8537446 w 9767847"/>
                <a:gd name="connsiteY83" fmla="*/ 1433428 h 6858000"/>
                <a:gd name="connsiteX84" fmla="*/ 8507423 w 9767847"/>
                <a:gd name="connsiteY84" fmla="*/ 1389994 h 6858000"/>
                <a:gd name="connsiteX85" fmla="*/ 8446529 w 9767847"/>
                <a:gd name="connsiteY85" fmla="*/ 1304393 h 6858000"/>
                <a:gd name="connsiteX86" fmla="*/ 8319224 w 9767847"/>
                <a:gd name="connsiteY86" fmla="*/ 1135124 h 6858000"/>
                <a:gd name="connsiteX87" fmla="*/ 8286366 w 9767847"/>
                <a:gd name="connsiteY87" fmla="*/ 1093148 h 6858000"/>
                <a:gd name="connsiteX88" fmla="*/ 8270161 w 9767847"/>
                <a:gd name="connsiteY88" fmla="*/ 1072538 h 6858000"/>
                <a:gd name="connsiteX89" fmla="*/ 8253856 w 9767847"/>
                <a:gd name="connsiteY89" fmla="*/ 1052254 h 6858000"/>
                <a:gd name="connsiteX90" fmla="*/ 8186352 w 9767847"/>
                <a:gd name="connsiteY90" fmla="*/ 970373 h 6858000"/>
                <a:gd name="connsiteX91" fmla="*/ 8046768 w 9767847"/>
                <a:gd name="connsiteY91" fmla="*/ 809527 h 6858000"/>
                <a:gd name="connsiteX92" fmla="*/ 8010927 w 9767847"/>
                <a:gd name="connsiteY92" fmla="*/ 769951 h 6858000"/>
                <a:gd name="connsiteX93" fmla="*/ 7974788 w 9767847"/>
                <a:gd name="connsiteY93" fmla="*/ 730751 h 6858000"/>
                <a:gd name="connsiteX94" fmla="*/ 7901070 w 9767847"/>
                <a:gd name="connsiteY94" fmla="*/ 652823 h 6858000"/>
                <a:gd name="connsiteX95" fmla="*/ 7750054 w 9767847"/>
                <a:gd name="connsiteY95" fmla="*/ 501106 h 6858000"/>
                <a:gd name="connsiteX96" fmla="*/ 7592277 w 9767847"/>
                <a:gd name="connsiteY96" fmla="*/ 355319 h 6858000"/>
                <a:gd name="connsiteX97" fmla="*/ 7257734 w 9767847"/>
                <a:gd name="connsiteY97" fmla="*/ 81062 h 6858000"/>
                <a:gd name="connsiteX98" fmla="*/ 1892109 w 9767847"/>
                <a:gd name="connsiteY98" fmla="*/ 0 h 6858000"/>
                <a:gd name="connsiteX99" fmla="*/ 2298402 w 9767847"/>
                <a:gd name="connsiteY99" fmla="*/ 0 h 6858000"/>
                <a:gd name="connsiteX100" fmla="*/ 2135542 w 9767847"/>
                <a:gd name="connsiteY100" fmla="*/ 121879 h 6858000"/>
                <a:gd name="connsiteX101" fmla="*/ 1969576 w 9767847"/>
                <a:gd name="connsiteY101" fmla="*/ 259084 h 6858000"/>
                <a:gd name="connsiteX102" fmla="*/ 1659938 w 9767847"/>
                <a:gd name="connsiteY102" fmla="*/ 553953 h 6858000"/>
                <a:gd name="connsiteX103" fmla="*/ 729383 w 9767847"/>
                <a:gd name="connsiteY103" fmla="*/ 1940578 h 6858000"/>
                <a:gd name="connsiteX104" fmla="*/ 578465 w 9767847"/>
                <a:gd name="connsiteY104" fmla="*/ 2324905 h 6858000"/>
                <a:gd name="connsiteX105" fmla="*/ 465080 w 9767847"/>
                <a:gd name="connsiteY105" fmla="*/ 2718973 h 6858000"/>
                <a:gd name="connsiteX106" fmla="*/ 423820 w 9767847"/>
                <a:gd name="connsiteY106" fmla="*/ 2919535 h 6858000"/>
                <a:gd name="connsiteX107" fmla="*/ 392355 w 9767847"/>
                <a:gd name="connsiteY107" fmla="*/ 3122169 h 6858000"/>
                <a:gd name="connsiteX108" fmla="*/ 358801 w 9767847"/>
                <a:gd name="connsiteY108" fmla="*/ 3531013 h 6858000"/>
                <a:gd name="connsiteX109" fmla="*/ 410350 w 9767847"/>
                <a:gd name="connsiteY109" fmla="*/ 4352324 h 6858000"/>
                <a:gd name="connsiteX110" fmla="*/ 449022 w 9767847"/>
                <a:gd name="connsiteY110" fmla="*/ 4555147 h 6858000"/>
                <a:gd name="connsiteX111" fmla="*/ 498882 w 9767847"/>
                <a:gd name="connsiteY111" fmla="*/ 4756463 h 6858000"/>
                <a:gd name="connsiteX112" fmla="*/ 559775 w 9767847"/>
                <a:gd name="connsiteY112" fmla="*/ 4955755 h 6858000"/>
                <a:gd name="connsiteX113" fmla="*/ 631406 w 9767847"/>
                <a:gd name="connsiteY113" fmla="*/ 5152084 h 6858000"/>
                <a:gd name="connsiteX114" fmla="*/ 1023461 w 9767847"/>
                <a:gd name="connsiteY114" fmla="*/ 5898055 h 6858000"/>
                <a:gd name="connsiteX115" fmla="*/ 1575880 w 9767847"/>
                <a:gd name="connsiteY115" fmla="*/ 6551744 h 6858000"/>
                <a:gd name="connsiteX116" fmla="*/ 1905228 w 9767847"/>
                <a:gd name="connsiteY116" fmla="*/ 6833566 h 6858000"/>
                <a:gd name="connsiteX117" fmla="*/ 1938629 w 9767847"/>
                <a:gd name="connsiteY117" fmla="*/ 6858000 h 6858000"/>
                <a:gd name="connsiteX118" fmla="*/ 1368607 w 9767847"/>
                <a:gd name="connsiteY118" fmla="*/ 6858000 h 6858000"/>
                <a:gd name="connsiteX119" fmla="*/ 1115251 w 9767847"/>
                <a:gd name="connsiteY119" fmla="*/ 6594103 h 6858000"/>
                <a:gd name="connsiteX120" fmla="*/ 0 w 9767847"/>
                <a:gd name="connsiteY120" fmla="*/ 3653129 h 6858000"/>
                <a:gd name="connsiteX121" fmla="*/ 1777294 w 9767847"/>
                <a:gd name="connsiteY121" fmla="*/ 854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9767847" h="6858000">
                  <a:moveTo>
                    <a:pt x="7145704" y="0"/>
                  </a:moveTo>
                  <a:lnTo>
                    <a:pt x="7875738" y="0"/>
                  </a:lnTo>
                  <a:lnTo>
                    <a:pt x="7990553" y="85415"/>
                  </a:lnTo>
                  <a:cubicBezTo>
                    <a:pt x="9075991" y="933432"/>
                    <a:pt x="9767847" y="2216793"/>
                    <a:pt x="9767847" y="3653129"/>
                  </a:cubicBezTo>
                  <a:cubicBezTo>
                    <a:pt x="9767847" y="4770280"/>
                    <a:pt x="9349317" y="5794890"/>
                    <a:pt x="8652597" y="6594103"/>
                  </a:cubicBezTo>
                  <a:lnTo>
                    <a:pt x="8399240" y="6858000"/>
                  </a:lnTo>
                  <a:lnTo>
                    <a:pt x="6766926" y="6858000"/>
                  </a:lnTo>
                  <a:lnTo>
                    <a:pt x="6804586" y="6821201"/>
                  </a:lnTo>
                  <a:lnTo>
                    <a:pt x="6881735" y="6745295"/>
                  </a:lnTo>
                  <a:cubicBezTo>
                    <a:pt x="6907435" y="6719979"/>
                    <a:pt x="6933134" y="6694896"/>
                    <a:pt x="6958883" y="6668920"/>
                  </a:cubicBezTo>
                  <a:lnTo>
                    <a:pt x="7267925" y="6359792"/>
                  </a:lnTo>
                  <a:lnTo>
                    <a:pt x="7424360" y="6204783"/>
                  </a:lnTo>
                  <a:cubicBezTo>
                    <a:pt x="7450754" y="6178900"/>
                    <a:pt x="7477598" y="6152829"/>
                    <a:pt x="7504938" y="6126806"/>
                  </a:cubicBezTo>
                  <a:lnTo>
                    <a:pt x="7546396" y="6087795"/>
                  </a:lnTo>
                  <a:cubicBezTo>
                    <a:pt x="7560264" y="6074901"/>
                    <a:pt x="7574780" y="6061630"/>
                    <a:pt x="7588002" y="6049630"/>
                  </a:cubicBezTo>
                  <a:lnTo>
                    <a:pt x="7631000" y="6010807"/>
                  </a:lnTo>
                  <a:lnTo>
                    <a:pt x="7675440" y="5972407"/>
                  </a:lnTo>
                  <a:cubicBezTo>
                    <a:pt x="7690404" y="5959796"/>
                    <a:pt x="7705564" y="5947419"/>
                    <a:pt x="7720626" y="5934949"/>
                  </a:cubicBezTo>
                  <a:cubicBezTo>
                    <a:pt x="7735738" y="5922525"/>
                    <a:pt x="7751197" y="5910619"/>
                    <a:pt x="7766458" y="5898432"/>
                  </a:cubicBezTo>
                  <a:cubicBezTo>
                    <a:pt x="7827949" y="5850290"/>
                    <a:pt x="7890979" y="5804597"/>
                    <a:pt x="7955254" y="5760926"/>
                  </a:cubicBezTo>
                  <a:cubicBezTo>
                    <a:pt x="8083800" y="5673632"/>
                    <a:pt x="8216872" y="5594434"/>
                    <a:pt x="8352678" y="5521728"/>
                  </a:cubicBezTo>
                  <a:lnTo>
                    <a:pt x="8451350" y="5469352"/>
                  </a:lnTo>
                  <a:lnTo>
                    <a:pt x="8548532" y="5417493"/>
                  </a:lnTo>
                  <a:cubicBezTo>
                    <a:pt x="8612110" y="5383188"/>
                    <a:pt x="8673251" y="5349306"/>
                    <a:pt x="8729473" y="5314059"/>
                  </a:cubicBezTo>
                  <a:cubicBezTo>
                    <a:pt x="8743591" y="5305213"/>
                    <a:pt x="8757161" y="5296459"/>
                    <a:pt x="8770781" y="5287330"/>
                  </a:cubicBezTo>
                  <a:cubicBezTo>
                    <a:pt x="8777591" y="5282765"/>
                    <a:pt x="8784451" y="5278201"/>
                    <a:pt x="8790964" y="5273590"/>
                  </a:cubicBezTo>
                  <a:cubicBezTo>
                    <a:pt x="8797574" y="5268977"/>
                    <a:pt x="8804235" y="5264412"/>
                    <a:pt x="8810499" y="5259801"/>
                  </a:cubicBezTo>
                  <a:cubicBezTo>
                    <a:pt x="8835999" y="5241401"/>
                    <a:pt x="8860407" y="5222389"/>
                    <a:pt x="8883571" y="5202577"/>
                  </a:cubicBezTo>
                  <a:cubicBezTo>
                    <a:pt x="8929900" y="5162954"/>
                    <a:pt x="8971258" y="5120413"/>
                    <a:pt x="9006651" y="5074625"/>
                  </a:cubicBezTo>
                  <a:cubicBezTo>
                    <a:pt x="9015351" y="5063426"/>
                    <a:pt x="9024398" y="5050955"/>
                    <a:pt x="9033494" y="5038203"/>
                  </a:cubicBezTo>
                  <a:lnTo>
                    <a:pt x="9040305" y="5028649"/>
                  </a:lnTo>
                  <a:lnTo>
                    <a:pt x="9046568" y="5019379"/>
                  </a:lnTo>
                  <a:cubicBezTo>
                    <a:pt x="9050743" y="5013261"/>
                    <a:pt x="9054819" y="5007050"/>
                    <a:pt x="9058846" y="5000743"/>
                  </a:cubicBezTo>
                  <a:cubicBezTo>
                    <a:pt x="9075002" y="4975615"/>
                    <a:pt x="9090212" y="4949403"/>
                    <a:pt x="9104529" y="4922203"/>
                  </a:cubicBezTo>
                  <a:cubicBezTo>
                    <a:pt x="9133211" y="4867850"/>
                    <a:pt x="9158313" y="4809545"/>
                    <a:pt x="9181081" y="4748792"/>
                  </a:cubicBezTo>
                  <a:cubicBezTo>
                    <a:pt x="9203748" y="4688276"/>
                    <a:pt x="9223383" y="4625876"/>
                    <a:pt x="9240731" y="4561970"/>
                  </a:cubicBezTo>
                  <a:cubicBezTo>
                    <a:pt x="9249481" y="4530064"/>
                    <a:pt x="9257682" y="4497782"/>
                    <a:pt x="9265388" y="4465171"/>
                  </a:cubicBezTo>
                  <a:cubicBezTo>
                    <a:pt x="9269215" y="4448842"/>
                    <a:pt x="9272943" y="4432465"/>
                    <a:pt x="9276571" y="4416041"/>
                  </a:cubicBezTo>
                  <a:lnTo>
                    <a:pt x="9281841" y="4391477"/>
                  </a:lnTo>
                  <a:lnTo>
                    <a:pt x="9286513" y="4368936"/>
                  </a:lnTo>
                  <a:lnTo>
                    <a:pt x="9296754" y="4316136"/>
                  </a:lnTo>
                  <a:lnTo>
                    <a:pt x="9301029" y="4293172"/>
                  </a:lnTo>
                  <a:lnTo>
                    <a:pt x="9302818" y="4282679"/>
                  </a:lnTo>
                  <a:lnTo>
                    <a:pt x="9304658" y="4270914"/>
                  </a:lnTo>
                  <a:lnTo>
                    <a:pt x="9312810" y="4220043"/>
                  </a:lnTo>
                  <a:lnTo>
                    <a:pt x="9316887" y="4194584"/>
                  </a:lnTo>
                  <a:lnTo>
                    <a:pt x="9318923" y="4181878"/>
                  </a:lnTo>
                  <a:cubicBezTo>
                    <a:pt x="9319570" y="4177644"/>
                    <a:pt x="9319969" y="4173267"/>
                    <a:pt x="9320515" y="4168984"/>
                  </a:cubicBezTo>
                  <a:lnTo>
                    <a:pt x="9332445" y="4069079"/>
                  </a:lnTo>
                  <a:cubicBezTo>
                    <a:pt x="9333836" y="4056468"/>
                    <a:pt x="9334880" y="4040986"/>
                    <a:pt x="9336173" y="4022774"/>
                  </a:cubicBezTo>
                  <a:lnTo>
                    <a:pt x="9340199" y="3969269"/>
                  </a:lnTo>
                  <a:cubicBezTo>
                    <a:pt x="9345071" y="3903904"/>
                    <a:pt x="9347358" y="3837081"/>
                    <a:pt x="9347557" y="3770070"/>
                  </a:cubicBezTo>
                  <a:cubicBezTo>
                    <a:pt x="9347656" y="3736518"/>
                    <a:pt x="9347209" y="3702871"/>
                    <a:pt x="9346364" y="3669036"/>
                  </a:cubicBezTo>
                  <a:lnTo>
                    <a:pt x="9344921" y="3619341"/>
                  </a:lnTo>
                  <a:lnTo>
                    <a:pt x="9344524" y="3607624"/>
                  </a:lnTo>
                  <a:lnTo>
                    <a:pt x="9343728" y="3594872"/>
                  </a:lnTo>
                  <a:lnTo>
                    <a:pt x="9342188" y="3569366"/>
                  </a:lnTo>
                  <a:lnTo>
                    <a:pt x="9339056" y="3518354"/>
                  </a:lnTo>
                  <a:cubicBezTo>
                    <a:pt x="9337914" y="3501319"/>
                    <a:pt x="9335874" y="3484236"/>
                    <a:pt x="9334334" y="3467155"/>
                  </a:cubicBezTo>
                  <a:lnTo>
                    <a:pt x="9329363" y="3415908"/>
                  </a:lnTo>
                  <a:lnTo>
                    <a:pt x="9328319" y="3404755"/>
                  </a:lnTo>
                  <a:lnTo>
                    <a:pt x="9327177" y="3394214"/>
                  </a:lnTo>
                  <a:lnTo>
                    <a:pt x="9324293" y="3370872"/>
                  </a:lnTo>
                  <a:lnTo>
                    <a:pt x="9320763" y="3344427"/>
                  </a:lnTo>
                  <a:lnTo>
                    <a:pt x="9317184" y="3315343"/>
                  </a:lnTo>
                  <a:cubicBezTo>
                    <a:pt x="9315594" y="3300991"/>
                    <a:pt x="9313506" y="3286404"/>
                    <a:pt x="9311021" y="3270309"/>
                  </a:cubicBezTo>
                  <a:lnTo>
                    <a:pt x="9302719" y="3219815"/>
                  </a:lnTo>
                  <a:cubicBezTo>
                    <a:pt x="9299936" y="3203157"/>
                    <a:pt x="9297003" y="3186498"/>
                    <a:pt x="9293970" y="3169887"/>
                  </a:cubicBezTo>
                  <a:cubicBezTo>
                    <a:pt x="9281891" y="3103393"/>
                    <a:pt x="9267674" y="3037182"/>
                    <a:pt x="9252065" y="2971205"/>
                  </a:cubicBezTo>
                  <a:cubicBezTo>
                    <a:pt x="9244261" y="2938265"/>
                    <a:pt x="9235959" y="2905371"/>
                    <a:pt x="9227211" y="2872571"/>
                  </a:cubicBezTo>
                  <a:lnTo>
                    <a:pt x="9220699" y="2848524"/>
                  </a:lnTo>
                  <a:lnTo>
                    <a:pt x="9213740" y="2824289"/>
                  </a:lnTo>
                  <a:cubicBezTo>
                    <a:pt x="9209216" y="2808147"/>
                    <a:pt x="9204345" y="2791866"/>
                    <a:pt x="9199374" y="2775536"/>
                  </a:cubicBezTo>
                  <a:cubicBezTo>
                    <a:pt x="9159855" y="2645184"/>
                    <a:pt x="9114272" y="2516197"/>
                    <a:pt x="9061829" y="2389515"/>
                  </a:cubicBezTo>
                  <a:cubicBezTo>
                    <a:pt x="9035582" y="2326175"/>
                    <a:pt x="9008043" y="2263258"/>
                    <a:pt x="8978865" y="2200953"/>
                  </a:cubicBezTo>
                  <a:lnTo>
                    <a:pt x="8956694" y="2154317"/>
                  </a:lnTo>
                  <a:lnTo>
                    <a:pt x="8934176" y="2108012"/>
                  </a:lnTo>
                  <a:cubicBezTo>
                    <a:pt x="8918915" y="2077189"/>
                    <a:pt x="8903157" y="2046130"/>
                    <a:pt x="8887151" y="2015448"/>
                  </a:cubicBezTo>
                  <a:cubicBezTo>
                    <a:pt x="8854988" y="1953989"/>
                    <a:pt x="8822082" y="1892908"/>
                    <a:pt x="8787533" y="1832625"/>
                  </a:cubicBezTo>
                  <a:lnTo>
                    <a:pt x="8761485" y="1787496"/>
                  </a:lnTo>
                  <a:lnTo>
                    <a:pt x="8734791" y="1741991"/>
                  </a:lnTo>
                  <a:cubicBezTo>
                    <a:pt x="8717047" y="1711921"/>
                    <a:pt x="8699200" y="1682461"/>
                    <a:pt x="8680808" y="1652910"/>
                  </a:cubicBezTo>
                  <a:cubicBezTo>
                    <a:pt x="8644322" y="1593756"/>
                    <a:pt x="8606194" y="1535216"/>
                    <a:pt x="8567024" y="1477004"/>
                  </a:cubicBezTo>
                  <a:lnTo>
                    <a:pt x="8537446" y="1433428"/>
                  </a:lnTo>
                  <a:lnTo>
                    <a:pt x="8507423" y="1389994"/>
                  </a:lnTo>
                  <a:cubicBezTo>
                    <a:pt x="8487390" y="1361382"/>
                    <a:pt x="8467158" y="1332817"/>
                    <a:pt x="8446529" y="1304393"/>
                  </a:cubicBezTo>
                  <a:cubicBezTo>
                    <a:pt x="8405271" y="1247595"/>
                    <a:pt x="8362718" y="1191218"/>
                    <a:pt x="8319224" y="1135124"/>
                  </a:cubicBezTo>
                  <a:lnTo>
                    <a:pt x="8286366" y="1093148"/>
                  </a:lnTo>
                  <a:lnTo>
                    <a:pt x="8270161" y="1072538"/>
                  </a:lnTo>
                  <a:lnTo>
                    <a:pt x="8253856" y="1052254"/>
                  </a:lnTo>
                  <a:cubicBezTo>
                    <a:pt x="8231636" y="1024773"/>
                    <a:pt x="8209117" y="997479"/>
                    <a:pt x="8186352" y="970373"/>
                  </a:cubicBezTo>
                  <a:cubicBezTo>
                    <a:pt x="8140917" y="916020"/>
                    <a:pt x="8094240" y="862515"/>
                    <a:pt x="8046768" y="809527"/>
                  </a:cubicBezTo>
                  <a:lnTo>
                    <a:pt x="8010927" y="769951"/>
                  </a:lnTo>
                  <a:lnTo>
                    <a:pt x="7974788" y="730751"/>
                  </a:lnTo>
                  <a:cubicBezTo>
                    <a:pt x="7950382" y="704587"/>
                    <a:pt x="7925824" y="678563"/>
                    <a:pt x="7901070" y="652823"/>
                  </a:cubicBezTo>
                  <a:cubicBezTo>
                    <a:pt x="7851510" y="601387"/>
                    <a:pt x="7801404" y="550612"/>
                    <a:pt x="7750054" y="501106"/>
                  </a:cubicBezTo>
                  <a:cubicBezTo>
                    <a:pt x="7698902" y="451742"/>
                    <a:pt x="7645913" y="403036"/>
                    <a:pt x="7592277" y="355319"/>
                  </a:cubicBezTo>
                  <a:cubicBezTo>
                    <a:pt x="7484856" y="259884"/>
                    <a:pt x="7373308" y="168402"/>
                    <a:pt x="7257734" y="81062"/>
                  </a:cubicBezTo>
                  <a:close/>
                  <a:moveTo>
                    <a:pt x="1892109" y="0"/>
                  </a:moveTo>
                  <a:lnTo>
                    <a:pt x="2298402" y="0"/>
                  </a:lnTo>
                  <a:lnTo>
                    <a:pt x="2135542" y="121879"/>
                  </a:lnTo>
                  <a:cubicBezTo>
                    <a:pt x="2078998" y="166378"/>
                    <a:pt x="2023659" y="212143"/>
                    <a:pt x="1969576" y="259084"/>
                  </a:cubicBezTo>
                  <a:cubicBezTo>
                    <a:pt x="1861309" y="352918"/>
                    <a:pt x="1758064" y="451412"/>
                    <a:pt x="1659938" y="553953"/>
                  </a:cubicBezTo>
                  <a:cubicBezTo>
                    <a:pt x="1266987" y="964444"/>
                    <a:pt x="953820" y="1435593"/>
                    <a:pt x="729383" y="1940578"/>
                  </a:cubicBezTo>
                  <a:cubicBezTo>
                    <a:pt x="673260" y="2066459"/>
                    <a:pt x="622855" y="2195070"/>
                    <a:pt x="578465" y="2324905"/>
                  </a:cubicBezTo>
                  <a:cubicBezTo>
                    <a:pt x="534125" y="2454785"/>
                    <a:pt x="496147" y="2586314"/>
                    <a:pt x="465080" y="2718973"/>
                  </a:cubicBezTo>
                  <a:cubicBezTo>
                    <a:pt x="449769" y="2785089"/>
                    <a:pt x="435850" y="2852289"/>
                    <a:pt x="423820" y="2919535"/>
                  </a:cubicBezTo>
                  <a:cubicBezTo>
                    <a:pt x="411840" y="2986829"/>
                    <a:pt x="401054" y="3054358"/>
                    <a:pt x="392355" y="3122169"/>
                  </a:cubicBezTo>
                  <a:cubicBezTo>
                    <a:pt x="374509" y="3257744"/>
                    <a:pt x="363424" y="3393978"/>
                    <a:pt x="358801" y="3531013"/>
                  </a:cubicBezTo>
                  <a:cubicBezTo>
                    <a:pt x="349009" y="3804941"/>
                    <a:pt x="366357" y="4079668"/>
                    <a:pt x="410350" y="4352324"/>
                  </a:cubicBezTo>
                  <a:cubicBezTo>
                    <a:pt x="421286" y="4420230"/>
                    <a:pt x="434209" y="4487758"/>
                    <a:pt x="449022" y="4555147"/>
                  </a:cubicBezTo>
                  <a:cubicBezTo>
                    <a:pt x="463737" y="4622534"/>
                    <a:pt x="480389" y="4689686"/>
                    <a:pt x="498882" y="4756463"/>
                  </a:cubicBezTo>
                  <a:cubicBezTo>
                    <a:pt x="517373" y="4823239"/>
                    <a:pt x="537704" y="4889733"/>
                    <a:pt x="559775" y="4955755"/>
                  </a:cubicBezTo>
                  <a:cubicBezTo>
                    <a:pt x="581946" y="5021873"/>
                    <a:pt x="605358" y="5087473"/>
                    <a:pt x="631406" y="5152084"/>
                  </a:cubicBezTo>
                  <a:cubicBezTo>
                    <a:pt x="734055" y="5411706"/>
                    <a:pt x="865188" y="5662668"/>
                    <a:pt x="1023461" y="5898055"/>
                  </a:cubicBezTo>
                  <a:cubicBezTo>
                    <a:pt x="1181487" y="6133676"/>
                    <a:pt x="1367051" y="6353345"/>
                    <a:pt x="1575880" y="6551744"/>
                  </a:cubicBezTo>
                  <a:cubicBezTo>
                    <a:pt x="1680269" y="6651014"/>
                    <a:pt x="1790338" y="6745037"/>
                    <a:pt x="1905228" y="6833566"/>
                  </a:cubicBezTo>
                  <a:lnTo>
                    <a:pt x="1938629" y="6858000"/>
                  </a:lnTo>
                  <a:lnTo>
                    <a:pt x="1368607" y="6858000"/>
                  </a:lnTo>
                  <a:lnTo>
                    <a:pt x="1115251" y="6594103"/>
                  </a:lnTo>
                  <a:cubicBezTo>
                    <a:pt x="418530" y="5794890"/>
                    <a:pt x="0" y="4770280"/>
                    <a:pt x="0" y="3653129"/>
                  </a:cubicBezTo>
                  <a:cubicBezTo>
                    <a:pt x="0" y="2216793"/>
                    <a:pt x="691856" y="933432"/>
                    <a:pt x="1777294" y="85415"/>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grpSp>
      <p:sp>
        <p:nvSpPr>
          <p:cNvPr id="2" name="Title 1">
            <a:extLst>
              <a:ext uri="{FF2B5EF4-FFF2-40B4-BE49-F238E27FC236}">
                <a16:creationId xmlns:a16="http://schemas.microsoft.com/office/drawing/2014/main" id="{8FB44EAD-9809-7711-9716-CB8F557A1391}"/>
              </a:ext>
            </a:extLst>
          </p:cNvPr>
          <p:cNvSpPr>
            <a:spLocks noGrp="1"/>
          </p:cNvSpPr>
          <p:nvPr>
            <p:ph type="ctrTitle"/>
          </p:nvPr>
        </p:nvSpPr>
        <p:spPr>
          <a:xfrm>
            <a:off x="876300" y="45868"/>
            <a:ext cx="10263459" cy="923925"/>
          </a:xfrm>
        </p:spPr>
        <p:txBody>
          <a:bodyPr anchor="b">
            <a:normAutofit/>
          </a:bodyPr>
          <a:lstStyle/>
          <a:p>
            <a:r>
              <a:rPr lang="en-IN" sz="4000" dirty="0">
                <a:solidFill>
                  <a:schemeClr val="tx2"/>
                </a:solidFill>
                <a:latin typeface="Engravers MT" panose="02090707080505020304" pitchFamily="18" charset="0"/>
              </a:rPr>
              <a:t>History  of MISRA-C</a:t>
            </a:r>
            <a:endParaRPr lang="en-IN" sz="4000" dirty="0">
              <a:solidFill>
                <a:schemeClr val="tx2"/>
              </a:solidFill>
            </a:endParaRPr>
          </a:p>
        </p:txBody>
      </p:sp>
      <p:grpSp>
        <p:nvGrpSpPr>
          <p:cNvPr id="23" name="Group 22">
            <a:extLst>
              <a:ext uri="{FF2B5EF4-FFF2-40B4-BE49-F238E27FC236}">
                <a16:creationId xmlns:a16="http://schemas.microsoft.com/office/drawing/2014/main" id="{87F87F1B-42BA-4AC7-A4E2-41544DDB2CE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05" y="-4155"/>
            <a:ext cx="2514948" cy="2174333"/>
            <a:chOff x="-305" y="-4155"/>
            <a:chExt cx="2514948" cy="2174333"/>
          </a:xfrm>
        </p:grpSpPr>
        <p:sp>
          <p:nvSpPr>
            <p:cNvPr id="24" name="Freeform: Shape 23">
              <a:extLst>
                <a:ext uri="{FF2B5EF4-FFF2-40B4-BE49-F238E27FC236}">
                  <a16:creationId xmlns:a16="http://schemas.microsoft.com/office/drawing/2014/main" id="{68B53067-4E48-4E71-A6A9-A8CAABAFBF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Freeform: Shape 24">
              <a:extLst>
                <a:ext uri="{FF2B5EF4-FFF2-40B4-BE49-F238E27FC236}">
                  <a16:creationId xmlns:a16="http://schemas.microsoft.com/office/drawing/2014/main" id="{06D1A0D3-4BB8-41D9-9CE7-2884C83F44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Freeform: Shape 25">
              <a:extLst>
                <a:ext uri="{FF2B5EF4-FFF2-40B4-BE49-F238E27FC236}">
                  <a16:creationId xmlns:a16="http://schemas.microsoft.com/office/drawing/2014/main" id="{81E20F06-3B09-4B89-A36B-AB8BFBCCA5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dirty="0"/>
            </a:p>
          </p:txBody>
        </p:sp>
        <p:sp>
          <p:nvSpPr>
            <p:cNvPr id="27" name="Freeform: Shape 26">
              <a:extLst>
                <a:ext uri="{FF2B5EF4-FFF2-40B4-BE49-F238E27FC236}">
                  <a16:creationId xmlns:a16="http://schemas.microsoft.com/office/drawing/2014/main" id="{DAE6C3D7-7D5B-4926-877D-45F117BB6B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9" name="Group 28">
            <a:extLst>
              <a:ext uri="{FF2B5EF4-FFF2-40B4-BE49-F238E27FC236}">
                <a16:creationId xmlns:a16="http://schemas.microsoft.com/office/drawing/2014/main" id="{967346A5-7569-4F15-AB5D-BE3DADF192C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9685727" y="4683666"/>
            <a:ext cx="2514948" cy="2174333"/>
            <a:chOff x="-305" y="-4155"/>
            <a:chExt cx="2514948" cy="2174333"/>
          </a:xfrm>
        </p:grpSpPr>
        <p:sp>
          <p:nvSpPr>
            <p:cNvPr id="30" name="Freeform: Shape 29">
              <a:extLst>
                <a:ext uri="{FF2B5EF4-FFF2-40B4-BE49-F238E27FC236}">
                  <a16:creationId xmlns:a16="http://schemas.microsoft.com/office/drawing/2014/main" id="{E1951533-A568-4765-AB1F-F71D9AFDEA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 name="Freeform: Shape 30">
              <a:extLst>
                <a:ext uri="{FF2B5EF4-FFF2-40B4-BE49-F238E27FC236}">
                  <a16:creationId xmlns:a16="http://schemas.microsoft.com/office/drawing/2014/main" id="{A7214F52-4F3F-4C96-A62E-F1401D6C04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Freeform: Shape 31">
              <a:extLst>
                <a:ext uri="{FF2B5EF4-FFF2-40B4-BE49-F238E27FC236}">
                  <a16:creationId xmlns:a16="http://schemas.microsoft.com/office/drawing/2014/main" id="{023146A1-291C-4FA0-AB5B-EB04D42398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dirty="0"/>
            </a:p>
          </p:txBody>
        </p:sp>
        <p:sp>
          <p:nvSpPr>
            <p:cNvPr id="33" name="Freeform: Shape 32">
              <a:extLst>
                <a:ext uri="{FF2B5EF4-FFF2-40B4-BE49-F238E27FC236}">
                  <a16:creationId xmlns:a16="http://schemas.microsoft.com/office/drawing/2014/main" id="{62977932-2B03-4899-8306-5002CEE68E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5" name="Title 1">
            <a:extLst>
              <a:ext uri="{FF2B5EF4-FFF2-40B4-BE49-F238E27FC236}">
                <a16:creationId xmlns:a16="http://schemas.microsoft.com/office/drawing/2014/main" id="{D6EE584E-84BC-FC84-2A5F-A0E7AF1256B7}"/>
              </a:ext>
            </a:extLst>
          </p:cNvPr>
          <p:cNvSpPr txBox="1">
            <a:spLocks/>
          </p:cNvSpPr>
          <p:nvPr/>
        </p:nvSpPr>
        <p:spPr>
          <a:xfrm>
            <a:off x="10382250" y="3983"/>
            <a:ext cx="1809445" cy="44767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2000" dirty="0">
                <a:solidFill>
                  <a:schemeClr val="tx2"/>
                </a:solidFill>
              </a:rPr>
              <a:t>MISRA C -2012</a:t>
            </a:r>
          </a:p>
        </p:txBody>
      </p:sp>
      <p:sp>
        <p:nvSpPr>
          <p:cNvPr id="6" name="Subtitle 2">
            <a:extLst>
              <a:ext uri="{FF2B5EF4-FFF2-40B4-BE49-F238E27FC236}">
                <a16:creationId xmlns:a16="http://schemas.microsoft.com/office/drawing/2014/main" id="{C992C8E1-40D9-45CC-B67A-D8B86D2A381E}"/>
              </a:ext>
            </a:extLst>
          </p:cNvPr>
          <p:cNvSpPr txBox="1">
            <a:spLocks/>
          </p:cNvSpPr>
          <p:nvPr/>
        </p:nvSpPr>
        <p:spPr>
          <a:xfrm>
            <a:off x="3432265" y="853500"/>
            <a:ext cx="5188034" cy="682079"/>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115000"/>
              </a:lnSpc>
              <a:spcAft>
                <a:spcPts val="800"/>
              </a:spcAft>
            </a:pPr>
            <a:r>
              <a:rPr lang="en-IN" kern="100" dirty="0">
                <a:solidFill>
                  <a:srgbClr val="666666"/>
                </a:solidFill>
                <a:effectLst/>
                <a:highlight>
                  <a:srgbClr val="FFFF00"/>
                </a:highlight>
                <a:latin typeface="Times New Roman" panose="02020603050405020304" pitchFamily="18" charset="0"/>
                <a:ea typeface="Aptos" panose="020B0004020202020204" pitchFamily="34" charset="0"/>
                <a:cs typeface="Times New Roman" panose="02020603050405020304" pitchFamily="18" charset="0"/>
              </a:rPr>
              <a:t>Misra2012:Rule-1.1</a:t>
            </a:r>
          </a:p>
        </p:txBody>
      </p:sp>
      <p:pic>
        <p:nvPicPr>
          <p:cNvPr id="12" name="Picture 11">
            <a:extLst>
              <a:ext uri="{FF2B5EF4-FFF2-40B4-BE49-F238E27FC236}">
                <a16:creationId xmlns:a16="http://schemas.microsoft.com/office/drawing/2014/main" id="{6F9E5E7B-00DA-BDE9-CC57-11418D608887}"/>
              </a:ext>
            </a:extLst>
          </p:cNvPr>
          <p:cNvPicPr>
            <a:picLocks noChangeAspect="1"/>
          </p:cNvPicPr>
          <p:nvPr/>
        </p:nvPicPr>
        <p:blipFill>
          <a:blip r:embed="rId2">
            <a:alphaModFix amt="70000"/>
          </a:blip>
          <a:stretch>
            <a:fillRect/>
          </a:stretch>
        </p:blipFill>
        <p:spPr>
          <a:xfrm>
            <a:off x="1800808" y="1650531"/>
            <a:ext cx="8416212" cy="4880898"/>
          </a:xfrm>
          <a:prstGeom prst="rect">
            <a:avLst/>
          </a:prstGeom>
        </p:spPr>
      </p:pic>
      <p:sp>
        <p:nvSpPr>
          <p:cNvPr id="3" name="TextBox 2">
            <a:extLst>
              <a:ext uri="{FF2B5EF4-FFF2-40B4-BE49-F238E27FC236}">
                <a16:creationId xmlns:a16="http://schemas.microsoft.com/office/drawing/2014/main" id="{FBB2004A-FFAB-0879-58F9-00C9466BD248}"/>
              </a:ext>
            </a:extLst>
          </p:cNvPr>
          <p:cNvSpPr txBox="1"/>
          <p:nvPr/>
        </p:nvSpPr>
        <p:spPr>
          <a:xfrm>
            <a:off x="1927116" y="1616181"/>
            <a:ext cx="1046338" cy="369332"/>
          </a:xfrm>
          <a:prstGeom prst="rect">
            <a:avLst/>
          </a:prstGeom>
          <a:noFill/>
        </p:spPr>
        <p:txBody>
          <a:bodyPr wrap="square">
            <a:spAutoFit/>
          </a:bodyPr>
          <a:lstStyle/>
          <a:p>
            <a:pPr algn="l"/>
            <a:r>
              <a:rPr lang="en-IN" dirty="0">
                <a:highlight>
                  <a:srgbClr val="FFFF00"/>
                </a:highlight>
              </a:rPr>
              <a:t>Example</a:t>
            </a:r>
          </a:p>
        </p:txBody>
      </p:sp>
      <p:sp>
        <p:nvSpPr>
          <p:cNvPr id="8" name="Slide Number Placeholder 7">
            <a:extLst>
              <a:ext uri="{FF2B5EF4-FFF2-40B4-BE49-F238E27FC236}">
                <a16:creationId xmlns:a16="http://schemas.microsoft.com/office/drawing/2014/main" id="{C737D492-2BAD-B106-D1E1-578063C24C4D}"/>
              </a:ext>
            </a:extLst>
          </p:cNvPr>
          <p:cNvSpPr>
            <a:spLocks noGrp="1"/>
          </p:cNvSpPr>
          <p:nvPr>
            <p:ph type="sldNum" sz="quarter" idx="12"/>
          </p:nvPr>
        </p:nvSpPr>
        <p:spPr/>
        <p:txBody>
          <a:bodyPr/>
          <a:lstStyle/>
          <a:p>
            <a:fld id="{91247CA1-BCEC-4DD4-9B23-E2AE1AEA27A6}" type="slidenum">
              <a:rPr lang="en-IN" smtClean="0"/>
              <a:t>9</a:t>
            </a:fld>
            <a:endParaRPr lang="en-IN"/>
          </a:p>
        </p:txBody>
      </p:sp>
      <p:sp>
        <p:nvSpPr>
          <p:cNvPr id="7" name="TextBox 6">
            <a:extLst>
              <a:ext uri="{FF2B5EF4-FFF2-40B4-BE49-F238E27FC236}">
                <a16:creationId xmlns:a16="http://schemas.microsoft.com/office/drawing/2014/main" id="{C3B68FBC-852B-CB49-58F8-AA712DE66621}"/>
              </a:ext>
            </a:extLst>
          </p:cNvPr>
          <p:cNvSpPr txBox="1"/>
          <p:nvPr/>
        </p:nvSpPr>
        <p:spPr>
          <a:xfrm>
            <a:off x="10532532" y="526059"/>
            <a:ext cx="1451144" cy="369332"/>
          </a:xfrm>
          <a:prstGeom prst="rect">
            <a:avLst/>
          </a:prstGeom>
          <a:noFill/>
        </p:spPr>
        <p:txBody>
          <a:bodyPr wrap="square">
            <a:spAutoFit/>
          </a:bodyPr>
          <a:lstStyle/>
          <a:p>
            <a:r>
              <a:rPr lang="en-IN" dirty="0"/>
              <a:t>Session 1</a:t>
            </a:r>
          </a:p>
        </p:txBody>
      </p:sp>
    </p:spTree>
    <p:extLst>
      <p:ext uri="{BB962C8B-B14F-4D97-AF65-F5344CB8AC3E}">
        <p14:creationId xmlns:p14="http://schemas.microsoft.com/office/powerpoint/2010/main" val="15257171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5A292AEA-2528-46C0-B426-95822B6141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Rectangle 27">
            <a:extLst>
              <a:ext uri="{FF2B5EF4-FFF2-40B4-BE49-F238E27FC236}">
                <a16:creationId xmlns:a16="http://schemas.microsoft.com/office/drawing/2014/main" id="{D8B7B198-E4DF-43CD-AD8C-1998843237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dirty="0"/>
          </a:p>
        </p:txBody>
      </p:sp>
      <p:sp>
        <p:nvSpPr>
          <p:cNvPr id="34" name="Freeform: Shape 33">
            <a:extLst>
              <a:ext uri="{FF2B5EF4-FFF2-40B4-BE49-F238E27FC236}">
                <a16:creationId xmlns:a16="http://schemas.microsoft.com/office/drawing/2014/main" id="{2BE67753-EA0E-4819-8D22-0B6600CF7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96934" y="3984"/>
            <a:ext cx="9376632" cy="6858000"/>
          </a:xfrm>
          <a:custGeom>
            <a:avLst/>
            <a:gdLst>
              <a:gd name="connsiteX0" fmla="*/ 1691615 w 9376632"/>
              <a:gd name="connsiteY0" fmla="*/ 0 h 6858000"/>
              <a:gd name="connsiteX1" fmla="*/ 7685017 w 9376632"/>
              <a:gd name="connsiteY1" fmla="*/ 0 h 6858000"/>
              <a:gd name="connsiteX2" fmla="*/ 7840634 w 9376632"/>
              <a:gd name="connsiteY2" fmla="*/ 134799 h 6858000"/>
              <a:gd name="connsiteX3" fmla="*/ 9376632 w 9376632"/>
              <a:gd name="connsiteY3" fmla="*/ 3605175 h 6858000"/>
              <a:gd name="connsiteX4" fmla="*/ 8158692 w 9376632"/>
              <a:gd name="connsiteY4" fmla="*/ 6757493 h 6858000"/>
              <a:gd name="connsiteX5" fmla="*/ 8062868 w 9376632"/>
              <a:gd name="connsiteY5" fmla="*/ 6858000 h 6858000"/>
              <a:gd name="connsiteX6" fmla="*/ 1313765 w 9376632"/>
              <a:gd name="connsiteY6" fmla="*/ 6858000 h 6858000"/>
              <a:gd name="connsiteX7" fmla="*/ 1217940 w 9376632"/>
              <a:gd name="connsiteY7" fmla="*/ 6757493 h 6858000"/>
              <a:gd name="connsiteX8" fmla="*/ 0 w 9376632"/>
              <a:gd name="connsiteY8" fmla="*/ 3605175 h 6858000"/>
              <a:gd name="connsiteX9" fmla="*/ 1535999 w 9376632"/>
              <a:gd name="connsiteY9" fmla="*/ 13479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376632" h="6858000">
                <a:moveTo>
                  <a:pt x="1691615" y="0"/>
                </a:moveTo>
                <a:lnTo>
                  <a:pt x="7685017" y="0"/>
                </a:lnTo>
                <a:lnTo>
                  <a:pt x="7840634" y="134799"/>
                </a:lnTo>
                <a:cubicBezTo>
                  <a:pt x="8784230" y="992423"/>
                  <a:pt x="9376632" y="2229618"/>
                  <a:pt x="9376632" y="3605175"/>
                </a:cubicBezTo>
                <a:cubicBezTo>
                  <a:pt x="9376632" y="4818903"/>
                  <a:pt x="8915419" y="5924908"/>
                  <a:pt x="8158692" y="6757493"/>
                </a:cubicBezTo>
                <a:lnTo>
                  <a:pt x="8062868" y="6858000"/>
                </a:lnTo>
                <a:lnTo>
                  <a:pt x="1313765" y="6858000"/>
                </a:lnTo>
                <a:lnTo>
                  <a:pt x="1217940" y="6757493"/>
                </a:lnTo>
                <a:cubicBezTo>
                  <a:pt x="461213" y="5924908"/>
                  <a:pt x="0" y="4818903"/>
                  <a:pt x="0" y="3605175"/>
                </a:cubicBezTo>
                <a:cubicBezTo>
                  <a:pt x="0" y="2229618"/>
                  <a:pt x="592403" y="992423"/>
                  <a:pt x="1535999" y="134799"/>
                </a:cubicBezTo>
                <a:close/>
              </a:path>
            </a:pathLst>
          </a:cu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35" name="Group 34">
            <a:extLst>
              <a:ext uri="{FF2B5EF4-FFF2-40B4-BE49-F238E27FC236}">
                <a16:creationId xmlns:a16="http://schemas.microsoft.com/office/drawing/2014/main" id="{D76D63AC-0421-45EC-B383-E79A61A78C6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303402" y="3985"/>
            <a:ext cx="9772765" cy="6858000"/>
            <a:chOff x="1303402" y="36937"/>
            <a:chExt cx="9772765" cy="6858000"/>
          </a:xfrm>
          <a:solidFill>
            <a:schemeClr val="bg1">
              <a:alpha val="30000"/>
            </a:schemeClr>
          </a:solidFill>
        </p:grpSpPr>
        <p:sp>
          <p:nvSpPr>
            <p:cNvPr id="15" name="Freeform: Shape 14">
              <a:extLst>
                <a:ext uri="{FF2B5EF4-FFF2-40B4-BE49-F238E27FC236}">
                  <a16:creationId xmlns:a16="http://schemas.microsoft.com/office/drawing/2014/main" id="{B997A32E-7032-4107-9C8B-99DB59EDD5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6937"/>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Shape 15">
              <a:extLst>
                <a:ext uri="{FF2B5EF4-FFF2-40B4-BE49-F238E27FC236}">
                  <a16:creationId xmlns:a16="http://schemas.microsoft.com/office/drawing/2014/main" id="{943BB27F-1470-42CA-91FF-D94BC691C8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6937"/>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Freeform: Shape 16">
              <a:extLst>
                <a:ext uri="{FF2B5EF4-FFF2-40B4-BE49-F238E27FC236}">
                  <a16:creationId xmlns:a16="http://schemas.microsoft.com/office/drawing/2014/main" id="{E997B002-17FD-47B3-A06A-76802FE15C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6937"/>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Freeform: Shape 17">
              <a:extLst>
                <a:ext uri="{FF2B5EF4-FFF2-40B4-BE49-F238E27FC236}">
                  <a16:creationId xmlns:a16="http://schemas.microsoft.com/office/drawing/2014/main" id="{E401EA35-9D2E-43B7-860F-EBB8A6C3E0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6937"/>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Freeform: Shape 18">
              <a:extLst>
                <a:ext uri="{FF2B5EF4-FFF2-40B4-BE49-F238E27FC236}">
                  <a16:creationId xmlns:a16="http://schemas.microsoft.com/office/drawing/2014/main" id="{F8C44827-3D81-4FF9-B4A5-5650D1B20A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6937"/>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Freeform: Shape 19">
              <a:extLst>
                <a:ext uri="{FF2B5EF4-FFF2-40B4-BE49-F238E27FC236}">
                  <a16:creationId xmlns:a16="http://schemas.microsoft.com/office/drawing/2014/main" id="{F613D97F-F6DF-4D32-AD91-209A80E7A2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8320" y="36937"/>
              <a:ext cx="9767847" cy="6858000"/>
            </a:xfrm>
            <a:custGeom>
              <a:avLst/>
              <a:gdLst>
                <a:gd name="connsiteX0" fmla="*/ 7151367 w 9767847"/>
                <a:gd name="connsiteY0" fmla="*/ 0 h 6858000"/>
                <a:gd name="connsiteX1" fmla="*/ 7881247 w 9767847"/>
                <a:gd name="connsiteY1" fmla="*/ 0 h 6858000"/>
                <a:gd name="connsiteX2" fmla="*/ 7990553 w 9767847"/>
                <a:gd name="connsiteY2" fmla="*/ 81317 h 6858000"/>
                <a:gd name="connsiteX3" fmla="*/ 9767847 w 9767847"/>
                <a:gd name="connsiteY3" fmla="*/ 3649031 h 6858000"/>
                <a:gd name="connsiteX4" fmla="*/ 8652597 w 9767847"/>
                <a:gd name="connsiteY4" fmla="*/ 6590005 h 6858000"/>
                <a:gd name="connsiteX5" fmla="*/ 8395306 w 9767847"/>
                <a:gd name="connsiteY5" fmla="*/ 6858000 h 6858000"/>
                <a:gd name="connsiteX6" fmla="*/ 6762603 w 9767847"/>
                <a:gd name="connsiteY6" fmla="*/ 6858000 h 6858000"/>
                <a:gd name="connsiteX7" fmla="*/ 6765962 w 9767847"/>
                <a:gd name="connsiteY7" fmla="*/ 6854844 h 6858000"/>
                <a:gd name="connsiteX8" fmla="*/ 6804586 w 9767847"/>
                <a:gd name="connsiteY8" fmla="*/ 6817103 h 6858000"/>
                <a:gd name="connsiteX9" fmla="*/ 6881735 w 9767847"/>
                <a:gd name="connsiteY9" fmla="*/ 6741197 h 6858000"/>
                <a:gd name="connsiteX10" fmla="*/ 6958883 w 9767847"/>
                <a:gd name="connsiteY10" fmla="*/ 6664822 h 6858000"/>
                <a:gd name="connsiteX11" fmla="*/ 7267925 w 9767847"/>
                <a:gd name="connsiteY11" fmla="*/ 6355694 h 6858000"/>
                <a:gd name="connsiteX12" fmla="*/ 7424360 w 9767847"/>
                <a:gd name="connsiteY12" fmla="*/ 6200685 h 6858000"/>
                <a:gd name="connsiteX13" fmla="*/ 7504938 w 9767847"/>
                <a:gd name="connsiteY13" fmla="*/ 6122708 h 6858000"/>
                <a:gd name="connsiteX14" fmla="*/ 7546396 w 9767847"/>
                <a:gd name="connsiteY14" fmla="*/ 6083697 h 6858000"/>
                <a:gd name="connsiteX15" fmla="*/ 7588002 w 9767847"/>
                <a:gd name="connsiteY15" fmla="*/ 6045532 h 6858000"/>
                <a:gd name="connsiteX16" fmla="*/ 7631000 w 9767847"/>
                <a:gd name="connsiteY16" fmla="*/ 6006709 h 6858000"/>
                <a:gd name="connsiteX17" fmla="*/ 7675440 w 9767847"/>
                <a:gd name="connsiteY17" fmla="*/ 5968309 h 6858000"/>
                <a:gd name="connsiteX18" fmla="*/ 7720626 w 9767847"/>
                <a:gd name="connsiteY18" fmla="*/ 5930851 h 6858000"/>
                <a:gd name="connsiteX19" fmla="*/ 7766458 w 9767847"/>
                <a:gd name="connsiteY19" fmla="*/ 5894334 h 6858000"/>
                <a:gd name="connsiteX20" fmla="*/ 7955254 w 9767847"/>
                <a:gd name="connsiteY20" fmla="*/ 5756828 h 6858000"/>
                <a:gd name="connsiteX21" fmla="*/ 8352678 w 9767847"/>
                <a:gd name="connsiteY21" fmla="*/ 5517630 h 6858000"/>
                <a:gd name="connsiteX22" fmla="*/ 8451350 w 9767847"/>
                <a:gd name="connsiteY22" fmla="*/ 5465254 h 6858000"/>
                <a:gd name="connsiteX23" fmla="*/ 8548532 w 9767847"/>
                <a:gd name="connsiteY23" fmla="*/ 5413395 h 6858000"/>
                <a:gd name="connsiteX24" fmla="*/ 8729473 w 9767847"/>
                <a:gd name="connsiteY24" fmla="*/ 5309961 h 6858000"/>
                <a:gd name="connsiteX25" fmla="*/ 8770781 w 9767847"/>
                <a:gd name="connsiteY25" fmla="*/ 5283232 h 6858000"/>
                <a:gd name="connsiteX26" fmla="*/ 8790964 w 9767847"/>
                <a:gd name="connsiteY26" fmla="*/ 5269492 h 6858000"/>
                <a:gd name="connsiteX27" fmla="*/ 8810499 w 9767847"/>
                <a:gd name="connsiteY27" fmla="*/ 5255703 h 6858000"/>
                <a:gd name="connsiteX28" fmla="*/ 8883571 w 9767847"/>
                <a:gd name="connsiteY28" fmla="*/ 5198479 h 6858000"/>
                <a:gd name="connsiteX29" fmla="*/ 9006651 w 9767847"/>
                <a:gd name="connsiteY29" fmla="*/ 5070527 h 6858000"/>
                <a:gd name="connsiteX30" fmla="*/ 9033494 w 9767847"/>
                <a:gd name="connsiteY30" fmla="*/ 5034105 h 6858000"/>
                <a:gd name="connsiteX31" fmla="*/ 9040305 w 9767847"/>
                <a:gd name="connsiteY31" fmla="*/ 5024551 h 6858000"/>
                <a:gd name="connsiteX32" fmla="*/ 9046568 w 9767847"/>
                <a:gd name="connsiteY32" fmla="*/ 5015281 h 6858000"/>
                <a:gd name="connsiteX33" fmla="*/ 9058846 w 9767847"/>
                <a:gd name="connsiteY33" fmla="*/ 4996645 h 6858000"/>
                <a:gd name="connsiteX34" fmla="*/ 9104529 w 9767847"/>
                <a:gd name="connsiteY34" fmla="*/ 4918105 h 6858000"/>
                <a:gd name="connsiteX35" fmla="*/ 9181081 w 9767847"/>
                <a:gd name="connsiteY35" fmla="*/ 4744694 h 6858000"/>
                <a:gd name="connsiteX36" fmla="*/ 9240731 w 9767847"/>
                <a:gd name="connsiteY36" fmla="*/ 4557872 h 6858000"/>
                <a:gd name="connsiteX37" fmla="*/ 9265388 w 9767847"/>
                <a:gd name="connsiteY37" fmla="*/ 4461073 h 6858000"/>
                <a:gd name="connsiteX38" fmla="*/ 9276571 w 9767847"/>
                <a:gd name="connsiteY38" fmla="*/ 4411943 h 6858000"/>
                <a:gd name="connsiteX39" fmla="*/ 9281841 w 9767847"/>
                <a:gd name="connsiteY39" fmla="*/ 4387379 h 6858000"/>
                <a:gd name="connsiteX40" fmla="*/ 9286513 w 9767847"/>
                <a:gd name="connsiteY40" fmla="*/ 4364838 h 6858000"/>
                <a:gd name="connsiteX41" fmla="*/ 9296754 w 9767847"/>
                <a:gd name="connsiteY41" fmla="*/ 4312038 h 6858000"/>
                <a:gd name="connsiteX42" fmla="*/ 9301029 w 9767847"/>
                <a:gd name="connsiteY42" fmla="*/ 4289074 h 6858000"/>
                <a:gd name="connsiteX43" fmla="*/ 9302818 w 9767847"/>
                <a:gd name="connsiteY43" fmla="*/ 4278581 h 6858000"/>
                <a:gd name="connsiteX44" fmla="*/ 9304658 w 9767847"/>
                <a:gd name="connsiteY44" fmla="*/ 4266816 h 6858000"/>
                <a:gd name="connsiteX45" fmla="*/ 9312810 w 9767847"/>
                <a:gd name="connsiteY45" fmla="*/ 4215945 h 6858000"/>
                <a:gd name="connsiteX46" fmla="*/ 9316887 w 9767847"/>
                <a:gd name="connsiteY46" fmla="*/ 4190486 h 6858000"/>
                <a:gd name="connsiteX47" fmla="*/ 9318923 w 9767847"/>
                <a:gd name="connsiteY47" fmla="*/ 4177780 h 6858000"/>
                <a:gd name="connsiteX48" fmla="*/ 9320515 w 9767847"/>
                <a:gd name="connsiteY48" fmla="*/ 4164886 h 6858000"/>
                <a:gd name="connsiteX49" fmla="*/ 9332445 w 9767847"/>
                <a:gd name="connsiteY49" fmla="*/ 4064981 h 6858000"/>
                <a:gd name="connsiteX50" fmla="*/ 9336173 w 9767847"/>
                <a:gd name="connsiteY50" fmla="*/ 4018676 h 6858000"/>
                <a:gd name="connsiteX51" fmla="*/ 9340199 w 9767847"/>
                <a:gd name="connsiteY51" fmla="*/ 3965171 h 6858000"/>
                <a:gd name="connsiteX52" fmla="*/ 9347557 w 9767847"/>
                <a:gd name="connsiteY52" fmla="*/ 3765972 h 6858000"/>
                <a:gd name="connsiteX53" fmla="*/ 9346364 w 9767847"/>
                <a:gd name="connsiteY53" fmla="*/ 3664938 h 6858000"/>
                <a:gd name="connsiteX54" fmla="*/ 9344921 w 9767847"/>
                <a:gd name="connsiteY54" fmla="*/ 3615243 h 6858000"/>
                <a:gd name="connsiteX55" fmla="*/ 9344524 w 9767847"/>
                <a:gd name="connsiteY55" fmla="*/ 3603526 h 6858000"/>
                <a:gd name="connsiteX56" fmla="*/ 9343728 w 9767847"/>
                <a:gd name="connsiteY56" fmla="*/ 3590774 h 6858000"/>
                <a:gd name="connsiteX57" fmla="*/ 9342188 w 9767847"/>
                <a:gd name="connsiteY57" fmla="*/ 3565268 h 6858000"/>
                <a:gd name="connsiteX58" fmla="*/ 9339056 w 9767847"/>
                <a:gd name="connsiteY58" fmla="*/ 3514256 h 6858000"/>
                <a:gd name="connsiteX59" fmla="*/ 9334334 w 9767847"/>
                <a:gd name="connsiteY59" fmla="*/ 3463057 h 6858000"/>
                <a:gd name="connsiteX60" fmla="*/ 9329363 w 9767847"/>
                <a:gd name="connsiteY60" fmla="*/ 3411810 h 6858000"/>
                <a:gd name="connsiteX61" fmla="*/ 9328319 w 9767847"/>
                <a:gd name="connsiteY61" fmla="*/ 3400657 h 6858000"/>
                <a:gd name="connsiteX62" fmla="*/ 9327177 w 9767847"/>
                <a:gd name="connsiteY62" fmla="*/ 3390116 h 6858000"/>
                <a:gd name="connsiteX63" fmla="*/ 9324293 w 9767847"/>
                <a:gd name="connsiteY63" fmla="*/ 3366774 h 6858000"/>
                <a:gd name="connsiteX64" fmla="*/ 9320763 w 9767847"/>
                <a:gd name="connsiteY64" fmla="*/ 3340329 h 6858000"/>
                <a:gd name="connsiteX65" fmla="*/ 9317184 w 9767847"/>
                <a:gd name="connsiteY65" fmla="*/ 3311245 h 6858000"/>
                <a:gd name="connsiteX66" fmla="*/ 9311021 w 9767847"/>
                <a:gd name="connsiteY66" fmla="*/ 3266211 h 6858000"/>
                <a:gd name="connsiteX67" fmla="*/ 9302719 w 9767847"/>
                <a:gd name="connsiteY67" fmla="*/ 3215717 h 6858000"/>
                <a:gd name="connsiteX68" fmla="*/ 9293970 w 9767847"/>
                <a:gd name="connsiteY68" fmla="*/ 3165789 h 6858000"/>
                <a:gd name="connsiteX69" fmla="*/ 9252065 w 9767847"/>
                <a:gd name="connsiteY69" fmla="*/ 2967107 h 6858000"/>
                <a:gd name="connsiteX70" fmla="*/ 9227211 w 9767847"/>
                <a:gd name="connsiteY70" fmla="*/ 2868473 h 6858000"/>
                <a:gd name="connsiteX71" fmla="*/ 9220699 w 9767847"/>
                <a:gd name="connsiteY71" fmla="*/ 2844426 h 6858000"/>
                <a:gd name="connsiteX72" fmla="*/ 9213740 w 9767847"/>
                <a:gd name="connsiteY72" fmla="*/ 2820191 h 6858000"/>
                <a:gd name="connsiteX73" fmla="*/ 9199374 w 9767847"/>
                <a:gd name="connsiteY73" fmla="*/ 2771438 h 6858000"/>
                <a:gd name="connsiteX74" fmla="*/ 9061829 w 9767847"/>
                <a:gd name="connsiteY74" fmla="*/ 2385418 h 6858000"/>
                <a:gd name="connsiteX75" fmla="*/ 8978865 w 9767847"/>
                <a:gd name="connsiteY75" fmla="*/ 2196855 h 6858000"/>
                <a:gd name="connsiteX76" fmla="*/ 8956694 w 9767847"/>
                <a:gd name="connsiteY76" fmla="*/ 2150219 h 6858000"/>
                <a:gd name="connsiteX77" fmla="*/ 8934176 w 9767847"/>
                <a:gd name="connsiteY77" fmla="*/ 2103914 h 6858000"/>
                <a:gd name="connsiteX78" fmla="*/ 8887151 w 9767847"/>
                <a:gd name="connsiteY78" fmla="*/ 2011350 h 6858000"/>
                <a:gd name="connsiteX79" fmla="*/ 8787533 w 9767847"/>
                <a:gd name="connsiteY79" fmla="*/ 1828527 h 6858000"/>
                <a:gd name="connsiteX80" fmla="*/ 8761485 w 9767847"/>
                <a:gd name="connsiteY80" fmla="*/ 1783398 h 6858000"/>
                <a:gd name="connsiteX81" fmla="*/ 8734791 w 9767847"/>
                <a:gd name="connsiteY81" fmla="*/ 1737893 h 6858000"/>
                <a:gd name="connsiteX82" fmla="*/ 8680808 w 9767847"/>
                <a:gd name="connsiteY82" fmla="*/ 1648812 h 6858000"/>
                <a:gd name="connsiteX83" fmla="*/ 8567024 w 9767847"/>
                <a:gd name="connsiteY83" fmla="*/ 1472906 h 6858000"/>
                <a:gd name="connsiteX84" fmla="*/ 8537446 w 9767847"/>
                <a:gd name="connsiteY84" fmla="*/ 1429330 h 6858000"/>
                <a:gd name="connsiteX85" fmla="*/ 8507423 w 9767847"/>
                <a:gd name="connsiteY85" fmla="*/ 1385896 h 6858000"/>
                <a:gd name="connsiteX86" fmla="*/ 8446529 w 9767847"/>
                <a:gd name="connsiteY86" fmla="*/ 1300295 h 6858000"/>
                <a:gd name="connsiteX87" fmla="*/ 8319224 w 9767847"/>
                <a:gd name="connsiteY87" fmla="*/ 1131026 h 6858000"/>
                <a:gd name="connsiteX88" fmla="*/ 8286366 w 9767847"/>
                <a:gd name="connsiteY88" fmla="*/ 1089050 h 6858000"/>
                <a:gd name="connsiteX89" fmla="*/ 8270161 w 9767847"/>
                <a:gd name="connsiteY89" fmla="*/ 1068439 h 6858000"/>
                <a:gd name="connsiteX90" fmla="*/ 8253856 w 9767847"/>
                <a:gd name="connsiteY90" fmla="*/ 1048156 h 6858000"/>
                <a:gd name="connsiteX91" fmla="*/ 8186352 w 9767847"/>
                <a:gd name="connsiteY91" fmla="*/ 966275 h 6858000"/>
                <a:gd name="connsiteX92" fmla="*/ 8046768 w 9767847"/>
                <a:gd name="connsiteY92" fmla="*/ 805429 h 6858000"/>
                <a:gd name="connsiteX93" fmla="*/ 8010927 w 9767847"/>
                <a:gd name="connsiteY93" fmla="*/ 765853 h 6858000"/>
                <a:gd name="connsiteX94" fmla="*/ 7974788 w 9767847"/>
                <a:gd name="connsiteY94" fmla="*/ 726653 h 6858000"/>
                <a:gd name="connsiteX95" fmla="*/ 7901070 w 9767847"/>
                <a:gd name="connsiteY95" fmla="*/ 648724 h 6858000"/>
                <a:gd name="connsiteX96" fmla="*/ 7750054 w 9767847"/>
                <a:gd name="connsiteY96" fmla="*/ 497008 h 6858000"/>
                <a:gd name="connsiteX97" fmla="*/ 7592277 w 9767847"/>
                <a:gd name="connsiteY97" fmla="*/ 351221 h 6858000"/>
                <a:gd name="connsiteX98" fmla="*/ 7257734 w 9767847"/>
                <a:gd name="connsiteY98" fmla="*/ 76964 h 6858000"/>
                <a:gd name="connsiteX99" fmla="*/ 1886601 w 9767847"/>
                <a:gd name="connsiteY99" fmla="*/ 0 h 6858000"/>
                <a:gd name="connsiteX100" fmla="*/ 2292926 w 9767847"/>
                <a:gd name="connsiteY100" fmla="*/ 0 h 6858000"/>
                <a:gd name="connsiteX101" fmla="*/ 2135542 w 9767847"/>
                <a:gd name="connsiteY101" fmla="*/ 117781 h 6858000"/>
                <a:gd name="connsiteX102" fmla="*/ 1969576 w 9767847"/>
                <a:gd name="connsiteY102" fmla="*/ 254986 h 6858000"/>
                <a:gd name="connsiteX103" fmla="*/ 1659938 w 9767847"/>
                <a:gd name="connsiteY103" fmla="*/ 549855 h 6858000"/>
                <a:gd name="connsiteX104" fmla="*/ 729383 w 9767847"/>
                <a:gd name="connsiteY104" fmla="*/ 1936480 h 6858000"/>
                <a:gd name="connsiteX105" fmla="*/ 578465 w 9767847"/>
                <a:gd name="connsiteY105" fmla="*/ 2320807 h 6858000"/>
                <a:gd name="connsiteX106" fmla="*/ 465080 w 9767847"/>
                <a:gd name="connsiteY106" fmla="*/ 2714875 h 6858000"/>
                <a:gd name="connsiteX107" fmla="*/ 423820 w 9767847"/>
                <a:gd name="connsiteY107" fmla="*/ 2915436 h 6858000"/>
                <a:gd name="connsiteX108" fmla="*/ 392355 w 9767847"/>
                <a:gd name="connsiteY108" fmla="*/ 3118071 h 6858000"/>
                <a:gd name="connsiteX109" fmla="*/ 358801 w 9767847"/>
                <a:gd name="connsiteY109" fmla="*/ 3526915 h 6858000"/>
                <a:gd name="connsiteX110" fmla="*/ 410350 w 9767847"/>
                <a:gd name="connsiteY110" fmla="*/ 4348226 h 6858000"/>
                <a:gd name="connsiteX111" fmla="*/ 449022 w 9767847"/>
                <a:gd name="connsiteY111" fmla="*/ 4551049 h 6858000"/>
                <a:gd name="connsiteX112" fmla="*/ 498882 w 9767847"/>
                <a:gd name="connsiteY112" fmla="*/ 4752365 h 6858000"/>
                <a:gd name="connsiteX113" fmla="*/ 559775 w 9767847"/>
                <a:gd name="connsiteY113" fmla="*/ 4951657 h 6858000"/>
                <a:gd name="connsiteX114" fmla="*/ 631406 w 9767847"/>
                <a:gd name="connsiteY114" fmla="*/ 5147986 h 6858000"/>
                <a:gd name="connsiteX115" fmla="*/ 1023461 w 9767847"/>
                <a:gd name="connsiteY115" fmla="*/ 5893957 h 6858000"/>
                <a:gd name="connsiteX116" fmla="*/ 1575880 w 9767847"/>
                <a:gd name="connsiteY116" fmla="*/ 6547646 h 6858000"/>
                <a:gd name="connsiteX117" fmla="*/ 1905228 w 9767847"/>
                <a:gd name="connsiteY117" fmla="*/ 6829468 h 6858000"/>
                <a:gd name="connsiteX118" fmla="*/ 1944230 w 9767847"/>
                <a:gd name="connsiteY118" fmla="*/ 6858000 h 6858000"/>
                <a:gd name="connsiteX119" fmla="*/ 1372541 w 9767847"/>
                <a:gd name="connsiteY119" fmla="*/ 6858000 h 6858000"/>
                <a:gd name="connsiteX120" fmla="*/ 1115251 w 9767847"/>
                <a:gd name="connsiteY120" fmla="*/ 6590005 h 6858000"/>
                <a:gd name="connsiteX121" fmla="*/ 0 w 9767847"/>
                <a:gd name="connsiteY121" fmla="*/ 3649031 h 6858000"/>
                <a:gd name="connsiteX122" fmla="*/ 1777294 w 9767847"/>
                <a:gd name="connsiteY122" fmla="*/ 813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9767847" h="6858000">
                  <a:moveTo>
                    <a:pt x="7151367" y="0"/>
                  </a:moveTo>
                  <a:lnTo>
                    <a:pt x="7881247" y="0"/>
                  </a:lnTo>
                  <a:lnTo>
                    <a:pt x="7990553" y="81317"/>
                  </a:lnTo>
                  <a:cubicBezTo>
                    <a:pt x="9075991" y="929334"/>
                    <a:pt x="9767847" y="2212695"/>
                    <a:pt x="9767847" y="3649031"/>
                  </a:cubicBezTo>
                  <a:cubicBezTo>
                    <a:pt x="9767847" y="4766182"/>
                    <a:pt x="9349317" y="5790792"/>
                    <a:pt x="8652597" y="6590005"/>
                  </a:cubicBezTo>
                  <a:lnTo>
                    <a:pt x="8395306" y="6858000"/>
                  </a:lnTo>
                  <a:lnTo>
                    <a:pt x="6762603" y="6858000"/>
                  </a:lnTo>
                  <a:lnTo>
                    <a:pt x="6765962" y="6854844"/>
                  </a:lnTo>
                  <a:cubicBezTo>
                    <a:pt x="6779036" y="6842703"/>
                    <a:pt x="6791663" y="6829621"/>
                    <a:pt x="6804586" y="6817103"/>
                  </a:cubicBezTo>
                  <a:lnTo>
                    <a:pt x="6881735" y="6741197"/>
                  </a:lnTo>
                  <a:cubicBezTo>
                    <a:pt x="6907435" y="6715881"/>
                    <a:pt x="6933134" y="6690798"/>
                    <a:pt x="6958883" y="6664822"/>
                  </a:cubicBezTo>
                  <a:lnTo>
                    <a:pt x="7267925" y="6355694"/>
                  </a:lnTo>
                  <a:lnTo>
                    <a:pt x="7424360" y="6200685"/>
                  </a:lnTo>
                  <a:cubicBezTo>
                    <a:pt x="7450754" y="6174802"/>
                    <a:pt x="7477598" y="6148731"/>
                    <a:pt x="7504938" y="6122708"/>
                  </a:cubicBezTo>
                  <a:lnTo>
                    <a:pt x="7546396" y="6083697"/>
                  </a:lnTo>
                  <a:cubicBezTo>
                    <a:pt x="7560264" y="6070803"/>
                    <a:pt x="7574780" y="6057532"/>
                    <a:pt x="7588002" y="6045532"/>
                  </a:cubicBezTo>
                  <a:lnTo>
                    <a:pt x="7631000" y="6006709"/>
                  </a:lnTo>
                  <a:lnTo>
                    <a:pt x="7675440" y="5968309"/>
                  </a:lnTo>
                  <a:cubicBezTo>
                    <a:pt x="7690404" y="5955698"/>
                    <a:pt x="7705564" y="5943321"/>
                    <a:pt x="7720626" y="5930851"/>
                  </a:cubicBezTo>
                  <a:cubicBezTo>
                    <a:pt x="7735738" y="5918427"/>
                    <a:pt x="7751197" y="5906521"/>
                    <a:pt x="7766458" y="5894334"/>
                  </a:cubicBezTo>
                  <a:cubicBezTo>
                    <a:pt x="7827949" y="5846192"/>
                    <a:pt x="7890979" y="5800499"/>
                    <a:pt x="7955254" y="5756828"/>
                  </a:cubicBezTo>
                  <a:cubicBezTo>
                    <a:pt x="8083800" y="5669534"/>
                    <a:pt x="8216872" y="5590336"/>
                    <a:pt x="8352678" y="5517630"/>
                  </a:cubicBezTo>
                  <a:lnTo>
                    <a:pt x="8451350" y="5465254"/>
                  </a:lnTo>
                  <a:lnTo>
                    <a:pt x="8548532" y="5413395"/>
                  </a:lnTo>
                  <a:cubicBezTo>
                    <a:pt x="8612110" y="5379090"/>
                    <a:pt x="8673251" y="5345208"/>
                    <a:pt x="8729473" y="5309961"/>
                  </a:cubicBezTo>
                  <a:cubicBezTo>
                    <a:pt x="8743591" y="5301115"/>
                    <a:pt x="8757161" y="5292361"/>
                    <a:pt x="8770781" y="5283232"/>
                  </a:cubicBezTo>
                  <a:cubicBezTo>
                    <a:pt x="8777591" y="5278667"/>
                    <a:pt x="8784451" y="5274103"/>
                    <a:pt x="8790964" y="5269492"/>
                  </a:cubicBezTo>
                  <a:cubicBezTo>
                    <a:pt x="8797574" y="5264879"/>
                    <a:pt x="8804235" y="5260314"/>
                    <a:pt x="8810499" y="5255703"/>
                  </a:cubicBezTo>
                  <a:cubicBezTo>
                    <a:pt x="8835999" y="5237303"/>
                    <a:pt x="8860407" y="5218291"/>
                    <a:pt x="8883571" y="5198479"/>
                  </a:cubicBezTo>
                  <a:cubicBezTo>
                    <a:pt x="8929900" y="5158856"/>
                    <a:pt x="8971258" y="5116315"/>
                    <a:pt x="9006651" y="5070527"/>
                  </a:cubicBezTo>
                  <a:cubicBezTo>
                    <a:pt x="9015351" y="5059328"/>
                    <a:pt x="9024398" y="5046857"/>
                    <a:pt x="9033494" y="5034105"/>
                  </a:cubicBezTo>
                  <a:lnTo>
                    <a:pt x="9040305" y="5024551"/>
                  </a:lnTo>
                  <a:lnTo>
                    <a:pt x="9046568" y="5015281"/>
                  </a:lnTo>
                  <a:cubicBezTo>
                    <a:pt x="9050743" y="5009163"/>
                    <a:pt x="9054819" y="5002952"/>
                    <a:pt x="9058846" y="4996645"/>
                  </a:cubicBezTo>
                  <a:cubicBezTo>
                    <a:pt x="9075002" y="4971517"/>
                    <a:pt x="9090212" y="4945305"/>
                    <a:pt x="9104529" y="4918105"/>
                  </a:cubicBezTo>
                  <a:cubicBezTo>
                    <a:pt x="9133211" y="4863752"/>
                    <a:pt x="9158313" y="4805447"/>
                    <a:pt x="9181081" y="4744694"/>
                  </a:cubicBezTo>
                  <a:cubicBezTo>
                    <a:pt x="9203748" y="4684178"/>
                    <a:pt x="9223383" y="4621778"/>
                    <a:pt x="9240731" y="4557872"/>
                  </a:cubicBezTo>
                  <a:cubicBezTo>
                    <a:pt x="9249481" y="4525966"/>
                    <a:pt x="9257682" y="4493684"/>
                    <a:pt x="9265388" y="4461073"/>
                  </a:cubicBezTo>
                  <a:cubicBezTo>
                    <a:pt x="9269215" y="4444744"/>
                    <a:pt x="9272943" y="4428367"/>
                    <a:pt x="9276571" y="4411943"/>
                  </a:cubicBezTo>
                  <a:lnTo>
                    <a:pt x="9281841" y="4387379"/>
                  </a:lnTo>
                  <a:lnTo>
                    <a:pt x="9286513" y="4364838"/>
                  </a:lnTo>
                  <a:lnTo>
                    <a:pt x="9296754" y="4312038"/>
                  </a:lnTo>
                  <a:lnTo>
                    <a:pt x="9301029" y="4289074"/>
                  </a:lnTo>
                  <a:lnTo>
                    <a:pt x="9302818" y="4278581"/>
                  </a:lnTo>
                  <a:lnTo>
                    <a:pt x="9304658" y="4266816"/>
                  </a:lnTo>
                  <a:lnTo>
                    <a:pt x="9312810" y="4215945"/>
                  </a:lnTo>
                  <a:lnTo>
                    <a:pt x="9316887" y="4190486"/>
                  </a:lnTo>
                  <a:lnTo>
                    <a:pt x="9318923" y="4177780"/>
                  </a:lnTo>
                  <a:cubicBezTo>
                    <a:pt x="9319570" y="4173546"/>
                    <a:pt x="9319969" y="4169169"/>
                    <a:pt x="9320515" y="4164886"/>
                  </a:cubicBezTo>
                  <a:lnTo>
                    <a:pt x="9332445" y="4064981"/>
                  </a:lnTo>
                  <a:cubicBezTo>
                    <a:pt x="9333836" y="4052370"/>
                    <a:pt x="9334880" y="4036888"/>
                    <a:pt x="9336173" y="4018676"/>
                  </a:cubicBezTo>
                  <a:lnTo>
                    <a:pt x="9340199" y="3965171"/>
                  </a:lnTo>
                  <a:cubicBezTo>
                    <a:pt x="9345071" y="3899806"/>
                    <a:pt x="9347358" y="3832983"/>
                    <a:pt x="9347557" y="3765972"/>
                  </a:cubicBezTo>
                  <a:cubicBezTo>
                    <a:pt x="9347656" y="3732420"/>
                    <a:pt x="9347209" y="3698773"/>
                    <a:pt x="9346364" y="3664938"/>
                  </a:cubicBezTo>
                  <a:lnTo>
                    <a:pt x="9344921" y="3615243"/>
                  </a:lnTo>
                  <a:lnTo>
                    <a:pt x="9344524" y="3603526"/>
                  </a:lnTo>
                  <a:lnTo>
                    <a:pt x="9343728" y="3590774"/>
                  </a:lnTo>
                  <a:lnTo>
                    <a:pt x="9342188" y="3565268"/>
                  </a:lnTo>
                  <a:lnTo>
                    <a:pt x="9339056" y="3514256"/>
                  </a:lnTo>
                  <a:cubicBezTo>
                    <a:pt x="9337914" y="3497221"/>
                    <a:pt x="9335874" y="3480138"/>
                    <a:pt x="9334334" y="3463057"/>
                  </a:cubicBezTo>
                  <a:lnTo>
                    <a:pt x="9329363" y="3411810"/>
                  </a:lnTo>
                  <a:lnTo>
                    <a:pt x="9328319" y="3400657"/>
                  </a:lnTo>
                  <a:lnTo>
                    <a:pt x="9327177" y="3390116"/>
                  </a:lnTo>
                  <a:lnTo>
                    <a:pt x="9324293" y="3366774"/>
                  </a:lnTo>
                  <a:lnTo>
                    <a:pt x="9320763" y="3340329"/>
                  </a:lnTo>
                  <a:lnTo>
                    <a:pt x="9317184" y="3311245"/>
                  </a:lnTo>
                  <a:cubicBezTo>
                    <a:pt x="9315594" y="3296893"/>
                    <a:pt x="9313506" y="3282306"/>
                    <a:pt x="9311021" y="3266211"/>
                  </a:cubicBezTo>
                  <a:lnTo>
                    <a:pt x="9302719" y="3215717"/>
                  </a:lnTo>
                  <a:cubicBezTo>
                    <a:pt x="9299936" y="3199059"/>
                    <a:pt x="9297003" y="3182400"/>
                    <a:pt x="9293970" y="3165789"/>
                  </a:cubicBezTo>
                  <a:cubicBezTo>
                    <a:pt x="9281891" y="3099295"/>
                    <a:pt x="9267674" y="3033084"/>
                    <a:pt x="9252065" y="2967107"/>
                  </a:cubicBezTo>
                  <a:cubicBezTo>
                    <a:pt x="9244261" y="2934167"/>
                    <a:pt x="9235959" y="2901273"/>
                    <a:pt x="9227211" y="2868473"/>
                  </a:cubicBezTo>
                  <a:lnTo>
                    <a:pt x="9220699" y="2844426"/>
                  </a:lnTo>
                  <a:lnTo>
                    <a:pt x="9213740" y="2820191"/>
                  </a:lnTo>
                  <a:cubicBezTo>
                    <a:pt x="9209216" y="2804049"/>
                    <a:pt x="9204345" y="2787768"/>
                    <a:pt x="9199374" y="2771438"/>
                  </a:cubicBezTo>
                  <a:cubicBezTo>
                    <a:pt x="9159855" y="2641086"/>
                    <a:pt x="9114272" y="2512099"/>
                    <a:pt x="9061829" y="2385418"/>
                  </a:cubicBezTo>
                  <a:cubicBezTo>
                    <a:pt x="9035582" y="2322077"/>
                    <a:pt x="9008043" y="2259160"/>
                    <a:pt x="8978865" y="2196855"/>
                  </a:cubicBezTo>
                  <a:lnTo>
                    <a:pt x="8956694" y="2150219"/>
                  </a:lnTo>
                  <a:lnTo>
                    <a:pt x="8934176" y="2103914"/>
                  </a:lnTo>
                  <a:cubicBezTo>
                    <a:pt x="8918915" y="2073091"/>
                    <a:pt x="8903157" y="2042032"/>
                    <a:pt x="8887151" y="2011350"/>
                  </a:cubicBezTo>
                  <a:cubicBezTo>
                    <a:pt x="8854988" y="1949891"/>
                    <a:pt x="8822082" y="1888810"/>
                    <a:pt x="8787533" y="1828527"/>
                  </a:cubicBezTo>
                  <a:lnTo>
                    <a:pt x="8761485" y="1783398"/>
                  </a:lnTo>
                  <a:lnTo>
                    <a:pt x="8734791" y="1737893"/>
                  </a:lnTo>
                  <a:cubicBezTo>
                    <a:pt x="8717047" y="1707823"/>
                    <a:pt x="8699200" y="1678363"/>
                    <a:pt x="8680808" y="1648812"/>
                  </a:cubicBezTo>
                  <a:cubicBezTo>
                    <a:pt x="8644322" y="1589658"/>
                    <a:pt x="8606194" y="1531118"/>
                    <a:pt x="8567024" y="1472906"/>
                  </a:cubicBezTo>
                  <a:lnTo>
                    <a:pt x="8537446" y="1429330"/>
                  </a:lnTo>
                  <a:lnTo>
                    <a:pt x="8507423" y="1385896"/>
                  </a:lnTo>
                  <a:cubicBezTo>
                    <a:pt x="8487390" y="1357284"/>
                    <a:pt x="8467158" y="1328719"/>
                    <a:pt x="8446529" y="1300295"/>
                  </a:cubicBezTo>
                  <a:cubicBezTo>
                    <a:pt x="8405271" y="1243496"/>
                    <a:pt x="8362718" y="1187120"/>
                    <a:pt x="8319224" y="1131026"/>
                  </a:cubicBezTo>
                  <a:lnTo>
                    <a:pt x="8286366" y="1089050"/>
                  </a:lnTo>
                  <a:lnTo>
                    <a:pt x="8270161" y="1068439"/>
                  </a:lnTo>
                  <a:lnTo>
                    <a:pt x="8253856" y="1048156"/>
                  </a:lnTo>
                  <a:cubicBezTo>
                    <a:pt x="8231636" y="1020675"/>
                    <a:pt x="8209117" y="993381"/>
                    <a:pt x="8186352" y="966275"/>
                  </a:cubicBezTo>
                  <a:cubicBezTo>
                    <a:pt x="8140917" y="911922"/>
                    <a:pt x="8094240" y="858417"/>
                    <a:pt x="8046768" y="805429"/>
                  </a:cubicBezTo>
                  <a:lnTo>
                    <a:pt x="8010927" y="765853"/>
                  </a:lnTo>
                  <a:lnTo>
                    <a:pt x="7974788" y="726653"/>
                  </a:lnTo>
                  <a:cubicBezTo>
                    <a:pt x="7950382" y="700489"/>
                    <a:pt x="7925824" y="674465"/>
                    <a:pt x="7901070" y="648724"/>
                  </a:cubicBezTo>
                  <a:cubicBezTo>
                    <a:pt x="7851510" y="597289"/>
                    <a:pt x="7801404" y="546514"/>
                    <a:pt x="7750054" y="497008"/>
                  </a:cubicBezTo>
                  <a:cubicBezTo>
                    <a:pt x="7698902" y="447644"/>
                    <a:pt x="7645913" y="398938"/>
                    <a:pt x="7592277" y="351221"/>
                  </a:cubicBezTo>
                  <a:cubicBezTo>
                    <a:pt x="7484856" y="255786"/>
                    <a:pt x="7373308" y="164304"/>
                    <a:pt x="7257734" y="76964"/>
                  </a:cubicBezTo>
                  <a:close/>
                  <a:moveTo>
                    <a:pt x="1886601" y="0"/>
                  </a:moveTo>
                  <a:lnTo>
                    <a:pt x="2292926" y="0"/>
                  </a:lnTo>
                  <a:lnTo>
                    <a:pt x="2135542" y="117781"/>
                  </a:lnTo>
                  <a:cubicBezTo>
                    <a:pt x="2078998" y="162280"/>
                    <a:pt x="2023659" y="208045"/>
                    <a:pt x="1969576" y="254986"/>
                  </a:cubicBezTo>
                  <a:cubicBezTo>
                    <a:pt x="1861309" y="348820"/>
                    <a:pt x="1758064" y="447314"/>
                    <a:pt x="1659938" y="549855"/>
                  </a:cubicBezTo>
                  <a:cubicBezTo>
                    <a:pt x="1266987" y="960346"/>
                    <a:pt x="953820" y="1431495"/>
                    <a:pt x="729383" y="1936480"/>
                  </a:cubicBezTo>
                  <a:cubicBezTo>
                    <a:pt x="673260" y="2062362"/>
                    <a:pt x="622855" y="2190972"/>
                    <a:pt x="578465" y="2320807"/>
                  </a:cubicBezTo>
                  <a:cubicBezTo>
                    <a:pt x="534125" y="2450687"/>
                    <a:pt x="496147" y="2582216"/>
                    <a:pt x="465080" y="2714875"/>
                  </a:cubicBezTo>
                  <a:cubicBezTo>
                    <a:pt x="449769" y="2780991"/>
                    <a:pt x="435850" y="2848191"/>
                    <a:pt x="423820" y="2915436"/>
                  </a:cubicBezTo>
                  <a:cubicBezTo>
                    <a:pt x="411840" y="2982731"/>
                    <a:pt x="401054" y="3050260"/>
                    <a:pt x="392355" y="3118071"/>
                  </a:cubicBezTo>
                  <a:cubicBezTo>
                    <a:pt x="374509" y="3253646"/>
                    <a:pt x="363424" y="3389880"/>
                    <a:pt x="358801" y="3526915"/>
                  </a:cubicBezTo>
                  <a:cubicBezTo>
                    <a:pt x="349009" y="3800843"/>
                    <a:pt x="366357" y="4075570"/>
                    <a:pt x="410350" y="4348226"/>
                  </a:cubicBezTo>
                  <a:cubicBezTo>
                    <a:pt x="421286" y="4416132"/>
                    <a:pt x="434209" y="4483660"/>
                    <a:pt x="449022" y="4551049"/>
                  </a:cubicBezTo>
                  <a:cubicBezTo>
                    <a:pt x="463737" y="4618436"/>
                    <a:pt x="480389" y="4685588"/>
                    <a:pt x="498882" y="4752365"/>
                  </a:cubicBezTo>
                  <a:cubicBezTo>
                    <a:pt x="517373" y="4819141"/>
                    <a:pt x="537704" y="4885635"/>
                    <a:pt x="559775" y="4951657"/>
                  </a:cubicBezTo>
                  <a:cubicBezTo>
                    <a:pt x="581946" y="5017775"/>
                    <a:pt x="605358" y="5083375"/>
                    <a:pt x="631406" y="5147986"/>
                  </a:cubicBezTo>
                  <a:cubicBezTo>
                    <a:pt x="734055" y="5407608"/>
                    <a:pt x="865188" y="5658570"/>
                    <a:pt x="1023461" y="5893957"/>
                  </a:cubicBezTo>
                  <a:cubicBezTo>
                    <a:pt x="1181487" y="6129578"/>
                    <a:pt x="1367051" y="6349247"/>
                    <a:pt x="1575880" y="6547646"/>
                  </a:cubicBezTo>
                  <a:cubicBezTo>
                    <a:pt x="1680269" y="6646916"/>
                    <a:pt x="1790338" y="6740939"/>
                    <a:pt x="1905228" y="6829468"/>
                  </a:cubicBezTo>
                  <a:lnTo>
                    <a:pt x="1944230" y="6858000"/>
                  </a:lnTo>
                  <a:lnTo>
                    <a:pt x="1372541" y="6858000"/>
                  </a:lnTo>
                  <a:lnTo>
                    <a:pt x="1115251" y="6590005"/>
                  </a:lnTo>
                  <a:cubicBezTo>
                    <a:pt x="418530" y="5790792"/>
                    <a:pt x="0" y="4766182"/>
                    <a:pt x="0" y="3649031"/>
                  </a:cubicBezTo>
                  <a:cubicBezTo>
                    <a:pt x="0" y="2212695"/>
                    <a:pt x="691856" y="929334"/>
                    <a:pt x="1777294" y="81317"/>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1" name="Freeform: Shape 20">
              <a:extLst>
                <a:ext uri="{FF2B5EF4-FFF2-40B4-BE49-F238E27FC236}">
                  <a16:creationId xmlns:a16="http://schemas.microsoft.com/office/drawing/2014/main" id="{82B0ED5C-927D-4C5F-8F27-1B403820B9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3402" y="36937"/>
              <a:ext cx="9767847" cy="6858000"/>
            </a:xfrm>
            <a:custGeom>
              <a:avLst/>
              <a:gdLst>
                <a:gd name="connsiteX0" fmla="*/ 7145704 w 9767847"/>
                <a:gd name="connsiteY0" fmla="*/ 0 h 6858000"/>
                <a:gd name="connsiteX1" fmla="*/ 7875738 w 9767847"/>
                <a:gd name="connsiteY1" fmla="*/ 0 h 6858000"/>
                <a:gd name="connsiteX2" fmla="*/ 7990553 w 9767847"/>
                <a:gd name="connsiteY2" fmla="*/ 85415 h 6858000"/>
                <a:gd name="connsiteX3" fmla="*/ 9767847 w 9767847"/>
                <a:gd name="connsiteY3" fmla="*/ 3653129 h 6858000"/>
                <a:gd name="connsiteX4" fmla="*/ 8652597 w 9767847"/>
                <a:gd name="connsiteY4" fmla="*/ 6594103 h 6858000"/>
                <a:gd name="connsiteX5" fmla="*/ 8399240 w 9767847"/>
                <a:gd name="connsiteY5" fmla="*/ 6858000 h 6858000"/>
                <a:gd name="connsiteX6" fmla="*/ 6766926 w 9767847"/>
                <a:gd name="connsiteY6" fmla="*/ 6858000 h 6858000"/>
                <a:gd name="connsiteX7" fmla="*/ 6804586 w 9767847"/>
                <a:gd name="connsiteY7" fmla="*/ 6821201 h 6858000"/>
                <a:gd name="connsiteX8" fmla="*/ 6881735 w 9767847"/>
                <a:gd name="connsiteY8" fmla="*/ 6745295 h 6858000"/>
                <a:gd name="connsiteX9" fmla="*/ 6958883 w 9767847"/>
                <a:gd name="connsiteY9" fmla="*/ 6668920 h 6858000"/>
                <a:gd name="connsiteX10" fmla="*/ 7267925 w 9767847"/>
                <a:gd name="connsiteY10" fmla="*/ 6359792 h 6858000"/>
                <a:gd name="connsiteX11" fmla="*/ 7424360 w 9767847"/>
                <a:gd name="connsiteY11" fmla="*/ 6204783 h 6858000"/>
                <a:gd name="connsiteX12" fmla="*/ 7504938 w 9767847"/>
                <a:gd name="connsiteY12" fmla="*/ 6126806 h 6858000"/>
                <a:gd name="connsiteX13" fmla="*/ 7546396 w 9767847"/>
                <a:gd name="connsiteY13" fmla="*/ 6087795 h 6858000"/>
                <a:gd name="connsiteX14" fmla="*/ 7588002 w 9767847"/>
                <a:gd name="connsiteY14" fmla="*/ 6049630 h 6858000"/>
                <a:gd name="connsiteX15" fmla="*/ 7631000 w 9767847"/>
                <a:gd name="connsiteY15" fmla="*/ 6010807 h 6858000"/>
                <a:gd name="connsiteX16" fmla="*/ 7675440 w 9767847"/>
                <a:gd name="connsiteY16" fmla="*/ 5972407 h 6858000"/>
                <a:gd name="connsiteX17" fmla="*/ 7720626 w 9767847"/>
                <a:gd name="connsiteY17" fmla="*/ 5934949 h 6858000"/>
                <a:gd name="connsiteX18" fmla="*/ 7766458 w 9767847"/>
                <a:gd name="connsiteY18" fmla="*/ 5898432 h 6858000"/>
                <a:gd name="connsiteX19" fmla="*/ 7955254 w 9767847"/>
                <a:gd name="connsiteY19" fmla="*/ 5760926 h 6858000"/>
                <a:gd name="connsiteX20" fmla="*/ 8352678 w 9767847"/>
                <a:gd name="connsiteY20" fmla="*/ 5521728 h 6858000"/>
                <a:gd name="connsiteX21" fmla="*/ 8451350 w 9767847"/>
                <a:gd name="connsiteY21" fmla="*/ 5469352 h 6858000"/>
                <a:gd name="connsiteX22" fmla="*/ 8548532 w 9767847"/>
                <a:gd name="connsiteY22" fmla="*/ 5417493 h 6858000"/>
                <a:gd name="connsiteX23" fmla="*/ 8729473 w 9767847"/>
                <a:gd name="connsiteY23" fmla="*/ 5314059 h 6858000"/>
                <a:gd name="connsiteX24" fmla="*/ 8770781 w 9767847"/>
                <a:gd name="connsiteY24" fmla="*/ 5287330 h 6858000"/>
                <a:gd name="connsiteX25" fmla="*/ 8790964 w 9767847"/>
                <a:gd name="connsiteY25" fmla="*/ 5273590 h 6858000"/>
                <a:gd name="connsiteX26" fmla="*/ 8810499 w 9767847"/>
                <a:gd name="connsiteY26" fmla="*/ 5259801 h 6858000"/>
                <a:gd name="connsiteX27" fmla="*/ 8883571 w 9767847"/>
                <a:gd name="connsiteY27" fmla="*/ 5202577 h 6858000"/>
                <a:gd name="connsiteX28" fmla="*/ 9006651 w 9767847"/>
                <a:gd name="connsiteY28" fmla="*/ 5074625 h 6858000"/>
                <a:gd name="connsiteX29" fmla="*/ 9033494 w 9767847"/>
                <a:gd name="connsiteY29" fmla="*/ 5038203 h 6858000"/>
                <a:gd name="connsiteX30" fmla="*/ 9040305 w 9767847"/>
                <a:gd name="connsiteY30" fmla="*/ 5028649 h 6858000"/>
                <a:gd name="connsiteX31" fmla="*/ 9046568 w 9767847"/>
                <a:gd name="connsiteY31" fmla="*/ 5019379 h 6858000"/>
                <a:gd name="connsiteX32" fmla="*/ 9058846 w 9767847"/>
                <a:gd name="connsiteY32" fmla="*/ 5000743 h 6858000"/>
                <a:gd name="connsiteX33" fmla="*/ 9104529 w 9767847"/>
                <a:gd name="connsiteY33" fmla="*/ 4922203 h 6858000"/>
                <a:gd name="connsiteX34" fmla="*/ 9181081 w 9767847"/>
                <a:gd name="connsiteY34" fmla="*/ 4748792 h 6858000"/>
                <a:gd name="connsiteX35" fmla="*/ 9240731 w 9767847"/>
                <a:gd name="connsiteY35" fmla="*/ 4561970 h 6858000"/>
                <a:gd name="connsiteX36" fmla="*/ 9265388 w 9767847"/>
                <a:gd name="connsiteY36" fmla="*/ 4465171 h 6858000"/>
                <a:gd name="connsiteX37" fmla="*/ 9276571 w 9767847"/>
                <a:gd name="connsiteY37" fmla="*/ 4416041 h 6858000"/>
                <a:gd name="connsiteX38" fmla="*/ 9281841 w 9767847"/>
                <a:gd name="connsiteY38" fmla="*/ 4391477 h 6858000"/>
                <a:gd name="connsiteX39" fmla="*/ 9286513 w 9767847"/>
                <a:gd name="connsiteY39" fmla="*/ 4368936 h 6858000"/>
                <a:gd name="connsiteX40" fmla="*/ 9296754 w 9767847"/>
                <a:gd name="connsiteY40" fmla="*/ 4316136 h 6858000"/>
                <a:gd name="connsiteX41" fmla="*/ 9301029 w 9767847"/>
                <a:gd name="connsiteY41" fmla="*/ 4293172 h 6858000"/>
                <a:gd name="connsiteX42" fmla="*/ 9302818 w 9767847"/>
                <a:gd name="connsiteY42" fmla="*/ 4282679 h 6858000"/>
                <a:gd name="connsiteX43" fmla="*/ 9304658 w 9767847"/>
                <a:gd name="connsiteY43" fmla="*/ 4270914 h 6858000"/>
                <a:gd name="connsiteX44" fmla="*/ 9312810 w 9767847"/>
                <a:gd name="connsiteY44" fmla="*/ 4220043 h 6858000"/>
                <a:gd name="connsiteX45" fmla="*/ 9316887 w 9767847"/>
                <a:gd name="connsiteY45" fmla="*/ 4194584 h 6858000"/>
                <a:gd name="connsiteX46" fmla="*/ 9318923 w 9767847"/>
                <a:gd name="connsiteY46" fmla="*/ 4181878 h 6858000"/>
                <a:gd name="connsiteX47" fmla="*/ 9320515 w 9767847"/>
                <a:gd name="connsiteY47" fmla="*/ 4168984 h 6858000"/>
                <a:gd name="connsiteX48" fmla="*/ 9332445 w 9767847"/>
                <a:gd name="connsiteY48" fmla="*/ 4069079 h 6858000"/>
                <a:gd name="connsiteX49" fmla="*/ 9336173 w 9767847"/>
                <a:gd name="connsiteY49" fmla="*/ 4022774 h 6858000"/>
                <a:gd name="connsiteX50" fmla="*/ 9340199 w 9767847"/>
                <a:gd name="connsiteY50" fmla="*/ 3969269 h 6858000"/>
                <a:gd name="connsiteX51" fmla="*/ 9347557 w 9767847"/>
                <a:gd name="connsiteY51" fmla="*/ 3770070 h 6858000"/>
                <a:gd name="connsiteX52" fmla="*/ 9346364 w 9767847"/>
                <a:gd name="connsiteY52" fmla="*/ 3669036 h 6858000"/>
                <a:gd name="connsiteX53" fmla="*/ 9344921 w 9767847"/>
                <a:gd name="connsiteY53" fmla="*/ 3619341 h 6858000"/>
                <a:gd name="connsiteX54" fmla="*/ 9344524 w 9767847"/>
                <a:gd name="connsiteY54" fmla="*/ 3607624 h 6858000"/>
                <a:gd name="connsiteX55" fmla="*/ 9343728 w 9767847"/>
                <a:gd name="connsiteY55" fmla="*/ 3594872 h 6858000"/>
                <a:gd name="connsiteX56" fmla="*/ 9342188 w 9767847"/>
                <a:gd name="connsiteY56" fmla="*/ 3569366 h 6858000"/>
                <a:gd name="connsiteX57" fmla="*/ 9339056 w 9767847"/>
                <a:gd name="connsiteY57" fmla="*/ 3518354 h 6858000"/>
                <a:gd name="connsiteX58" fmla="*/ 9334334 w 9767847"/>
                <a:gd name="connsiteY58" fmla="*/ 3467155 h 6858000"/>
                <a:gd name="connsiteX59" fmla="*/ 9329363 w 9767847"/>
                <a:gd name="connsiteY59" fmla="*/ 3415908 h 6858000"/>
                <a:gd name="connsiteX60" fmla="*/ 9328319 w 9767847"/>
                <a:gd name="connsiteY60" fmla="*/ 3404755 h 6858000"/>
                <a:gd name="connsiteX61" fmla="*/ 9327177 w 9767847"/>
                <a:gd name="connsiteY61" fmla="*/ 3394214 h 6858000"/>
                <a:gd name="connsiteX62" fmla="*/ 9324293 w 9767847"/>
                <a:gd name="connsiteY62" fmla="*/ 3370872 h 6858000"/>
                <a:gd name="connsiteX63" fmla="*/ 9320763 w 9767847"/>
                <a:gd name="connsiteY63" fmla="*/ 3344427 h 6858000"/>
                <a:gd name="connsiteX64" fmla="*/ 9317184 w 9767847"/>
                <a:gd name="connsiteY64" fmla="*/ 3315343 h 6858000"/>
                <a:gd name="connsiteX65" fmla="*/ 9311021 w 9767847"/>
                <a:gd name="connsiteY65" fmla="*/ 3270309 h 6858000"/>
                <a:gd name="connsiteX66" fmla="*/ 9302719 w 9767847"/>
                <a:gd name="connsiteY66" fmla="*/ 3219815 h 6858000"/>
                <a:gd name="connsiteX67" fmla="*/ 9293970 w 9767847"/>
                <a:gd name="connsiteY67" fmla="*/ 3169887 h 6858000"/>
                <a:gd name="connsiteX68" fmla="*/ 9252065 w 9767847"/>
                <a:gd name="connsiteY68" fmla="*/ 2971205 h 6858000"/>
                <a:gd name="connsiteX69" fmla="*/ 9227211 w 9767847"/>
                <a:gd name="connsiteY69" fmla="*/ 2872571 h 6858000"/>
                <a:gd name="connsiteX70" fmla="*/ 9220699 w 9767847"/>
                <a:gd name="connsiteY70" fmla="*/ 2848524 h 6858000"/>
                <a:gd name="connsiteX71" fmla="*/ 9213740 w 9767847"/>
                <a:gd name="connsiteY71" fmla="*/ 2824289 h 6858000"/>
                <a:gd name="connsiteX72" fmla="*/ 9199374 w 9767847"/>
                <a:gd name="connsiteY72" fmla="*/ 2775536 h 6858000"/>
                <a:gd name="connsiteX73" fmla="*/ 9061829 w 9767847"/>
                <a:gd name="connsiteY73" fmla="*/ 2389515 h 6858000"/>
                <a:gd name="connsiteX74" fmla="*/ 8978865 w 9767847"/>
                <a:gd name="connsiteY74" fmla="*/ 2200953 h 6858000"/>
                <a:gd name="connsiteX75" fmla="*/ 8956694 w 9767847"/>
                <a:gd name="connsiteY75" fmla="*/ 2154317 h 6858000"/>
                <a:gd name="connsiteX76" fmla="*/ 8934176 w 9767847"/>
                <a:gd name="connsiteY76" fmla="*/ 2108012 h 6858000"/>
                <a:gd name="connsiteX77" fmla="*/ 8887151 w 9767847"/>
                <a:gd name="connsiteY77" fmla="*/ 2015448 h 6858000"/>
                <a:gd name="connsiteX78" fmla="*/ 8787533 w 9767847"/>
                <a:gd name="connsiteY78" fmla="*/ 1832625 h 6858000"/>
                <a:gd name="connsiteX79" fmla="*/ 8761485 w 9767847"/>
                <a:gd name="connsiteY79" fmla="*/ 1787496 h 6858000"/>
                <a:gd name="connsiteX80" fmla="*/ 8734791 w 9767847"/>
                <a:gd name="connsiteY80" fmla="*/ 1741991 h 6858000"/>
                <a:gd name="connsiteX81" fmla="*/ 8680808 w 9767847"/>
                <a:gd name="connsiteY81" fmla="*/ 1652910 h 6858000"/>
                <a:gd name="connsiteX82" fmla="*/ 8567024 w 9767847"/>
                <a:gd name="connsiteY82" fmla="*/ 1477004 h 6858000"/>
                <a:gd name="connsiteX83" fmla="*/ 8537446 w 9767847"/>
                <a:gd name="connsiteY83" fmla="*/ 1433428 h 6858000"/>
                <a:gd name="connsiteX84" fmla="*/ 8507423 w 9767847"/>
                <a:gd name="connsiteY84" fmla="*/ 1389994 h 6858000"/>
                <a:gd name="connsiteX85" fmla="*/ 8446529 w 9767847"/>
                <a:gd name="connsiteY85" fmla="*/ 1304393 h 6858000"/>
                <a:gd name="connsiteX86" fmla="*/ 8319224 w 9767847"/>
                <a:gd name="connsiteY86" fmla="*/ 1135124 h 6858000"/>
                <a:gd name="connsiteX87" fmla="*/ 8286366 w 9767847"/>
                <a:gd name="connsiteY87" fmla="*/ 1093148 h 6858000"/>
                <a:gd name="connsiteX88" fmla="*/ 8270161 w 9767847"/>
                <a:gd name="connsiteY88" fmla="*/ 1072538 h 6858000"/>
                <a:gd name="connsiteX89" fmla="*/ 8253856 w 9767847"/>
                <a:gd name="connsiteY89" fmla="*/ 1052254 h 6858000"/>
                <a:gd name="connsiteX90" fmla="*/ 8186352 w 9767847"/>
                <a:gd name="connsiteY90" fmla="*/ 970373 h 6858000"/>
                <a:gd name="connsiteX91" fmla="*/ 8046768 w 9767847"/>
                <a:gd name="connsiteY91" fmla="*/ 809527 h 6858000"/>
                <a:gd name="connsiteX92" fmla="*/ 8010927 w 9767847"/>
                <a:gd name="connsiteY92" fmla="*/ 769951 h 6858000"/>
                <a:gd name="connsiteX93" fmla="*/ 7974788 w 9767847"/>
                <a:gd name="connsiteY93" fmla="*/ 730751 h 6858000"/>
                <a:gd name="connsiteX94" fmla="*/ 7901070 w 9767847"/>
                <a:gd name="connsiteY94" fmla="*/ 652823 h 6858000"/>
                <a:gd name="connsiteX95" fmla="*/ 7750054 w 9767847"/>
                <a:gd name="connsiteY95" fmla="*/ 501106 h 6858000"/>
                <a:gd name="connsiteX96" fmla="*/ 7592277 w 9767847"/>
                <a:gd name="connsiteY96" fmla="*/ 355319 h 6858000"/>
                <a:gd name="connsiteX97" fmla="*/ 7257734 w 9767847"/>
                <a:gd name="connsiteY97" fmla="*/ 81062 h 6858000"/>
                <a:gd name="connsiteX98" fmla="*/ 1892109 w 9767847"/>
                <a:gd name="connsiteY98" fmla="*/ 0 h 6858000"/>
                <a:gd name="connsiteX99" fmla="*/ 2298402 w 9767847"/>
                <a:gd name="connsiteY99" fmla="*/ 0 h 6858000"/>
                <a:gd name="connsiteX100" fmla="*/ 2135542 w 9767847"/>
                <a:gd name="connsiteY100" fmla="*/ 121879 h 6858000"/>
                <a:gd name="connsiteX101" fmla="*/ 1969576 w 9767847"/>
                <a:gd name="connsiteY101" fmla="*/ 259084 h 6858000"/>
                <a:gd name="connsiteX102" fmla="*/ 1659938 w 9767847"/>
                <a:gd name="connsiteY102" fmla="*/ 553953 h 6858000"/>
                <a:gd name="connsiteX103" fmla="*/ 729383 w 9767847"/>
                <a:gd name="connsiteY103" fmla="*/ 1940578 h 6858000"/>
                <a:gd name="connsiteX104" fmla="*/ 578465 w 9767847"/>
                <a:gd name="connsiteY104" fmla="*/ 2324905 h 6858000"/>
                <a:gd name="connsiteX105" fmla="*/ 465080 w 9767847"/>
                <a:gd name="connsiteY105" fmla="*/ 2718973 h 6858000"/>
                <a:gd name="connsiteX106" fmla="*/ 423820 w 9767847"/>
                <a:gd name="connsiteY106" fmla="*/ 2919535 h 6858000"/>
                <a:gd name="connsiteX107" fmla="*/ 392355 w 9767847"/>
                <a:gd name="connsiteY107" fmla="*/ 3122169 h 6858000"/>
                <a:gd name="connsiteX108" fmla="*/ 358801 w 9767847"/>
                <a:gd name="connsiteY108" fmla="*/ 3531013 h 6858000"/>
                <a:gd name="connsiteX109" fmla="*/ 410350 w 9767847"/>
                <a:gd name="connsiteY109" fmla="*/ 4352324 h 6858000"/>
                <a:gd name="connsiteX110" fmla="*/ 449022 w 9767847"/>
                <a:gd name="connsiteY110" fmla="*/ 4555147 h 6858000"/>
                <a:gd name="connsiteX111" fmla="*/ 498882 w 9767847"/>
                <a:gd name="connsiteY111" fmla="*/ 4756463 h 6858000"/>
                <a:gd name="connsiteX112" fmla="*/ 559775 w 9767847"/>
                <a:gd name="connsiteY112" fmla="*/ 4955755 h 6858000"/>
                <a:gd name="connsiteX113" fmla="*/ 631406 w 9767847"/>
                <a:gd name="connsiteY113" fmla="*/ 5152084 h 6858000"/>
                <a:gd name="connsiteX114" fmla="*/ 1023461 w 9767847"/>
                <a:gd name="connsiteY114" fmla="*/ 5898055 h 6858000"/>
                <a:gd name="connsiteX115" fmla="*/ 1575880 w 9767847"/>
                <a:gd name="connsiteY115" fmla="*/ 6551744 h 6858000"/>
                <a:gd name="connsiteX116" fmla="*/ 1905228 w 9767847"/>
                <a:gd name="connsiteY116" fmla="*/ 6833566 h 6858000"/>
                <a:gd name="connsiteX117" fmla="*/ 1938629 w 9767847"/>
                <a:gd name="connsiteY117" fmla="*/ 6858000 h 6858000"/>
                <a:gd name="connsiteX118" fmla="*/ 1368607 w 9767847"/>
                <a:gd name="connsiteY118" fmla="*/ 6858000 h 6858000"/>
                <a:gd name="connsiteX119" fmla="*/ 1115251 w 9767847"/>
                <a:gd name="connsiteY119" fmla="*/ 6594103 h 6858000"/>
                <a:gd name="connsiteX120" fmla="*/ 0 w 9767847"/>
                <a:gd name="connsiteY120" fmla="*/ 3653129 h 6858000"/>
                <a:gd name="connsiteX121" fmla="*/ 1777294 w 9767847"/>
                <a:gd name="connsiteY121" fmla="*/ 854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9767847" h="6858000">
                  <a:moveTo>
                    <a:pt x="7145704" y="0"/>
                  </a:moveTo>
                  <a:lnTo>
                    <a:pt x="7875738" y="0"/>
                  </a:lnTo>
                  <a:lnTo>
                    <a:pt x="7990553" y="85415"/>
                  </a:lnTo>
                  <a:cubicBezTo>
                    <a:pt x="9075991" y="933432"/>
                    <a:pt x="9767847" y="2216793"/>
                    <a:pt x="9767847" y="3653129"/>
                  </a:cubicBezTo>
                  <a:cubicBezTo>
                    <a:pt x="9767847" y="4770280"/>
                    <a:pt x="9349317" y="5794890"/>
                    <a:pt x="8652597" y="6594103"/>
                  </a:cubicBezTo>
                  <a:lnTo>
                    <a:pt x="8399240" y="6858000"/>
                  </a:lnTo>
                  <a:lnTo>
                    <a:pt x="6766926" y="6858000"/>
                  </a:lnTo>
                  <a:lnTo>
                    <a:pt x="6804586" y="6821201"/>
                  </a:lnTo>
                  <a:lnTo>
                    <a:pt x="6881735" y="6745295"/>
                  </a:lnTo>
                  <a:cubicBezTo>
                    <a:pt x="6907435" y="6719979"/>
                    <a:pt x="6933134" y="6694896"/>
                    <a:pt x="6958883" y="6668920"/>
                  </a:cubicBezTo>
                  <a:lnTo>
                    <a:pt x="7267925" y="6359792"/>
                  </a:lnTo>
                  <a:lnTo>
                    <a:pt x="7424360" y="6204783"/>
                  </a:lnTo>
                  <a:cubicBezTo>
                    <a:pt x="7450754" y="6178900"/>
                    <a:pt x="7477598" y="6152829"/>
                    <a:pt x="7504938" y="6126806"/>
                  </a:cubicBezTo>
                  <a:lnTo>
                    <a:pt x="7546396" y="6087795"/>
                  </a:lnTo>
                  <a:cubicBezTo>
                    <a:pt x="7560264" y="6074901"/>
                    <a:pt x="7574780" y="6061630"/>
                    <a:pt x="7588002" y="6049630"/>
                  </a:cubicBezTo>
                  <a:lnTo>
                    <a:pt x="7631000" y="6010807"/>
                  </a:lnTo>
                  <a:lnTo>
                    <a:pt x="7675440" y="5972407"/>
                  </a:lnTo>
                  <a:cubicBezTo>
                    <a:pt x="7690404" y="5959796"/>
                    <a:pt x="7705564" y="5947419"/>
                    <a:pt x="7720626" y="5934949"/>
                  </a:cubicBezTo>
                  <a:cubicBezTo>
                    <a:pt x="7735738" y="5922525"/>
                    <a:pt x="7751197" y="5910619"/>
                    <a:pt x="7766458" y="5898432"/>
                  </a:cubicBezTo>
                  <a:cubicBezTo>
                    <a:pt x="7827949" y="5850290"/>
                    <a:pt x="7890979" y="5804597"/>
                    <a:pt x="7955254" y="5760926"/>
                  </a:cubicBezTo>
                  <a:cubicBezTo>
                    <a:pt x="8083800" y="5673632"/>
                    <a:pt x="8216872" y="5594434"/>
                    <a:pt x="8352678" y="5521728"/>
                  </a:cubicBezTo>
                  <a:lnTo>
                    <a:pt x="8451350" y="5469352"/>
                  </a:lnTo>
                  <a:lnTo>
                    <a:pt x="8548532" y="5417493"/>
                  </a:lnTo>
                  <a:cubicBezTo>
                    <a:pt x="8612110" y="5383188"/>
                    <a:pt x="8673251" y="5349306"/>
                    <a:pt x="8729473" y="5314059"/>
                  </a:cubicBezTo>
                  <a:cubicBezTo>
                    <a:pt x="8743591" y="5305213"/>
                    <a:pt x="8757161" y="5296459"/>
                    <a:pt x="8770781" y="5287330"/>
                  </a:cubicBezTo>
                  <a:cubicBezTo>
                    <a:pt x="8777591" y="5282765"/>
                    <a:pt x="8784451" y="5278201"/>
                    <a:pt x="8790964" y="5273590"/>
                  </a:cubicBezTo>
                  <a:cubicBezTo>
                    <a:pt x="8797574" y="5268977"/>
                    <a:pt x="8804235" y="5264412"/>
                    <a:pt x="8810499" y="5259801"/>
                  </a:cubicBezTo>
                  <a:cubicBezTo>
                    <a:pt x="8835999" y="5241401"/>
                    <a:pt x="8860407" y="5222389"/>
                    <a:pt x="8883571" y="5202577"/>
                  </a:cubicBezTo>
                  <a:cubicBezTo>
                    <a:pt x="8929900" y="5162954"/>
                    <a:pt x="8971258" y="5120413"/>
                    <a:pt x="9006651" y="5074625"/>
                  </a:cubicBezTo>
                  <a:cubicBezTo>
                    <a:pt x="9015351" y="5063426"/>
                    <a:pt x="9024398" y="5050955"/>
                    <a:pt x="9033494" y="5038203"/>
                  </a:cubicBezTo>
                  <a:lnTo>
                    <a:pt x="9040305" y="5028649"/>
                  </a:lnTo>
                  <a:lnTo>
                    <a:pt x="9046568" y="5019379"/>
                  </a:lnTo>
                  <a:cubicBezTo>
                    <a:pt x="9050743" y="5013261"/>
                    <a:pt x="9054819" y="5007050"/>
                    <a:pt x="9058846" y="5000743"/>
                  </a:cubicBezTo>
                  <a:cubicBezTo>
                    <a:pt x="9075002" y="4975615"/>
                    <a:pt x="9090212" y="4949403"/>
                    <a:pt x="9104529" y="4922203"/>
                  </a:cubicBezTo>
                  <a:cubicBezTo>
                    <a:pt x="9133211" y="4867850"/>
                    <a:pt x="9158313" y="4809545"/>
                    <a:pt x="9181081" y="4748792"/>
                  </a:cubicBezTo>
                  <a:cubicBezTo>
                    <a:pt x="9203748" y="4688276"/>
                    <a:pt x="9223383" y="4625876"/>
                    <a:pt x="9240731" y="4561970"/>
                  </a:cubicBezTo>
                  <a:cubicBezTo>
                    <a:pt x="9249481" y="4530064"/>
                    <a:pt x="9257682" y="4497782"/>
                    <a:pt x="9265388" y="4465171"/>
                  </a:cubicBezTo>
                  <a:cubicBezTo>
                    <a:pt x="9269215" y="4448842"/>
                    <a:pt x="9272943" y="4432465"/>
                    <a:pt x="9276571" y="4416041"/>
                  </a:cubicBezTo>
                  <a:lnTo>
                    <a:pt x="9281841" y="4391477"/>
                  </a:lnTo>
                  <a:lnTo>
                    <a:pt x="9286513" y="4368936"/>
                  </a:lnTo>
                  <a:lnTo>
                    <a:pt x="9296754" y="4316136"/>
                  </a:lnTo>
                  <a:lnTo>
                    <a:pt x="9301029" y="4293172"/>
                  </a:lnTo>
                  <a:lnTo>
                    <a:pt x="9302818" y="4282679"/>
                  </a:lnTo>
                  <a:lnTo>
                    <a:pt x="9304658" y="4270914"/>
                  </a:lnTo>
                  <a:lnTo>
                    <a:pt x="9312810" y="4220043"/>
                  </a:lnTo>
                  <a:lnTo>
                    <a:pt x="9316887" y="4194584"/>
                  </a:lnTo>
                  <a:lnTo>
                    <a:pt x="9318923" y="4181878"/>
                  </a:lnTo>
                  <a:cubicBezTo>
                    <a:pt x="9319570" y="4177644"/>
                    <a:pt x="9319969" y="4173267"/>
                    <a:pt x="9320515" y="4168984"/>
                  </a:cubicBezTo>
                  <a:lnTo>
                    <a:pt x="9332445" y="4069079"/>
                  </a:lnTo>
                  <a:cubicBezTo>
                    <a:pt x="9333836" y="4056468"/>
                    <a:pt x="9334880" y="4040986"/>
                    <a:pt x="9336173" y="4022774"/>
                  </a:cubicBezTo>
                  <a:lnTo>
                    <a:pt x="9340199" y="3969269"/>
                  </a:lnTo>
                  <a:cubicBezTo>
                    <a:pt x="9345071" y="3903904"/>
                    <a:pt x="9347358" y="3837081"/>
                    <a:pt x="9347557" y="3770070"/>
                  </a:cubicBezTo>
                  <a:cubicBezTo>
                    <a:pt x="9347656" y="3736518"/>
                    <a:pt x="9347209" y="3702871"/>
                    <a:pt x="9346364" y="3669036"/>
                  </a:cubicBezTo>
                  <a:lnTo>
                    <a:pt x="9344921" y="3619341"/>
                  </a:lnTo>
                  <a:lnTo>
                    <a:pt x="9344524" y="3607624"/>
                  </a:lnTo>
                  <a:lnTo>
                    <a:pt x="9343728" y="3594872"/>
                  </a:lnTo>
                  <a:lnTo>
                    <a:pt x="9342188" y="3569366"/>
                  </a:lnTo>
                  <a:lnTo>
                    <a:pt x="9339056" y="3518354"/>
                  </a:lnTo>
                  <a:cubicBezTo>
                    <a:pt x="9337914" y="3501319"/>
                    <a:pt x="9335874" y="3484236"/>
                    <a:pt x="9334334" y="3467155"/>
                  </a:cubicBezTo>
                  <a:lnTo>
                    <a:pt x="9329363" y="3415908"/>
                  </a:lnTo>
                  <a:lnTo>
                    <a:pt x="9328319" y="3404755"/>
                  </a:lnTo>
                  <a:lnTo>
                    <a:pt x="9327177" y="3394214"/>
                  </a:lnTo>
                  <a:lnTo>
                    <a:pt x="9324293" y="3370872"/>
                  </a:lnTo>
                  <a:lnTo>
                    <a:pt x="9320763" y="3344427"/>
                  </a:lnTo>
                  <a:lnTo>
                    <a:pt x="9317184" y="3315343"/>
                  </a:lnTo>
                  <a:cubicBezTo>
                    <a:pt x="9315594" y="3300991"/>
                    <a:pt x="9313506" y="3286404"/>
                    <a:pt x="9311021" y="3270309"/>
                  </a:cubicBezTo>
                  <a:lnTo>
                    <a:pt x="9302719" y="3219815"/>
                  </a:lnTo>
                  <a:cubicBezTo>
                    <a:pt x="9299936" y="3203157"/>
                    <a:pt x="9297003" y="3186498"/>
                    <a:pt x="9293970" y="3169887"/>
                  </a:cubicBezTo>
                  <a:cubicBezTo>
                    <a:pt x="9281891" y="3103393"/>
                    <a:pt x="9267674" y="3037182"/>
                    <a:pt x="9252065" y="2971205"/>
                  </a:cubicBezTo>
                  <a:cubicBezTo>
                    <a:pt x="9244261" y="2938265"/>
                    <a:pt x="9235959" y="2905371"/>
                    <a:pt x="9227211" y="2872571"/>
                  </a:cubicBezTo>
                  <a:lnTo>
                    <a:pt x="9220699" y="2848524"/>
                  </a:lnTo>
                  <a:lnTo>
                    <a:pt x="9213740" y="2824289"/>
                  </a:lnTo>
                  <a:cubicBezTo>
                    <a:pt x="9209216" y="2808147"/>
                    <a:pt x="9204345" y="2791866"/>
                    <a:pt x="9199374" y="2775536"/>
                  </a:cubicBezTo>
                  <a:cubicBezTo>
                    <a:pt x="9159855" y="2645184"/>
                    <a:pt x="9114272" y="2516197"/>
                    <a:pt x="9061829" y="2389515"/>
                  </a:cubicBezTo>
                  <a:cubicBezTo>
                    <a:pt x="9035582" y="2326175"/>
                    <a:pt x="9008043" y="2263258"/>
                    <a:pt x="8978865" y="2200953"/>
                  </a:cubicBezTo>
                  <a:lnTo>
                    <a:pt x="8956694" y="2154317"/>
                  </a:lnTo>
                  <a:lnTo>
                    <a:pt x="8934176" y="2108012"/>
                  </a:lnTo>
                  <a:cubicBezTo>
                    <a:pt x="8918915" y="2077189"/>
                    <a:pt x="8903157" y="2046130"/>
                    <a:pt x="8887151" y="2015448"/>
                  </a:cubicBezTo>
                  <a:cubicBezTo>
                    <a:pt x="8854988" y="1953989"/>
                    <a:pt x="8822082" y="1892908"/>
                    <a:pt x="8787533" y="1832625"/>
                  </a:cubicBezTo>
                  <a:lnTo>
                    <a:pt x="8761485" y="1787496"/>
                  </a:lnTo>
                  <a:lnTo>
                    <a:pt x="8734791" y="1741991"/>
                  </a:lnTo>
                  <a:cubicBezTo>
                    <a:pt x="8717047" y="1711921"/>
                    <a:pt x="8699200" y="1682461"/>
                    <a:pt x="8680808" y="1652910"/>
                  </a:cubicBezTo>
                  <a:cubicBezTo>
                    <a:pt x="8644322" y="1593756"/>
                    <a:pt x="8606194" y="1535216"/>
                    <a:pt x="8567024" y="1477004"/>
                  </a:cubicBezTo>
                  <a:lnTo>
                    <a:pt x="8537446" y="1433428"/>
                  </a:lnTo>
                  <a:lnTo>
                    <a:pt x="8507423" y="1389994"/>
                  </a:lnTo>
                  <a:cubicBezTo>
                    <a:pt x="8487390" y="1361382"/>
                    <a:pt x="8467158" y="1332817"/>
                    <a:pt x="8446529" y="1304393"/>
                  </a:cubicBezTo>
                  <a:cubicBezTo>
                    <a:pt x="8405271" y="1247595"/>
                    <a:pt x="8362718" y="1191218"/>
                    <a:pt x="8319224" y="1135124"/>
                  </a:cubicBezTo>
                  <a:lnTo>
                    <a:pt x="8286366" y="1093148"/>
                  </a:lnTo>
                  <a:lnTo>
                    <a:pt x="8270161" y="1072538"/>
                  </a:lnTo>
                  <a:lnTo>
                    <a:pt x="8253856" y="1052254"/>
                  </a:lnTo>
                  <a:cubicBezTo>
                    <a:pt x="8231636" y="1024773"/>
                    <a:pt x="8209117" y="997479"/>
                    <a:pt x="8186352" y="970373"/>
                  </a:cubicBezTo>
                  <a:cubicBezTo>
                    <a:pt x="8140917" y="916020"/>
                    <a:pt x="8094240" y="862515"/>
                    <a:pt x="8046768" y="809527"/>
                  </a:cubicBezTo>
                  <a:lnTo>
                    <a:pt x="8010927" y="769951"/>
                  </a:lnTo>
                  <a:lnTo>
                    <a:pt x="7974788" y="730751"/>
                  </a:lnTo>
                  <a:cubicBezTo>
                    <a:pt x="7950382" y="704587"/>
                    <a:pt x="7925824" y="678563"/>
                    <a:pt x="7901070" y="652823"/>
                  </a:cubicBezTo>
                  <a:cubicBezTo>
                    <a:pt x="7851510" y="601387"/>
                    <a:pt x="7801404" y="550612"/>
                    <a:pt x="7750054" y="501106"/>
                  </a:cubicBezTo>
                  <a:cubicBezTo>
                    <a:pt x="7698902" y="451742"/>
                    <a:pt x="7645913" y="403036"/>
                    <a:pt x="7592277" y="355319"/>
                  </a:cubicBezTo>
                  <a:cubicBezTo>
                    <a:pt x="7484856" y="259884"/>
                    <a:pt x="7373308" y="168402"/>
                    <a:pt x="7257734" y="81062"/>
                  </a:cubicBezTo>
                  <a:close/>
                  <a:moveTo>
                    <a:pt x="1892109" y="0"/>
                  </a:moveTo>
                  <a:lnTo>
                    <a:pt x="2298402" y="0"/>
                  </a:lnTo>
                  <a:lnTo>
                    <a:pt x="2135542" y="121879"/>
                  </a:lnTo>
                  <a:cubicBezTo>
                    <a:pt x="2078998" y="166378"/>
                    <a:pt x="2023659" y="212143"/>
                    <a:pt x="1969576" y="259084"/>
                  </a:cubicBezTo>
                  <a:cubicBezTo>
                    <a:pt x="1861309" y="352918"/>
                    <a:pt x="1758064" y="451412"/>
                    <a:pt x="1659938" y="553953"/>
                  </a:cubicBezTo>
                  <a:cubicBezTo>
                    <a:pt x="1266987" y="964444"/>
                    <a:pt x="953820" y="1435593"/>
                    <a:pt x="729383" y="1940578"/>
                  </a:cubicBezTo>
                  <a:cubicBezTo>
                    <a:pt x="673260" y="2066459"/>
                    <a:pt x="622855" y="2195070"/>
                    <a:pt x="578465" y="2324905"/>
                  </a:cubicBezTo>
                  <a:cubicBezTo>
                    <a:pt x="534125" y="2454785"/>
                    <a:pt x="496147" y="2586314"/>
                    <a:pt x="465080" y="2718973"/>
                  </a:cubicBezTo>
                  <a:cubicBezTo>
                    <a:pt x="449769" y="2785089"/>
                    <a:pt x="435850" y="2852289"/>
                    <a:pt x="423820" y="2919535"/>
                  </a:cubicBezTo>
                  <a:cubicBezTo>
                    <a:pt x="411840" y="2986829"/>
                    <a:pt x="401054" y="3054358"/>
                    <a:pt x="392355" y="3122169"/>
                  </a:cubicBezTo>
                  <a:cubicBezTo>
                    <a:pt x="374509" y="3257744"/>
                    <a:pt x="363424" y="3393978"/>
                    <a:pt x="358801" y="3531013"/>
                  </a:cubicBezTo>
                  <a:cubicBezTo>
                    <a:pt x="349009" y="3804941"/>
                    <a:pt x="366357" y="4079668"/>
                    <a:pt x="410350" y="4352324"/>
                  </a:cubicBezTo>
                  <a:cubicBezTo>
                    <a:pt x="421286" y="4420230"/>
                    <a:pt x="434209" y="4487758"/>
                    <a:pt x="449022" y="4555147"/>
                  </a:cubicBezTo>
                  <a:cubicBezTo>
                    <a:pt x="463737" y="4622534"/>
                    <a:pt x="480389" y="4689686"/>
                    <a:pt x="498882" y="4756463"/>
                  </a:cubicBezTo>
                  <a:cubicBezTo>
                    <a:pt x="517373" y="4823239"/>
                    <a:pt x="537704" y="4889733"/>
                    <a:pt x="559775" y="4955755"/>
                  </a:cubicBezTo>
                  <a:cubicBezTo>
                    <a:pt x="581946" y="5021873"/>
                    <a:pt x="605358" y="5087473"/>
                    <a:pt x="631406" y="5152084"/>
                  </a:cubicBezTo>
                  <a:cubicBezTo>
                    <a:pt x="734055" y="5411706"/>
                    <a:pt x="865188" y="5662668"/>
                    <a:pt x="1023461" y="5898055"/>
                  </a:cubicBezTo>
                  <a:cubicBezTo>
                    <a:pt x="1181487" y="6133676"/>
                    <a:pt x="1367051" y="6353345"/>
                    <a:pt x="1575880" y="6551744"/>
                  </a:cubicBezTo>
                  <a:cubicBezTo>
                    <a:pt x="1680269" y="6651014"/>
                    <a:pt x="1790338" y="6745037"/>
                    <a:pt x="1905228" y="6833566"/>
                  </a:cubicBezTo>
                  <a:lnTo>
                    <a:pt x="1938629" y="6858000"/>
                  </a:lnTo>
                  <a:lnTo>
                    <a:pt x="1368607" y="6858000"/>
                  </a:lnTo>
                  <a:lnTo>
                    <a:pt x="1115251" y="6594103"/>
                  </a:lnTo>
                  <a:cubicBezTo>
                    <a:pt x="418530" y="5794890"/>
                    <a:pt x="0" y="4770280"/>
                    <a:pt x="0" y="3653129"/>
                  </a:cubicBezTo>
                  <a:cubicBezTo>
                    <a:pt x="0" y="2216793"/>
                    <a:pt x="691856" y="933432"/>
                    <a:pt x="1777294" y="85415"/>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grpSp>
      <p:sp>
        <p:nvSpPr>
          <p:cNvPr id="2" name="Title 1">
            <a:extLst>
              <a:ext uri="{FF2B5EF4-FFF2-40B4-BE49-F238E27FC236}">
                <a16:creationId xmlns:a16="http://schemas.microsoft.com/office/drawing/2014/main" id="{8FB44EAD-9809-7711-9716-CB8F557A1391}"/>
              </a:ext>
            </a:extLst>
          </p:cNvPr>
          <p:cNvSpPr>
            <a:spLocks noGrp="1"/>
          </p:cNvSpPr>
          <p:nvPr>
            <p:ph type="ctrTitle"/>
          </p:nvPr>
        </p:nvSpPr>
        <p:spPr>
          <a:xfrm>
            <a:off x="876300" y="45868"/>
            <a:ext cx="10263459" cy="923925"/>
          </a:xfrm>
        </p:spPr>
        <p:txBody>
          <a:bodyPr anchor="b">
            <a:normAutofit/>
          </a:bodyPr>
          <a:lstStyle/>
          <a:p>
            <a:r>
              <a:rPr lang="en-IN" sz="4000" dirty="0">
                <a:solidFill>
                  <a:schemeClr val="tx2"/>
                </a:solidFill>
                <a:latin typeface="Engravers MT" panose="02090707080505020304" pitchFamily="18" charset="0"/>
              </a:rPr>
              <a:t>History  of MISRA-C</a:t>
            </a:r>
            <a:endParaRPr lang="en-IN" sz="4000" dirty="0">
              <a:solidFill>
                <a:schemeClr val="tx2"/>
              </a:solidFill>
            </a:endParaRPr>
          </a:p>
        </p:txBody>
      </p:sp>
      <p:grpSp>
        <p:nvGrpSpPr>
          <p:cNvPr id="23" name="Group 22">
            <a:extLst>
              <a:ext uri="{FF2B5EF4-FFF2-40B4-BE49-F238E27FC236}">
                <a16:creationId xmlns:a16="http://schemas.microsoft.com/office/drawing/2014/main" id="{87F87F1B-42BA-4AC7-A4E2-41544DDB2CE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05" y="-4155"/>
            <a:ext cx="2514948" cy="2174333"/>
            <a:chOff x="-305" y="-4155"/>
            <a:chExt cx="2514948" cy="2174333"/>
          </a:xfrm>
        </p:grpSpPr>
        <p:sp>
          <p:nvSpPr>
            <p:cNvPr id="24" name="Freeform: Shape 23">
              <a:extLst>
                <a:ext uri="{FF2B5EF4-FFF2-40B4-BE49-F238E27FC236}">
                  <a16:creationId xmlns:a16="http://schemas.microsoft.com/office/drawing/2014/main" id="{68B53067-4E48-4E71-A6A9-A8CAABAFBF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Freeform: Shape 24">
              <a:extLst>
                <a:ext uri="{FF2B5EF4-FFF2-40B4-BE49-F238E27FC236}">
                  <a16:creationId xmlns:a16="http://schemas.microsoft.com/office/drawing/2014/main" id="{06D1A0D3-4BB8-41D9-9CE7-2884C83F44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Freeform: Shape 25">
              <a:extLst>
                <a:ext uri="{FF2B5EF4-FFF2-40B4-BE49-F238E27FC236}">
                  <a16:creationId xmlns:a16="http://schemas.microsoft.com/office/drawing/2014/main" id="{81E20F06-3B09-4B89-A36B-AB8BFBCCA5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dirty="0"/>
            </a:p>
          </p:txBody>
        </p:sp>
        <p:sp>
          <p:nvSpPr>
            <p:cNvPr id="27" name="Freeform: Shape 26">
              <a:extLst>
                <a:ext uri="{FF2B5EF4-FFF2-40B4-BE49-F238E27FC236}">
                  <a16:creationId xmlns:a16="http://schemas.microsoft.com/office/drawing/2014/main" id="{DAE6C3D7-7D5B-4926-877D-45F117BB6B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9" name="Group 28">
            <a:extLst>
              <a:ext uri="{FF2B5EF4-FFF2-40B4-BE49-F238E27FC236}">
                <a16:creationId xmlns:a16="http://schemas.microsoft.com/office/drawing/2014/main" id="{967346A5-7569-4F15-AB5D-BE3DADF192C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9685727" y="4683666"/>
            <a:ext cx="2514948" cy="2174333"/>
            <a:chOff x="-305" y="-4155"/>
            <a:chExt cx="2514948" cy="2174333"/>
          </a:xfrm>
        </p:grpSpPr>
        <p:sp>
          <p:nvSpPr>
            <p:cNvPr id="30" name="Freeform: Shape 29">
              <a:extLst>
                <a:ext uri="{FF2B5EF4-FFF2-40B4-BE49-F238E27FC236}">
                  <a16:creationId xmlns:a16="http://schemas.microsoft.com/office/drawing/2014/main" id="{E1951533-A568-4765-AB1F-F71D9AFDEA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 name="Freeform: Shape 30">
              <a:extLst>
                <a:ext uri="{FF2B5EF4-FFF2-40B4-BE49-F238E27FC236}">
                  <a16:creationId xmlns:a16="http://schemas.microsoft.com/office/drawing/2014/main" id="{A7214F52-4F3F-4C96-A62E-F1401D6C04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Freeform: Shape 31">
              <a:extLst>
                <a:ext uri="{FF2B5EF4-FFF2-40B4-BE49-F238E27FC236}">
                  <a16:creationId xmlns:a16="http://schemas.microsoft.com/office/drawing/2014/main" id="{023146A1-291C-4FA0-AB5B-EB04D42398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dirty="0"/>
            </a:p>
          </p:txBody>
        </p:sp>
        <p:sp>
          <p:nvSpPr>
            <p:cNvPr id="33" name="Freeform: Shape 32">
              <a:extLst>
                <a:ext uri="{FF2B5EF4-FFF2-40B4-BE49-F238E27FC236}">
                  <a16:creationId xmlns:a16="http://schemas.microsoft.com/office/drawing/2014/main" id="{62977932-2B03-4899-8306-5002CEE68E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5" name="Title 1">
            <a:extLst>
              <a:ext uri="{FF2B5EF4-FFF2-40B4-BE49-F238E27FC236}">
                <a16:creationId xmlns:a16="http://schemas.microsoft.com/office/drawing/2014/main" id="{D6EE584E-84BC-FC84-2A5F-A0E7AF1256B7}"/>
              </a:ext>
            </a:extLst>
          </p:cNvPr>
          <p:cNvSpPr txBox="1">
            <a:spLocks/>
          </p:cNvSpPr>
          <p:nvPr/>
        </p:nvSpPr>
        <p:spPr>
          <a:xfrm>
            <a:off x="10382250" y="3983"/>
            <a:ext cx="1809445" cy="44767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2000" dirty="0">
                <a:solidFill>
                  <a:schemeClr val="tx2"/>
                </a:solidFill>
              </a:rPr>
              <a:t>MISRA C -2012</a:t>
            </a:r>
          </a:p>
        </p:txBody>
      </p:sp>
      <p:sp>
        <p:nvSpPr>
          <p:cNvPr id="6" name="Subtitle 2">
            <a:extLst>
              <a:ext uri="{FF2B5EF4-FFF2-40B4-BE49-F238E27FC236}">
                <a16:creationId xmlns:a16="http://schemas.microsoft.com/office/drawing/2014/main" id="{C992C8E1-40D9-45CC-B67A-D8B86D2A381E}"/>
              </a:ext>
            </a:extLst>
          </p:cNvPr>
          <p:cNvSpPr txBox="1">
            <a:spLocks/>
          </p:cNvSpPr>
          <p:nvPr/>
        </p:nvSpPr>
        <p:spPr>
          <a:xfrm>
            <a:off x="3432265" y="853500"/>
            <a:ext cx="5188034" cy="682079"/>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115000"/>
              </a:lnSpc>
              <a:spcAft>
                <a:spcPts val="800"/>
              </a:spcAft>
            </a:pPr>
            <a:r>
              <a:rPr lang="en-IN" kern="100" dirty="0">
                <a:solidFill>
                  <a:srgbClr val="666666"/>
                </a:solidFill>
                <a:effectLst/>
                <a:highlight>
                  <a:srgbClr val="FFFF00"/>
                </a:highlight>
                <a:latin typeface="Times New Roman" panose="02020603050405020304" pitchFamily="18" charset="0"/>
                <a:ea typeface="Aptos" panose="020B0004020202020204" pitchFamily="34" charset="0"/>
                <a:cs typeface="Times New Roman" panose="02020603050405020304" pitchFamily="18" charset="0"/>
              </a:rPr>
              <a:t>Misra2012:Rule-1.1</a:t>
            </a:r>
          </a:p>
        </p:txBody>
      </p:sp>
      <p:sp>
        <p:nvSpPr>
          <p:cNvPr id="10" name="TextBox 9">
            <a:extLst>
              <a:ext uri="{FF2B5EF4-FFF2-40B4-BE49-F238E27FC236}">
                <a16:creationId xmlns:a16="http://schemas.microsoft.com/office/drawing/2014/main" id="{110D467B-5EF7-81FE-EB23-DDB118C6DF4B}"/>
              </a:ext>
            </a:extLst>
          </p:cNvPr>
          <p:cNvSpPr txBox="1"/>
          <p:nvPr/>
        </p:nvSpPr>
        <p:spPr>
          <a:xfrm>
            <a:off x="1658188" y="1717525"/>
            <a:ext cx="9392834" cy="677108"/>
          </a:xfrm>
          <a:prstGeom prst="rect">
            <a:avLst/>
          </a:prstGeom>
          <a:noFill/>
        </p:spPr>
        <p:txBody>
          <a:bodyPr wrap="square">
            <a:spAutoFit/>
          </a:bodyPr>
          <a:lstStyle/>
          <a:p>
            <a:pPr algn="l"/>
            <a:r>
              <a:rPr lang="en-IN" sz="2000" b="0" i="0" u="none" strike="noStrike" baseline="0" dirty="0">
                <a:highlight>
                  <a:srgbClr val="FFFF00"/>
                </a:highlight>
                <a:latin typeface="GlyphLessFont"/>
              </a:rPr>
              <a:t>BENEFITS</a:t>
            </a:r>
          </a:p>
          <a:p>
            <a:pPr algn="l"/>
            <a:r>
              <a:rPr lang="en-US" sz="1800" b="0" i="0" u="none" strike="noStrike" baseline="0" dirty="0">
                <a:latin typeface="GlyphLessFont"/>
              </a:rPr>
              <a:t>This rule prevents undefined behaviors and improves the readability of code.</a:t>
            </a:r>
            <a:endParaRPr lang="en-IN" dirty="0"/>
          </a:p>
        </p:txBody>
      </p:sp>
      <p:sp>
        <p:nvSpPr>
          <p:cNvPr id="14" name="TextBox 13">
            <a:extLst>
              <a:ext uri="{FF2B5EF4-FFF2-40B4-BE49-F238E27FC236}">
                <a16:creationId xmlns:a16="http://schemas.microsoft.com/office/drawing/2014/main" id="{BBF3D1E1-E90E-931F-790E-4F37B9B77254}"/>
              </a:ext>
            </a:extLst>
          </p:cNvPr>
          <p:cNvSpPr txBox="1"/>
          <p:nvPr/>
        </p:nvSpPr>
        <p:spPr>
          <a:xfrm>
            <a:off x="1654273" y="2668363"/>
            <a:ext cx="7133044" cy="646331"/>
          </a:xfrm>
          <a:prstGeom prst="rect">
            <a:avLst/>
          </a:prstGeom>
          <a:noFill/>
        </p:spPr>
        <p:txBody>
          <a:bodyPr wrap="square">
            <a:spAutoFit/>
          </a:bodyPr>
          <a:lstStyle/>
          <a:p>
            <a:pPr algn="l"/>
            <a:r>
              <a:rPr lang="en-IN" sz="1800" b="0" i="0" u="none" strike="noStrike" baseline="0" dirty="0">
                <a:highlight>
                  <a:srgbClr val="FFFF00"/>
                </a:highlight>
                <a:latin typeface="GlyphLessFont"/>
              </a:rPr>
              <a:t>REPAIR</a:t>
            </a:r>
          </a:p>
          <a:p>
            <a:pPr algn="l"/>
            <a:r>
              <a:rPr lang="en-US" sz="1800" b="0" i="0" u="none" strike="noStrike" baseline="0" dirty="0">
                <a:latin typeface="GlyphLessFont"/>
              </a:rPr>
              <a:t>Do not exceed the translation limits of an implementation.</a:t>
            </a:r>
            <a:endParaRPr lang="en-IN" dirty="0"/>
          </a:p>
        </p:txBody>
      </p:sp>
      <p:sp>
        <p:nvSpPr>
          <p:cNvPr id="8" name="TextBox 7">
            <a:extLst>
              <a:ext uri="{FF2B5EF4-FFF2-40B4-BE49-F238E27FC236}">
                <a16:creationId xmlns:a16="http://schemas.microsoft.com/office/drawing/2014/main" id="{57CD0799-BD4C-097C-D431-735393925EA8}"/>
              </a:ext>
            </a:extLst>
          </p:cNvPr>
          <p:cNvSpPr txBox="1"/>
          <p:nvPr/>
        </p:nvSpPr>
        <p:spPr>
          <a:xfrm>
            <a:off x="1628756" y="3630821"/>
            <a:ext cx="8327362" cy="954107"/>
          </a:xfrm>
          <a:prstGeom prst="rect">
            <a:avLst/>
          </a:prstGeom>
          <a:noFill/>
        </p:spPr>
        <p:txBody>
          <a:bodyPr wrap="square">
            <a:spAutoFit/>
          </a:bodyPr>
          <a:lstStyle/>
          <a:p>
            <a:pPr algn="l"/>
            <a:r>
              <a:rPr lang="en-IN" sz="2000" b="0" i="0" u="none" strike="noStrike" baseline="0" dirty="0">
                <a:highlight>
                  <a:srgbClr val="FFFF00"/>
                </a:highlight>
                <a:latin typeface="GlyphLessFont"/>
              </a:rPr>
              <a:t>REFERENCES</a:t>
            </a:r>
          </a:p>
          <a:p>
            <a:pPr algn="l"/>
            <a:r>
              <a:rPr lang="en-US" sz="1800" b="0" i="0" u="none" strike="noStrike" baseline="0" dirty="0">
                <a:latin typeface="GlyphLessFont"/>
              </a:rPr>
              <a:t>1. MISRA C:2012 Guidelines for the use of the C language in critical systems</a:t>
            </a:r>
          </a:p>
          <a:p>
            <a:pPr algn="l"/>
            <a:r>
              <a:rPr lang="en-US" sz="1800" b="0" i="0" u="none" strike="noStrike" baseline="0" dirty="0">
                <a:latin typeface="GlyphLessFont"/>
              </a:rPr>
              <a:t>Section 8: Rules, Rule 1.1</a:t>
            </a:r>
            <a:endParaRPr lang="en-IN" dirty="0"/>
          </a:p>
        </p:txBody>
      </p:sp>
      <p:sp>
        <p:nvSpPr>
          <p:cNvPr id="7" name="Slide Number Placeholder 6">
            <a:extLst>
              <a:ext uri="{FF2B5EF4-FFF2-40B4-BE49-F238E27FC236}">
                <a16:creationId xmlns:a16="http://schemas.microsoft.com/office/drawing/2014/main" id="{5F72E4C7-A2A8-E810-5F77-F2FA49E80EA2}"/>
              </a:ext>
            </a:extLst>
          </p:cNvPr>
          <p:cNvSpPr>
            <a:spLocks noGrp="1"/>
          </p:cNvSpPr>
          <p:nvPr>
            <p:ph type="sldNum" sz="quarter" idx="12"/>
          </p:nvPr>
        </p:nvSpPr>
        <p:spPr/>
        <p:txBody>
          <a:bodyPr/>
          <a:lstStyle/>
          <a:p>
            <a:fld id="{91247CA1-BCEC-4DD4-9B23-E2AE1AEA27A6}" type="slidenum">
              <a:rPr lang="en-IN" smtClean="0"/>
              <a:t>10</a:t>
            </a:fld>
            <a:endParaRPr lang="en-IN"/>
          </a:p>
        </p:txBody>
      </p:sp>
      <p:sp>
        <p:nvSpPr>
          <p:cNvPr id="3" name="TextBox 2">
            <a:extLst>
              <a:ext uri="{FF2B5EF4-FFF2-40B4-BE49-F238E27FC236}">
                <a16:creationId xmlns:a16="http://schemas.microsoft.com/office/drawing/2014/main" id="{F486F5B4-6E99-36FF-D776-6C23C5CC1FA3}"/>
              </a:ext>
            </a:extLst>
          </p:cNvPr>
          <p:cNvSpPr txBox="1"/>
          <p:nvPr/>
        </p:nvSpPr>
        <p:spPr>
          <a:xfrm>
            <a:off x="10532532" y="526059"/>
            <a:ext cx="1451144" cy="369332"/>
          </a:xfrm>
          <a:prstGeom prst="rect">
            <a:avLst/>
          </a:prstGeom>
          <a:noFill/>
        </p:spPr>
        <p:txBody>
          <a:bodyPr wrap="square">
            <a:spAutoFit/>
          </a:bodyPr>
          <a:lstStyle/>
          <a:p>
            <a:r>
              <a:rPr lang="en-IN" dirty="0"/>
              <a:t>Session 1</a:t>
            </a:r>
          </a:p>
        </p:txBody>
      </p:sp>
    </p:spTree>
    <p:extLst>
      <p:ext uri="{BB962C8B-B14F-4D97-AF65-F5344CB8AC3E}">
        <p14:creationId xmlns:p14="http://schemas.microsoft.com/office/powerpoint/2010/main" val="17594349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5A292AEA-2528-46C0-B426-95822B6141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Rectangle 27">
            <a:extLst>
              <a:ext uri="{FF2B5EF4-FFF2-40B4-BE49-F238E27FC236}">
                <a16:creationId xmlns:a16="http://schemas.microsoft.com/office/drawing/2014/main" id="{D8B7B198-E4DF-43CD-AD8C-1998843237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dirty="0"/>
          </a:p>
        </p:txBody>
      </p:sp>
      <p:sp>
        <p:nvSpPr>
          <p:cNvPr id="34" name="Freeform: Shape 33">
            <a:extLst>
              <a:ext uri="{FF2B5EF4-FFF2-40B4-BE49-F238E27FC236}">
                <a16:creationId xmlns:a16="http://schemas.microsoft.com/office/drawing/2014/main" id="{2BE67753-EA0E-4819-8D22-0B6600CF7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96934" y="3984"/>
            <a:ext cx="9376632" cy="6858000"/>
          </a:xfrm>
          <a:custGeom>
            <a:avLst/>
            <a:gdLst>
              <a:gd name="connsiteX0" fmla="*/ 1691615 w 9376632"/>
              <a:gd name="connsiteY0" fmla="*/ 0 h 6858000"/>
              <a:gd name="connsiteX1" fmla="*/ 7685017 w 9376632"/>
              <a:gd name="connsiteY1" fmla="*/ 0 h 6858000"/>
              <a:gd name="connsiteX2" fmla="*/ 7840634 w 9376632"/>
              <a:gd name="connsiteY2" fmla="*/ 134799 h 6858000"/>
              <a:gd name="connsiteX3" fmla="*/ 9376632 w 9376632"/>
              <a:gd name="connsiteY3" fmla="*/ 3605175 h 6858000"/>
              <a:gd name="connsiteX4" fmla="*/ 8158692 w 9376632"/>
              <a:gd name="connsiteY4" fmla="*/ 6757493 h 6858000"/>
              <a:gd name="connsiteX5" fmla="*/ 8062868 w 9376632"/>
              <a:gd name="connsiteY5" fmla="*/ 6858000 h 6858000"/>
              <a:gd name="connsiteX6" fmla="*/ 1313765 w 9376632"/>
              <a:gd name="connsiteY6" fmla="*/ 6858000 h 6858000"/>
              <a:gd name="connsiteX7" fmla="*/ 1217940 w 9376632"/>
              <a:gd name="connsiteY7" fmla="*/ 6757493 h 6858000"/>
              <a:gd name="connsiteX8" fmla="*/ 0 w 9376632"/>
              <a:gd name="connsiteY8" fmla="*/ 3605175 h 6858000"/>
              <a:gd name="connsiteX9" fmla="*/ 1535999 w 9376632"/>
              <a:gd name="connsiteY9" fmla="*/ 13479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376632" h="6858000">
                <a:moveTo>
                  <a:pt x="1691615" y="0"/>
                </a:moveTo>
                <a:lnTo>
                  <a:pt x="7685017" y="0"/>
                </a:lnTo>
                <a:lnTo>
                  <a:pt x="7840634" y="134799"/>
                </a:lnTo>
                <a:cubicBezTo>
                  <a:pt x="8784230" y="992423"/>
                  <a:pt x="9376632" y="2229618"/>
                  <a:pt x="9376632" y="3605175"/>
                </a:cubicBezTo>
                <a:cubicBezTo>
                  <a:pt x="9376632" y="4818903"/>
                  <a:pt x="8915419" y="5924908"/>
                  <a:pt x="8158692" y="6757493"/>
                </a:cubicBezTo>
                <a:lnTo>
                  <a:pt x="8062868" y="6858000"/>
                </a:lnTo>
                <a:lnTo>
                  <a:pt x="1313765" y="6858000"/>
                </a:lnTo>
                <a:lnTo>
                  <a:pt x="1217940" y="6757493"/>
                </a:lnTo>
                <a:cubicBezTo>
                  <a:pt x="461213" y="5924908"/>
                  <a:pt x="0" y="4818903"/>
                  <a:pt x="0" y="3605175"/>
                </a:cubicBezTo>
                <a:cubicBezTo>
                  <a:pt x="0" y="2229618"/>
                  <a:pt x="592403" y="992423"/>
                  <a:pt x="1535999" y="134799"/>
                </a:cubicBezTo>
                <a:close/>
              </a:path>
            </a:pathLst>
          </a:cu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35" name="Group 34">
            <a:extLst>
              <a:ext uri="{FF2B5EF4-FFF2-40B4-BE49-F238E27FC236}">
                <a16:creationId xmlns:a16="http://schemas.microsoft.com/office/drawing/2014/main" id="{D76D63AC-0421-45EC-B383-E79A61A78C6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303402" y="3985"/>
            <a:ext cx="9772765" cy="6858000"/>
            <a:chOff x="1303402" y="36937"/>
            <a:chExt cx="9772765" cy="6858000"/>
          </a:xfrm>
          <a:solidFill>
            <a:schemeClr val="bg1">
              <a:alpha val="30000"/>
            </a:schemeClr>
          </a:solidFill>
        </p:grpSpPr>
        <p:sp>
          <p:nvSpPr>
            <p:cNvPr id="15" name="Freeform: Shape 14">
              <a:extLst>
                <a:ext uri="{FF2B5EF4-FFF2-40B4-BE49-F238E27FC236}">
                  <a16:creationId xmlns:a16="http://schemas.microsoft.com/office/drawing/2014/main" id="{B997A32E-7032-4107-9C8B-99DB59EDD5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6937"/>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Shape 15">
              <a:extLst>
                <a:ext uri="{FF2B5EF4-FFF2-40B4-BE49-F238E27FC236}">
                  <a16:creationId xmlns:a16="http://schemas.microsoft.com/office/drawing/2014/main" id="{943BB27F-1470-42CA-91FF-D94BC691C8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6937"/>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Freeform: Shape 16">
              <a:extLst>
                <a:ext uri="{FF2B5EF4-FFF2-40B4-BE49-F238E27FC236}">
                  <a16:creationId xmlns:a16="http://schemas.microsoft.com/office/drawing/2014/main" id="{E997B002-17FD-47B3-A06A-76802FE15C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6937"/>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Freeform: Shape 17">
              <a:extLst>
                <a:ext uri="{FF2B5EF4-FFF2-40B4-BE49-F238E27FC236}">
                  <a16:creationId xmlns:a16="http://schemas.microsoft.com/office/drawing/2014/main" id="{E401EA35-9D2E-43B7-860F-EBB8A6C3E0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6937"/>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Freeform: Shape 18">
              <a:extLst>
                <a:ext uri="{FF2B5EF4-FFF2-40B4-BE49-F238E27FC236}">
                  <a16:creationId xmlns:a16="http://schemas.microsoft.com/office/drawing/2014/main" id="{F8C44827-3D81-4FF9-B4A5-5650D1B20A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6937"/>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Freeform: Shape 19">
              <a:extLst>
                <a:ext uri="{FF2B5EF4-FFF2-40B4-BE49-F238E27FC236}">
                  <a16:creationId xmlns:a16="http://schemas.microsoft.com/office/drawing/2014/main" id="{F613D97F-F6DF-4D32-AD91-209A80E7A2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8320" y="36937"/>
              <a:ext cx="9767847" cy="6858000"/>
            </a:xfrm>
            <a:custGeom>
              <a:avLst/>
              <a:gdLst>
                <a:gd name="connsiteX0" fmla="*/ 7151367 w 9767847"/>
                <a:gd name="connsiteY0" fmla="*/ 0 h 6858000"/>
                <a:gd name="connsiteX1" fmla="*/ 7881247 w 9767847"/>
                <a:gd name="connsiteY1" fmla="*/ 0 h 6858000"/>
                <a:gd name="connsiteX2" fmla="*/ 7990553 w 9767847"/>
                <a:gd name="connsiteY2" fmla="*/ 81317 h 6858000"/>
                <a:gd name="connsiteX3" fmla="*/ 9767847 w 9767847"/>
                <a:gd name="connsiteY3" fmla="*/ 3649031 h 6858000"/>
                <a:gd name="connsiteX4" fmla="*/ 8652597 w 9767847"/>
                <a:gd name="connsiteY4" fmla="*/ 6590005 h 6858000"/>
                <a:gd name="connsiteX5" fmla="*/ 8395306 w 9767847"/>
                <a:gd name="connsiteY5" fmla="*/ 6858000 h 6858000"/>
                <a:gd name="connsiteX6" fmla="*/ 6762603 w 9767847"/>
                <a:gd name="connsiteY6" fmla="*/ 6858000 h 6858000"/>
                <a:gd name="connsiteX7" fmla="*/ 6765962 w 9767847"/>
                <a:gd name="connsiteY7" fmla="*/ 6854844 h 6858000"/>
                <a:gd name="connsiteX8" fmla="*/ 6804586 w 9767847"/>
                <a:gd name="connsiteY8" fmla="*/ 6817103 h 6858000"/>
                <a:gd name="connsiteX9" fmla="*/ 6881735 w 9767847"/>
                <a:gd name="connsiteY9" fmla="*/ 6741197 h 6858000"/>
                <a:gd name="connsiteX10" fmla="*/ 6958883 w 9767847"/>
                <a:gd name="connsiteY10" fmla="*/ 6664822 h 6858000"/>
                <a:gd name="connsiteX11" fmla="*/ 7267925 w 9767847"/>
                <a:gd name="connsiteY11" fmla="*/ 6355694 h 6858000"/>
                <a:gd name="connsiteX12" fmla="*/ 7424360 w 9767847"/>
                <a:gd name="connsiteY12" fmla="*/ 6200685 h 6858000"/>
                <a:gd name="connsiteX13" fmla="*/ 7504938 w 9767847"/>
                <a:gd name="connsiteY13" fmla="*/ 6122708 h 6858000"/>
                <a:gd name="connsiteX14" fmla="*/ 7546396 w 9767847"/>
                <a:gd name="connsiteY14" fmla="*/ 6083697 h 6858000"/>
                <a:gd name="connsiteX15" fmla="*/ 7588002 w 9767847"/>
                <a:gd name="connsiteY15" fmla="*/ 6045532 h 6858000"/>
                <a:gd name="connsiteX16" fmla="*/ 7631000 w 9767847"/>
                <a:gd name="connsiteY16" fmla="*/ 6006709 h 6858000"/>
                <a:gd name="connsiteX17" fmla="*/ 7675440 w 9767847"/>
                <a:gd name="connsiteY17" fmla="*/ 5968309 h 6858000"/>
                <a:gd name="connsiteX18" fmla="*/ 7720626 w 9767847"/>
                <a:gd name="connsiteY18" fmla="*/ 5930851 h 6858000"/>
                <a:gd name="connsiteX19" fmla="*/ 7766458 w 9767847"/>
                <a:gd name="connsiteY19" fmla="*/ 5894334 h 6858000"/>
                <a:gd name="connsiteX20" fmla="*/ 7955254 w 9767847"/>
                <a:gd name="connsiteY20" fmla="*/ 5756828 h 6858000"/>
                <a:gd name="connsiteX21" fmla="*/ 8352678 w 9767847"/>
                <a:gd name="connsiteY21" fmla="*/ 5517630 h 6858000"/>
                <a:gd name="connsiteX22" fmla="*/ 8451350 w 9767847"/>
                <a:gd name="connsiteY22" fmla="*/ 5465254 h 6858000"/>
                <a:gd name="connsiteX23" fmla="*/ 8548532 w 9767847"/>
                <a:gd name="connsiteY23" fmla="*/ 5413395 h 6858000"/>
                <a:gd name="connsiteX24" fmla="*/ 8729473 w 9767847"/>
                <a:gd name="connsiteY24" fmla="*/ 5309961 h 6858000"/>
                <a:gd name="connsiteX25" fmla="*/ 8770781 w 9767847"/>
                <a:gd name="connsiteY25" fmla="*/ 5283232 h 6858000"/>
                <a:gd name="connsiteX26" fmla="*/ 8790964 w 9767847"/>
                <a:gd name="connsiteY26" fmla="*/ 5269492 h 6858000"/>
                <a:gd name="connsiteX27" fmla="*/ 8810499 w 9767847"/>
                <a:gd name="connsiteY27" fmla="*/ 5255703 h 6858000"/>
                <a:gd name="connsiteX28" fmla="*/ 8883571 w 9767847"/>
                <a:gd name="connsiteY28" fmla="*/ 5198479 h 6858000"/>
                <a:gd name="connsiteX29" fmla="*/ 9006651 w 9767847"/>
                <a:gd name="connsiteY29" fmla="*/ 5070527 h 6858000"/>
                <a:gd name="connsiteX30" fmla="*/ 9033494 w 9767847"/>
                <a:gd name="connsiteY30" fmla="*/ 5034105 h 6858000"/>
                <a:gd name="connsiteX31" fmla="*/ 9040305 w 9767847"/>
                <a:gd name="connsiteY31" fmla="*/ 5024551 h 6858000"/>
                <a:gd name="connsiteX32" fmla="*/ 9046568 w 9767847"/>
                <a:gd name="connsiteY32" fmla="*/ 5015281 h 6858000"/>
                <a:gd name="connsiteX33" fmla="*/ 9058846 w 9767847"/>
                <a:gd name="connsiteY33" fmla="*/ 4996645 h 6858000"/>
                <a:gd name="connsiteX34" fmla="*/ 9104529 w 9767847"/>
                <a:gd name="connsiteY34" fmla="*/ 4918105 h 6858000"/>
                <a:gd name="connsiteX35" fmla="*/ 9181081 w 9767847"/>
                <a:gd name="connsiteY35" fmla="*/ 4744694 h 6858000"/>
                <a:gd name="connsiteX36" fmla="*/ 9240731 w 9767847"/>
                <a:gd name="connsiteY36" fmla="*/ 4557872 h 6858000"/>
                <a:gd name="connsiteX37" fmla="*/ 9265388 w 9767847"/>
                <a:gd name="connsiteY37" fmla="*/ 4461073 h 6858000"/>
                <a:gd name="connsiteX38" fmla="*/ 9276571 w 9767847"/>
                <a:gd name="connsiteY38" fmla="*/ 4411943 h 6858000"/>
                <a:gd name="connsiteX39" fmla="*/ 9281841 w 9767847"/>
                <a:gd name="connsiteY39" fmla="*/ 4387379 h 6858000"/>
                <a:gd name="connsiteX40" fmla="*/ 9286513 w 9767847"/>
                <a:gd name="connsiteY40" fmla="*/ 4364838 h 6858000"/>
                <a:gd name="connsiteX41" fmla="*/ 9296754 w 9767847"/>
                <a:gd name="connsiteY41" fmla="*/ 4312038 h 6858000"/>
                <a:gd name="connsiteX42" fmla="*/ 9301029 w 9767847"/>
                <a:gd name="connsiteY42" fmla="*/ 4289074 h 6858000"/>
                <a:gd name="connsiteX43" fmla="*/ 9302818 w 9767847"/>
                <a:gd name="connsiteY43" fmla="*/ 4278581 h 6858000"/>
                <a:gd name="connsiteX44" fmla="*/ 9304658 w 9767847"/>
                <a:gd name="connsiteY44" fmla="*/ 4266816 h 6858000"/>
                <a:gd name="connsiteX45" fmla="*/ 9312810 w 9767847"/>
                <a:gd name="connsiteY45" fmla="*/ 4215945 h 6858000"/>
                <a:gd name="connsiteX46" fmla="*/ 9316887 w 9767847"/>
                <a:gd name="connsiteY46" fmla="*/ 4190486 h 6858000"/>
                <a:gd name="connsiteX47" fmla="*/ 9318923 w 9767847"/>
                <a:gd name="connsiteY47" fmla="*/ 4177780 h 6858000"/>
                <a:gd name="connsiteX48" fmla="*/ 9320515 w 9767847"/>
                <a:gd name="connsiteY48" fmla="*/ 4164886 h 6858000"/>
                <a:gd name="connsiteX49" fmla="*/ 9332445 w 9767847"/>
                <a:gd name="connsiteY49" fmla="*/ 4064981 h 6858000"/>
                <a:gd name="connsiteX50" fmla="*/ 9336173 w 9767847"/>
                <a:gd name="connsiteY50" fmla="*/ 4018676 h 6858000"/>
                <a:gd name="connsiteX51" fmla="*/ 9340199 w 9767847"/>
                <a:gd name="connsiteY51" fmla="*/ 3965171 h 6858000"/>
                <a:gd name="connsiteX52" fmla="*/ 9347557 w 9767847"/>
                <a:gd name="connsiteY52" fmla="*/ 3765972 h 6858000"/>
                <a:gd name="connsiteX53" fmla="*/ 9346364 w 9767847"/>
                <a:gd name="connsiteY53" fmla="*/ 3664938 h 6858000"/>
                <a:gd name="connsiteX54" fmla="*/ 9344921 w 9767847"/>
                <a:gd name="connsiteY54" fmla="*/ 3615243 h 6858000"/>
                <a:gd name="connsiteX55" fmla="*/ 9344524 w 9767847"/>
                <a:gd name="connsiteY55" fmla="*/ 3603526 h 6858000"/>
                <a:gd name="connsiteX56" fmla="*/ 9343728 w 9767847"/>
                <a:gd name="connsiteY56" fmla="*/ 3590774 h 6858000"/>
                <a:gd name="connsiteX57" fmla="*/ 9342188 w 9767847"/>
                <a:gd name="connsiteY57" fmla="*/ 3565268 h 6858000"/>
                <a:gd name="connsiteX58" fmla="*/ 9339056 w 9767847"/>
                <a:gd name="connsiteY58" fmla="*/ 3514256 h 6858000"/>
                <a:gd name="connsiteX59" fmla="*/ 9334334 w 9767847"/>
                <a:gd name="connsiteY59" fmla="*/ 3463057 h 6858000"/>
                <a:gd name="connsiteX60" fmla="*/ 9329363 w 9767847"/>
                <a:gd name="connsiteY60" fmla="*/ 3411810 h 6858000"/>
                <a:gd name="connsiteX61" fmla="*/ 9328319 w 9767847"/>
                <a:gd name="connsiteY61" fmla="*/ 3400657 h 6858000"/>
                <a:gd name="connsiteX62" fmla="*/ 9327177 w 9767847"/>
                <a:gd name="connsiteY62" fmla="*/ 3390116 h 6858000"/>
                <a:gd name="connsiteX63" fmla="*/ 9324293 w 9767847"/>
                <a:gd name="connsiteY63" fmla="*/ 3366774 h 6858000"/>
                <a:gd name="connsiteX64" fmla="*/ 9320763 w 9767847"/>
                <a:gd name="connsiteY64" fmla="*/ 3340329 h 6858000"/>
                <a:gd name="connsiteX65" fmla="*/ 9317184 w 9767847"/>
                <a:gd name="connsiteY65" fmla="*/ 3311245 h 6858000"/>
                <a:gd name="connsiteX66" fmla="*/ 9311021 w 9767847"/>
                <a:gd name="connsiteY66" fmla="*/ 3266211 h 6858000"/>
                <a:gd name="connsiteX67" fmla="*/ 9302719 w 9767847"/>
                <a:gd name="connsiteY67" fmla="*/ 3215717 h 6858000"/>
                <a:gd name="connsiteX68" fmla="*/ 9293970 w 9767847"/>
                <a:gd name="connsiteY68" fmla="*/ 3165789 h 6858000"/>
                <a:gd name="connsiteX69" fmla="*/ 9252065 w 9767847"/>
                <a:gd name="connsiteY69" fmla="*/ 2967107 h 6858000"/>
                <a:gd name="connsiteX70" fmla="*/ 9227211 w 9767847"/>
                <a:gd name="connsiteY70" fmla="*/ 2868473 h 6858000"/>
                <a:gd name="connsiteX71" fmla="*/ 9220699 w 9767847"/>
                <a:gd name="connsiteY71" fmla="*/ 2844426 h 6858000"/>
                <a:gd name="connsiteX72" fmla="*/ 9213740 w 9767847"/>
                <a:gd name="connsiteY72" fmla="*/ 2820191 h 6858000"/>
                <a:gd name="connsiteX73" fmla="*/ 9199374 w 9767847"/>
                <a:gd name="connsiteY73" fmla="*/ 2771438 h 6858000"/>
                <a:gd name="connsiteX74" fmla="*/ 9061829 w 9767847"/>
                <a:gd name="connsiteY74" fmla="*/ 2385418 h 6858000"/>
                <a:gd name="connsiteX75" fmla="*/ 8978865 w 9767847"/>
                <a:gd name="connsiteY75" fmla="*/ 2196855 h 6858000"/>
                <a:gd name="connsiteX76" fmla="*/ 8956694 w 9767847"/>
                <a:gd name="connsiteY76" fmla="*/ 2150219 h 6858000"/>
                <a:gd name="connsiteX77" fmla="*/ 8934176 w 9767847"/>
                <a:gd name="connsiteY77" fmla="*/ 2103914 h 6858000"/>
                <a:gd name="connsiteX78" fmla="*/ 8887151 w 9767847"/>
                <a:gd name="connsiteY78" fmla="*/ 2011350 h 6858000"/>
                <a:gd name="connsiteX79" fmla="*/ 8787533 w 9767847"/>
                <a:gd name="connsiteY79" fmla="*/ 1828527 h 6858000"/>
                <a:gd name="connsiteX80" fmla="*/ 8761485 w 9767847"/>
                <a:gd name="connsiteY80" fmla="*/ 1783398 h 6858000"/>
                <a:gd name="connsiteX81" fmla="*/ 8734791 w 9767847"/>
                <a:gd name="connsiteY81" fmla="*/ 1737893 h 6858000"/>
                <a:gd name="connsiteX82" fmla="*/ 8680808 w 9767847"/>
                <a:gd name="connsiteY82" fmla="*/ 1648812 h 6858000"/>
                <a:gd name="connsiteX83" fmla="*/ 8567024 w 9767847"/>
                <a:gd name="connsiteY83" fmla="*/ 1472906 h 6858000"/>
                <a:gd name="connsiteX84" fmla="*/ 8537446 w 9767847"/>
                <a:gd name="connsiteY84" fmla="*/ 1429330 h 6858000"/>
                <a:gd name="connsiteX85" fmla="*/ 8507423 w 9767847"/>
                <a:gd name="connsiteY85" fmla="*/ 1385896 h 6858000"/>
                <a:gd name="connsiteX86" fmla="*/ 8446529 w 9767847"/>
                <a:gd name="connsiteY86" fmla="*/ 1300295 h 6858000"/>
                <a:gd name="connsiteX87" fmla="*/ 8319224 w 9767847"/>
                <a:gd name="connsiteY87" fmla="*/ 1131026 h 6858000"/>
                <a:gd name="connsiteX88" fmla="*/ 8286366 w 9767847"/>
                <a:gd name="connsiteY88" fmla="*/ 1089050 h 6858000"/>
                <a:gd name="connsiteX89" fmla="*/ 8270161 w 9767847"/>
                <a:gd name="connsiteY89" fmla="*/ 1068439 h 6858000"/>
                <a:gd name="connsiteX90" fmla="*/ 8253856 w 9767847"/>
                <a:gd name="connsiteY90" fmla="*/ 1048156 h 6858000"/>
                <a:gd name="connsiteX91" fmla="*/ 8186352 w 9767847"/>
                <a:gd name="connsiteY91" fmla="*/ 966275 h 6858000"/>
                <a:gd name="connsiteX92" fmla="*/ 8046768 w 9767847"/>
                <a:gd name="connsiteY92" fmla="*/ 805429 h 6858000"/>
                <a:gd name="connsiteX93" fmla="*/ 8010927 w 9767847"/>
                <a:gd name="connsiteY93" fmla="*/ 765853 h 6858000"/>
                <a:gd name="connsiteX94" fmla="*/ 7974788 w 9767847"/>
                <a:gd name="connsiteY94" fmla="*/ 726653 h 6858000"/>
                <a:gd name="connsiteX95" fmla="*/ 7901070 w 9767847"/>
                <a:gd name="connsiteY95" fmla="*/ 648724 h 6858000"/>
                <a:gd name="connsiteX96" fmla="*/ 7750054 w 9767847"/>
                <a:gd name="connsiteY96" fmla="*/ 497008 h 6858000"/>
                <a:gd name="connsiteX97" fmla="*/ 7592277 w 9767847"/>
                <a:gd name="connsiteY97" fmla="*/ 351221 h 6858000"/>
                <a:gd name="connsiteX98" fmla="*/ 7257734 w 9767847"/>
                <a:gd name="connsiteY98" fmla="*/ 76964 h 6858000"/>
                <a:gd name="connsiteX99" fmla="*/ 1886601 w 9767847"/>
                <a:gd name="connsiteY99" fmla="*/ 0 h 6858000"/>
                <a:gd name="connsiteX100" fmla="*/ 2292926 w 9767847"/>
                <a:gd name="connsiteY100" fmla="*/ 0 h 6858000"/>
                <a:gd name="connsiteX101" fmla="*/ 2135542 w 9767847"/>
                <a:gd name="connsiteY101" fmla="*/ 117781 h 6858000"/>
                <a:gd name="connsiteX102" fmla="*/ 1969576 w 9767847"/>
                <a:gd name="connsiteY102" fmla="*/ 254986 h 6858000"/>
                <a:gd name="connsiteX103" fmla="*/ 1659938 w 9767847"/>
                <a:gd name="connsiteY103" fmla="*/ 549855 h 6858000"/>
                <a:gd name="connsiteX104" fmla="*/ 729383 w 9767847"/>
                <a:gd name="connsiteY104" fmla="*/ 1936480 h 6858000"/>
                <a:gd name="connsiteX105" fmla="*/ 578465 w 9767847"/>
                <a:gd name="connsiteY105" fmla="*/ 2320807 h 6858000"/>
                <a:gd name="connsiteX106" fmla="*/ 465080 w 9767847"/>
                <a:gd name="connsiteY106" fmla="*/ 2714875 h 6858000"/>
                <a:gd name="connsiteX107" fmla="*/ 423820 w 9767847"/>
                <a:gd name="connsiteY107" fmla="*/ 2915436 h 6858000"/>
                <a:gd name="connsiteX108" fmla="*/ 392355 w 9767847"/>
                <a:gd name="connsiteY108" fmla="*/ 3118071 h 6858000"/>
                <a:gd name="connsiteX109" fmla="*/ 358801 w 9767847"/>
                <a:gd name="connsiteY109" fmla="*/ 3526915 h 6858000"/>
                <a:gd name="connsiteX110" fmla="*/ 410350 w 9767847"/>
                <a:gd name="connsiteY110" fmla="*/ 4348226 h 6858000"/>
                <a:gd name="connsiteX111" fmla="*/ 449022 w 9767847"/>
                <a:gd name="connsiteY111" fmla="*/ 4551049 h 6858000"/>
                <a:gd name="connsiteX112" fmla="*/ 498882 w 9767847"/>
                <a:gd name="connsiteY112" fmla="*/ 4752365 h 6858000"/>
                <a:gd name="connsiteX113" fmla="*/ 559775 w 9767847"/>
                <a:gd name="connsiteY113" fmla="*/ 4951657 h 6858000"/>
                <a:gd name="connsiteX114" fmla="*/ 631406 w 9767847"/>
                <a:gd name="connsiteY114" fmla="*/ 5147986 h 6858000"/>
                <a:gd name="connsiteX115" fmla="*/ 1023461 w 9767847"/>
                <a:gd name="connsiteY115" fmla="*/ 5893957 h 6858000"/>
                <a:gd name="connsiteX116" fmla="*/ 1575880 w 9767847"/>
                <a:gd name="connsiteY116" fmla="*/ 6547646 h 6858000"/>
                <a:gd name="connsiteX117" fmla="*/ 1905228 w 9767847"/>
                <a:gd name="connsiteY117" fmla="*/ 6829468 h 6858000"/>
                <a:gd name="connsiteX118" fmla="*/ 1944230 w 9767847"/>
                <a:gd name="connsiteY118" fmla="*/ 6858000 h 6858000"/>
                <a:gd name="connsiteX119" fmla="*/ 1372541 w 9767847"/>
                <a:gd name="connsiteY119" fmla="*/ 6858000 h 6858000"/>
                <a:gd name="connsiteX120" fmla="*/ 1115251 w 9767847"/>
                <a:gd name="connsiteY120" fmla="*/ 6590005 h 6858000"/>
                <a:gd name="connsiteX121" fmla="*/ 0 w 9767847"/>
                <a:gd name="connsiteY121" fmla="*/ 3649031 h 6858000"/>
                <a:gd name="connsiteX122" fmla="*/ 1777294 w 9767847"/>
                <a:gd name="connsiteY122" fmla="*/ 813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9767847" h="6858000">
                  <a:moveTo>
                    <a:pt x="7151367" y="0"/>
                  </a:moveTo>
                  <a:lnTo>
                    <a:pt x="7881247" y="0"/>
                  </a:lnTo>
                  <a:lnTo>
                    <a:pt x="7990553" y="81317"/>
                  </a:lnTo>
                  <a:cubicBezTo>
                    <a:pt x="9075991" y="929334"/>
                    <a:pt x="9767847" y="2212695"/>
                    <a:pt x="9767847" y="3649031"/>
                  </a:cubicBezTo>
                  <a:cubicBezTo>
                    <a:pt x="9767847" y="4766182"/>
                    <a:pt x="9349317" y="5790792"/>
                    <a:pt x="8652597" y="6590005"/>
                  </a:cubicBezTo>
                  <a:lnTo>
                    <a:pt x="8395306" y="6858000"/>
                  </a:lnTo>
                  <a:lnTo>
                    <a:pt x="6762603" y="6858000"/>
                  </a:lnTo>
                  <a:lnTo>
                    <a:pt x="6765962" y="6854844"/>
                  </a:lnTo>
                  <a:cubicBezTo>
                    <a:pt x="6779036" y="6842703"/>
                    <a:pt x="6791663" y="6829621"/>
                    <a:pt x="6804586" y="6817103"/>
                  </a:cubicBezTo>
                  <a:lnTo>
                    <a:pt x="6881735" y="6741197"/>
                  </a:lnTo>
                  <a:cubicBezTo>
                    <a:pt x="6907435" y="6715881"/>
                    <a:pt x="6933134" y="6690798"/>
                    <a:pt x="6958883" y="6664822"/>
                  </a:cubicBezTo>
                  <a:lnTo>
                    <a:pt x="7267925" y="6355694"/>
                  </a:lnTo>
                  <a:lnTo>
                    <a:pt x="7424360" y="6200685"/>
                  </a:lnTo>
                  <a:cubicBezTo>
                    <a:pt x="7450754" y="6174802"/>
                    <a:pt x="7477598" y="6148731"/>
                    <a:pt x="7504938" y="6122708"/>
                  </a:cubicBezTo>
                  <a:lnTo>
                    <a:pt x="7546396" y="6083697"/>
                  </a:lnTo>
                  <a:cubicBezTo>
                    <a:pt x="7560264" y="6070803"/>
                    <a:pt x="7574780" y="6057532"/>
                    <a:pt x="7588002" y="6045532"/>
                  </a:cubicBezTo>
                  <a:lnTo>
                    <a:pt x="7631000" y="6006709"/>
                  </a:lnTo>
                  <a:lnTo>
                    <a:pt x="7675440" y="5968309"/>
                  </a:lnTo>
                  <a:cubicBezTo>
                    <a:pt x="7690404" y="5955698"/>
                    <a:pt x="7705564" y="5943321"/>
                    <a:pt x="7720626" y="5930851"/>
                  </a:cubicBezTo>
                  <a:cubicBezTo>
                    <a:pt x="7735738" y="5918427"/>
                    <a:pt x="7751197" y="5906521"/>
                    <a:pt x="7766458" y="5894334"/>
                  </a:cubicBezTo>
                  <a:cubicBezTo>
                    <a:pt x="7827949" y="5846192"/>
                    <a:pt x="7890979" y="5800499"/>
                    <a:pt x="7955254" y="5756828"/>
                  </a:cubicBezTo>
                  <a:cubicBezTo>
                    <a:pt x="8083800" y="5669534"/>
                    <a:pt x="8216872" y="5590336"/>
                    <a:pt x="8352678" y="5517630"/>
                  </a:cubicBezTo>
                  <a:lnTo>
                    <a:pt x="8451350" y="5465254"/>
                  </a:lnTo>
                  <a:lnTo>
                    <a:pt x="8548532" y="5413395"/>
                  </a:lnTo>
                  <a:cubicBezTo>
                    <a:pt x="8612110" y="5379090"/>
                    <a:pt x="8673251" y="5345208"/>
                    <a:pt x="8729473" y="5309961"/>
                  </a:cubicBezTo>
                  <a:cubicBezTo>
                    <a:pt x="8743591" y="5301115"/>
                    <a:pt x="8757161" y="5292361"/>
                    <a:pt x="8770781" y="5283232"/>
                  </a:cubicBezTo>
                  <a:cubicBezTo>
                    <a:pt x="8777591" y="5278667"/>
                    <a:pt x="8784451" y="5274103"/>
                    <a:pt x="8790964" y="5269492"/>
                  </a:cubicBezTo>
                  <a:cubicBezTo>
                    <a:pt x="8797574" y="5264879"/>
                    <a:pt x="8804235" y="5260314"/>
                    <a:pt x="8810499" y="5255703"/>
                  </a:cubicBezTo>
                  <a:cubicBezTo>
                    <a:pt x="8835999" y="5237303"/>
                    <a:pt x="8860407" y="5218291"/>
                    <a:pt x="8883571" y="5198479"/>
                  </a:cubicBezTo>
                  <a:cubicBezTo>
                    <a:pt x="8929900" y="5158856"/>
                    <a:pt x="8971258" y="5116315"/>
                    <a:pt x="9006651" y="5070527"/>
                  </a:cubicBezTo>
                  <a:cubicBezTo>
                    <a:pt x="9015351" y="5059328"/>
                    <a:pt x="9024398" y="5046857"/>
                    <a:pt x="9033494" y="5034105"/>
                  </a:cubicBezTo>
                  <a:lnTo>
                    <a:pt x="9040305" y="5024551"/>
                  </a:lnTo>
                  <a:lnTo>
                    <a:pt x="9046568" y="5015281"/>
                  </a:lnTo>
                  <a:cubicBezTo>
                    <a:pt x="9050743" y="5009163"/>
                    <a:pt x="9054819" y="5002952"/>
                    <a:pt x="9058846" y="4996645"/>
                  </a:cubicBezTo>
                  <a:cubicBezTo>
                    <a:pt x="9075002" y="4971517"/>
                    <a:pt x="9090212" y="4945305"/>
                    <a:pt x="9104529" y="4918105"/>
                  </a:cubicBezTo>
                  <a:cubicBezTo>
                    <a:pt x="9133211" y="4863752"/>
                    <a:pt x="9158313" y="4805447"/>
                    <a:pt x="9181081" y="4744694"/>
                  </a:cubicBezTo>
                  <a:cubicBezTo>
                    <a:pt x="9203748" y="4684178"/>
                    <a:pt x="9223383" y="4621778"/>
                    <a:pt x="9240731" y="4557872"/>
                  </a:cubicBezTo>
                  <a:cubicBezTo>
                    <a:pt x="9249481" y="4525966"/>
                    <a:pt x="9257682" y="4493684"/>
                    <a:pt x="9265388" y="4461073"/>
                  </a:cubicBezTo>
                  <a:cubicBezTo>
                    <a:pt x="9269215" y="4444744"/>
                    <a:pt x="9272943" y="4428367"/>
                    <a:pt x="9276571" y="4411943"/>
                  </a:cubicBezTo>
                  <a:lnTo>
                    <a:pt x="9281841" y="4387379"/>
                  </a:lnTo>
                  <a:lnTo>
                    <a:pt x="9286513" y="4364838"/>
                  </a:lnTo>
                  <a:lnTo>
                    <a:pt x="9296754" y="4312038"/>
                  </a:lnTo>
                  <a:lnTo>
                    <a:pt x="9301029" y="4289074"/>
                  </a:lnTo>
                  <a:lnTo>
                    <a:pt x="9302818" y="4278581"/>
                  </a:lnTo>
                  <a:lnTo>
                    <a:pt x="9304658" y="4266816"/>
                  </a:lnTo>
                  <a:lnTo>
                    <a:pt x="9312810" y="4215945"/>
                  </a:lnTo>
                  <a:lnTo>
                    <a:pt x="9316887" y="4190486"/>
                  </a:lnTo>
                  <a:lnTo>
                    <a:pt x="9318923" y="4177780"/>
                  </a:lnTo>
                  <a:cubicBezTo>
                    <a:pt x="9319570" y="4173546"/>
                    <a:pt x="9319969" y="4169169"/>
                    <a:pt x="9320515" y="4164886"/>
                  </a:cubicBezTo>
                  <a:lnTo>
                    <a:pt x="9332445" y="4064981"/>
                  </a:lnTo>
                  <a:cubicBezTo>
                    <a:pt x="9333836" y="4052370"/>
                    <a:pt x="9334880" y="4036888"/>
                    <a:pt x="9336173" y="4018676"/>
                  </a:cubicBezTo>
                  <a:lnTo>
                    <a:pt x="9340199" y="3965171"/>
                  </a:lnTo>
                  <a:cubicBezTo>
                    <a:pt x="9345071" y="3899806"/>
                    <a:pt x="9347358" y="3832983"/>
                    <a:pt x="9347557" y="3765972"/>
                  </a:cubicBezTo>
                  <a:cubicBezTo>
                    <a:pt x="9347656" y="3732420"/>
                    <a:pt x="9347209" y="3698773"/>
                    <a:pt x="9346364" y="3664938"/>
                  </a:cubicBezTo>
                  <a:lnTo>
                    <a:pt x="9344921" y="3615243"/>
                  </a:lnTo>
                  <a:lnTo>
                    <a:pt x="9344524" y="3603526"/>
                  </a:lnTo>
                  <a:lnTo>
                    <a:pt x="9343728" y="3590774"/>
                  </a:lnTo>
                  <a:lnTo>
                    <a:pt x="9342188" y="3565268"/>
                  </a:lnTo>
                  <a:lnTo>
                    <a:pt x="9339056" y="3514256"/>
                  </a:lnTo>
                  <a:cubicBezTo>
                    <a:pt x="9337914" y="3497221"/>
                    <a:pt x="9335874" y="3480138"/>
                    <a:pt x="9334334" y="3463057"/>
                  </a:cubicBezTo>
                  <a:lnTo>
                    <a:pt x="9329363" y="3411810"/>
                  </a:lnTo>
                  <a:lnTo>
                    <a:pt x="9328319" y="3400657"/>
                  </a:lnTo>
                  <a:lnTo>
                    <a:pt x="9327177" y="3390116"/>
                  </a:lnTo>
                  <a:lnTo>
                    <a:pt x="9324293" y="3366774"/>
                  </a:lnTo>
                  <a:lnTo>
                    <a:pt x="9320763" y="3340329"/>
                  </a:lnTo>
                  <a:lnTo>
                    <a:pt x="9317184" y="3311245"/>
                  </a:lnTo>
                  <a:cubicBezTo>
                    <a:pt x="9315594" y="3296893"/>
                    <a:pt x="9313506" y="3282306"/>
                    <a:pt x="9311021" y="3266211"/>
                  </a:cubicBezTo>
                  <a:lnTo>
                    <a:pt x="9302719" y="3215717"/>
                  </a:lnTo>
                  <a:cubicBezTo>
                    <a:pt x="9299936" y="3199059"/>
                    <a:pt x="9297003" y="3182400"/>
                    <a:pt x="9293970" y="3165789"/>
                  </a:cubicBezTo>
                  <a:cubicBezTo>
                    <a:pt x="9281891" y="3099295"/>
                    <a:pt x="9267674" y="3033084"/>
                    <a:pt x="9252065" y="2967107"/>
                  </a:cubicBezTo>
                  <a:cubicBezTo>
                    <a:pt x="9244261" y="2934167"/>
                    <a:pt x="9235959" y="2901273"/>
                    <a:pt x="9227211" y="2868473"/>
                  </a:cubicBezTo>
                  <a:lnTo>
                    <a:pt x="9220699" y="2844426"/>
                  </a:lnTo>
                  <a:lnTo>
                    <a:pt x="9213740" y="2820191"/>
                  </a:lnTo>
                  <a:cubicBezTo>
                    <a:pt x="9209216" y="2804049"/>
                    <a:pt x="9204345" y="2787768"/>
                    <a:pt x="9199374" y="2771438"/>
                  </a:cubicBezTo>
                  <a:cubicBezTo>
                    <a:pt x="9159855" y="2641086"/>
                    <a:pt x="9114272" y="2512099"/>
                    <a:pt x="9061829" y="2385418"/>
                  </a:cubicBezTo>
                  <a:cubicBezTo>
                    <a:pt x="9035582" y="2322077"/>
                    <a:pt x="9008043" y="2259160"/>
                    <a:pt x="8978865" y="2196855"/>
                  </a:cubicBezTo>
                  <a:lnTo>
                    <a:pt x="8956694" y="2150219"/>
                  </a:lnTo>
                  <a:lnTo>
                    <a:pt x="8934176" y="2103914"/>
                  </a:lnTo>
                  <a:cubicBezTo>
                    <a:pt x="8918915" y="2073091"/>
                    <a:pt x="8903157" y="2042032"/>
                    <a:pt x="8887151" y="2011350"/>
                  </a:cubicBezTo>
                  <a:cubicBezTo>
                    <a:pt x="8854988" y="1949891"/>
                    <a:pt x="8822082" y="1888810"/>
                    <a:pt x="8787533" y="1828527"/>
                  </a:cubicBezTo>
                  <a:lnTo>
                    <a:pt x="8761485" y="1783398"/>
                  </a:lnTo>
                  <a:lnTo>
                    <a:pt x="8734791" y="1737893"/>
                  </a:lnTo>
                  <a:cubicBezTo>
                    <a:pt x="8717047" y="1707823"/>
                    <a:pt x="8699200" y="1678363"/>
                    <a:pt x="8680808" y="1648812"/>
                  </a:cubicBezTo>
                  <a:cubicBezTo>
                    <a:pt x="8644322" y="1589658"/>
                    <a:pt x="8606194" y="1531118"/>
                    <a:pt x="8567024" y="1472906"/>
                  </a:cubicBezTo>
                  <a:lnTo>
                    <a:pt x="8537446" y="1429330"/>
                  </a:lnTo>
                  <a:lnTo>
                    <a:pt x="8507423" y="1385896"/>
                  </a:lnTo>
                  <a:cubicBezTo>
                    <a:pt x="8487390" y="1357284"/>
                    <a:pt x="8467158" y="1328719"/>
                    <a:pt x="8446529" y="1300295"/>
                  </a:cubicBezTo>
                  <a:cubicBezTo>
                    <a:pt x="8405271" y="1243496"/>
                    <a:pt x="8362718" y="1187120"/>
                    <a:pt x="8319224" y="1131026"/>
                  </a:cubicBezTo>
                  <a:lnTo>
                    <a:pt x="8286366" y="1089050"/>
                  </a:lnTo>
                  <a:lnTo>
                    <a:pt x="8270161" y="1068439"/>
                  </a:lnTo>
                  <a:lnTo>
                    <a:pt x="8253856" y="1048156"/>
                  </a:lnTo>
                  <a:cubicBezTo>
                    <a:pt x="8231636" y="1020675"/>
                    <a:pt x="8209117" y="993381"/>
                    <a:pt x="8186352" y="966275"/>
                  </a:cubicBezTo>
                  <a:cubicBezTo>
                    <a:pt x="8140917" y="911922"/>
                    <a:pt x="8094240" y="858417"/>
                    <a:pt x="8046768" y="805429"/>
                  </a:cubicBezTo>
                  <a:lnTo>
                    <a:pt x="8010927" y="765853"/>
                  </a:lnTo>
                  <a:lnTo>
                    <a:pt x="7974788" y="726653"/>
                  </a:lnTo>
                  <a:cubicBezTo>
                    <a:pt x="7950382" y="700489"/>
                    <a:pt x="7925824" y="674465"/>
                    <a:pt x="7901070" y="648724"/>
                  </a:cubicBezTo>
                  <a:cubicBezTo>
                    <a:pt x="7851510" y="597289"/>
                    <a:pt x="7801404" y="546514"/>
                    <a:pt x="7750054" y="497008"/>
                  </a:cubicBezTo>
                  <a:cubicBezTo>
                    <a:pt x="7698902" y="447644"/>
                    <a:pt x="7645913" y="398938"/>
                    <a:pt x="7592277" y="351221"/>
                  </a:cubicBezTo>
                  <a:cubicBezTo>
                    <a:pt x="7484856" y="255786"/>
                    <a:pt x="7373308" y="164304"/>
                    <a:pt x="7257734" y="76964"/>
                  </a:cubicBezTo>
                  <a:close/>
                  <a:moveTo>
                    <a:pt x="1886601" y="0"/>
                  </a:moveTo>
                  <a:lnTo>
                    <a:pt x="2292926" y="0"/>
                  </a:lnTo>
                  <a:lnTo>
                    <a:pt x="2135542" y="117781"/>
                  </a:lnTo>
                  <a:cubicBezTo>
                    <a:pt x="2078998" y="162280"/>
                    <a:pt x="2023659" y="208045"/>
                    <a:pt x="1969576" y="254986"/>
                  </a:cubicBezTo>
                  <a:cubicBezTo>
                    <a:pt x="1861309" y="348820"/>
                    <a:pt x="1758064" y="447314"/>
                    <a:pt x="1659938" y="549855"/>
                  </a:cubicBezTo>
                  <a:cubicBezTo>
                    <a:pt x="1266987" y="960346"/>
                    <a:pt x="953820" y="1431495"/>
                    <a:pt x="729383" y="1936480"/>
                  </a:cubicBezTo>
                  <a:cubicBezTo>
                    <a:pt x="673260" y="2062362"/>
                    <a:pt x="622855" y="2190972"/>
                    <a:pt x="578465" y="2320807"/>
                  </a:cubicBezTo>
                  <a:cubicBezTo>
                    <a:pt x="534125" y="2450687"/>
                    <a:pt x="496147" y="2582216"/>
                    <a:pt x="465080" y="2714875"/>
                  </a:cubicBezTo>
                  <a:cubicBezTo>
                    <a:pt x="449769" y="2780991"/>
                    <a:pt x="435850" y="2848191"/>
                    <a:pt x="423820" y="2915436"/>
                  </a:cubicBezTo>
                  <a:cubicBezTo>
                    <a:pt x="411840" y="2982731"/>
                    <a:pt x="401054" y="3050260"/>
                    <a:pt x="392355" y="3118071"/>
                  </a:cubicBezTo>
                  <a:cubicBezTo>
                    <a:pt x="374509" y="3253646"/>
                    <a:pt x="363424" y="3389880"/>
                    <a:pt x="358801" y="3526915"/>
                  </a:cubicBezTo>
                  <a:cubicBezTo>
                    <a:pt x="349009" y="3800843"/>
                    <a:pt x="366357" y="4075570"/>
                    <a:pt x="410350" y="4348226"/>
                  </a:cubicBezTo>
                  <a:cubicBezTo>
                    <a:pt x="421286" y="4416132"/>
                    <a:pt x="434209" y="4483660"/>
                    <a:pt x="449022" y="4551049"/>
                  </a:cubicBezTo>
                  <a:cubicBezTo>
                    <a:pt x="463737" y="4618436"/>
                    <a:pt x="480389" y="4685588"/>
                    <a:pt x="498882" y="4752365"/>
                  </a:cubicBezTo>
                  <a:cubicBezTo>
                    <a:pt x="517373" y="4819141"/>
                    <a:pt x="537704" y="4885635"/>
                    <a:pt x="559775" y="4951657"/>
                  </a:cubicBezTo>
                  <a:cubicBezTo>
                    <a:pt x="581946" y="5017775"/>
                    <a:pt x="605358" y="5083375"/>
                    <a:pt x="631406" y="5147986"/>
                  </a:cubicBezTo>
                  <a:cubicBezTo>
                    <a:pt x="734055" y="5407608"/>
                    <a:pt x="865188" y="5658570"/>
                    <a:pt x="1023461" y="5893957"/>
                  </a:cubicBezTo>
                  <a:cubicBezTo>
                    <a:pt x="1181487" y="6129578"/>
                    <a:pt x="1367051" y="6349247"/>
                    <a:pt x="1575880" y="6547646"/>
                  </a:cubicBezTo>
                  <a:cubicBezTo>
                    <a:pt x="1680269" y="6646916"/>
                    <a:pt x="1790338" y="6740939"/>
                    <a:pt x="1905228" y="6829468"/>
                  </a:cubicBezTo>
                  <a:lnTo>
                    <a:pt x="1944230" y="6858000"/>
                  </a:lnTo>
                  <a:lnTo>
                    <a:pt x="1372541" y="6858000"/>
                  </a:lnTo>
                  <a:lnTo>
                    <a:pt x="1115251" y="6590005"/>
                  </a:lnTo>
                  <a:cubicBezTo>
                    <a:pt x="418530" y="5790792"/>
                    <a:pt x="0" y="4766182"/>
                    <a:pt x="0" y="3649031"/>
                  </a:cubicBezTo>
                  <a:cubicBezTo>
                    <a:pt x="0" y="2212695"/>
                    <a:pt x="691856" y="929334"/>
                    <a:pt x="1777294" y="81317"/>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1" name="Freeform: Shape 20">
              <a:extLst>
                <a:ext uri="{FF2B5EF4-FFF2-40B4-BE49-F238E27FC236}">
                  <a16:creationId xmlns:a16="http://schemas.microsoft.com/office/drawing/2014/main" id="{82B0ED5C-927D-4C5F-8F27-1B403820B9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3402" y="36937"/>
              <a:ext cx="9767847" cy="6858000"/>
            </a:xfrm>
            <a:custGeom>
              <a:avLst/>
              <a:gdLst>
                <a:gd name="connsiteX0" fmla="*/ 7145704 w 9767847"/>
                <a:gd name="connsiteY0" fmla="*/ 0 h 6858000"/>
                <a:gd name="connsiteX1" fmla="*/ 7875738 w 9767847"/>
                <a:gd name="connsiteY1" fmla="*/ 0 h 6858000"/>
                <a:gd name="connsiteX2" fmla="*/ 7990553 w 9767847"/>
                <a:gd name="connsiteY2" fmla="*/ 85415 h 6858000"/>
                <a:gd name="connsiteX3" fmla="*/ 9767847 w 9767847"/>
                <a:gd name="connsiteY3" fmla="*/ 3653129 h 6858000"/>
                <a:gd name="connsiteX4" fmla="*/ 8652597 w 9767847"/>
                <a:gd name="connsiteY4" fmla="*/ 6594103 h 6858000"/>
                <a:gd name="connsiteX5" fmla="*/ 8399240 w 9767847"/>
                <a:gd name="connsiteY5" fmla="*/ 6858000 h 6858000"/>
                <a:gd name="connsiteX6" fmla="*/ 6766926 w 9767847"/>
                <a:gd name="connsiteY6" fmla="*/ 6858000 h 6858000"/>
                <a:gd name="connsiteX7" fmla="*/ 6804586 w 9767847"/>
                <a:gd name="connsiteY7" fmla="*/ 6821201 h 6858000"/>
                <a:gd name="connsiteX8" fmla="*/ 6881735 w 9767847"/>
                <a:gd name="connsiteY8" fmla="*/ 6745295 h 6858000"/>
                <a:gd name="connsiteX9" fmla="*/ 6958883 w 9767847"/>
                <a:gd name="connsiteY9" fmla="*/ 6668920 h 6858000"/>
                <a:gd name="connsiteX10" fmla="*/ 7267925 w 9767847"/>
                <a:gd name="connsiteY10" fmla="*/ 6359792 h 6858000"/>
                <a:gd name="connsiteX11" fmla="*/ 7424360 w 9767847"/>
                <a:gd name="connsiteY11" fmla="*/ 6204783 h 6858000"/>
                <a:gd name="connsiteX12" fmla="*/ 7504938 w 9767847"/>
                <a:gd name="connsiteY12" fmla="*/ 6126806 h 6858000"/>
                <a:gd name="connsiteX13" fmla="*/ 7546396 w 9767847"/>
                <a:gd name="connsiteY13" fmla="*/ 6087795 h 6858000"/>
                <a:gd name="connsiteX14" fmla="*/ 7588002 w 9767847"/>
                <a:gd name="connsiteY14" fmla="*/ 6049630 h 6858000"/>
                <a:gd name="connsiteX15" fmla="*/ 7631000 w 9767847"/>
                <a:gd name="connsiteY15" fmla="*/ 6010807 h 6858000"/>
                <a:gd name="connsiteX16" fmla="*/ 7675440 w 9767847"/>
                <a:gd name="connsiteY16" fmla="*/ 5972407 h 6858000"/>
                <a:gd name="connsiteX17" fmla="*/ 7720626 w 9767847"/>
                <a:gd name="connsiteY17" fmla="*/ 5934949 h 6858000"/>
                <a:gd name="connsiteX18" fmla="*/ 7766458 w 9767847"/>
                <a:gd name="connsiteY18" fmla="*/ 5898432 h 6858000"/>
                <a:gd name="connsiteX19" fmla="*/ 7955254 w 9767847"/>
                <a:gd name="connsiteY19" fmla="*/ 5760926 h 6858000"/>
                <a:gd name="connsiteX20" fmla="*/ 8352678 w 9767847"/>
                <a:gd name="connsiteY20" fmla="*/ 5521728 h 6858000"/>
                <a:gd name="connsiteX21" fmla="*/ 8451350 w 9767847"/>
                <a:gd name="connsiteY21" fmla="*/ 5469352 h 6858000"/>
                <a:gd name="connsiteX22" fmla="*/ 8548532 w 9767847"/>
                <a:gd name="connsiteY22" fmla="*/ 5417493 h 6858000"/>
                <a:gd name="connsiteX23" fmla="*/ 8729473 w 9767847"/>
                <a:gd name="connsiteY23" fmla="*/ 5314059 h 6858000"/>
                <a:gd name="connsiteX24" fmla="*/ 8770781 w 9767847"/>
                <a:gd name="connsiteY24" fmla="*/ 5287330 h 6858000"/>
                <a:gd name="connsiteX25" fmla="*/ 8790964 w 9767847"/>
                <a:gd name="connsiteY25" fmla="*/ 5273590 h 6858000"/>
                <a:gd name="connsiteX26" fmla="*/ 8810499 w 9767847"/>
                <a:gd name="connsiteY26" fmla="*/ 5259801 h 6858000"/>
                <a:gd name="connsiteX27" fmla="*/ 8883571 w 9767847"/>
                <a:gd name="connsiteY27" fmla="*/ 5202577 h 6858000"/>
                <a:gd name="connsiteX28" fmla="*/ 9006651 w 9767847"/>
                <a:gd name="connsiteY28" fmla="*/ 5074625 h 6858000"/>
                <a:gd name="connsiteX29" fmla="*/ 9033494 w 9767847"/>
                <a:gd name="connsiteY29" fmla="*/ 5038203 h 6858000"/>
                <a:gd name="connsiteX30" fmla="*/ 9040305 w 9767847"/>
                <a:gd name="connsiteY30" fmla="*/ 5028649 h 6858000"/>
                <a:gd name="connsiteX31" fmla="*/ 9046568 w 9767847"/>
                <a:gd name="connsiteY31" fmla="*/ 5019379 h 6858000"/>
                <a:gd name="connsiteX32" fmla="*/ 9058846 w 9767847"/>
                <a:gd name="connsiteY32" fmla="*/ 5000743 h 6858000"/>
                <a:gd name="connsiteX33" fmla="*/ 9104529 w 9767847"/>
                <a:gd name="connsiteY33" fmla="*/ 4922203 h 6858000"/>
                <a:gd name="connsiteX34" fmla="*/ 9181081 w 9767847"/>
                <a:gd name="connsiteY34" fmla="*/ 4748792 h 6858000"/>
                <a:gd name="connsiteX35" fmla="*/ 9240731 w 9767847"/>
                <a:gd name="connsiteY35" fmla="*/ 4561970 h 6858000"/>
                <a:gd name="connsiteX36" fmla="*/ 9265388 w 9767847"/>
                <a:gd name="connsiteY36" fmla="*/ 4465171 h 6858000"/>
                <a:gd name="connsiteX37" fmla="*/ 9276571 w 9767847"/>
                <a:gd name="connsiteY37" fmla="*/ 4416041 h 6858000"/>
                <a:gd name="connsiteX38" fmla="*/ 9281841 w 9767847"/>
                <a:gd name="connsiteY38" fmla="*/ 4391477 h 6858000"/>
                <a:gd name="connsiteX39" fmla="*/ 9286513 w 9767847"/>
                <a:gd name="connsiteY39" fmla="*/ 4368936 h 6858000"/>
                <a:gd name="connsiteX40" fmla="*/ 9296754 w 9767847"/>
                <a:gd name="connsiteY40" fmla="*/ 4316136 h 6858000"/>
                <a:gd name="connsiteX41" fmla="*/ 9301029 w 9767847"/>
                <a:gd name="connsiteY41" fmla="*/ 4293172 h 6858000"/>
                <a:gd name="connsiteX42" fmla="*/ 9302818 w 9767847"/>
                <a:gd name="connsiteY42" fmla="*/ 4282679 h 6858000"/>
                <a:gd name="connsiteX43" fmla="*/ 9304658 w 9767847"/>
                <a:gd name="connsiteY43" fmla="*/ 4270914 h 6858000"/>
                <a:gd name="connsiteX44" fmla="*/ 9312810 w 9767847"/>
                <a:gd name="connsiteY44" fmla="*/ 4220043 h 6858000"/>
                <a:gd name="connsiteX45" fmla="*/ 9316887 w 9767847"/>
                <a:gd name="connsiteY45" fmla="*/ 4194584 h 6858000"/>
                <a:gd name="connsiteX46" fmla="*/ 9318923 w 9767847"/>
                <a:gd name="connsiteY46" fmla="*/ 4181878 h 6858000"/>
                <a:gd name="connsiteX47" fmla="*/ 9320515 w 9767847"/>
                <a:gd name="connsiteY47" fmla="*/ 4168984 h 6858000"/>
                <a:gd name="connsiteX48" fmla="*/ 9332445 w 9767847"/>
                <a:gd name="connsiteY48" fmla="*/ 4069079 h 6858000"/>
                <a:gd name="connsiteX49" fmla="*/ 9336173 w 9767847"/>
                <a:gd name="connsiteY49" fmla="*/ 4022774 h 6858000"/>
                <a:gd name="connsiteX50" fmla="*/ 9340199 w 9767847"/>
                <a:gd name="connsiteY50" fmla="*/ 3969269 h 6858000"/>
                <a:gd name="connsiteX51" fmla="*/ 9347557 w 9767847"/>
                <a:gd name="connsiteY51" fmla="*/ 3770070 h 6858000"/>
                <a:gd name="connsiteX52" fmla="*/ 9346364 w 9767847"/>
                <a:gd name="connsiteY52" fmla="*/ 3669036 h 6858000"/>
                <a:gd name="connsiteX53" fmla="*/ 9344921 w 9767847"/>
                <a:gd name="connsiteY53" fmla="*/ 3619341 h 6858000"/>
                <a:gd name="connsiteX54" fmla="*/ 9344524 w 9767847"/>
                <a:gd name="connsiteY54" fmla="*/ 3607624 h 6858000"/>
                <a:gd name="connsiteX55" fmla="*/ 9343728 w 9767847"/>
                <a:gd name="connsiteY55" fmla="*/ 3594872 h 6858000"/>
                <a:gd name="connsiteX56" fmla="*/ 9342188 w 9767847"/>
                <a:gd name="connsiteY56" fmla="*/ 3569366 h 6858000"/>
                <a:gd name="connsiteX57" fmla="*/ 9339056 w 9767847"/>
                <a:gd name="connsiteY57" fmla="*/ 3518354 h 6858000"/>
                <a:gd name="connsiteX58" fmla="*/ 9334334 w 9767847"/>
                <a:gd name="connsiteY58" fmla="*/ 3467155 h 6858000"/>
                <a:gd name="connsiteX59" fmla="*/ 9329363 w 9767847"/>
                <a:gd name="connsiteY59" fmla="*/ 3415908 h 6858000"/>
                <a:gd name="connsiteX60" fmla="*/ 9328319 w 9767847"/>
                <a:gd name="connsiteY60" fmla="*/ 3404755 h 6858000"/>
                <a:gd name="connsiteX61" fmla="*/ 9327177 w 9767847"/>
                <a:gd name="connsiteY61" fmla="*/ 3394214 h 6858000"/>
                <a:gd name="connsiteX62" fmla="*/ 9324293 w 9767847"/>
                <a:gd name="connsiteY62" fmla="*/ 3370872 h 6858000"/>
                <a:gd name="connsiteX63" fmla="*/ 9320763 w 9767847"/>
                <a:gd name="connsiteY63" fmla="*/ 3344427 h 6858000"/>
                <a:gd name="connsiteX64" fmla="*/ 9317184 w 9767847"/>
                <a:gd name="connsiteY64" fmla="*/ 3315343 h 6858000"/>
                <a:gd name="connsiteX65" fmla="*/ 9311021 w 9767847"/>
                <a:gd name="connsiteY65" fmla="*/ 3270309 h 6858000"/>
                <a:gd name="connsiteX66" fmla="*/ 9302719 w 9767847"/>
                <a:gd name="connsiteY66" fmla="*/ 3219815 h 6858000"/>
                <a:gd name="connsiteX67" fmla="*/ 9293970 w 9767847"/>
                <a:gd name="connsiteY67" fmla="*/ 3169887 h 6858000"/>
                <a:gd name="connsiteX68" fmla="*/ 9252065 w 9767847"/>
                <a:gd name="connsiteY68" fmla="*/ 2971205 h 6858000"/>
                <a:gd name="connsiteX69" fmla="*/ 9227211 w 9767847"/>
                <a:gd name="connsiteY69" fmla="*/ 2872571 h 6858000"/>
                <a:gd name="connsiteX70" fmla="*/ 9220699 w 9767847"/>
                <a:gd name="connsiteY70" fmla="*/ 2848524 h 6858000"/>
                <a:gd name="connsiteX71" fmla="*/ 9213740 w 9767847"/>
                <a:gd name="connsiteY71" fmla="*/ 2824289 h 6858000"/>
                <a:gd name="connsiteX72" fmla="*/ 9199374 w 9767847"/>
                <a:gd name="connsiteY72" fmla="*/ 2775536 h 6858000"/>
                <a:gd name="connsiteX73" fmla="*/ 9061829 w 9767847"/>
                <a:gd name="connsiteY73" fmla="*/ 2389515 h 6858000"/>
                <a:gd name="connsiteX74" fmla="*/ 8978865 w 9767847"/>
                <a:gd name="connsiteY74" fmla="*/ 2200953 h 6858000"/>
                <a:gd name="connsiteX75" fmla="*/ 8956694 w 9767847"/>
                <a:gd name="connsiteY75" fmla="*/ 2154317 h 6858000"/>
                <a:gd name="connsiteX76" fmla="*/ 8934176 w 9767847"/>
                <a:gd name="connsiteY76" fmla="*/ 2108012 h 6858000"/>
                <a:gd name="connsiteX77" fmla="*/ 8887151 w 9767847"/>
                <a:gd name="connsiteY77" fmla="*/ 2015448 h 6858000"/>
                <a:gd name="connsiteX78" fmla="*/ 8787533 w 9767847"/>
                <a:gd name="connsiteY78" fmla="*/ 1832625 h 6858000"/>
                <a:gd name="connsiteX79" fmla="*/ 8761485 w 9767847"/>
                <a:gd name="connsiteY79" fmla="*/ 1787496 h 6858000"/>
                <a:gd name="connsiteX80" fmla="*/ 8734791 w 9767847"/>
                <a:gd name="connsiteY80" fmla="*/ 1741991 h 6858000"/>
                <a:gd name="connsiteX81" fmla="*/ 8680808 w 9767847"/>
                <a:gd name="connsiteY81" fmla="*/ 1652910 h 6858000"/>
                <a:gd name="connsiteX82" fmla="*/ 8567024 w 9767847"/>
                <a:gd name="connsiteY82" fmla="*/ 1477004 h 6858000"/>
                <a:gd name="connsiteX83" fmla="*/ 8537446 w 9767847"/>
                <a:gd name="connsiteY83" fmla="*/ 1433428 h 6858000"/>
                <a:gd name="connsiteX84" fmla="*/ 8507423 w 9767847"/>
                <a:gd name="connsiteY84" fmla="*/ 1389994 h 6858000"/>
                <a:gd name="connsiteX85" fmla="*/ 8446529 w 9767847"/>
                <a:gd name="connsiteY85" fmla="*/ 1304393 h 6858000"/>
                <a:gd name="connsiteX86" fmla="*/ 8319224 w 9767847"/>
                <a:gd name="connsiteY86" fmla="*/ 1135124 h 6858000"/>
                <a:gd name="connsiteX87" fmla="*/ 8286366 w 9767847"/>
                <a:gd name="connsiteY87" fmla="*/ 1093148 h 6858000"/>
                <a:gd name="connsiteX88" fmla="*/ 8270161 w 9767847"/>
                <a:gd name="connsiteY88" fmla="*/ 1072538 h 6858000"/>
                <a:gd name="connsiteX89" fmla="*/ 8253856 w 9767847"/>
                <a:gd name="connsiteY89" fmla="*/ 1052254 h 6858000"/>
                <a:gd name="connsiteX90" fmla="*/ 8186352 w 9767847"/>
                <a:gd name="connsiteY90" fmla="*/ 970373 h 6858000"/>
                <a:gd name="connsiteX91" fmla="*/ 8046768 w 9767847"/>
                <a:gd name="connsiteY91" fmla="*/ 809527 h 6858000"/>
                <a:gd name="connsiteX92" fmla="*/ 8010927 w 9767847"/>
                <a:gd name="connsiteY92" fmla="*/ 769951 h 6858000"/>
                <a:gd name="connsiteX93" fmla="*/ 7974788 w 9767847"/>
                <a:gd name="connsiteY93" fmla="*/ 730751 h 6858000"/>
                <a:gd name="connsiteX94" fmla="*/ 7901070 w 9767847"/>
                <a:gd name="connsiteY94" fmla="*/ 652823 h 6858000"/>
                <a:gd name="connsiteX95" fmla="*/ 7750054 w 9767847"/>
                <a:gd name="connsiteY95" fmla="*/ 501106 h 6858000"/>
                <a:gd name="connsiteX96" fmla="*/ 7592277 w 9767847"/>
                <a:gd name="connsiteY96" fmla="*/ 355319 h 6858000"/>
                <a:gd name="connsiteX97" fmla="*/ 7257734 w 9767847"/>
                <a:gd name="connsiteY97" fmla="*/ 81062 h 6858000"/>
                <a:gd name="connsiteX98" fmla="*/ 1892109 w 9767847"/>
                <a:gd name="connsiteY98" fmla="*/ 0 h 6858000"/>
                <a:gd name="connsiteX99" fmla="*/ 2298402 w 9767847"/>
                <a:gd name="connsiteY99" fmla="*/ 0 h 6858000"/>
                <a:gd name="connsiteX100" fmla="*/ 2135542 w 9767847"/>
                <a:gd name="connsiteY100" fmla="*/ 121879 h 6858000"/>
                <a:gd name="connsiteX101" fmla="*/ 1969576 w 9767847"/>
                <a:gd name="connsiteY101" fmla="*/ 259084 h 6858000"/>
                <a:gd name="connsiteX102" fmla="*/ 1659938 w 9767847"/>
                <a:gd name="connsiteY102" fmla="*/ 553953 h 6858000"/>
                <a:gd name="connsiteX103" fmla="*/ 729383 w 9767847"/>
                <a:gd name="connsiteY103" fmla="*/ 1940578 h 6858000"/>
                <a:gd name="connsiteX104" fmla="*/ 578465 w 9767847"/>
                <a:gd name="connsiteY104" fmla="*/ 2324905 h 6858000"/>
                <a:gd name="connsiteX105" fmla="*/ 465080 w 9767847"/>
                <a:gd name="connsiteY105" fmla="*/ 2718973 h 6858000"/>
                <a:gd name="connsiteX106" fmla="*/ 423820 w 9767847"/>
                <a:gd name="connsiteY106" fmla="*/ 2919535 h 6858000"/>
                <a:gd name="connsiteX107" fmla="*/ 392355 w 9767847"/>
                <a:gd name="connsiteY107" fmla="*/ 3122169 h 6858000"/>
                <a:gd name="connsiteX108" fmla="*/ 358801 w 9767847"/>
                <a:gd name="connsiteY108" fmla="*/ 3531013 h 6858000"/>
                <a:gd name="connsiteX109" fmla="*/ 410350 w 9767847"/>
                <a:gd name="connsiteY109" fmla="*/ 4352324 h 6858000"/>
                <a:gd name="connsiteX110" fmla="*/ 449022 w 9767847"/>
                <a:gd name="connsiteY110" fmla="*/ 4555147 h 6858000"/>
                <a:gd name="connsiteX111" fmla="*/ 498882 w 9767847"/>
                <a:gd name="connsiteY111" fmla="*/ 4756463 h 6858000"/>
                <a:gd name="connsiteX112" fmla="*/ 559775 w 9767847"/>
                <a:gd name="connsiteY112" fmla="*/ 4955755 h 6858000"/>
                <a:gd name="connsiteX113" fmla="*/ 631406 w 9767847"/>
                <a:gd name="connsiteY113" fmla="*/ 5152084 h 6858000"/>
                <a:gd name="connsiteX114" fmla="*/ 1023461 w 9767847"/>
                <a:gd name="connsiteY114" fmla="*/ 5898055 h 6858000"/>
                <a:gd name="connsiteX115" fmla="*/ 1575880 w 9767847"/>
                <a:gd name="connsiteY115" fmla="*/ 6551744 h 6858000"/>
                <a:gd name="connsiteX116" fmla="*/ 1905228 w 9767847"/>
                <a:gd name="connsiteY116" fmla="*/ 6833566 h 6858000"/>
                <a:gd name="connsiteX117" fmla="*/ 1938629 w 9767847"/>
                <a:gd name="connsiteY117" fmla="*/ 6858000 h 6858000"/>
                <a:gd name="connsiteX118" fmla="*/ 1368607 w 9767847"/>
                <a:gd name="connsiteY118" fmla="*/ 6858000 h 6858000"/>
                <a:gd name="connsiteX119" fmla="*/ 1115251 w 9767847"/>
                <a:gd name="connsiteY119" fmla="*/ 6594103 h 6858000"/>
                <a:gd name="connsiteX120" fmla="*/ 0 w 9767847"/>
                <a:gd name="connsiteY120" fmla="*/ 3653129 h 6858000"/>
                <a:gd name="connsiteX121" fmla="*/ 1777294 w 9767847"/>
                <a:gd name="connsiteY121" fmla="*/ 854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9767847" h="6858000">
                  <a:moveTo>
                    <a:pt x="7145704" y="0"/>
                  </a:moveTo>
                  <a:lnTo>
                    <a:pt x="7875738" y="0"/>
                  </a:lnTo>
                  <a:lnTo>
                    <a:pt x="7990553" y="85415"/>
                  </a:lnTo>
                  <a:cubicBezTo>
                    <a:pt x="9075991" y="933432"/>
                    <a:pt x="9767847" y="2216793"/>
                    <a:pt x="9767847" y="3653129"/>
                  </a:cubicBezTo>
                  <a:cubicBezTo>
                    <a:pt x="9767847" y="4770280"/>
                    <a:pt x="9349317" y="5794890"/>
                    <a:pt x="8652597" y="6594103"/>
                  </a:cubicBezTo>
                  <a:lnTo>
                    <a:pt x="8399240" y="6858000"/>
                  </a:lnTo>
                  <a:lnTo>
                    <a:pt x="6766926" y="6858000"/>
                  </a:lnTo>
                  <a:lnTo>
                    <a:pt x="6804586" y="6821201"/>
                  </a:lnTo>
                  <a:lnTo>
                    <a:pt x="6881735" y="6745295"/>
                  </a:lnTo>
                  <a:cubicBezTo>
                    <a:pt x="6907435" y="6719979"/>
                    <a:pt x="6933134" y="6694896"/>
                    <a:pt x="6958883" y="6668920"/>
                  </a:cubicBezTo>
                  <a:lnTo>
                    <a:pt x="7267925" y="6359792"/>
                  </a:lnTo>
                  <a:lnTo>
                    <a:pt x="7424360" y="6204783"/>
                  </a:lnTo>
                  <a:cubicBezTo>
                    <a:pt x="7450754" y="6178900"/>
                    <a:pt x="7477598" y="6152829"/>
                    <a:pt x="7504938" y="6126806"/>
                  </a:cubicBezTo>
                  <a:lnTo>
                    <a:pt x="7546396" y="6087795"/>
                  </a:lnTo>
                  <a:cubicBezTo>
                    <a:pt x="7560264" y="6074901"/>
                    <a:pt x="7574780" y="6061630"/>
                    <a:pt x="7588002" y="6049630"/>
                  </a:cubicBezTo>
                  <a:lnTo>
                    <a:pt x="7631000" y="6010807"/>
                  </a:lnTo>
                  <a:lnTo>
                    <a:pt x="7675440" y="5972407"/>
                  </a:lnTo>
                  <a:cubicBezTo>
                    <a:pt x="7690404" y="5959796"/>
                    <a:pt x="7705564" y="5947419"/>
                    <a:pt x="7720626" y="5934949"/>
                  </a:cubicBezTo>
                  <a:cubicBezTo>
                    <a:pt x="7735738" y="5922525"/>
                    <a:pt x="7751197" y="5910619"/>
                    <a:pt x="7766458" y="5898432"/>
                  </a:cubicBezTo>
                  <a:cubicBezTo>
                    <a:pt x="7827949" y="5850290"/>
                    <a:pt x="7890979" y="5804597"/>
                    <a:pt x="7955254" y="5760926"/>
                  </a:cubicBezTo>
                  <a:cubicBezTo>
                    <a:pt x="8083800" y="5673632"/>
                    <a:pt x="8216872" y="5594434"/>
                    <a:pt x="8352678" y="5521728"/>
                  </a:cubicBezTo>
                  <a:lnTo>
                    <a:pt x="8451350" y="5469352"/>
                  </a:lnTo>
                  <a:lnTo>
                    <a:pt x="8548532" y="5417493"/>
                  </a:lnTo>
                  <a:cubicBezTo>
                    <a:pt x="8612110" y="5383188"/>
                    <a:pt x="8673251" y="5349306"/>
                    <a:pt x="8729473" y="5314059"/>
                  </a:cubicBezTo>
                  <a:cubicBezTo>
                    <a:pt x="8743591" y="5305213"/>
                    <a:pt x="8757161" y="5296459"/>
                    <a:pt x="8770781" y="5287330"/>
                  </a:cubicBezTo>
                  <a:cubicBezTo>
                    <a:pt x="8777591" y="5282765"/>
                    <a:pt x="8784451" y="5278201"/>
                    <a:pt x="8790964" y="5273590"/>
                  </a:cubicBezTo>
                  <a:cubicBezTo>
                    <a:pt x="8797574" y="5268977"/>
                    <a:pt x="8804235" y="5264412"/>
                    <a:pt x="8810499" y="5259801"/>
                  </a:cubicBezTo>
                  <a:cubicBezTo>
                    <a:pt x="8835999" y="5241401"/>
                    <a:pt x="8860407" y="5222389"/>
                    <a:pt x="8883571" y="5202577"/>
                  </a:cubicBezTo>
                  <a:cubicBezTo>
                    <a:pt x="8929900" y="5162954"/>
                    <a:pt x="8971258" y="5120413"/>
                    <a:pt x="9006651" y="5074625"/>
                  </a:cubicBezTo>
                  <a:cubicBezTo>
                    <a:pt x="9015351" y="5063426"/>
                    <a:pt x="9024398" y="5050955"/>
                    <a:pt x="9033494" y="5038203"/>
                  </a:cubicBezTo>
                  <a:lnTo>
                    <a:pt x="9040305" y="5028649"/>
                  </a:lnTo>
                  <a:lnTo>
                    <a:pt x="9046568" y="5019379"/>
                  </a:lnTo>
                  <a:cubicBezTo>
                    <a:pt x="9050743" y="5013261"/>
                    <a:pt x="9054819" y="5007050"/>
                    <a:pt x="9058846" y="5000743"/>
                  </a:cubicBezTo>
                  <a:cubicBezTo>
                    <a:pt x="9075002" y="4975615"/>
                    <a:pt x="9090212" y="4949403"/>
                    <a:pt x="9104529" y="4922203"/>
                  </a:cubicBezTo>
                  <a:cubicBezTo>
                    <a:pt x="9133211" y="4867850"/>
                    <a:pt x="9158313" y="4809545"/>
                    <a:pt x="9181081" y="4748792"/>
                  </a:cubicBezTo>
                  <a:cubicBezTo>
                    <a:pt x="9203748" y="4688276"/>
                    <a:pt x="9223383" y="4625876"/>
                    <a:pt x="9240731" y="4561970"/>
                  </a:cubicBezTo>
                  <a:cubicBezTo>
                    <a:pt x="9249481" y="4530064"/>
                    <a:pt x="9257682" y="4497782"/>
                    <a:pt x="9265388" y="4465171"/>
                  </a:cubicBezTo>
                  <a:cubicBezTo>
                    <a:pt x="9269215" y="4448842"/>
                    <a:pt x="9272943" y="4432465"/>
                    <a:pt x="9276571" y="4416041"/>
                  </a:cubicBezTo>
                  <a:lnTo>
                    <a:pt x="9281841" y="4391477"/>
                  </a:lnTo>
                  <a:lnTo>
                    <a:pt x="9286513" y="4368936"/>
                  </a:lnTo>
                  <a:lnTo>
                    <a:pt x="9296754" y="4316136"/>
                  </a:lnTo>
                  <a:lnTo>
                    <a:pt x="9301029" y="4293172"/>
                  </a:lnTo>
                  <a:lnTo>
                    <a:pt x="9302818" y="4282679"/>
                  </a:lnTo>
                  <a:lnTo>
                    <a:pt x="9304658" y="4270914"/>
                  </a:lnTo>
                  <a:lnTo>
                    <a:pt x="9312810" y="4220043"/>
                  </a:lnTo>
                  <a:lnTo>
                    <a:pt x="9316887" y="4194584"/>
                  </a:lnTo>
                  <a:lnTo>
                    <a:pt x="9318923" y="4181878"/>
                  </a:lnTo>
                  <a:cubicBezTo>
                    <a:pt x="9319570" y="4177644"/>
                    <a:pt x="9319969" y="4173267"/>
                    <a:pt x="9320515" y="4168984"/>
                  </a:cubicBezTo>
                  <a:lnTo>
                    <a:pt x="9332445" y="4069079"/>
                  </a:lnTo>
                  <a:cubicBezTo>
                    <a:pt x="9333836" y="4056468"/>
                    <a:pt x="9334880" y="4040986"/>
                    <a:pt x="9336173" y="4022774"/>
                  </a:cubicBezTo>
                  <a:lnTo>
                    <a:pt x="9340199" y="3969269"/>
                  </a:lnTo>
                  <a:cubicBezTo>
                    <a:pt x="9345071" y="3903904"/>
                    <a:pt x="9347358" y="3837081"/>
                    <a:pt x="9347557" y="3770070"/>
                  </a:cubicBezTo>
                  <a:cubicBezTo>
                    <a:pt x="9347656" y="3736518"/>
                    <a:pt x="9347209" y="3702871"/>
                    <a:pt x="9346364" y="3669036"/>
                  </a:cubicBezTo>
                  <a:lnTo>
                    <a:pt x="9344921" y="3619341"/>
                  </a:lnTo>
                  <a:lnTo>
                    <a:pt x="9344524" y="3607624"/>
                  </a:lnTo>
                  <a:lnTo>
                    <a:pt x="9343728" y="3594872"/>
                  </a:lnTo>
                  <a:lnTo>
                    <a:pt x="9342188" y="3569366"/>
                  </a:lnTo>
                  <a:lnTo>
                    <a:pt x="9339056" y="3518354"/>
                  </a:lnTo>
                  <a:cubicBezTo>
                    <a:pt x="9337914" y="3501319"/>
                    <a:pt x="9335874" y="3484236"/>
                    <a:pt x="9334334" y="3467155"/>
                  </a:cubicBezTo>
                  <a:lnTo>
                    <a:pt x="9329363" y="3415908"/>
                  </a:lnTo>
                  <a:lnTo>
                    <a:pt x="9328319" y="3404755"/>
                  </a:lnTo>
                  <a:lnTo>
                    <a:pt x="9327177" y="3394214"/>
                  </a:lnTo>
                  <a:lnTo>
                    <a:pt x="9324293" y="3370872"/>
                  </a:lnTo>
                  <a:lnTo>
                    <a:pt x="9320763" y="3344427"/>
                  </a:lnTo>
                  <a:lnTo>
                    <a:pt x="9317184" y="3315343"/>
                  </a:lnTo>
                  <a:cubicBezTo>
                    <a:pt x="9315594" y="3300991"/>
                    <a:pt x="9313506" y="3286404"/>
                    <a:pt x="9311021" y="3270309"/>
                  </a:cubicBezTo>
                  <a:lnTo>
                    <a:pt x="9302719" y="3219815"/>
                  </a:lnTo>
                  <a:cubicBezTo>
                    <a:pt x="9299936" y="3203157"/>
                    <a:pt x="9297003" y="3186498"/>
                    <a:pt x="9293970" y="3169887"/>
                  </a:cubicBezTo>
                  <a:cubicBezTo>
                    <a:pt x="9281891" y="3103393"/>
                    <a:pt x="9267674" y="3037182"/>
                    <a:pt x="9252065" y="2971205"/>
                  </a:cubicBezTo>
                  <a:cubicBezTo>
                    <a:pt x="9244261" y="2938265"/>
                    <a:pt x="9235959" y="2905371"/>
                    <a:pt x="9227211" y="2872571"/>
                  </a:cubicBezTo>
                  <a:lnTo>
                    <a:pt x="9220699" y="2848524"/>
                  </a:lnTo>
                  <a:lnTo>
                    <a:pt x="9213740" y="2824289"/>
                  </a:lnTo>
                  <a:cubicBezTo>
                    <a:pt x="9209216" y="2808147"/>
                    <a:pt x="9204345" y="2791866"/>
                    <a:pt x="9199374" y="2775536"/>
                  </a:cubicBezTo>
                  <a:cubicBezTo>
                    <a:pt x="9159855" y="2645184"/>
                    <a:pt x="9114272" y="2516197"/>
                    <a:pt x="9061829" y="2389515"/>
                  </a:cubicBezTo>
                  <a:cubicBezTo>
                    <a:pt x="9035582" y="2326175"/>
                    <a:pt x="9008043" y="2263258"/>
                    <a:pt x="8978865" y="2200953"/>
                  </a:cubicBezTo>
                  <a:lnTo>
                    <a:pt x="8956694" y="2154317"/>
                  </a:lnTo>
                  <a:lnTo>
                    <a:pt x="8934176" y="2108012"/>
                  </a:lnTo>
                  <a:cubicBezTo>
                    <a:pt x="8918915" y="2077189"/>
                    <a:pt x="8903157" y="2046130"/>
                    <a:pt x="8887151" y="2015448"/>
                  </a:cubicBezTo>
                  <a:cubicBezTo>
                    <a:pt x="8854988" y="1953989"/>
                    <a:pt x="8822082" y="1892908"/>
                    <a:pt x="8787533" y="1832625"/>
                  </a:cubicBezTo>
                  <a:lnTo>
                    <a:pt x="8761485" y="1787496"/>
                  </a:lnTo>
                  <a:lnTo>
                    <a:pt x="8734791" y="1741991"/>
                  </a:lnTo>
                  <a:cubicBezTo>
                    <a:pt x="8717047" y="1711921"/>
                    <a:pt x="8699200" y="1682461"/>
                    <a:pt x="8680808" y="1652910"/>
                  </a:cubicBezTo>
                  <a:cubicBezTo>
                    <a:pt x="8644322" y="1593756"/>
                    <a:pt x="8606194" y="1535216"/>
                    <a:pt x="8567024" y="1477004"/>
                  </a:cubicBezTo>
                  <a:lnTo>
                    <a:pt x="8537446" y="1433428"/>
                  </a:lnTo>
                  <a:lnTo>
                    <a:pt x="8507423" y="1389994"/>
                  </a:lnTo>
                  <a:cubicBezTo>
                    <a:pt x="8487390" y="1361382"/>
                    <a:pt x="8467158" y="1332817"/>
                    <a:pt x="8446529" y="1304393"/>
                  </a:cubicBezTo>
                  <a:cubicBezTo>
                    <a:pt x="8405271" y="1247595"/>
                    <a:pt x="8362718" y="1191218"/>
                    <a:pt x="8319224" y="1135124"/>
                  </a:cubicBezTo>
                  <a:lnTo>
                    <a:pt x="8286366" y="1093148"/>
                  </a:lnTo>
                  <a:lnTo>
                    <a:pt x="8270161" y="1072538"/>
                  </a:lnTo>
                  <a:lnTo>
                    <a:pt x="8253856" y="1052254"/>
                  </a:lnTo>
                  <a:cubicBezTo>
                    <a:pt x="8231636" y="1024773"/>
                    <a:pt x="8209117" y="997479"/>
                    <a:pt x="8186352" y="970373"/>
                  </a:cubicBezTo>
                  <a:cubicBezTo>
                    <a:pt x="8140917" y="916020"/>
                    <a:pt x="8094240" y="862515"/>
                    <a:pt x="8046768" y="809527"/>
                  </a:cubicBezTo>
                  <a:lnTo>
                    <a:pt x="8010927" y="769951"/>
                  </a:lnTo>
                  <a:lnTo>
                    <a:pt x="7974788" y="730751"/>
                  </a:lnTo>
                  <a:cubicBezTo>
                    <a:pt x="7950382" y="704587"/>
                    <a:pt x="7925824" y="678563"/>
                    <a:pt x="7901070" y="652823"/>
                  </a:cubicBezTo>
                  <a:cubicBezTo>
                    <a:pt x="7851510" y="601387"/>
                    <a:pt x="7801404" y="550612"/>
                    <a:pt x="7750054" y="501106"/>
                  </a:cubicBezTo>
                  <a:cubicBezTo>
                    <a:pt x="7698902" y="451742"/>
                    <a:pt x="7645913" y="403036"/>
                    <a:pt x="7592277" y="355319"/>
                  </a:cubicBezTo>
                  <a:cubicBezTo>
                    <a:pt x="7484856" y="259884"/>
                    <a:pt x="7373308" y="168402"/>
                    <a:pt x="7257734" y="81062"/>
                  </a:cubicBezTo>
                  <a:close/>
                  <a:moveTo>
                    <a:pt x="1892109" y="0"/>
                  </a:moveTo>
                  <a:lnTo>
                    <a:pt x="2298402" y="0"/>
                  </a:lnTo>
                  <a:lnTo>
                    <a:pt x="2135542" y="121879"/>
                  </a:lnTo>
                  <a:cubicBezTo>
                    <a:pt x="2078998" y="166378"/>
                    <a:pt x="2023659" y="212143"/>
                    <a:pt x="1969576" y="259084"/>
                  </a:cubicBezTo>
                  <a:cubicBezTo>
                    <a:pt x="1861309" y="352918"/>
                    <a:pt x="1758064" y="451412"/>
                    <a:pt x="1659938" y="553953"/>
                  </a:cubicBezTo>
                  <a:cubicBezTo>
                    <a:pt x="1266987" y="964444"/>
                    <a:pt x="953820" y="1435593"/>
                    <a:pt x="729383" y="1940578"/>
                  </a:cubicBezTo>
                  <a:cubicBezTo>
                    <a:pt x="673260" y="2066459"/>
                    <a:pt x="622855" y="2195070"/>
                    <a:pt x="578465" y="2324905"/>
                  </a:cubicBezTo>
                  <a:cubicBezTo>
                    <a:pt x="534125" y="2454785"/>
                    <a:pt x="496147" y="2586314"/>
                    <a:pt x="465080" y="2718973"/>
                  </a:cubicBezTo>
                  <a:cubicBezTo>
                    <a:pt x="449769" y="2785089"/>
                    <a:pt x="435850" y="2852289"/>
                    <a:pt x="423820" y="2919535"/>
                  </a:cubicBezTo>
                  <a:cubicBezTo>
                    <a:pt x="411840" y="2986829"/>
                    <a:pt x="401054" y="3054358"/>
                    <a:pt x="392355" y="3122169"/>
                  </a:cubicBezTo>
                  <a:cubicBezTo>
                    <a:pt x="374509" y="3257744"/>
                    <a:pt x="363424" y="3393978"/>
                    <a:pt x="358801" y="3531013"/>
                  </a:cubicBezTo>
                  <a:cubicBezTo>
                    <a:pt x="349009" y="3804941"/>
                    <a:pt x="366357" y="4079668"/>
                    <a:pt x="410350" y="4352324"/>
                  </a:cubicBezTo>
                  <a:cubicBezTo>
                    <a:pt x="421286" y="4420230"/>
                    <a:pt x="434209" y="4487758"/>
                    <a:pt x="449022" y="4555147"/>
                  </a:cubicBezTo>
                  <a:cubicBezTo>
                    <a:pt x="463737" y="4622534"/>
                    <a:pt x="480389" y="4689686"/>
                    <a:pt x="498882" y="4756463"/>
                  </a:cubicBezTo>
                  <a:cubicBezTo>
                    <a:pt x="517373" y="4823239"/>
                    <a:pt x="537704" y="4889733"/>
                    <a:pt x="559775" y="4955755"/>
                  </a:cubicBezTo>
                  <a:cubicBezTo>
                    <a:pt x="581946" y="5021873"/>
                    <a:pt x="605358" y="5087473"/>
                    <a:pt x="631406" y="5152084"/>
                  </a:cubicBezTo>
                  <a:cubicBezTo>
                    <a:pt x="734055" y="5411706"/>
                    <a:pt x="865188" y="5662668"/>
                    <a:pt x="1023461" y="5898055"/>
                  </a:cubicBezTo>
                  <a:cubicBezTo>
                    <a:pt x="1181487" y="6133676"/>
                    <a:pt x="1367051" y="6353345"/>
                    <a:pt x="1575880" y="6551744"/>
                  </a:cubicBezTo>
                  <a:cubicBezTo>
                    <a:pt x="1680269" y="6651014"/>
                    <a:pt x="1790338" y="6745037"/>
                    <a:pt x="1905228" y="6833566"/>
                  </a:cubicBezTo>
                  <a:lnTo>
                    <a:pt x="1938629" y="6858000"/>
                  </a:lnTo>
                  <a:lnTo>
                    <a:pt x="1368607" y="6858000"/>
                  </a:lnTo>
                  <a:lnTo>
                    <a:pt x="1115251" y="6594103"/>
                  </a:lnTo>
                  <a:cubicBezTo>
                    <a:pt x="418530" y="5794890"/>
                    <a:pt x="0" y="4770280"/>
                    <a:pt x="0" y="3653129"/>
                  </a:cubicBezTo>
                  <a:cubicBezTo>
                    <a:pt x="0" y="2216793"/>
                    <a:pt x="691856" y="933432"/>
                    <a:pt x="1777294" y="85415"/>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grpSp>
      <p:sp>
        <p:nvSpPr>
          <p:cNvPr id="2" name="Title 1">
            <a:extLst>
              <a:ext uri="{FF2B5EF4-FFF2-40B4-BE49-F238E27FC236}">
                <a16:creationId xmlns:a16="http://schemas.microsoft.com/office/drawing/2014/main" id="{8FB44EAD-9809-7711-9716-CB8F557A1391}"/>
              </a:ext>
            </a:extLst>
          </p:cNvPr>
          <p:cNvSpPr>
            <a:spLocks noGrp="1"/>
          </p:cNvSpPr>
          <p:nvPr>
            <p:ph type="ctrTitle"/>
          </p:nvPr>
        </p:nvSpPr>
        <p:spPr>
          <a:xfrm>
            <a:off x="876300" y="45868"/>
            <a:ext cx="10263459" cy="923925"/>
          </a:xfrm>
        </p:spPr>
        <p:txBody>
          <a:bodyPr anchor="b">
            <a:normAutofit/>
          </a:bodyPr>
          <a:lstStyle/>
          <a:p>
            <a:r>
              <a:rPr lang="en-IN" sz="4000" dirty="0">
                <a:solidFill>
                  <a:schemeClr val="tx2"/>
                </a:solidFill>
                <a:latin typeface="Engravers MT" panose="02090707080505020304" pitchFamily="18" charset="0"/>
              </a:rPr>
              <a:t>History  of MISRA-C</a:t>
            </a:r>
            <a:endParaRPr lang="en-IN" sz="4000" dirty="0">
              <a:solidFill>
                <a:schemeClr val="tx2"/>
              </a:solidFill>
            </a:endParaRPr>
          </a:p>
        </p:txBody>
      </p:sp>
      <p:grpSp>
        <p:nvGrpSpPr>
          <p:cNvPr id="23" name="Group 22">
            <a:extLst>
              <a:ext uri="{FF2B5EF4-FFF2-40B4-BE49-F238E27FC236}">
                <a16:creationId xmlns:a16="http://schemas.microsoft.com/office/drawing/2014/main" id="{87F87F1B-42BA-4AC7-A4E2-41544DDB2CE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05" y="-4155"/>
            <a:ext cx="2514948" cy="2174333"/>
            <a:chOff x="-305" y="-4155"/>
            <a:chExt cx="2514948" cy="2174333"/>
          </a:xfrm>
        </p:grpSpPr>
        <p:sp>
          <p:nvSpPr>
            <p:cNvPr id="24" name="Freeform: Shape 23">
              <a:extLst>
                <a:ext uri="{FF2B5EF4-FFF2-40B4-BE49-F238E27FC236}">
                  <a16:creationId xmlns:a16="http://schemas.microsoft.com/office/drawing/2014/main" id="{68B53067-4E48-4E71-A6A9-A8CAABAFBF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Freeform: Shape 24">
              <a:extLst>
                <a:ext uri="{FF2B5EF4-FFF2-40B4-BE49-F238E27FC236}">
                  <a16:creationId xmlns:a16="http://schemas.microsoft.com/office/drawing/2014/main" id="{06D1A0D3-4BB8-41D9-9CE7-2884C83F44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Freeform: Shape 25">
              <a:extLst>
                <a:ext uri="{FF2B5EF4-FFF2-40B4-BE49-F238E27FC236}">
                  <a16:creationId xmlns:a16="http://schemas.microsoft.com/office/drawing/2014/main" id="{81E20F06-3B09-4B89-A36B-AB8BFBCCA5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dirty="0"/>
            </a:p>
          </p:txBody>
        </p:sp>
        <p:sp>
          <p:nvSpPr>
            <p:cNvPr id="27" name="Freeform: Shape 26">
              <a:extLst>
                <a:ext uri="{FF2B5EF4-FFF2-40B4-BE49-F238E27FC236}">
                  <a16:creationId xmlns:a16="http://schemas.microsoft.com/office/drawing/2014/main" id="{DAE6C3D7-7D5B-4926-877D-45F117BB6B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9" name="Group 28">
            <a:extLst>
              <a:ext uri="{FF2B5EF4-FFF2-40B4-BE49-F238E27FC236}">
                <a16:creationId xmlns:a16="http://schemas.microsoft.com/office/drawing/2014/main" id="{967346A5-7569-4F15-AB5D-BE3DADF192C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9685727" y="4683666"/>
            <a:ext cx="2514948" cy="2174333"/>
            <a:chOff x="-305" y="-4155"/>
            <a:chExt cx="2514948" cy="2174333"/>
          </a:xfrm>
        </p:grpSpPr>
        <p:sp>
          <p:nvSpPr>
            <p:cNvPr id="30" name="Freeform: Shape 29">
              <a:extLst>
                <a:ext uri="{FF2B5EF4-FFF2-40B4-BE49-F238E27FC236}">
                  <a16:creationId xmlns:a16="http://schemas.microsoft.com/office/drawing/2014/main" id="{E1951533-A568-4765-AB1F-F71D9AFDEA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 name="Freeform: Shape 30">
              <a:extLst>
                <a:ext uri="{FF2B5EF4-FFF2-40B4-BE49-F238E27FC236}">
                  <a16:creationId xmlns:a16="http://schemas.microsoft.com/office/drawing/2014/main" id="{A7214F52-4F3F-4C96-A62E-F1401D6C04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Freeform: Shape 31">
              <a:extLst>
                <a:ext uri="{FF2B5EF4-FFF2-40B4-BE49-F238E27FC236}">
                  <a16:creationId xmlns:a16="http://schemas.microsoft.com/office/drawing/2014/main" id="{023146A1-291C-4FA0-AB5B-EB04D42398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dirty="0"/>
            </a:p>
          </p:txBody>
        </p:sp>
        <p:sp>
          <p:nvSpPr>
            <p:cNvPr id="33" name="Freeform: Shape 32">
              <a:extLst>
                <a:ext uri="{FF2B5EF4-FFF2-40B4-BE49-F238E27FC236}">
                  <a16:creationId xmlns:a16="http://schemas.microsoft.com/office/drawing/2014/main" id="{62977932-2B03-4899-8306-5002CEE68E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5" name="Title 1">
            <a:extLst>
              <a:ext uri="{FF2B5EF4-FFF2-40B4-BE49-F238E27FC236}">
                <a16:creationId xmlns:a16="http://schemas.microsoft.com/office/drawing/2014/main" id="{D6EE584E-84BC-FC84-2A5F-A0E7AF1256B7}"/>
              </a:ext>
            </a:extLst>
          </p:cNvPr>
          <p:cNvSpPr txBox="1">
            <a:spLocks/>
          </p:cNvSpPr>
          <p:nvPr/>
        </p:nvSpPr>
        <p:spPr>
          <a:xfrm>
            <a:off x="10382250" y="3983"/>
            <a:ext cx="1809445" cy="44767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2000" dirty="0">
                <a:solidFill>
                  <a:schemeClr val="tx2"/>
                </a:solidFill>
              </a:rPr>
              <a:t>MISRA C -2012</a:t>
            </a:r>
          </a:p>
        </p:txBody>
      </p:sp>
      <p:sp>
        <p:nvSpPr>
          <p:cNvPr id="6" name="Subtitle 2">
            <a:extLst>
              <a:ext uri="{FF2B5EF4-FFF2-40B4-BE49-F238E27FC236}">
                <a16:creationId xmlns:a16="http://schemas.microsoft.com/office/drawing/2014/main" id="{C992C8E1-40D9-45CC-B67A-D8B86D2A381E}"/>
              </a:ext>
            </a:extLst>
          </p:cNvPr>
          <p:cNvSpPr txBox="1">
            <a:spLocks/>
          </p:cNvSpPr>
          <p:nvPr/>
        </p:nvSpPr>
        <p:spPr>
          <a:xfrm>
            <a:off x="3432265" y="853500"/>
            <a:ext cx="5188034" cy="682079"/>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115000"/>
              </a:lnSpc>
              <a:spcAft>
                <a:spcPts val="800"/>
              </a:spcAft>
            </a:pPr>
            <a:r>
              <a:rPr lang="en-IN" kern="100" dirty="0">
                <a:solidFill>
                  <a:srgbClr val="666666"/>
                </a:solidFill>
                <a:effectLst/>
                <a:highlight>
                  <a:srgbClr val="FFFF00"/>
                </a:highlight>
                <a:latin typeface="Times New Roman" panose="02020603050405020304" pitchFamily="18" charset="0"/>
                <a:ea typeface="Aptos" panose="020B0004020202020204" pitchFamily="34" charset="0"/>
                <a:cs typeface="Times New Roman" panose="02020603050405020304" pitchFamily="18" charset="0"/>
              </a:rPr>
              <a:t>Misra2012:Rule-1.2</a:t>
            </a:r>
          </a:p>
        </p:txBody>
      </p:sp>
      <p:sp>
        <p:nvSpPr>
          <p:cNvPr id="9" name="TextBox 8">
            <a:extLst>
              <a:ext uri="{FF2B5EF4-FFF2-40B4-BE49-F238E27FC236}">
                <a16:creationId xmlns:a16="http://schemas.microsoft.com/office/drawing/2014/main" id="{194666A0-7314-A810-6AE2-084357CCB287}"/>
              </a:ext>
            </a:extLst>
          </p:cNvPr>
          <p:cNvSpPr txBox="1"/>
          <p:nvPr/>
        </p:nvSpPr>
        <p:spPr>
          <a:xfrm>
            <a:off x="1318428" y="1592211"/>
            <a:ext cx="9194875" cy="369332"/>
          </a:xfrm>
          <a:prstGeom prst="rect">
            <a:avLst/>
          </a:prstGeom>
          <a:noFill/>
        </p:spPr>
        <p:txBody>
          <a:bodyPr wrap="square">
            <a:spAutoFit/>
          </a:bodyPr>
          <a:lstStyle/>
          <a:p>
            <a:pPr algn="l"/>
            <a:r>
              <a:rPr lang="en-IN" sz="1800" b="0" i="0" u="none" strike="noStrike" baseline="0" dirty="0">
                <a:latin typeface="OpenSans"/>
              </a:rPr>
              <a:t>Category - </a:t>
            </a:r>
            <a:r>
              <a:rPr lang="en-IN" sz="1800" b="0" i="0" u="none" strike="noStrike" baseline="0" dirty="0">
                <a:latin typeface="OpenSans-Light"/>
              </a:rPr>
              <a:t>Advisory   Analysis </a:t>
            </a:r>
            <a:r>
              <a:rPr lang="en-IN" sz="1800" b="0" i="0" u="none" strike="noStrike" baseline="0" dirty="0">
                <a:latin typeface="OpenSans"/>
              </a:rPr>
              <a:t> -</a:t>
            </a:r>
            <a:r>
              <a:rPr lang="en-IN" sz="1800" b="0" i="0" u="none" strike="noStrike" baseline="0" dirty="0">
                <a:latin typeface="OpenSans-Light"/>
              </a:rPr>
              <a:t>Undecidable, Single Translation Unit    </a:t>
            </a:r>
            <a:r>
              <a:rPr lang="en-IN" sz="1800" b="0" i="0" u="none" strike="noStrike" baseline="0" dirty="0">
                <a:latin typeface="OpenSans"/>
              </a:rPr>
              <a:t>Applies to - </a:t>
            </a:r>
            <a:r>
              <a:rPr lang="en-IN" sz="1800" b="0" i="0" u="none" strike="noStrike" baseline="0" dirty="0">
                <a:latin typeface="OpenSans-Light"/>
              </a:rPr>
              <a:t>C90, C99</a:t>
            </a:r>
            <a:endParaRPr lang="en-IN" dirty="0"/>
          </a:p>
        </p:txBody>
      </p:sp>
      <p:sp>
        <p:nvSpPr>
          <p:cNvPr id="11" name="TextBox 10">
            <a:extLst>
              <a:ext uri="{FF2B5EF4-FFF2-40B4-BE49-F238E27FC236}">
                <a16:creationId xmlns:a16="http://schemas.microsoft.com/office/drawing/2014/main" id="{C4C6A04D-5BB7-63EA-A693-2BBCFE3361E4}"/>
              </a:ext>
            </a:extLst>
          </p:cNvPr>
          <p:cNvSpPr txBox="1"/>
          <p:nvPr/>
        </p:nvSpPr>
        <p:spPr>
          <a:xfrm>
            <a:off x="2357948" y="2894163"/>
            <a:ext cx="8412974" cy="2862322"/>
          </a:xfrm>
          <a:prstGeom prst="rect">
            <a:avLst/>
          </a:prstGeom>
          <a:noFill/>
        </p:spPr>
        <p:txBody>
          <a:bodyPr wrap="square">
            <a:spAutoFit/>
          </a:bodyPr>
          <a:lstStyle/>
          <a:p>
            <a:r>
              <a:rPr lang="en-IN" i="0" dirty="0">
                <a:effectLst/>
                <a:latin typeface="Times New Roman" panose="02020603050405020304" pitchFamily="18" charset="0"/>
                <a:cs typeface="Times New Roman" panose="02020603050405020304" pitchFamily="18" charset="0"/>
              </a:rPr>
              <a:t>#include &lt;</a:t>
            </a:r>
            <a:r>
              <a:rPr lang="en-IN" i="0" dirty="0" err="1">
                <a:effectLst/>
                <a:latin typeface="Times New Roman" panose="02020603050405020304" pitchFamily="18" charset="0"/>
                <a:cs typeface="Times New Roman" panose="02020603050405020304" pitchFamily="18" charset="0"/>
              </a:rPr>
              <a:t>stdio.h</a:t>
            </a:r>
            <a:r>
              <a:rPr lang="en-IN" i="0" dirty="0">
                <a:effectLst/>
                <a:latin typeface="Times New Roman" panose="02020603050405020304" pitchFamily="18" charset="0"/>
                <a:cs typeface="Times New Roman" panose="02020603050405020304" pitchFamily="18" charset="0"/>
              </a:rPr>
              <a:t>&gt; int main() </a:t>
            </a:r>
          </a:p>
          <a:p>
            <a:r>
              <a:rPr lang="en-IN" i="0" dirty="0">
                <a:effectLst/>
                <a:latin typeface="Times New Roman" panose="02020603050405020304" pitchFamily="18" charset="0"/>
                <a:cs typeface="Times New Roman" panose="02020603050405020304" pitchFamily="18" charset="0"/>
              </a:rPr>
              <a:t>{ int num1 = 10;</a:t>
            </a:r>
          </a:p>
          <a:p>
            <a:r>
              <a:rPr lang="en-IN" i="0" dirty="0">
                <a:effectLst/>
                <a:latin typeface="Times New Roman" panose="02020603050405020304" pitchFamily="18" charset="0"/>
                <a:cs typeface="Times New Roman" panose="02020603050405020304" pitchFamily="18" charset="0"/>
              </a:rPr>
              <a:t> int num2 = 20; // Violation: Using a language extension (C99-style inline declaration) </a:t>
            </a:r>
          </a:p>
          <a:p>
            <a:endParaRPr lang="en-IN" i="0" dirty="0">
              <a:effectLst/>
              <a:latin typeface="Times New Roman" panose="02020603050405020304" pitchFamily="18" charset="0"/>
              <a:cs typeface="Times New Roman" panose="02020603050405020304" pitchFamily="18" charset="0"/>
            </a:endParaRPr>
          </a:p>
          <a:p>
            <a:r>
              <a:rPr lang="en-IN" i="0" dirty="0">
                <a:effectLst/>
                <a:latin typeface="Times New Roman" panose="02020603050405020304" pitchFamily="18" charset="0"/>
                <a:cs typeface="Times New Roman" panose="02020603050405020304" pitchFamily="18" charset="0"/>
              </a:rPr>
              <a:t>for (</a:t>
            </a:r>
            <a:r>
              <a:rPr lang="en-IN" i="0" dirty="0">
                <a:effectLst/>
                <a:highlight>
                  <a:srgbClr val="FFFF00"/>
                </a:highlight>
                <a:latin typeface="Times New Roman" panose="02020603050405020304" pitchFamily="18" charset="0"/>
                <a:cs typeface="Times New Roman" panose="02020603050405020304" pitchFamily="18" charset="0"/>
              </a:rPr>
              <a:t>int </a:t>
            </a:r>
            <a:r>
              <a:rPr lang="en-IN" i="0" dirty="0" err="1">
                <a:effectLst/>
                <a:highlight>
                  <a:srgbClr val="FFFF00"/>
                </a:highlight>
                <a:latin typeface="Times New Roman" panose="02020603050405020304" pitchFamily="18" charset="0"/>
                <a:cs typeface="Times New Roman" panose="02020603050405020304" pitchFamily="18" charset="0"/>
              </a:rPr>
              <a:t>i</a:t>
            </a:r>
            <a:r>
              <a:rPr lang="en-IN" i="0" dirty="0">
                <a:effectLst/>
                <a:highlight>
                  <a:srgbClr val="FFFF00"/>
                </a:highlight>
                <a:latin typeface="Times New Roman" panose="02020603050405020304" pitchFamily="18" charset="0"/>
                <a:cs typeface="Times New Roman" panose="02020603050405020304" pitchFamily="18" charset="0"/>
              </a:rPr>
              <a:t> </a:t>
            </a:r>
            <a:r>
              <a:rPr lang="en-IN" i="0" dirty="0">
                <a:effectLst/>
                <a:latin typeface="Times New Roman" panose="02020603050405020304" pitchFamily="18" charset="0"/>
                <a:cs typeface="Times New Roman" panose="02020603050405020304" pitchFamily="18" charset="0"/>
              </a:rPr>
              <a:t>= 0; </a:t>
            </a:r>
            <a:r>
              <a:rPr lang="en-IN" i="0" dirty="0" err="1">
                <a:effectLst/>
                <a:latin typeface="Times New Roman" panose="02020603050405020304" pitchFamily="18" charset="0"/>
                <a:cs typeface="Times New Roman" panose="02020603050405020304" pitchFamily="18" charset="0"/>
              </a:rPr>
              <a:t>i</a:t>
            </a:r>
            <a:r>
              <a:rPr lang="en-IN" i="0" dirty="0">
                <a:effectLst/>
                <a:latin typeface="Times New Roman" panose="02020603050405020304" pitchFamily="18" charset="0"/>
                <a:cs typeface="Times New Roman" panose="02020603050405020304" pitchFamily="18" charset="0"/>
              </a:rPr>
              <a:t> &lt; 5; </a:t>
            </a:r>
            <a:r>
              <a:rPr lang="en-IN" i="0" dirty="0" err="1">
                <a:effectLst/>
                <a:latin typeface="Times New Roman" panose="02020603050405020304" pitchFamily="18" charset="0"/>
                <a:cs typeface="Times New Roman" panose="02020603050405020304" pitchFamily="18" charset="0"/>
              </a:rPr>
              <a:t>i</a:t>
            </a:r>
            <a:r>
              <a:rPr lang="en-IN" i="0" dirty="0">
                <a:effectLst/>
                <a:latin typeface="Times New Roman" panose="02020603050405020304" pitchFamily="18" charset="0"/>
                <a:cs typeface="Times New Roman" panose="02020603050405020304" pitchFamily="18" charset="0"/>
              </a:rPr>
              <a:t>++) </a:t>
            </a:r>
          </a:p>
          <a:p>
            <a:r>
              <a:rPr lang="en-IN" i="0" dirty="0">
                <a:effectLst/>
                <a:latin typeface="Times New Roman" panose="02020603050405020304" pitchFamily="18" charset="0"/>
                <a:cs typeface="Times New Roman" panose="02020603050405020304" pitchFamily="18" charset="0"/>
              </a:rPr>
              <a:t>{ </a:t>
            </a:r>
          </a:p>
          <a:p>
            <a:r>
              <a:rPr lang="en-IN" i="0" dirty="0" err="1">
                <a:effectLst/>
                <a:latin typeface="Times New Roman" panose="02020603050405020304" pitchFamily="18" charset="0"/>
                <a:cs typeface="Times New Roman" panose="02020603050405020304" pitchFamily="18" charset="0"/>
              </a:rPr>
              <a:t>printf</a:t>
            </a:r>
            <a:r>
              <a:rPr lang="en-IN" i="0" dirty="0">
                <a:effectLst/>
                <a:latin typeface="Times New Roman" panose="02020603050405020304" pitchFamily="18" charset="0"/>
                <a:cs typeface="Times New Roman" panose="02020603050405020304" pitchFamily="18" charset="0"/>
              </a:rPr>
              <a:t>("Iteration %d: %d\n", i+1, num1 + num2); </a:t>
            </a:r>
          </a:p>
          <a:p>
            <a:r>
              <a:rPr lang="en-IN" i="0" dirty="0">
                <a:effectLst/>
                <a:latin typeface="Times New Roman" panose="02020603050405020304" pitchFamily="18" charset="0"/>
                <a:cs typeface="Times New Roman" panose="02020603050405020304" pitchFamily="18" charset="0"/>
              </a:rPr>
              <a:t>} </a:t>
            </a:r>
          </a:p>
          <a:p>
            <a:r>
              <a:rPr lang="en-IN" i="0" dirty="0">
                <a:effectLst/>
                <a:latin typeface="Times New Roman" panose="02020603050405020304" pitchFamily="18" charset="0"/>
                <a:cs typeface="Times New Roman" panose="02020603050405020304" pitchFamily="18" charset="0"/>
              </a:rPr>
              <a:t>return 0;</a:t>
            </a:r>
          </a:p>
          <a:p>
            <a:r>
              <a:rPr lang="en-IN" i="0" dirty="0">
                <a:effectLst/>
                <a:latin typeface="Times New Roman" panose="02020603050405020304" pitchFamily="18" charset="0"/>
                <a:cs typeface="Times New Roman" panose="02020603050405020304" pitchFamily="18" charset="0"/>
              </a:rPr>
              <a:t> }</a:t>
            </a:r>
            <a:endParaRPr lang="en-IN"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6615D3EA-8A1D-BA44-233A-84EA37FA6FE4}"/>
              </a:ext>
            </a:extLst>
          </p:cNvPr>
          <p:cNvSpPr txBox="1"/>
          <p:nvPr/>
        </p:nvSpPr>
        <p:spPr>
          <a:xfrm>
            <a:off x="1014233" y="1308807"/>
            <a:ext cx="6116216" cy="369332"/>
          </a:xfrm>
          <a:prstGeom prst="rect">
            <a:avLst/>
          </a:prstGeom>
          <a:noFill/>
        </p:spPr>
        <p:txBody>
          <a:bodyPr wrap="square">
            <a:spAutoFit/>
          </a:bodyPr>
          <a:lstStyle/>
          <a:p>
            <a:pPr marL="285750" indent="-285750">
              <a:buFont typeface="Wingdings" panose="05000000000000000000" pitchFamily="2" charset="2"/>
              <a:buChar char="q"/>
            </a:pPr>
            <a:r>
              <a:rPr lang="en-US" sz="1800" b="1" i="0" u="none" strike="noStrike" baseline="0" dirty="0">
                <a:latin typeface="Times New Roman" panose="02020603050405020304" pitchFamily="18" charset="0"/>
                <a:cs typeface="Times New Roman" panose="02020603050405020304" pitchFamily="18" charset="0"/>
              </a:rPr>
              <a:t>Language extensions should not be used</a:t>
            </a:r>
            <a:endParaRPr lang="en-IN" b="1" dirty="0">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124F3469-CCDB-A11E-C12B-C201383BEEBC}"/>
              </a:ext>
            </a:extLst>
          </p:cNvPr>
          <p:cNvSpPr txBox="1"/>
          <p:nvPr/>
        </p:nvSpPr>
        <p:spPr>
          <a:xfrm>
            <a:off x="1347892" y="1927968"/>
            <a:ext cx="9014186" cy="646331"/>
          </a:xfrm>
          <a:prstGeom prst="rect">
            <a:avLst/>
          </a:prstGeom>
          <a:noFill/>
        </p:spPr>
        <p:txBody>
          <a:bodyPr wrap="square">
            <a:spAutoFit/>
          </a:bodyPr>
          <a:lstStyle/>
          <a:p>
            <a:r>
              <a:rPr lang="en-US" dirty="0">
                <a:solidFill>
                  <a:srgbClr val="0D0D0D"/>
                </a:solidFill>
                <a:latin typeface="Times New Roman" panose="02020603050405020304" pitchFamily="18" charset="0"/>
                <a:cs typeface="Times New Roman" panose="02020603050405020304" pitchFamily="18" charset="0"/>
              </a:rPr>
              <a:t>M</a:t>
            </a:r>
            <a:r>
              <a:rPr lang="en-US" b="0" i="0" dirty="0">
                <a:solidFill>
                  <a:srgbClr val="0D0D0D"/>
                </a:solidFill>
                <a:effectLst/>
                <a:latin typeface="Times New Roman" panose="02020603050405020304" pitchFamily="18" charset="0"/>
                <a:cs typeface="Times New Roman" panose="02020603050405020304" pitchFamily="18" charset="0"/>
              </a:rPr>
              <a:t>any compilers provide extensions, which are additional features not defined in the standard but supported by that specific compiler.</a:t>
            </a:r>
            <a:endParaRPr lang="en-IN" dirty="0">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94152C5A-F07B-7402-71EB-6661E37E54CD}"/>
              </a:ext>
            </a:extLst>
          </p:cNvPr>
          <p:cNvSpPr txBox="1"/>
          <p:nvPr/>
        </p:nvSpPr>
        <p:spPr>
          <a:xfrm>
            <a:off x="1336642" y="2534004"/>
            <a:ext cx="8558504" cy="369332"/>
          </a:xfrm>
          <a:prstGeom prst="rect">
            <a:avLst/>
          </a:prstGeom>
          <a:noFill/>
        </p:spPr>
        <p:txBody>
          <a:bodyPr wrap="square">
            <a:spAutoFit/>
          </a:bodyPr>
          <a:lstStyle/>
          <a:p>
            <a:r>
              <a:rPr lang="en-US" b="0" i="0" dirty="0">
                <a:solidFill>
                  <a:srgbClr val="FF0000"/>
                </a:solidFill>
                <a:effectLst/>
                <a:latin typeface="Times New Roman" panose="02020603050405020304" pitchFamily="18" charset="0"/>
                <a:cs typeface="Times New Roman" panose="02020603050405020304" pitchFamily="18" charset="0"/>
              </a:rPr>
              <a:t>GNU Compiler Collection (GCC), which often provides extensions beyond the C standard</a:t>
            </a:r>
            <a:endParaRPr lang="en-IN" dirty="0">
              <a:solidFill>
                <a:srgbClr val="FF0000"/>
              </a:solidFill>
              <a:latin typeface="Times New Roman" panose="02020603050405020304" pitchFamily="18" charset="0"/>
              <a:cs typeface="Times New Roman" panose="02020603050405020304" pitchFamily="18" charset="0"/>
            </a:endParaRPr>
          </a:p>
        </p:txBody>
      </p:sp>
      <p:sp>
        <p:nvSpPr>
          <p:cNvPr id="36" name="TextBox 35">
            <a:extLst>
              <a:ext uri="{FF2B5EF4-FFF2-40B4-BE49-F238E27FC236}">
                <a16:creationId xmlns:a16="http://schemas.microsoft.com/office/drawing/2014/main" id="{7EEB1470-A27F-C9D3-2A53-0AC94AA795B3}"/>
              </a:ext>
            </a:extLst>
          </p:cNvPr>
          <p:cNvSpPr txBox="1"/>
          <p:nvPr/>
        </p:nvSpPr>
        <p:spPr>
          <a:xfrm>
            <a:off x="1317253" y="2896983"/>
            <a:ext cx="1046338" cy="369332"/>
          </a:xfrm>
          <a:prstGeom prst="rect">
            <a:avLst/>
          </a:prstGeom>
          <a:noFill/>
        </p:spPr>
        <p:txBody>
          <a:bodyPr wrap="square">
            <a:spAutoFit/>
          </a:bodyPr>
          <a:lstStyle/>
          <a:p>
            <a:pPr algn="l"/>
            <a:r>
              <a:rPr lang="en-IN" dirty="0">
                <a:highlight>
                  <a:srgbClr val="FFFF00"/>
                </a:highlight>
              </a:rPr>
              <a:t>Example</a:t>
            </a:r>
          </a:p>
        </p:txBody>
      </p:sp>
      <p:sp>
        <p:nvSpPr>
          <p:cNvPr id="7" name="Slide Number Placeholder 6">
            <a:extLst>
              <a:ext uri="{FF2B5EF4-FFF2-40B4-BE49-F238E27FC236}">
                <a16:creationId xmlns:a16="http://schemas.microsoft.com/office/drawing/2014/main" id="{B9A64C57-5032-9579-D1D9-B4B31E336BF9}"/>
              </a:ext>
            </a:extLst>
          </p:cNvPr>
          <p:cNvSpPr>
            <a:spLocks noGrp="1"/>
          </p:cNvSpPr>
          <p:nvPr>
            <p:ph type="sldNum" sz="quarter" idx="12"/>
          </p:nvPr>
        </p:nvSpPr>
        <p:spPr/>
        <p:txBody>
          <a:bodyPr/>
          <a:lstStyle/>
          <a:p>
            <a:fld id="{91247CA1-BCEC-4DD4-9B23-E2AE1AEA27A6}" type="slidenum">
              <a:rPr lang="en-IN" smtClean="0"/>
              <a:t>11</a:t>
            </a:fld>
            <a:endParaRPr lang="en-IN"/>
          </a:p>
        </p:txBody>
      </p:sp>
      <p:sp>
        <p:nvSpPr>
          <p:cNvPr id="3" name="TextBox 2">
            <a:extLst>
              <a:ext uri="{FF2B5EF4-FFF2-40B4-BE49-F238E27FC236}">
                <a16:creationId xmlns:a16="http://schemas.microsoft.com/office/drawing/2014/main" id="{49DBCAB2-7DAF-E1DB-8EC3-82349EA3AFB0}"/>
              </a:ext>
            </a:extLst>
          </p:cNvPr>
          <p:cNvSpPr txBox="1"/>
          <p:nvPr/>
        </p:nvSpPr>
        <p:spPr>
          <a:xfrm>
            <a:off x="10532532" y="526059"/>
            <a:ext cx="1451144" cy="369332"/>
          </a:xfrm>
          <a:prstGeom prst="rect">
            <a:avLst/>
          </a:prstGeom>
          <a:noFill/>
        </p:spPr>
        <p:txBody>
          <a:bodyPr wrap="square">
            <a:spAutoFit/>
          </a:bodyPr>
          <a:lstStyle/>
          <a:p>
            <a:r>
              <a:rPr lang="en-IN" dirty="0"/>
              <a:t>Session 1</a:t>
            </a:r>
          </a:p>
        </p:txBody>
      </p:sp>
    </p:spTree>
    <p:extLst>
      <p:ext uri="{BB962C8B-B14F-4D97-AF65-F5344CB8AC3E}">
        <p14:creationId xmlns:p14="http://schemas.microsoft.com/office/powerpoint/2010/main" val="14602157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5A292AEA-2528-46C0-B426-95822B6141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D8B7B198-E4DF-43CD-AD8C-1998843237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34" name="Freeform: Shape 33">
            <a:extLst>
              <a:ext uri="{FF2B5EF4-FFF2-40B4-BE49-F238E27FC236}">
                <a16:creationId xmlns:a16="http://schemas.microsoft.com/office/drawing/2014/main" id="{2BE67753-EA0E-4819-8D22-0B6600CF7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96934" y="3984"/>
            <a:ext cx="9376632" cy="6858000"/>
          </a:xfrm>
          <a:custGeom>
            <a:avLst/>
            <a:gdLst>
              <a:gd name="connsiteX0" fmla="*/ 1691615 w 9376632"/>
              <a:gd name="connsiteY0" fmla="*/ 0 h 6858000"/>
              <a:gd name="connsiteX1" fmla="*/ 7685017 w 9376632"/>
              <a:gd name="connsiteY1" fmla="*/ 0 h 6858000"/>
              <a:gd name="connsiteX2" fmla="*/ 7840634 w 9376632"/>
              <a:gd name="connsiteY2" fmla="*/ 134799 h 6858000"/>
              <a:gd name="connsiteX3" fmla="*/ 9376632 w 9376632"/>
              <a:gd name="connsiteY3" fmla="*/ 3605175 h 6858000"/>
              <a:gd name="connsiteX4" fmla="*/ 8158692 w 9376632"/>
              <a:gd name="connsiteY4" fmla="*/ 6757493 h 6858000"/>
              <a:gd name="connsiteX5" fmla="*/ 8062868 w 9376632"/>
              <a:gd name="connsiteY5" fmla="*/ 6858000 h 6858000"/>
              <a:gd name="connsiteX6" fmla="*/ 1313765 w 9376632"/>
              <a:gd name="connsiteY6" fmla="*/ 6858000 h 6858000"/>
              <a:gd name="connsiteX7" fmla="*/ 1217940 w 9376632"/>
              <a:gd name="connsiteY7" fmla="*/ 6757493 h 6858000"/>
              <a:gd name="connsiteX8" fmla="*/ 0 w 9376632"/>
              <a:gd name="connsiteY8" fmla="*/ 3605175 h 6858000"/>
              <a:gd name="connsiteX9" fmla="*/ 1535999 w 9376632"/>
              <a:gd name="connsiteY9" fmla="*/ 13479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376632" h="6858000">
                <a:moveTo>
                  <a:pt x="1691615" y="0"/>
                </a:moveTo>
                <a:lnTo>
                  <a:pt x="7685017" y="0"/>
                </a:lnTo>
                <a:lnTo>
                  <a:pt x="7840634" y="134799"/>
                </a:lnTo>
                <a:cubicBezTo>
                  <a:pt x="8784230" y="992423"/>
                  <a:pt x="9376632" y="2229618"/>
                  <a:pt x="9376632" y="3605175"/>
                </a:cubicBezTo>
                <a:cubicBezTo>
                  <a:pt x="9376632" y="4818903"/>
                  <a:pt x="8915419" y="5924908"/>
                  <a:pt x="8158692" y="6757493"/>
                </a:cubicBezTo>
                <a:lnTo>
                  <a:pt x="8062868" y="6858000"/>
                </a:lnTo>
                <a:lnTo>
                  <a:pt x="1313765" y="6858000"/>
                </a:lnTo>
                <a:lnTo>
                  <a:pt x="1217940" y="6757493"/>
                </a:lnTo>
                <a:cubicBezTo>
                  <a:pt x="461213" y="5924908"/>
                  <a:pt x="0" y="4818903"/>
                  <a:pt x="0" y="3605175"/>
                </a:cubicBezTo>
                <a:cubicBezTo>
                  <a:pt x="0" y="2229618"/>
                  <a:pt x="592403" y="992423"/>
                  <a:pt x="1535999" y="134799"/>
                </a:cubicBezTo>
                <a:close/>
              </a:path>
            </a:pathLst>
          </a:cu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5" name="Group 34">
            <a:extLst>
              <a:ext uri="{FF2B5EF4-FFF2-40B4-BE49-F238E27FC236}">
                <a16:creationId xmlns:a16="http://schemas.microsoft.com/office/drawing/2014/main" id="{D76D63AC-0421-45EC-B383-E79A61A78C6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303402" y="3985"/>
            <a:ext cx="9772765" cy="6858000"/>
            <a:chOff x="1303402" y="36937"/>
            <a:chExt cx="9772765" cy="6858000"/>
          </a:xfrm>
          <a:solidFill>
            <a:schemeClr val="bg1">
              <a:alpha val="30000"/>
            </a:schemeClr>
          </a:solidFill>
        </p:grpSpPr>
        <p:sp>
          <p:nvSpPr>
            <p:cNvPr id="15" name="Freeform: Shape 14">
              <a:extLst>
                <a:ext uri="{FF2B5EF4-FFF2-40B4-BE49-F238E27FC236}">
                  <a16:creationId xmlns:a16="http://schemas.microsoft.com/office/drawing/2014/main" id="{B997A32E-7032-4107-9C8B-99DB59EDD5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6937"/>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Shape 15">
              <a:extLst>
                <a:ext uri="{FF2B5EF4-FFF2-40B4-BE49-F238E27FC236}">
                  <a16:creationId xmlns:a16="http://schemas.microsoft.com/office/drawing/2014/main" id="{943BB27F-1470-42CA-91FF-D94BC691C8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6937"/>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Freeform: Shape 16">
              <a:extLst>
                <a:ext uri="{FF2B5EF4-FFF2-40B4-BE49-F238E27FC236}">
                  <a16:creationId xmlns:a16="http://schemas.microsoft.com/office/drawing/2014/main" id="{E997B002-17FD-47B3-A06A-76802FE15C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6937"/>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Freeform: Shape 17">
              <a:extLst>
                <a:ext uri="{FF2B5EF4-FFF2-40B4-BE49-F238E27FC236}">
                  <a16:creationId xmlns:a16="http://schemas.microsoft.com/office/drawing/2014/main" id="{E401EA35-9D2E-43B7-860F-EBB8A6C3E0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6937"/>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Freeform: Shape 18">
              <a:extLst>
                <a:ext uri="{FF2B5EF4-FFF2-40B4-BE49-F238E27FC236}">
                  <a16:creationId xmlns:a16="http://schemas.microsoft.com/office/drawing/2014/main" id="{F8C44827-3D81-4FF9-B4A5-5650D1B20A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6937"/>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Freeform: Shape 19">
              <a:extLst>
                <a:ext uri="{FF2B5EF4-FFF2-40B4-BE49-F238E27FC236}">
                  <a16:creationId xmlns:a16="http://schemas.microsoft.com/office/drawing/2014/main" id="{F613D97F-F6DF-4D32-AD91-209A80E7A2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8320" y="36937"/>
              <a:ext cx="9767847" cy="6858000"/>
            </a:xfrm>
            <a:custGeom>
              <a:avLst/>
              <a:gdLst>
                <a:gd name="connsiteX0" fmla="*/ 7151367 w 9767847"/>
                <a:gd name="connsiteY0" fmla="*/ 0 h 6858000"/>
                <a:gd name="connsiteX1" fmla="*/ 7881247 w 9767847"/>
                <a:gd name="connsiteY1" fmla="*/ 0 h 6858000"/>
                <a:gd name="connsiteX2" fmla="*/ 7990553 w 9767847"/>
                <a:gd name="connsiteY2" fmla="*/ 81317 h 6858000"/>
                <a:gd name="connsiteX3" fmla="*/ 9767847 w 9767847"/>
                <a:gd name="connsiteY3" fmla="*/ 3649031 h 6858000"/>
                <a:gd name="connsiteX4" fmla="*/ 8652597 w 9767847"/>
                <a:gd name="connsiteY4" fmla="*/ 6590005 h 6858000"/>
                <a:gd name="connsiteX5" fmla="*/ 8395306 w 9767847"/>
                <a:gd name="connsiteY5" fmla="*/ 6858000 h 6858000"/>
                <a:gd name="connsiteX6" fmla="*/ 6762603 w 9767847"/>
                <a:gd name="connsiteY6" fmla="*/ 6858000 h 6858000"/>
                <a:gd name="connsiteX7" fmla="*/ 6765962 w 9767847"/>
                <a:gd name="connsiteY7" fmla="*/ 6854844 h 6858000"/>
                <a:gd name="connsiteX8" fmla="*/ 6804586 w 9767847"/>
                <a:gd name="connsiteY8" fmla="*/ 6817103 h 6858000"/>
                <a:gd name="connsiteX9" fmla="*/ 6881735 w 9767847"/>
                <a:gd name="connsiteY9" fmla="*/ 6741197 h 6858000"/>
                <a:gd name="connsiteX10" fmla="*/ 6958883 w 9767847"/>
                <a:gd name="connsiteY10" fmla="*/ 6664822 h 6858000"/>
                <a:gd name="connsiteX11" fmla="*/ 7267925 w 9767847"/>
                <a:gd name="connsiteY11" fmla="*/ 6355694 h 6858000"/>
                <a:gd name="connsiteX12" fmla="*/ 7424360 w 9767847"/>
                <a:gd name="connsiteY12" fmla="*/ 6200685 h 6858000"/>
                <a:gd name="connsiteX13" fmla="*/ 7504938 w 9767847"/>
                <a:gd name="connsiteY13" fmla="*/ 6122708 h 6858000"/>
                <a:gd name="connsiteX14" fmla="*/ 7546396 w 9767847"/>
                <a:gd name="connsiteY14" fmla="*/ 6083697 h 6858000"/>
                <a:gd name="connsiteX15" fmla="*/ 7588002 w 9767847"/>
                <a:gd name="connsiteY15" fmla="*/ 6045532 h 6858000"/>
                <a:gd name="connsiteX16" fmla="*/ 7631000 w 9767847"/>
                <a:gd name="connsiteY16" fmla="*/ 6006709 h 6858000"/>
                <a:gd name="connsiteX17" fmla="*/ 7675440 w 9767847"/>
                <a:gd name="connsiteY17" fmla="*/ 5968309 h 6858000"/>
                <a:gd name="connsiteX18" fmla="*/ 7720626 w 9767847"/>
                <a:gd name="connsiteY18" fmla="*/ 5930851 h 6858000"/>
                <a:gd name="connsiteX19" fmla="*/ 7766458 w 9767847"/>
                <a:gd name="connsiteY19" fmla="*/ 5894334 h 6858000"/>
                <a:gd name="connsiteX20" fmla="*/ 7955254 w 9767847"/>
                <a:gd name="connsiteY20" fmla="*/ 5756828 h 6858000"/>
                <a:gd name="connsiteX21" fmla="*/ 8352678 w 9767847"/>
                <a:gd name="connsiteY21" fmla="*/ 5517630 h 6858000"/>
                <a:gd name="connsiteX22" fmla="*/ 8451350 w 9767847"/>
                <a:gd name="connsiteY22" fmla="*/ 5465254 h 6858000"/>
                <a:gd name="connsiteX23" fmla="*/ 8548532 w 9767847"/>
                <a:gd name="connsiteY23" fmla="*/ 5413395 h 6858000"/>
                <a:gd name="connsiteX24" fmla="*/ 8729473 w 9767847"/>
                <a:gd name="connsiteY24" fmla="*/ 5309961 h 6858000"/>
                <a:gd name="connsiteX25" fmla="*/ 8770781 w 9767847"/>
                <a:gd name="connsiteY25" fmla="*/ 5283232 h 6858000"/>
                <a:gd name="connsiteX26" fmla="*/ 8790964 w 9767847"/>
                <a:gd name="connsiteY26" fmla="*/ 5269492 h 6858000"/>
                <a:gd name="connsiteX27" fmla="*/ 8810499 w 9767847"/>
                <a:gd name="connsiteY27" fmla="*/ 5255703 h 6858000"/>
                <a:gd name="connsiteX28" fmla="*/ 8883571 w 9767847"/>
                <a:gd name="connsiteY28" fmla="*/ 5198479 h 6858000"/>
                <a:gd name="connsiteX29" fmla="*/ 9006651 w 9767847"/>
                <a:gd name="connsiteY29" fmla="*/ 5070527 h 6858000"/>
                <a:gd name="connsiteX30" fmla="*/ 9033494 w 9767847"/>
                <a:gd name="connsiteY30" fmla="*/ 5034105 h 6858000"/>
                <a:gd name="connsiteX31" fmla="*/ 9040305 w 9767847"/>
                <a:gd name="connsiteY31" fmla="*/ 5024551 h 6858000"/>
                <a:gd name="connsiteX32" fmla="*/ 9046568 w 9767847"/>
                <a:gd name="connsiteY32" fmla="*/ 5015281 h 6858000"/>
                <a:gd name="connsiteX33" fmla="*/ 9058846 w 9767847"/>
                <a:gd name="connsiteY33" fmla="*/ 4996645 h 6858000"/>
                <a:gd name="connsiteX34" fmla="*/ 9104529 w 9767847"/>
                <a:gd name="connsiteY34" fmla="*/ 4918105 h 6858000"/>
                <a:gd name="connsiteX35" fmla="*/ 9181081 w 9767847"/>
                <a:gd name="connsiteY35" fmla="*/ 4744694 h 6858000"/>
                <a:gd name="connsiteX36" fmla="*/ 9240731 w 9767847"/>
                <a:gd name="connsiteY36" fmla="*/ 4557872 h 6858000"/>
                <a:gd name="connsiteX37" fmla="*/ 9265388 w 9767847"/>
                <a:gd name="connsiteY37" fmla="*/ 4461073 h 6858000"/>
                <a:gd name="connsiteX38" fmla="*/ 9276571 w 9767847"/>
                <a:gd name="connsiteY38" fmla="*/ 4411943 h 6858000"/>
                <a:gd name="connsiteX39" fmla="*/ 9281841 w 9767847"/>
                <a:gd name="connsiteY39" fmla="*/ 4387379 h 6858000"/>
                <a:gd name="connsiteX40" fmla="*/ 9286513 w 9767847"/>
                <a:gd name="connsiteY40" fmla="*/ 4364838 h 6858000"/>
                <a:gd name="connsiteX41" fmla="*/ 9296754 w 9767847"/>
                <a:gd name="connsiteY41" fmla="*/ 4312038 h 6858000"/>
                <a:gd name="connsiteX42" fmla="*/ 9301029 w 9767847"/>
                <a:gd name="connsiteY42" fmla="*/ 4289074 h 6858000"/>
                <a:gd name="connsiteX43" fmla="*/ 9302818 w 9767847"/>
                <a:gd name="connsiteY43" fmla="*/ 4278581 h 6858000"/>
                <a:gd name="connsiteX44" fmla="*/ 9304658 w 9767847"/>
                <a:gd name="connsiteY44" fmla="*/ 4266816 h 6858000"/>
                <a:gd name="connsiteX45" fmla="*/ 9312810 w 9767847"/>
                <a:gd name="connsiteY45" fmla="*/ 4215945 h 6858000"/>
                <a:gd name="connsiteX46" fmla="*/ 9316887 w 9767847"/>
                <a:gd name="connsiteY46" fmla="*/ 4190486 h 6858000"/>
                <a:gd name="connsiteX47" fmla="*/ 9318923 w 9767847"/>
                <a:gd name="connsiteY47" fmla="*/ 4177780 h 6858000"/>
                <a:gd name="connsiteX48" fmla="*/ 9320515 w 9767847"/>
                <a:gd name="connsiteY48" fmla="*/ 4164886 h 6858000"/>
                <a:gd name="connsiteX49" fmla="*/ 9332445 w 9767847"/>
                <a:gd name="connsiteY49" fmla="*/ 4064981 h 6858000"/>
                <a:gd name="connsiteX50" fmla="*/ 9336173 w 9767847"/>
                <a:gd name="connsiteY50" fmla="*/ 4018676 h 6858000"/>
                <a:gd name="connsiteX51" fmla="*/ 9340199 w 9767847"/>
                <a:gd name="connsiteY51" fmla="*/ 3965171 h 6858000"/>
                <a:gd name="connsiteX52" fmla="*/ 9347557 w 9767847"/>
                <a:gd name="connsiteY52" fmla="*/ 3765972 h 6858000"/>
                <a:gd name="connsiteX53" fmla="*/ 9346364 w 9767847"/>
                <a:gd name="connsiteY53" fmla="*/ 3664938 h 6858000"/>
                <a:gd name="connsiteX54" fmla="*/ 9344921 w 9767847"/>
                <a:gd name="connsiteY54" fmla="*/ 3615243 h 6858000"/>
                <a:gd name="connsiteX55" fmla="*/ 9344524 w 9767847"/>
                <a:gd name="connsiteY55" fmla="*/ 3603526 h 6858000"/>
                <a:gd name="connsiteX56" fmla="*/ 9343728 w 9767847"/>
                <a:gd name="connsiteY56" fmla="*/ 3590774 h 6858000"/>
                <a:gd name="connsiteX57" fmla="*/ 9342188 w 9767847"/>
                <a:gd name="connsiteY57" fmla="*/ 3565268 h 6858000"/>
                <a:gd name="connsiteX58" fmla="*/ 9339056 w 9767847"/>
                <a:gd name="connsiteY58" fmla="*/ 3514256 h 6858000"/>
                <a:gd name="connsiteX59" fmla="*/ 9334334 w 9767847"/>
                <a:gd name="connsiteY59" fmla="*/ 3463057 h 6858000"/>
                <a:gd name="connsiteX60" fmla="*/ 9329363 w 9767847"/>
                <a:gd name="connsiteY60" fmla="*/ 3411810 h 6858000"/>
                <a:gd name="connsiteX61" fmla="*/ 9328319 w 9767847"/>
                <a:gd name="connsiteY61" fmla="*/ 3400657 h 6858000"/>
                <a:gd name="connsiteX62" fmla="*/ 9327177 w 9767847"/>
                <a:gd name="connsiteY62" fmla="*/ 3390116 h 6858000"/>
                <a:gd name="connsiteX63" fmla="*/ 9324293 w 9767847"/>
                <a:gd name="connsiteY63" fmla="*/ 3366774 h 6858000"/>
                <a:gd name="connsiteX64" fmla="*/ 9320763 w 9767847"/>
                <a:gd name="connsiteY64" fmla="*/ 3340329 h 6858000"/>
                <a:gd name="connsiteX65" fmla="*/ 9317184 w 9767847"/>
                <a:gd name="connsiteY65" fmla="*/ 3311245 h 6858000"/>
                <a:gd name="connsiteX66" fmla="*/ 9311021 w 9767847"/>
                <a:gd name="connsiteY66" fmla="*/ 3266211 h 6858000"/>
                <a:gd name="connsiteX67" fmla="*/ 9302719 w 9767847"/>
                <a:gd name="connsiteY67" fmla="*/ 3215717 h 6858000"/>
                <a:gd name="connsiteX68" fmla="*/ 9293970 w 9767847"/>
                <a:gd name="connsiteY68" fmla="*/ 3165789 h 6858000"/>
                <a:gd name="connsiteX69" fmla="*/ 9252065 w 9767847"/>
                <a:gd name="connsiteY69" fmla="*/ 2967107 h 6858000"/>
                <a:gd name="connsiteX70" fmla="*/ 9227211 w 9767847"/>
                <a:gd name="connsiteY70" fmla="*/ 2868473 h 6858000"/>
                <a:gd name="connsiteX71" fmla="*/ 9220699 w 9767847"/>
                <a:gd name="connsiteY71" fmla="*/ 2844426 h 6858000"/>
                <a:gd name="connsiteX72" fmla="*/ 9213740 w 9767847"/>
                <a:gd name="connsiteY72" fmla="*/ 2820191 h 6858000"/>
                <a:gd name="connsiteX73" fmla="*/ 9199374 w 9767847"/>
                <a:gd name="connsiteY73" fmla="*/ 2771438 h 6858000"/>
                <a:gd name="connsiteX74" fmla="*/ 9061829 w 9767847"/>
                <a:gd name="connsiteY74" fmla="*/ 2385418 h 6858000"/>
                <a:gd name="connsiteX75" fmla="*/ 8978865 w 9767847"/>
                <a:gd name="connsiteY75" fmla="*/ 2196855 h 6858000"/>
                <a:gd name="connsiteX76" fmla="*/ 8956694 w 9767847"/>
                <a:gd name="connsiteY76" fmla="*/ 2150219 h 6858000"/>
                <a:gd name="connsiteX77" fmla="*/ 8934176 w 9767847"/>
                <a:gd name="connsiteY77" fmla="*/ 2103914 h 6858000"/>
                <a:gd name="connsiteX78" fmla="*/ 8887151 w 9767847"/>
                <a:gd name="connsiteY78" fmla="*/ 2011350 h 6858000"/>
                <a:gd name="connsiteX79" fmla="*/ 8787533 w 9767847"/>
                <a:gd name="connsiteY79" fmla="*/ 1828527 h 6858000"/>
                <a:gd name="connsiteX80" fmla="*/ 8761485 w 9767847"/>
                <a:gd name="connsiteY80" fmla="*/ 1783398 h 6858000"/>
                <a:gd name="connsiteX81" fmla="*/ 8734791 w 9767847"/>
                <a:gd name="connsiteY81" fmla="*/ 1737893 h 6858000"/>
                <a:gd name="connsiteX82" fmla="*/ 8680808 w 9767847"/>
                <a:gd name="connsiteY82" fmla="*/ 1648812 h 6858000"/>
                <a:gd name="connsiteX83" fmla="*/ 8567024 w 9767847"/>
                <a:gd name="connsiteY83" fmla="*/ 1472906 h 6858000"/>
                <a:gd name="connsiteX84" fmla="*/ 8537446 w 9767847"/>
                <a:gd name="connsiteY84" fmla="*/ 1429330 h 6858000"/>
                <a:gd name="connsiteX85" fmla="*/ 8507423 w 9767847"/>
                <a:gd name="connsiteY85" fmla="*/ 1385896 h 6858000"/>
                <a:gd name="connsiteX86" fmla="*/ 8446529 w 9767847"/>
                <a:gd name="connsiteY86" fmla="*/ 1300295 h 6858000"/>
                <a:gd name="connsiteX87" fmla="*/ 8319224 w 9767847"/>
                <a:gd name="connsiteY87" fmla="*/ 1131026 h 6858000"/>
                <a:gd name="connsiteX88" fmla="*/ 8286366 w 9767847"/>
                <a:gd name="connsiteY88" fmla="*/ 1089050 h 6858000"/>
                <a:gd name="connsiteX89" fmla="*/ 8270161 w 9767847"/>
                <a:gd name="connsiteY89" fmla="*/ 1068439 h 6858000"/>
                <a:gd name="connsiteX90" fmla="*/ 8253856 w 9767847"/>
                <a:gd name="connsiteY90" fmla="*/ 1048156 h 6858000"/>
                <a:gd name="connsiteX91" fmla="*/ 8186352 w 9767847"/>
                <a:gd name="connsiteY91" fmla="*/ 966275 h 6858000"/>
                <a:gd name="connsiteX92" fmla="*/ 8046768 w 9767847"/>
                <a:gd name="connsiteY92" fmla="*/ 805429 h 6858000"/>
                <a:gd name="connsiteX93" fmla="*/ 8010927 w 9767847"/>
                <a:gd name="connsiteY93" fmla="*/ 765853 h 6858000"/>
                <a:gd name="connsiteX94" fmla="*/ 7974788 w 9767847"/>
                <a:gd name="connsiteY94" fmla="*/ 726653 h 6858000"/>
                <a:gd name="connsiteX95" fmla="*/ 7901070 w 9767847"/>
                <a:gd name="connsiteY95" fmla="*/ 648724 h 6858000"/>
                <a:gd name="connsiteX96" fmla="*/ 7750054 w 9767847"/>
                <a:gd name="connsiteY96" fmla="*/ 497008 h 6858000"/>
                <a:gd name="connsiteX97" fmla="*/ 7592277 w 9767847"/>
                <a:gd name="connsiteY97" fmla="*/ 351221 h 6858000"/>
                <a:gd name="connsiteX98" fmla="*/ 7257734 w 9767847"/>
                <a:gd name="connsiteY98" fmla="*/ 76964 h 6858000"/>
                <a:gd name="connsiteX99" fmla="*/ 1886601 w 9767847"/>
                <a:gd name="connsiteY99" fmla="*/ 0 h 6858000"/>
                <a:gd name="connsiteX100" fmla="*/ 2292926 w 9767847"/>
                <a:gd name="connsiteY100" fmla="*/ 0 h 6858000"/>
                <a:gd name="connsiteX101" fmla="*/ 2135542 w 9767847"/>
                <a:gd name="connsiteY101" fmla="*/ 117781 h 6858000"/>
                <a:gd name="connsiteX102" fmla="*/ 1969576 w 9767847"/>
                <a:gd name="connsiteY102" fmla="*/ 254986 h 6858000"/>
                <a:gd name="connsiteX103" fmla="*/ 1659938 w 9767847"/>
                <a:gd name="connsiteY103" fmla="*/ 549855 h 6858000"/>
                <a:gd name="connsiteX104" fmla="*/ 729383 w 9767847"/>
                <a:gd name="connsiteY104" fmla="*/ 1936480 h 6858000"/>
                <a:gd name="connsiteX105" fmla="*/ 578465 w 9767847"/>
                <a:gd name="connsiteY105" fmla="*/ 2320807 h 6858000"/>
                <a:gd name="connsiteX106" fmla="*/ 465080 w 9767847"/>
                <a:gd name="connsiteY106" fmla="*/ 2714875 h 6858000"/>
                <a:gd name="connsiteX107" fmla="*/ 423820 w 9767847"/>
                <a:gd name="connsiteY107" fmla="*/ 2915436 h 6858000"/>
                <a:gd name="connsiteX108" fmla="*/ 392355 w 9767847"/>
                <a:gd name="connsiteY108" fmla="*/ 3118071 h 6858000"/>
                <a:gd name="connsiteX109" fmla="*/ 358801 w 9767847"/>
                <a:gd name="connsiteY109" fmla="*/ 3526915 h 6858000"/>
                <a:gd name="connsiteX110" fmla="*/ 410350 w 9767847"/>
                <a:gd name="connsiteY110" fmla="*/ 4348226 h 6858000"/>
                <a:gd name="connsiteX111" fmla="*/ 449022 w 9767847"/>
                <a:gd name="connsiteY111" fmla="*/ 4551049 h 6858000"/>
                <a:gd name="connsiteX112" fmla="*/ 498882 w 9767847"/>
                <a:gd name="connsiteY112" fmla="*/ 4752365 h 6858000"/>
                <a:gd name="connsiteX113" fmla="*/ 559775 w 9767847"/>
                <a:gd name="connsiteY113" fmla="*/ 4951657 h 6858000"/>
                <a:gd name="connsiteX114" fmla="*/ 631406 w 9767847"/>
                <a:gd name="connsiteY114" fmla="*/ 5147986 h 6858000"/>
                <a:gd name="connsiteX115" fmla="*/ 1023461 w 9767847"/>
                <a:gd name="connsiteY115" fmla="*/ 5893957 h 6858000"/>
                <a:gd name="connsiteX116" fmla="*/ 1575880 w 9767847"/>
                <a:gd name="connsiteY116" fmla="*/ 6547646 h 6858000"/>
                <a:gd name="connsiteX117" fmla="*/ 1905228 w 9767847"/>
                <a:gd name="connsiteY117" fmla="*/ 6829468 h 6858000"/>
                <a:gd name="connsiteX118" fmla="*/ 1944230 w 9767847"/>
                <a:gd name="connsiteY118" fmla="*/ 6858000 h 6858000"/>
                <a:gd name="connsiteX119" fmla="*/ 1372541 w 9767847"/>
                <a:gd name="connsiteY119" fmla="*/ 6858000 h 6858000"/>
                <a:gd name="connsiteX120" fmla="*/ 1115251 w 9767847"/>
                <a:gd name="connsiteY120" fmla="*/ 6590005 h 6858000"/>
                <a:gd name="connsiteX121" fmla="*/ 0 w 9767847"/>
                <a:gd name="connsiteY121" fmla="*/ 3649031 h 6858000"/>
                <a:gd name="connsiteX122" fmla="*/ 1777294 w 9767847"/>
                <a:gd name="connsiteY122" fmla="*/ 813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9767847" h="6858000">
                  <a:moveTo>
                    <a:pt x="7151367" y="0"/>
                  </a:moveTo>
                  <a:lnTo>
                    <a:pt x="7881247" y="0"/>
                  </a:lnTo>
                  <a:lnTo>
                    <a:pt x="7990553" y="81317"/>
                  </a:lnTo>
                  <a:cubicBezTo>
                    <a:pt x="9075991" y="929334"/>
                    <a:pt x="9767847" y="2212695"/>
                    <a:pt x="9767847" y="3649031"/>
                  </a:cubicBezTo>
                  <a:cubicBezTo>
                    <a:pt x="9767847" y="4766182"/>
                    <a:pt x="9349317" y="5790792"/>
                    <a:pt x="8652597" y="6590005"/>
                  </a:cubicBezTo>
                  <a:lnTo>
                    <a:pt x="8395306" y="6858000"/>
                  </a:lnTo>
                  <a:lnTo>
                    <a:pt x="6762603" y="6858000"/>
                  </a:lnTo>
                  <a:lnTo>
                    <a:pt x="6765962" y="6854844"/>
                  </a:lnTo>
                  <a:cubicBezTo>
                    <a:pt x="6779036" y="6842703"/>
                    <a:pt x="6791663" y="6829621"/>
                    <a:pt x="6804586" y="6817103"/>
                  </a:cubicBezTo>
                  <a:lnTo>
                    <a:pt x="6881735" y="6741197"/>
                  </a:lnTo>
                  <a:cubicBezTo>
                    <a:pt x="6907435" y="6715881"/>
                    <a:pt x="6933134" y="6690798"/>
                    <a:pt x="6958883" y="6664822"/>
                  </a:cubicBezTo>
                  <a:lnTo>
                    <a:pt x="7267925" y="6355694"/>
                  </a:lnTo>
                  <a:lnTo>
                    <a:pt x="7424360" y="6200685"/>
                  </a:lnTo>
                  <a:cubicBezTo>
                    <a:pt x="7450754" y="6174802"/>
                    <a:pt x="7477598" y="6148731"/>
                    <a:pt x="7504938" y="6122708"/>
                  </a:cubicBezTo>
                  <a:lnTo>
                    <a:pt x="7546396" y="6083697"/>
                  </a:lnTo>
                  <a:cubicBezTo>
                    <a:pt x="7560264" y="6070803"/>
                    <a:pt x="7574780" y="6057532"/>
                    <a:pt x="7588002" y="6045532"/>
                  </a:cubicBezTo>
                  <a:lnTo>
                    <a:pt x="7631000" y="6006709"/>
                  </a:lnTo>
                  <a:lnTo>
                    <a:pt x="7675440" y="5968309"/>
                  </a:lnTo>
                  <a:cubicBezTo>
                    <a:pt x="7690404" y="5955698"/>
                    <a:pt x="7705564" y="5943321"/>
                    <a:pt x="7720626" y="5930851"/>
                  </a:cubicBezTo>
                  <a:cubicBezTo>
                    <a:pt x="7735738" y="5918427"/>
                    <a:pt x="7751197" y="5906521"/>
                    <a:pt x="7766458" y="5894334"/>
                  </a:cubicBezTo>
                  <a:cubicBezTo>
                    <a:pt x="7827949" y="5846192"/>
                    <a:pt x="7890979" y="5800499"/>
                    <a:pt x="7955254" y="5756828"/>
                  </a:cubicBezTo>
                  <a:cubicBezTo>
                    <a:pt x="8083800" y="5669534"/>
                    <a:pt x="8216872" y="5590336"/>
                    <a:pt x="8352678" y="5517630"/>
                  </a:cubicBezTo>
                  <a:lnTo>
                    <a:pt x="8451350" y="5465254"/>
                  </a:lnTo>
                  <a:lnTo>
                    <a:pt x="8548532" y="5413395"/>
                  </a:lnTo>
                  <a:cubicBezTo>
                    <a:pt x="8612110" y="5379090"/>
                    <a:pt x="8673251" y="5345208"/>
                    <a:pt x="8729473" y="5309961"/>
                  </a:cubicBezTo>
                  <a:cubicBezTo>
                    <a:pt x="8743591" y="5301115"/>
                    <a:pt x="8757161" y="5292361"/>
                    <a:pt x="8770781" y="5283232"/>
                  </a:cubicBezTo>
                  <a:cubicBezTo>
                    <a:pt x="8777591" y="5278667"/>
                    <a:pt x="8784451" y="5274103"/>
                    <a:pt x="8790964" y="5269492"/>
                  </a:cubicBezTo>
                  <a:cubicBezTo>
                    <a:pt x="8797574" y="5264879"/>
                    <a:pt x="8804235" y="5260314"/>
                    <a:pt x="8810499" y="5255703"/>
                  </a:cubicBezTo>
                  <a:cubicBezTo>
                    <a:pt x="8835999" y="5237303"/>
                    <a:pt x="8860407" y="5218291"/>
                    <a:pt x="8883571" y="5198479"/>
                  </a:cubicBezTo>
                  <a:cubicBezTo>
                    <a:pt x="8929900" y="5158856"/>
                    <a:pt x="8971258" y="5116315"/>
                    <a:pt x="9006651" y="5070527"/>
                  </a:cubicBezTo>
                  <a:cubicBezTo>
                    <a:pt x="9015351" y="5059328"/>
                    <a:pt x="9024398" y="5046857"/>
                    <a:pt x="9033494" y="5034105"/>
                  </a:cubicBezTo>
                  <a:lnTo>
                    <a:pt x="9040305" y="5024551"/>
                  </a:lnTo>
                  <a:lnTo>
                    <a:pt x="9046568" y="5015281"/>
                  </a:lnTo>
                  <a:cubicBezTo>
                    <a:pt x="9050743" y="5009163"/>
                    <a:pt x="9054819" y="5002952"/>
                    <a:pt x="9058846" y="4996645"/>
                  </a:cubicBezTo>
                  <a:cubicBezTo>
                    <a:pt x="9075002" y="4971517"/>
                    <a:pt x="9090212" y="4945305"/>
                    <a:pt x="9104529" y="4918105"/>
                  </a:cubicBezTo>
                  <a:cubicBezTo>
                    <a:pt x="9133211" y="4863752"/>
                    <a:pt x="9158313" y="4805447"/>
                    <a:pt x="9181081" y="4744694"/>
                  </a:cubicBezTo>
                  <a:cubicBezTo>
                    <a:pt x="9203748" y="4684178"/>
                    <a:pt x="9223383" y="4621778"/>
                    <a:pt x="9240731" y="4557872"/>
                  </a:cubicBezTo>
                  <a:cubicBezTo>
                    <a:pt x="9249481" y="4525966"/>
                    <a:pt x="9257682" y="4493684"/>
                    <a:pt x="9265388" y="4461073"/>
                  </a:cubicBezTo>
                  <a:cubicBezTo>
                    <a:pt x="9269215" y="4444744"/>
                    <a:pt x="9272943" y="4428367"/>
                    <a:pt x="9276571" y="4411943"/>
                  </a:cubicBezTo>
                  <a:lnTo>
                    <a:pt x="9281841" y="4387379"/>
                  </a:lnTo>
                  <a:lnTo>
                    <a:pt x="9286513" y="4364838"/>
                  </a:lnTo>
                  <a:lnTo>
                    <a:pt x="9296754" y="4312038"/>
                  </a:lnTo>
                  <a:lnTo>
                    <a:pt x="9301029" y="4289074"/>
                  </a:lnTo>
                  <a:lnTo>
                    <a:pt x="9302818" y="4278581"/>
                  </a:lnTo>
                  <a:lnTo>
                    <a:pt x="9304658" y="4266816"/>
                  </a:lnTo>
                  <a:lnTo>
                    <a:pt x="9312810" y="4215945"/>
                  </a:lnTo>
                  <a:lnTo>
                    <a:pt x="9316887" y="4190486"/>
                  </a:lnTo>
                  <a:lnTo>
                    <a:pt x="9318923" y="4177780"/>
                  </a:lnTo>
                  <a:cubicBezTo>
                    <a:pt x="9319570" y="4173546"/>
                    <a:pt x="9319969" y="4169169"/>
                    <a:pt x="9320515" y="4164886"/>
                  </a:cubicBezTo>
                  <a:lnTo>
                    <a:pt x="9332445" y="4064981"/>
                  </a:lnTo>
                  <a:cubicBezTo>
                    <a:pt x="9333836" y="4052370"/>
                    <a:pt x="9334880" y="4036888"/>
                    <a:pt x="9336173" y="4018676"/>
                  </a:cubicBezTo>
                  <a:lnTo>
                    <a:pt x="9340199" y="3965171"/>
                  </a:lnTo>
                  <a:cubicBezTo>
                    <a:pt x="9345071" y="3899806"/>
                    <a:pt x="9347358" y="3832983"/>
                    <a:pt x="9347557" y="3765972"/>
                  </a:cubicBezTo>
                  <a:cubicBezTo>
                    <a:pt x="9347656" y="3732420"/>
                    <a:pt x="9347209" y="3698773"/>
                    <a:pt x="9346364" y="3664938"/>
                  </a:cubicBezTo>
                  <a:lnTo>
                    <a:pt x="9344921" y="3615243"/>
                  </a:lnTo>
                  <a:lnTo>
                    <a:pt x="9344524" y="3603526"/>
                  </a:lnTo>
                  <a:lnTo>
                    <a:pt x="9343728" y="3590774"/>
                  </a:lnTo>
                  <a:lnTo>
                    <a:pt x="9342188" y="3565268"/>
                  </a:lnTo>
                  <a:lnTo>
                    <a:pt x="9339056" y="3514256"/>
                  </a:lnTo>
                  <a:cubicBezTo>
                    <a:pt x="9337914" y="3497221"/>
                    <a:pt x="9335874" y="3480138"/>
                    <a:pt x="9334334" y="3463057"/>
                  </a:cubicBezTo>
                  <a:lnTo>
                    <a:pt x="9329363" y="3411810"/>
                  </a:lnTo>
                  <a:lnTo>
                    <a:pt x="9328319" y="3400657"/>
                  </a:lnTo>
                  <a:lnTo>
                    <a:pt x="9327177" y="3390116"/>
                  </a:lnTo>
                  <a:lnTo>
                    <a:pt x="9324293" y="3366774"/>
                  </a:lnTo>
                  <a:lnTo>
                    <a:pt x="9320763" y="3340329"/>
                  </a:lnTo>
                  <a:lnTo>
                    <a:pt x="9317184" y="3311245"/>
                  </a:lnTo>
                  <a:cubicBezTo>
                    <a:pt x="9315594" y="3296893"/>
                    <a:pt x="9313506" y="3282306"/>
                    <a:pt x="9311021" y="3266211"/>
                  </a:cubicBezTo>
                  <a:lnTo>
                    <a:pt x="9302719" y="3215717"/>
                  </a:lnTo>
                  <a:cubicBezTo>
                    <a:pt x="9299936" y="3199059"/>
                    <a:pt x="9297003" y="3182400"/>
                    <a:pt x="9293970" y="3165789"/>
                  </a:cubicBezTo>
                  <a:cubicBezTo>
                    <a:pt x="9281891" y="3099295"/>
                    <a:pt x="9267674" y="3033084"/>
                    <a:pt x="9252065" y="2967107"/>
                  </a:cubicBezTo>
                  <a:cubicBezTo>
                    <a:pt x="9244261" y="2934167"/>
                    <a:pt x="9235959" y="2901273"/>
                    <a:pt x="9227211" y="2868473"/>
                  </a:cubicBezTo>
                  <a:lnTo>
                    <a:pt x="9220699" y="2844426"/>
                  </a:lnTo>
                  <a:lnTo>
                    <a:pt x="9213740" y="2820191"/>
                  </a:lnTo>
                  <a:cubicBezTo>
                    <a:pt x="9209216" y="2804049"/>
                    <a:pt x="9204345" y="2787768"/>
                    <a:pt x="9199374" y="2771438"/>
                  </a:cubicBezTo>
                  <a:cubicBezTo>
                    <a:pt x="9159855" y="2641086"/>
                    <a:pt x="9114272" y="2512099"/>
                    <a:pt x="9061829" y="2385418"/>
                  </a:cubicBezTo>
                  <a:cubicBezTo>
                    <a:pt x="9035582" y="2322077"/>
                    <a:pt x="9008043" y="2259160"/>
                    <a:pt x="8978865" y="2196855"/>
                  </a:cubicBezTo>
                  <a:lnTo>
                    <a:pt x="8956694" y="2150219"/>
                  </a:lnTo>
                  <a:lnTo>
                    <a:pt x="8934176" y="2103914"/>
                  </a:lnTo>
                  <a:cubicBezTo>
                    <a:pt x="8918915" y="2073091"/>
                    <a:pt x="8903157" y="2042032"/>
                    <a:pt x="8887151" y="2011350"/>
                  </a:cubicBezTo>
                  <a:cubicBezTo>
                    <a:pt x="8854988" y="1949891"/>
                    <a:pt x="8822082" y="1888810"/>
                    <a:pt x="8787533" y="1828527"/>
                  </a:cubicBezTo>
                  <a:lnTo>
                    <a:pt x="8761485" y="1783398"/>
                  </a:lnTo>
                  <a:lnTo>
                    <a:pt x="8734791" y="1737893"/>
                  </a:lnTo>
                  <a:cubicBezTo>
                    <a:pt x="8717047" y="1707823"/>
                    <a:pt x="8699200" y="1678363"/>
                    <a:pt x="8680808" y="1648812"/>
                  </a:cubicBezTo>
                  <a:cubicBezTo>
                    <a:pt x="8644322" y="1589658"/>
                    <a:pt x="8606194" y="1531118"/>
                    <a:pt x="8567024" y="1472906"/>
                  </a:cubicBezTo>
                  <a:lnTo>
                    <a:pt x="8537446" y="1429330"/>
                  </a:lnTo>
                  <a:lnTo>
                    <a:pt x="8507423" y="1385896"/>
                  </a:lnTo>
                  <a:cubicBezTo>
                    <a:pt x="8487390" y="1357284"/>
                    <a:pt x="8467158" y="1328719"/>
                    <a:pt x="8446529" y="1300295"/>
                  </a:cubicBezTo>
                  <a:cubicBezTo>
                    <a:pt x="8405271" y="1243496"/>
                    <a:pt x="8362718" y="1187120"/>
                    <a:pt x="8319224" y="1131026"/>
                  </a:cubicBezTo>
                  <a:lnTo>
                    <a:pt x="8286366" y="1089050"/>
                  </a:lnTo>
                  <a:lnTo>
                    <a:pt x="8270161" y="1068439"/>
                  </a:lnTo>
                  <a:lnTo>
                    <a:pt x="8253856" y="1048156"/>
                  </a:lnTo>
                  <a:cubicBezTo>
                    <a:pt x="8231636" y="1020675"/>
                    <a:pt x="8209117" y="993381"/>
                    <a:pt x="8186352" y="966275"/>
                  </a:cubicBezTo>
                  <a:cubicBezTo>
                    <a:pt x="8140917" y="911922"/>
                    <a:pt x="8094240" y="858417"/>
                    <a:pt x="8046768" y="805429"/>
                  </a:cubicBezTo>
                  <a:lnTo>
                    <a:pt x="8010927" y="765853"/>
                  </a:lnTo>
                  <a:lnTo>
                    <a:pt x="7974788" y="726653"/>
                  </a:lnTo>
                  <a:cubicBezTo>
                    <a:pt x="7950382" y="700489"/>
                    <a:pt x="7925824" y="674465"/>
                    <a:pt x="7901070" y="648724"/>
                  </a:cubicBezTo>
                  <a:cubicBezTo>
                    <a:pt x="7851510" y="597289"/>
                    <a:pt x="7801404" y="546514"/>
                    <a:pt x="7750054" y="497008"/>
                  </a:cubicBezTo>
                  <a:cubicBezTo>
                    <a:pt x="7698902" y="447644"/>
                    <a:pt x="7645913" y="398938"/>
                    <a:pt x="7592277" y="351221"/>
                  </a:cubicBezTo>
                  <a:cubicBezTo>
                    <a:pt x="7484856" y="255786"/>
                    <a:pt x="7373308" y="164304"/>
                    <a:pt x="7257734" y="76964"/>
                  </a:cubicBezTo>
                  <a:close/>
                  <a:moveTo>
                    <a:pt x="1886601" y="0"/>
                  </a:moveTo>
                  <a:lnTo>
                    <a:pt x="2292926" y="0"/>
                  </a:lnTo>
                  <a:lnTo>
                    <a:pt x="2135542" y="117781"/>
                  </a:lnTo>
                  <a:cubicBezTo>
                    <a:pt x="2078998" y="162280"/>
                    <a:pt x="2023659" y="208045"/>
                    <a:pt x="1969576" y="254986"/>
                  </a:cubicBezTo>
                  <a:cubicBezTo>
                    <a:pt x="1861309" y="348820"/>
                    <a:pt x="1758064" y="447314"/>
                    <a:pt x="1659938" y="549855"/>
                  </a:cubicBezTo>
                  <a:cubicBezTo>
                    <a:pt x="1266987" y="960346"/>
                    <a:pt x="953820" y="1431495"/>
                    <a:pt x="729383" y="1936480"/>
                  </a:cubicBezTo>
                  <a:cubicBezTo>
                    <a:pt x="673260" y="2062362"/>
                    <a:pt x="622855" y="2190972"/>
                    <a:pt x="578465" y="2320807"/>
                  </a:cubicBezTo>
                  <a:cubicBezTo>
                    <a:pt x="534125" y="2450687"/>
                    <a:pt x="496147" y="2582216"/>
                    <a:pt x="465080" y="2714875"/>
                  </a:cubicBezTo>
                  <a:cubicBezTo>
                    <a:pt x="449769" y="2780991"/>
                    <a:pt x="435850" y="2848191"/>
                    <a:pt x="423820" y="2915436"/>
                  </a:cubicBezTo>
                  <a:cubicBezTo>
                    <a:pt x="411840" y="2982731"/>
                    <a:pt x="401054" y="3050260"/>
                    <a:pt x="392355" y="3118071"/>
                  </a:cubicBezTo>
                  <a:cubicBezTo>
                    <a:pt x="374509" y="3253646"/>
                    <a:pt x="363424" y="3389880"/>
                    <a:pt x="358801" y="3526915"/>
                  </a:cubicBezTo>
                  <a:cubicBezTo>
                    <a:pt x="349009" y="3800843"/>
                    <a:pt x="366357" y="4075570"/>
                    <a:pt x="410350" y="4348226"/>
                  </a:cubicBezTo>
                  <a:cubicBezTo>
                    <a:pt x="421286" y="4416132"/>
                    <a:pt x="434209" y="4483660"/>
                    <a:pt x="449022" y="4551049"/>
                  </a:cubicBezTo>
                  <a:cubicBezTo>
                    <a:pt x="463737" y="4618436"/>
                    <a:pt x="480389" y="4685588"/>
                    <a:pt x="498882" y="4752365"/>
                  </a:cubicBezTo>
                  <a:cubicBezTo>
                    <a:pt x="517373" y="4819141"/>
                    <a:pt x="537704" y="4885635"/>
                    <a:pt x="559775" y="4951657"/>
                  </a:cubicBezTo>
                  <a:cubicBezTo>
                    <a:pt x="581946" y="5017775"/>
                    <a:pt x="605358" y="5083375"/>
                    <a:pt x="631406" y="5147986"/>
                  </a:cubicBezTo>
                  <a:cubicBezTo>
                    <a:pt x="734055" y="5407608"/>
                    <a:pt x="865188" y="5658570"/>
                    <a:pt x="1023461" y="5893957"/>
                  </a:cubicBezTo>
                  <a:cubicBezTo>
                    <a:pt x="1181487" y="6129578"/>
                    <a:pt x="1367051" y="6349247"/>
                    <a:pt x="1575880" y="6547646"/>
                  </a:cubicBezTo>
                  <a:cubicBezTo>
                    <a:pt x="1680269" y="6646916"/>
                    <a:pt x="1790338" y="6740939"/>
                    <a:pt x="1905228" y="6829468"/>
                  </a:cubicBezTo>
                  <a:lnTo>
                    <a:pt x="1944230" y="6858000"/>
                  </a:lnTo>
                  <a:lnTo>
                    <a:pt x="1372541" y="6858000"/>
                  </a:lnTo>
                  <a:lnTo>
                    <a:pt x="1115251" y="6590005"/>
                  </a:lnTo>
                  <a:cubicBezTo>
                    <a:pt x="418530" y="5790792"/>
                    <a:pt x="0" y="4766182"/>
                    <a:pt x="0" y="3649031"/>
                  </a:cubicBezTo>
                  <a:cubicBezTo>
                    <a:pt x="0" y="2212695"/>
                    <a:pt x="691856" y="929334"/>
                    <a:pt x="1777294" y="81317"/>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1" name="Freeform: Shape 20">
              <a:extLst>
                <a:ext uri="{FF2B5EF4-FFF2-40B4-BE49-F238E27FC236}">
                  <a16:creationId xmlns:a16="http://schemas.microsoft.com/office/drawing/2014/main" id="{82B0ED5C-927D-4C5F-8F27-1B403820B9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3402" y="36937"/>
              <a:ext cx="9767847" cy="6858000"/>
            </a:xfrm>
            <a:custGeom>
              <a:avLst/>
              <a:gdLst>
                <a:gd name="connsiteX0" fmla="*/ 7145704 w 9767847"/>
                <a:gd name="connsiteY0" fmla="*/ 0 h 6858000"/>
                <a:gd name="connsiteX1" fmla="*/ 7875738 w 9767847"/>
                <a:gd name="connsiteY1" fmla="*/ 0 h 6858000"/>
                <a:gd name="connsiteX2" fmla="*/ 7990553 w 9767847"/>
                <a:gd name="connsiteY2" fmla="*/ 85415 h 6858000"/>
                <a:gd name="connsiteX3" fmla="*/ 9767847 w 9767847"/>
                <a:gd name="connsiteY3" fmla="*/ 3653129 h 6858000"/>
                <a:gd name="connsiteX4" fmla="*/ 8652597 w 9767847"/>
                <a:gd name="connsiteY4" fmla="*/ 6594103 h 6858000"/>
                <a:gd name="connsiteX5" fmla="*/ 8399240 w 9767847"/>
                <a:gd name="connsiteY5" fmla="*/ 6858000 h 6858000"/>
                <a:gd name="connsiteX6" fmla="*/ 6766926 w 9767847"/>
                <a:gd name="connsiteY6" fmla="*/ 6858000 h 6858000"/>
                <a:gd name="connsiteX7" fmla="*/ 6804586 w 9767847"/>
                <a:gd name="connsiteY7" fmla="*/ 6821201 h 6858000"/>
                <a:gd name="connsiteX8" fmla="*/ 6881735 w 9767847"/>
                <a:gd name="connsiteY8" fmla="*/ 6745295 h 6858000"/>
                <a:gd name="connsiteX9" fmla="*/ 6958883 w 9767847"/>
                <a:gd name="connsiteY9" fmla="*/ 6668920 h 6858000"/>
                <a:gd name="connsiteX10" fmla="*/ 7267925 w 9767847"/>
                <a:gd name="connsiteY10" fmla="*/ 6359792 h 6858000"/>
                <a:gd name="connsiteX11" fmla="*/ 7424360 w 9767847"/>
                <a:gd name="connsiteY11" fmla="*/ 6204783 h 6858000"/>
                <a:gd name="connsiteX12" fmla="*/ 7504938 w 9767847"/>
                <a:gd name="connsiteY12" fmla="*/ 6126806 h 6858000"/>
                <a:gd name="connsiteX13" fmla="*/ 7546396 w 9767847"/>
                <a:gd name="connsiteY13" fmla="*/ 6087795 h 6858000"/>
                <a:gd name="connsiteX14" fmla="*/ 7588002 w 9767847"/>
                <a:gd name="connsiteY14" fmla="*/ 6049630 h 6858000"/>
                <a:gd name="connsiteX15" fmla="*/ 7631000 w 9767847"/>
                <a:gd name="connsiteY15" fmla="*/ 6010807 h 6858000"/>
                <a:gd name="connsiteX16" fmla="*/ 7675440 w 9767847"/>
                <a:gd name="connsiteY16" fmla="*/ 5972407 h 6858000"/>
                <a:gd name="connsiteX17" fmla="*/ 7720626 w 9767847"/>
                <a:gd name="connsiteY17" fmla="*/ 5934949 h 6858000"/>
                <a:gd name="connsiteX18" fmla="*/ 7766458 w 9767847"/>
                <a:gd name="connsiteY18" fmla="*/ 5898432 h 6858000"/>
                <a:gd name="connsiteX19" fmla="*/ 7955254 w 9767847"/>
                <a:gd name="connsiteY19" fmla="*/ 5760926 h 6858000"/>
                <a:gd name="connsiteX20" fmla="*/ 8352678 w 9767847"/>
                <a:gd name="connsiteY20" fmla="*/ 5521728 h 6858000"/>
                <a:gd name="connsiteX21" fmla="*/ 8451350 w 9767847"/>
                <a:gd name="connsiteY21" fmla="*/ 5469352 h 6858000"/>
                <a:gd name="connsiteX22" fmla="*/ 8548532 w 9767847"/>
                <a:gd name="connsiteY22" fmla="*/ 5417493 h 6858000"/>
                <a:gd name="connsiteX23" fmla="*/ 8729473 w 9767847"/>
                <a:gd name="connsiteY23" fmla="*/ 5314059 h 6858000"/>
                <a:gd name="connsiteX24" fmla="*/ 8770781 w 9767847"/>
                <a:gd name="connsiteY24" fmla="*/ 5287330 h 6858000"/>
                <a:gd name="connsiteX25" fmla="*/ 8790964 w 9767847"/>
                <a:gd name="connsiteY25" fmla="*/ 5273590 h 6858000"/>
                <a:gd name="connsiteX26" fmla="*/ 8810499 w 9767847"/>
                <a:gd name="connsiteY26" fmla="*/ 5259801 h 6858000"/>
                <a:gd name="connsiteX27" fmla="*/ 8883571 w 9767847"/>
                <a:gd name="connsiteY27" fmla="*/ 5202577 h 6858000"/>
                <a:gd name="connsiteX28" fmla="*/ 9006651 w 9767847"/>
                <a:gd name="connsiteY28" fmla="*/ 5074625 h 6858000"/>
                <a:gd name="connsiteX29" fmla="*/ 9033494 w 9767847"/>
                <a:gd name="connsiteY29" fmla="*/ 5038203 h 6858000"/>
                <a:gd name="connsiteX30" fmla="*/ 9040305 w 9767847"/>
                <a:gd name="connsiteY30" fmla="*/ 5028649 h 6858000"/>
                <a:gd name="connsiteX31" fmla="*/ 9046568 w 9767847"/>
                <a:gd name="connsiteY31" fmla="*/ 5019379 h 6858000"/>
                <a:gd name="connsiteX32" fmla="*/ 9058846 w 9767847"/>
                <a:gd name="connsiteY32" fmla="*/ 5000743 h 6858000"/>
                <a:gd name="connsiteX33" fmla="*/ 9104529 w 9767847"/>
                <a:gd name="connsiteY33" fmla="*/ 4922203 h 6858000"/>
                <a:gd name="connsiteX34" fmla="*/ 9181081 w 9767847"/>
                <a:gd name="connsiteY34" fmla="*/ 4748792 h 6858000"/>
                <a:gd name="connsiteX35" fmla="*/ 9240731 w 9767847"/>
                <a:gd name="connsiteY35" fmla="*/ 4561970 h 6858000"/>
                <a:gd name="connsiteX36" fmla="*/ 9265388 w 9767847"/>
                <a:gd name="connsiteY36" fmla="*/ 4465171 h 6858000"/>
                <a:gd name="connsiteX37" fmla="*/ 9276571 w 9767847"/>
                <a:gd name="connsiteY37" fmla="*/ 4416041 h 6858000"/>
                <a:gd name="connsiteX38" fmla="*/ 9281841 w 9767847"/>
                <a:gd name="connsiteY38" fmla="*/ 4391477 h 6858000"/>
                <a:gd name="connsiteX39" fmla="*/ 9286513 w 9767847"/>
                <a:gd name="connsiteY39" fmla="*/ 4368936 h 6858000"/>
                <a:gd name="connsiteX40" fmla="*/ 9296754 w 9767847"/>
                <a:gd name="connsiteY40" fmla="*/ 4316136 h 6858000"/>
                <a:gd name="connsiteX41" fmla="*/ 9301029 w 9767847"/>
                <a:gd name="connsiteY41" fmla="*/ 4293172 h 6858000"/>
                <a:gd name="connsiteX42" fmla="*/ 9302818 w 9767847"/>
                <a:gd name="connsiteY42" fmla="*/ 4282679 h 6858000"/>
                <a:gd name="connsiteX43" fmla="*/ 9304658 w 9767847"/>
                <a:gd name="connsiteY43" fmla="*/ 4270914 h 6858000"/>
                <a:gd name="connsiteX44" fmla="*/ 9312810 w 9767847"/>
                <a:gd name="connsiteY44" fmla="*/ 4220043 h 6858000"/>
                <a:gd name="connsiteX45" fmla="*/ 9316887 w 9767847"/>
                <a:gd name="connsiteY45" fmla="*/ 4194584 h 6858000"/>
                <a:gd name="connsiteX46" fmla="*/ 9318923 w 9767847"/>
                <a:gd name="connsiteY46" fmla="*/ 4181878 h 6858000"/>
                <a:gd name="connsiteX47" fmla="*/ 9320515 w 9767847"/>
                <a:gd name="connsiteY47" fmla="*/ 4168984 h 6858000"/>
                <a:gd name="connsiteX48" fmla="*/ 9332445 w 9767847"/>
                <a:gd name="connsiteY48" fmla="*/ 4069079 h 6858000"/>
                <a:gd name="connsiteX49" fmla="*/ 9336173 w 9767847"/>
                <a:gd name="connsiteY49" fmla="*/ 4022774 h 6858000"/>
                <a:gd name="connsiteX50" fmla="*/ 9340199 w 9767847"/>
                <a:gd name="connsiteY50" fmla="*/ 3969269 h 6858000"/>
                <a:gd name="connsiteX51" fmla="*/ 9347557 w 9767847"/>
                <a:gd name="connsiteY51" fmla="*/ 3770070 h 6858000"/>
                <a:gd name="connsiteX52" fmla="*/ 9346364 w 9767847"/>
                <a:gd name="connsiteY52" fmla="*/ 3669036 h 6858000"/>
                <a:gd name="connsiteX53" fmla="*/ 9344921 w 9767847"/>
                <a:gd name="connsiteY53" fmla="*/ 3619341 h 6858000"/>
                <a:gd name="connsiteX54" fmla="*/ 9344524 w 9767847"/>
                <a:gd name="connsiteY54" fmla="*/ 3607624 h 6858000"/>
                <a:gd name="connsiteX55" fmla="*/ 9343728 w 9767847"/>
                <a:gd name="connsiteY55" fmla="*/ 3594872 h 6858000"/>
                <a:gd name="connsiteX56" fmla="*/ 9342188 w 9767847"/>
                <a:gd name="connsiteY56" fmla="*/ 3569366 h 6858000"/>
                <a:gd name="connsiteX57" fmla="*/ 9339056 w 9767847"/>
                <a:gd name="connsiteY57" fmla="*/ 3518354 h 6858000"/>
                <a:gd name="connsiteX58" fmla="*/ 9334334 w 9767847"/>
                <a:gd name="connsiteY58" fmla="*/ 3467155 h 6858000"/>
                <a:gd name="connsiteX59" fmla="*/ 9329363 w 9767847"/>
                <a:gd name="connsiteY59" fmla="*/ 3415908 h 6858000"/>
                <a:gd name="connsiteX60" fmla="*/ 9328319 w 9767847"/>
                <a:gd name="connsiteY60" fmla="*/ 3404755 h 6858000"/>
                <a:gd name="connsiteX61" fmla="*/ 9327177 w 9767847"/>
                <a:gd name="connsiteY61" fmla="*/ 3394214 h 6858000"/>
                <a:gd name="connsiteX62" fmla="*/ 9324293 w 9767847"/>
                <a:gd name="connsiteY62" fmla="*/ 3370872 h 6858000"/>
                <a:gd name="connsiteX63" fmla="*/ 9320763 w 9767847"/>
                <a:gd name="connsiteY63" fmla="*/ 3344427 h 6858000"/>
                <a:gd name="connsiteX64" fmla="*/ 9317184 w 9767847"/>
                <a:gd name="connsiteY64" fmla="*/ 3315343 h 6858000"/>
                <a:gd name="connsiteX65" fmla="*/ 9311021 w 9767847"/>
                <a:gd name="connsiteY65" fmla="*/ 3270309 h 6858000"/>
                <a:gd name="connsiteX66" fmla="*/ 9302719 w 9767847"/>
                <a:gd name="connsiteY66" fmla="*/ 3219815 h 6858000"/>
                <a:gd name="connsiteX67" fmla="*/ 9293970 w 9767847"/>
                <a:gd name="connsiteY67" fmla="*/ 3169887 h 6858000"/>
                <a:gd name="connsiteX68" fmla="*/ 9252065 w 9767847"/>
                <a:gd name="connsiteY68" fmla="*/ 2971205 h 6858000"/>
                <a:gd name="connsiteX69" fmla="*/ 9227211 w 9767847"/>
                <a:gd name="connsiteY69" fmla="*/ 2872571 h 6858000"/>
                <a:gd name="connsiteX70" fmla="*/ 9220699 w 9767847"/>
                <a:gd name="connsiteY70" fmla="*/ 2848524 h 6858000"/>
                <a:gd name="connsiteX71" fmla="*/ 9213740 w 9767847"/>
                <a:gd name="connsiteY71" fmla="*/ 2824289 h 6858000"/>
                <a:gd name="connsiteX72" fmla="*/ 9199374 w 9767847"/>
                <a:gd name="connsiteY72" fmla="*/ 2775536 h 6858000"/>
                <a:gd name="connsiteX73" fmla="*/ 9061829 w 9767847"/>
                <a:gd name="connsiteY73" fmla="*/ 2389515 h 6858000"/>
                <a:gd name="connsiteX74" fmla="*/ 8978865 w 9767847"/>
                <a:gd name="connsiteY74" fmla="*/ 2200953 h 6858000"/>
                <a:gd name="connsiteX75" fmla="*/ 8956694 w 9767847"/>
                <a:gd name="connsiteY75" fmla="*/ 2154317 h 6858000"/>
                <a:gd name="connsiteX76" fmla="*/ 8934176 w 9767847"/>
                <a:gd name="connsiteY76" fmla="*/ 2108012 h 6858000"/>
                <a:gd name="connsiteX77" fmla="*/ 8887151 w 9767847"/>
                <a:gd name="connsiteY77" fmla="*/ 2015448 h 6858000"/>
                <a:gd name="connsiteX78" fmla="*/ 8787533 w 9767847"/>
                <a:gd name="connsiteY78" fmla="*/ 1832625 h 6858000"/>
                <a:gd name="connsiteX79" fmla="*/ 8761485 w 9767847"/>
                <a:gd name="connsiteY79" fmla="*/ 1787496 h 6858000"/>
                <a:gd name="connsiteX80" fmla="*/ 8734791 w 9767847"/>
                <a:gd name="connsiteY80" fmla="*/ 1741991 h 6858000"/>
                <a:gd name="connsiteX81" fmla="*/ 8680808 w 9767847"/>
                <a:gd name="connsiteY81" fmla="*/ 1652910 h 6858000"/>
                <a:gd name="connsiteX82" fmla="*/ 8567024 w 9767847"/>
                <a:gd name="connsiteY82" fmla="*/ 1477004 h 6858000"/>
                <a:gd name="connsiteX83" fmla="*/ 8537446 w 9767847"/>
                <a:gd name="connsiteY83" fmla="*/ 1433428 h 6858000"/>
                <a:gd name="connsiteX84" fmla="*/ 8507423 w 9767847"/>
                <a:gd name="connsiteY84" fmla="*/ 1389994 h 6858000"/>
                <a:gd name="connsiteX85" fmla="*/ 8446529 w 9767847"/>
                <a:gd name="connsiteY85" fmla="*/ 1304393 h 6858000"/>
                <a:gd name="connsiteX86" fmla="*/ 8319224 w 9767847"/>
                <a:gd name="connsiteY86" fmla="*/ 1135124 h 6858000"/>
                <a:gd name="connsiteX87" fmla="*/ 8286366 w 9767847"/>
                <a:gd name="connsiteY87" fmla="*/ 1093148 h 6858000"/>
                <a:gd name="connsiteX88" fmla="*/ 8270161 w 9767847"/>
                <a:gd name="connsiteY88" fmla="*/ 1072538 h 6858000"/>
                <a:gd name="connsiteX89" fmla="*/ 8253856 w 9767847"/>
                <a:gd name="connsiteY89" fmla="*/ 1052254 h 6858000"/>
                <a:gd name="connsiteX90" fmla="*/ 8186352 w 9767847"/>
                <a:gd name="connsiteY90" fmla="*/ 970373 h 6858000"/>
                <a:gd name="connsiteX91" fmla="*/ 8046768 w 9767847"/>
                <a:gd name="connsiteY91" fmla="*/ 809527 h 6858000"/>
                <a:gd name="connsiteX92" fmla="*/ 8010927 w 9767847"/>
                <a:gd name="connsiteY92" fmla="*/ 769951 h 6858000"/>
                <a:gd name="connsiteX93" fmla="*/ 7974788 w 9767847"/>
                <a:gd name="connsiteY93" fmla="*/ 730751 h 6858000"/>
                <a:gd name="connsiteX94" fmla="*/ 7901070 w 9767847"/>
                <a:gd name="connsiteY94" fmla="*/ 652823 h 6858000"/>
                <a:gd name="connsiteX95" fmla="*/ 7750054 w 9767847"/>
                <a:gd name="connsiteY95" fmla="*/ 501106 h 6858000"/>
                <a:gd name="connsiteX96" fmla="*/ 7592277 w 9767847"/>
                <a:gd name="connsiteY96" fmla="*/ 355319 h 6858000"/>
                <a:gd name="connsiteX97" fmla="*/ 7257734 w 9767847"/>
                <a:gd name="connsiteY97" fmla="*/ 81062 h 6858000"/>
                <a:gd name="connsiteX98" fmla="*/ 1892109 w 9767847"/>
                <a:gd name="connsiteY98" fmla="*/ 0 h 6858000"/>
                <a:gd name="connsiteX99" fmla="*/ 2298402 w 9767847"/>
                <a:gd name="connsiteY99" fmla="*/ 0 h 6858000"/>
                <a:gd name="connsiteX100" fmla="*/ 2135542 w 9767847"/>
                <a:gd name="connsiteY100" fmla="*/ 121879 h 6858000"/>
                <a:gd name="connsiteX101" fmla="*/ 1969576 w 9767847"/>
                <a:gd name="connsiteY101" fmla="*/ 259084 h 6858000"/>
                <a:gd name="connsiteX102" fmla="*/ 1659938 w 9767847"/>
                <a:gd name="connsiteY102" fmla="*/ 553953 h 6858000"/>
                <a:gd name="connsiteX103" fmla="*/ 729383 w 9767847"/>
                <a:gd name="connsiteY103" fmla="*/ 1940578 h 6858000"/>
                <a:gd name="connsiteX104" fmla="*/ 578465 w 9767847"/>
                <a:gd name="connsiteY104" fmla="*/ 2324905 h 6858000"/>
                <a:gd name="connsiteX105" fmla="*/ 465080 w 9767847"/>
                <a:gd name="connsiteY105" fmla="*/ 2718973 h 6858000"/>
                <a:gd name="connsiteX106" fmla="*/ 423820 w 9767847"/>
                <a:gd name="connsiteY106" fmla="*/ 2919535 h 6858000"/>
                <a:gd name="connsiteX107" fmla="*/ 392355 w 9767847"/>
                <a:gd name="connsiteY107" fmla="*/ 3122169 h 6858000"/>
                <a:gd name="connsiteX108" fmla="*/ 358801 w 9767847"/>
                <a:gd name="connsiteY108" fmla="*/ 3531013 h 6858000"/>
                <a:gd name="connsiteX109" fmla="*/ 410350 w 9767847"/>
                <a:gd name="connsiteY109" fmla="*/ 4352324 h 6858000"/>
                <a:gd name="connsiteX110" fmla="*/ 449022 w 9767847"/>
                <a:gd name="connsiteY110" fmla="*/ 4555147 h 6858000"/>
                <a:gd name="connsiteX111" fmla="*/ 498882 w 9767847"/>
                <a:gd name="connsiteY111" fmla="*/ 4756463 h 6858000"/>
                <a:gd name="connsiteX112" fmla="*/ 559775 w 9767847"/>
                <a:gd name="connsiteY112" fmla="*/ 4955755 h 6858000"/>
                <a:gd name="connsiteX113" fmla="*/ 631406 w 9767847"/>
                <a:gd name="connsiteY113" fmla="*/ 5152084 h 6858000"/>
                <a:gd name="connsiteX114" fmla="*/ 1023461 w 9767847"/>
                <a:gd name="connsiteY114" fmla="*/ 5898055 h 6858000"/>
                <a:gd name="connsiteX115" fmla="*/ 1575880 w 9767847"/>
                <a:gd name="connsiteY115" fmla="*/ 6551744 h 6858000"/>
                <a:gd name="connsiteX116" fmla="*/ 1905228 w 9767847"/>
                <a:gd name="connsiteY116" fmla="*/ 6833566 h 6858000"/>
                <a:gd name="connsiteX117" fmla="*/ 1938629 w 9767847"/>
                <a:gd name="connsiteY117" fmla="*/ 6858000 h 6858000"/>
                <a:gd name="connsiteX118" fmla="*/ 1368607 w 9767847"/>
                <a:gd name="connsiteY118" fmla="*/ 6858000 h 6858000"/>
                <a:gd name="connsiteX119" fmla="*/ 1115251 w 9767847"/>
                <a:gd name="connsiteY119" fmla="*/ 6594103 h 6858000"/>
                <a:gd name="connsiteX120" fmla="*/ 0 w 9767847"/>
                <a:gd name="connsiteY120" fmla="*/ 3653129 h 6858000"/>
                <a:gd name="connsiteX121" fmla="*/ 1777294 w 9767847"/>
                <a:gd name="connsiteY121" fmla="*/ 854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9767847" h="6858000">
                  <a:moveTo>
                    <a:pt x="7145704" y="0"/>
                  </a:moveTo>
                  <a:lnTo>
                    <a:pt x="7875738" y="0"/>
                  </a:lnTo>
                  <a:lnTo>
                    <a:pt x="7990553" y="85415"/>
                  </a:lnTo>
                  <a:cubicBezTo>
                    <a:pt x="9075991" y="933432"/>
                    <a:pt x="9767847" y="2216793"/>
                    <a:pt x="9767847" y="3653129"/>
                  </a:cubicBezTo>
                  <a:cubicBezTo>
                    <a:pt x="9767847" y="4770280"/>
                    <a:pt x="9349317" y="5794890"/>
                    <a:pt x="8652597" y="6594103"/>
                  </a:cubicBezTo>
                  <a:lnTo>
                    <a:pt x="8399240" y="6858000"/>
                  </a:lnTo>
                  <a:lnTo>
                    <a:pt x="6766926" y="6858000"/>
                  </a:lnTo>
                  <a:lnTo>
                    <a:pt x="6804586" y="6821201"/>
                  </a:lnTo>
                  <a:lnTo>
                    <a:pt x="6881735" y="6745295"/>
                  </a:lnTo>
                  <a:cubicBezTo>
                    <a:pt x="6907435" y="6719979"/>
                    <a:pt x="6933134" y="6694896"/>
                    <a:pt x="6958883" y="6668920"/>
                  </a:cubicBezTo>
                  <a:lnTo>
                    <a:pt x="7267925" y="6359792"/>
                  </a:lnTo>
                  <a:lnTo>
                    <a:pt x="7424360" y="6204783"/>
                  </a:lnTo>
                  <a:cubicBezTo>
                    <a:pt x="7450754" y="6178900"/>
                    <a:pt x="7477598" y="6152829"/>
                    <a:pt x="7504938" y="6126806"/>
                  </a:cubicBezTo>
                  <a:lnTo>
                    <a:pt x="7546396" y="6087795"/>
                  </a:lnTo>
                  <a:cubicBezTo>
                    <a:pt x="7560264" y="6074901"/>
                    <a:pt x="7574780" y="6061630"/>
                    <a:pt x="7588002" y="6049630"/>
                  </a:cubicBezTo>
                  <a:lnTo>
                    <a:pt x="7631000" y="6010807"/>
                  </a:lnTo>
                  <a:lnTo>
                    <a:pt x="7675440" y="5972407"/>
                  </a:lnTo>
                  <a:cubicBezTo>
                    <a:pt x="7690404" y="5959796"/>
                    <a:pt x="7705564" y="5947419"/>
                    <a:pt x="7720626" y="5934949"/>
                  </a:cubicBezTo>
                  <a:cubicBezTo>
                    <a:pt x="7735738" y="5922525"/>
                    <a:pt x="7751197" y="5910619"/>
                    <a:pt x="7766458" y="5898432"/>
                  </a:cubicBezTo>
                  <a:cubicBezTo>
                    <a:pt x="7827949" y="5850290"/>
                    <a:pt x="7890979" y="5804597"/>
                    <a:pt x="7955254" y="5760926"/>
                  </a:cubicBezTo>
                  <a:cubicBezTo>
                    <a:pt x="8083800" y="5673632"/>
                    <a:pt x="8216872" y="5594434"/>
                    <a:pt x="8352678" y="5521728"/>
                  </a:cubicBezTo>
                  <a:lnTo>
                    <a:pt x="8451350" y="5469352"/>
                  </a:lnTo>
                  <a:lnTo>
                    <a:pt x="8548532" y="5417493"/>
                  </a:lnTo>
                  <a:cubicBezTo>
                    <a:pt x="8612110" y="5383188"/>
                    <a:pt x="8673251" y="5349306"/>
                    <a:pt x="8729473" y="5314059"/>
                  </a:cubicBezTo>
                  <a:cubicBezTo>
                    <a:pt x="8743591" y="5305213"/>
                    <a:pt x="8757161" y="5296459"/>
                    <a:pt x="8770781" y="5287330"/>
                  </a:cubicBezTo>
                  <a:cubicBezTo>
                    <a:pt x="8777591" y="5282765"/>
                    <a:pt x="8784451" y="5278201"/>
                    <a:pt x="8790964" y="5273590"/>
                  </a:cubicBezTo>
                  <a:cubicBezTo>
                    <a:pt x="8797574" y="5268977"/>
                    <a:pt x="8804235" y="5264412"/>
                    <a:pt x="8810499" y="5259801"/>
                  </a:cubicBezTo>
                  <a:cubicBezTo>
                    <a:pt x="8835999" y="5241401"/>
                    <a:pt x="8860407" y="5222389"/>
                    <a:pt x="8883571" y="5202577"/>
                  </a:cubicBezTo>
                  <a:cubicBezTo>
                    <a:pt x="8929900" y="5162954"/>
                    <a:pt x="8971258" y="5120413"/>
                    <a:pt x="9006651" y="5074625"/>
                  </a:cubicBezTo>
                  <a:cubicBezTo>
                    <a:pt x="9015351" y="5063426"/>
                    <a:pt x="9024398" y="5050955"/>
                    <a:pt x="9033494" y="5038203"/>
                  </a:cubicBezTo>
                  <a:lnTo>
                    <a:pt x="9040305" y="5028649"/>
                  </a:lnTo>
                  <a:lnTo>
                    <a:pt x="9046568" y="5019379"/>
                  </a:lnTo>
                  <a:cubicBezTo>
                    <a:pt x="9050743" y="5013261"/>
                    <a:pt x="9054819" y="5007050"/>
                    <a:pt x="9058846" y="5000743"/>
                  </a:cubicBezTo>
                  <a:cubicBezTo>
                    <a:pt x="9075002" y="4975615"/>
                    <a:pt x="9090212" y="4949403"/>
                    <a:pt x="9104529" y="4922203"/>
                  </a:cubicBezTo>
                  <a:cubicBezTo>
                    <a:pt x="9133211" y="4867850"/>
                    <a:pt x="9158313" y="4809545"/>
                    <a:pt x="9181081" y="4748792"/>
                  </a:cubicBezTo>
                  <a:cubicBezTo>
                    <a:pt x="9203748" y="4688276"/>
                    <a:pt x="9223383" y="4625876"/>
                    <a:pt x="9240731" y="4561970"/>
                  </a:cubicBezTo>
                  <a:cubicBezTo>
                    <a:pt x="9249481" y="4530064"/>
                    <a:pt x="9257682" y="4497782"/>
                    <a:pt x="9265388" y="4465171"/>
                  </a:cubicBezTo>
                  <a:cubicBezTo>
                    <a:pt x="9269215" y="4448842"/>
                    <a:pt x="9272943" y="4432465"/>
                    <a:pt x="9276571" y="4416041"/>
                  </a:cubicBezTo>
                  <a:lnTo>
                    <a:pt x="9281841" y="4391477"/>
                  </a:lnTo>
                  <a:lnTo>
                    <a:pt x="9286513" y="4368936"/>
                  </a:lnTo>
                  <a:lnTo>
                    <a:pt x="9296754" y="4316136"/>
                  </a:lnTo>
                  <a:lnTo>
                    <a:pt x="9301029" y="4293172"/>
                  </a:lnTo>
                  <a:lnTo>
                    <a:pt x="9302818" y="4282679"/>
                  </a:lnTo>
                  <a:lnTo>
                    <a:pt x="9304658" y="4270914"/>
                  </a:lnTo>
                  <a:lnTo>
                    <a:pt x="9312810" y="4220043"/>
                  </a:lnTo>
                  <a:lnTo>
                    <a:pt x="9316887" y="4194584"/>
                  </a:lnTo>
                  <a:lnTo>
                    <a:pt x="9318923" y="4181878"/>
                  </a:lnTo>
                  <a:cubicBezTo>
                    <a:pt x="9319570" y="4177644"/>
                    <a:pt x="9319969" y="4173267"/>
                    <a:pt x="9320515" y="4168984"/>
                  </a:cubicBezTo>
                  <a:lnTo>
                    <a:pt x="9332445" y="4069079"/>
                  </a:lnTo>
                  <a:cubicBezTo>
                    <a:pt x="9333836" y="4056468"/>
                    <a:pt x="9334880" y="4040986"/>
                    <a:pt x="9336173" y="4022774"/>
                  </a:cubicBezTo>
                  <a:lnTo>
                    <a:pt x="9340199" y="3969269"/>
                  </a:lnTo>
                  <a:cubicBezTo>
                    <a:pt x="9345071" y="3903904"/>
                    <a:pt x="9347358" y="3837081"/>
                    <a:pt x="9347557" y="3770070"/>
                  </a:cubicBezTo>
                  <a:cubicBezTo>
                    <a:pt x="9347656" y="3736518"/>
                    <a:pt x="9347209" y="3702871"/>
                    <a:pt x="9346364" y="3669036"/>
                  </a:cubicBezTo>
                  <a:lnTo>
                    <a:pt x="9344921" y="3619341"/>
                  </a:lnTo>
                  <a:lnTo>
                    <a:pt x="9344524" y="3607624"/>
                  </a:lnTo>
                  <a:lnTo>
                    <a:pt x="9343728" y="3594872"/>
                  </a:lnTo>
                  <a:lnTo>
                    <a:pt x="9342188" y="3569366"/>
                  </a:lnTo>
                  <a:lnTo>
                    <a:pt x="9339056" y="3518354"/>
                  </a:lnTo>
                  <a:cubicBezTo>
                    <a:pt x="9337914" y="3501319"/>
                    <a:pt x="9335874" y="3484236"/>
                    <a:pt x="9334334" y="3467155"/>
                  </a:cubicBezTo>
                  <a:lnTo>
                    <a:pt x="9329363" y="3415908"/>
                  </a:lnTo>
                  <a:lnTo>
                    <a:pt x="9328319" y="3404755"/>
                  </a:lnTo>
                  <a:lnTo>
                    <a:pt x="9327177" y="3394214"/>
                  </a:lnTo>
                  <a:lnTo>
                    <a:pt x="9324293" y="3370872"/>
                  </a:lnTo>
                  <a:lnTo>
                    <a:pt x="9320763" y="3344427"/>
                  </a:lnTo>
                  <a:lnTo>
                    <a:pt x="9317184" y="3315343"/>
                  </a:lnTo>
                  <a:cubicBezTo>
                    <a:pt x="9315594" y="3300991"/>
                    <a:pt x="9313506" y="3286404"/>
                    <a:pt x="9311021" y="3270309"/>
                  </a:cubicBezTo>
                  <a:lnTo>
                    <a:pt x="9302719" y="3219815"/>
                  </a:lnTo>
                  <a:cubicBezTo>
                    <a:pt x="9299936" y="3203157"/>
                    <a:pt x="9297003" y="3186498"/>
                    <a:pt x="9293970" y="3169887"/>
                  </a:cubicBezTo>
                  <a:cubicBezTo>
                    <a:pt x="9281891" y="3103393"/>
                    <a:pt x="9267674" y="3037182"/>
                    <a:pt x="9252065" y="2971205"/>
                  </a:cubicBezTo>
                  <a:cubicBezTo>
                    <a:pt x="9244261" y="2938265"/>
                    <a:pt x="9235959" y="2905371"/>
                    <a:pt x="9227211" y="2872571"/>
                  </a:cubicBezTo>
                  <a:lnTo>
                    <a:pt x="9220699" y="2848524"/>
                  </a:lnTo>
                  <a:lnTo>
                    <a:pt x="9213740" y="2824289"/>
                  </a:lnTo>
                  <a:cubicBezTo>
                    <a:pt x="9209216" y="2808147"/>
                    <a:pt x="9204345" y="2791866"/>
                    <a:pt x="9199374" y="2775536"/>
                  </a:cubicBezTo>
                  <a:cubicBezTo>
                    <a:pt x="9159855" y="2645184"/>
                    <a:pt x="9114272" y="2516197"/>
                    <a:pt x="9061829" y="2389515"/>
                  </a:cubicBezTo>
                  <a:cubicBezTo>
                    <a:pt x="9035582" y="2326175"/>
                    <a:pt x="9008043" y="2263258"/>
                    <a:pt x="8978865" y="2200953"/>
                  </a:cubicBezTo>
                  <a:lnTo>
                    <a:pt x="8956694" y="2154317"/>
                  </a:lnTo>
                  <a:lnTo>
                    <a:pt x="8934176" y="2108012"/>
                  </a:lnTo>
                  <a:cubicBezTo>
                    <a:pt x="8918915" y="2077189"/>
                    <a:pt x="8903157" y="2046130"/>
                    <a:pt x="8887151" y="2015448"/>
                  </a:cubicBezTo>
                  <a:cubicBezTo>
                    <a:pt x="8854988" y="1953989"/>
                    <a:pt x="8822082" y="1892908"/>
                    <a:pt x="8787533" y="1832625"/>
                  </a:cubicBezTo>
                  <a:lnTo>
                    <a:pt x="8761485" y="1787496"/>
                  </a:lnTo>
                  <a:lnTo>
                    <a:pt x="8734791" y="1741991"/>
                  </a:lnTo>
                  <a:cubicBezTo>
                    <a:pt x="8717047" y="1711921"/>
                    <a:pt x="8699200" y="1682461"/>
                    <a:pt x="8680808" y="1652910"/>
                  </a:cubicBezTo>
                  <a:cubicBezTo>
                    <a:pt x="8644322" y="1593756"/>
                    <a:pt x="8606194" y="1535216"/>
                    <a:pt x="8567024" y="1477004"/>
                  </a:cubicBezTo>
                  <a:lnTo>
                    <a:pt x="8537446" y="1433428"/>
                  </a:lnTo>
                  <a:lnTo>
                    <a:pt x="8507423" y="1389994"/>
                  </a:lnTo>
                  <a:cubicBezTo>
                    <a:pt x="8487390" y="1361382"/>
                    <a:pt x="8467158" y="1332817"/>
                    <a:pt x="8446529" y="1304393"/>
                  </a:cubicBezTo>
                  <a:cubicBezTo>
                    <a:pt x="8405271" y="1247595"/>
                    <a:pt x="8362718" y="1191218"/>
                    <a:pt x="8319224" y="1135124"/>
                  </a:cubicBezTo>
                  <a:lnTo>
                    <a:pt x="8286366" y="1093148"/>
                  </a:lnTo>
                  <a:lnTo>
                    <a:pt x="8270161" y="1072538"/>
                  </a:lnTo>
                  <a:lnTo>
                    <a:pt x="8253856" y="1052254"/>
                  </a:lnTo>
                  <a:cubicBezTo>
                    <a:pt x="8231636" y="1024773"/>
                    <a:pt x="8209117" y="997479"/>
                    <a:pt x="8186352" y="970373"/>
                  </a:cubicBezTo>
                  <a:cubicBezTo>
                    <a:pt x="8140917" y="916020"/>
                    <a:pt x="8094240" y="862515"/>
                    <a:pt x="8046768" y="809527"/>
                  </a:cubicBezTo>
                  <a:lnTo>
                    <a:pt x="8010927" y="769951"/>
                  </a:lnTo>
                  <a:lnTo>
                    <a:pt x="7974788" y="730751"/>
                  </a:lnTo>
                  <a:cubicBezTo>
                    <a:pt x="7950382" y="704587"/>
                    <a:pt x="7925824" y="678563"/>
                    <a:pt x="7901070" y="652823"/>
                  </a:cubicBezTo>
                  <a:cubicBezTo>
                    <a:pt x="7851510" y="601387"/>
                    <a:pt x="7801404" y="550612"/>
                    <a:pt x="7750054" y="501106"/>
                  </a:cubicBezTo>
                  <a:cubicBezTo>
                    <a:pt x="7698902" y="451742"/>
                    <a:pt x="7645913" y="403036"/>
                    <a:pt x="7592277" y="355319"/>
                  </a:cubicBezTo>
                  <a:cubicBezTo>
                    <a:pt x="7484856" y="259884"/>
                    <a:pt x="7373308" y="168402"/>
                    <a:pt x="7257734" y="81062"/>
                  </a:cubicBezTo>
                  <a:close/>
                  <a:moveTo>
                    <a:pt x="1892109" y="0"/>
                  </a:moveTo>
                  <a:lnTo>
                    <a:pt x="2298402" y="0"/>
                  </a:lnTo>
                  <a:lnTo>
                    <a:pt x="2135542" y="121879"/>
                  </a:lnTo>
                  <a:cubicBezTo>
                    <a:pt x="2078998" y="166378"/>
                    <a:pt x="2023659" y="212143"/>
                    <a:pt x="1969576" y="259084"/>
                  </a:cubicBezTo>
                  <a:cubicBezTo>
                    <a:pt x="1861309" y="352918"/>
                    <a:pt x="1758064" y="451412"/>
                    <a:pt x="1659938" y="553953"/>
                  </a:cubicBezTo>
                  <a:cubicBezTo>
                    <a:pt x="1266987" y="964444"/>
                    <a:pt x="953820" y="1435593"/>
                    <a:pt x="729383" y="1940578"/>
                  </a:cubicBezTo>
                  <a:cubicBezTo>
                    <a:pt x="673260" y="2066459"/>
                    <a:pt x="622855" y="2195070"/>
                    <a:pt x="578465" y="2324905"/>
                  </a:cubicBezTo>
                  <a:cubicBezTo>
                    <a:pt x="534125" y="2454785"/>
                    <a:pt x="496147" y="2586314"/>
                    <a:pt x="465080" y="2718973"/>
                  </a:cubicBezTo>
                  <a:cubicBezTo>
                    <a:pt x="449769" y="2785089"/>
                    <a:pt x="435850" y="2852289"/>
                    <a:pt x="423820" y="2919535"/>
                  </a:cubicBezTo>
                  <a:cubicBezTo>
                    <a:pt x="411840" y="2986829"/>
                    <a:pt x="401054" y="3054358"/>
                    <a:pt x="392355" y="3122169"/>
                  </a:cubicBezTo>
                  <a:cubicBezTo>
                    <a:pt x="374509" y="3257744"/>
                    <a:pt x="363424" y="3393978"/>
                    <a:pt x="358801" y="3531013"/>
                  </a:cubicBezTo>
                  <a:cubicBezTo>
                    <a:pt x="349009" y="3804941"/>
                    <a:pt x="366357" y="4079668"/>
                    <a:pt x="410350" y="4352324"/>
                  </a:cubicBezTo>
                  <a:cubicBezTo>
                    <a:pt x="421286" y="4420230"/>
                    <a:pt x="434209" y="4487758"/>
                    <a:pt x="449022" y="4555147"/>
                  </a:cubicBezTo>
                  <a:cubicBezTo>
                    <a:pt x="463737" y="4622534"/>
                    <a:pt x="480389" y="4689686"/>
                    <a:pt x="498882" y="4756463"/>
                  </a:cubicBezTo>
                  <a:cubicBezTo>
                    <a:pt x="517373" y="4823239"/>
                    <a:pt x="537704" y="4889733"/>
                    <a:pt x="559775" y="4955755"/>
                  </a:cubicBezTo>
                  <a:cubicBezTo>
                    <a:pt x="581946" y="5021873"/>
                    <a:pt x="605358" y="5087473"/>
                    <a:pt x="631406" y="5152084"/>
                  </a:cubicBezTo>
                  <a:cubicBezTo>
                    <a:pt x="734055" y="5411706"/>
                    <a:pt x="865188" y="5662668"/>
                    <a:pt x="1023461" y="5898055"/>
                  </a:cubicBezTo>
                  <a:cubicBezTo>
                    <a:pt x="1181487" y="6133676"/>
                    <a:pt x="1367051" y="6353345"/>
                    <a:pt x="1575880" y="6551744"/>
                  </a:cubicBezTo>
                  <a:cubicBezTo>
                    <a:pt x="1680269" y="6651014"/>
                    <a:pt x="1790338" y="6745037"/>
                    <a:pt x="1905228" y="6833566"/>
                  </a:cubicBezTo>
                  <a:lnTo>
                    <a:pt x="1938629" y="6858000"/>
                  </a:lnTo>
                  <a:lnTo>
                    <a:pt x="1368607" y="6858000"/>
                  </a:lnTo>
                  <a:lnTo>
                    <a:pt x="1115251" y="6594103"/>
                  </a:lnTo>
                  <a:cubicBezTo>
                    <a:pt x="418530" y="5794890"/>
                    <a:pt x="0" y="4770280"/>
                    <a:pt x="0" y="3653129"/>
                  </a:cubicBezTo>
                  <a:cubicBezTo>
                    <a:pt x="0" y="2216793"/>
                    <a:pt x="691856" y="933432"/>
                    <a:pt x="1777294" y="85415"/>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grpSp>
      <p:sp>
        <p:nvSpPr>
          <p:cNvPr id="2" name="Title 1">
            <a:extLst>
              <a:ext uri="{FF2B5EF4-FFF2-40B4-BE49-F238E27FC236}">
                <a16:creationId xmlns:a16="http://schemas.microsoft.com/office/drawing/2014/main" id="{8FB44EAD-9809-7711-9716-CB8F557A1391}"/>
              </a:ext>
            </a:extLst>
          </p:cNvPr>
          <p:cNvSpPr>
            <a:spLocks noGrp="1"/>
          </p:cNvSpPr>
          <p:nvPr>
            <p:ph type="ctrTitle"/>
          </p:nvPr>
        </p:nvSpPr>
        <p:spPr>
          <a:xfrm>
            <a:off x="876300" y="45868"/>
            <a:ext cx="10263459" cy="923925"/>
          </a:xfrm>
        </p:spPr>
        <p:txBody>
          <a:bodyPr anchor="b">
            <a:normAutofit/>
          </a:bodyPr>
          <a:lstStyle/>
          <a:p>
            <a:r>
              <a:rPr lang="en-IN" sz="4000" dirty="0">
                <a:solidFill>
                  <a:schemeClr val="tx2"/>
                </a:solidFill>
                <a:latin typeface="Engravers MT" panose="02090707080505020304" pitchFamily="18" charset="0"/>
              </a:rPr>
              <a:t>History  of MISRA-C</a:t>
            </a:r>
            <a:endParaRPr lang="en-IN" sz="4000" dirty="0">
              <a:solidFill>
                <a:schemeClr val="tx2"/>
              </a:solidFill>
            </a:endParaRPr>
          </a:p>
        </p:txBody>
      </p:sp>
      <p:grpSp>
        <p:nvGrpSpPr>
          <p:cNvPr id="23" name="Group 22">
            <a:extLst>
              <a:ext uri="{FF2B5EF4-FFF2-40B4-BE49-F238E27FC236}">
                <a16:creationId xmlns:a16="http://schemas.microsoft.com/office/drawing/2014/main" id="{87F87F1B-42BA-4AC7-A4E2-41544DDB2CE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05" y="-4155"/>
            <a:ext cx="2514948" cy="2174333"/>
            <a:chOff x="-305" y="-4155"/>
            <a:chExt cx="2514948" cy="2174333"/>
          </a:xfrm>
        </p:grpSpPr>
        <p:sp>
          <p:nvSpPr>
            <p:cNvPr id="24" name="Freeform: Shape 23">
              <a:extLst>
                <a:ext uri="{FF2B5EF4-FFF2-40B4-BE49-F238E27FC236}">
                  <a16:creationId xmlns:a16="http://schemas.microsoft.com/office/drawing/2014/main" id="{68B53067-4E48-4E71-A6A9-A8CAABAFBF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Shape 24">
              <a:extLst>
                <a:ext uri="{FF2B5EF4-FFF2-40B4-BE49-F238E27FC236}">
                  <a16:creationId xmlns:a16="http://schemas.microsoft.com/office/drawing/2014/main" id="{06D1A0D3-4BB8-41D9-9CE7-2884C83F44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reeform: Shape 25">
              <a:extLst>
                <a:ext uri="{FF2B5EF4-FFF2-40B4-BE49-F238E27FC236}">
                  <a16:creationId xmlns:a16="http://schemas.microsoft.com/office/drawing/2014/main" id="{81E20F06-3B09-4B89-A36B-AB8BFBCCA5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27" name="Freeform: Shape 26">
              <a:extLst>
                <a:ext uri="{FF2B5EF4-FFF2-40B4-BE49-F238E27FC236}">
                  <a16:creationId xmlns:a16="http://schemas.microsoft.com/office/drawing/2014/main" id="{DAE6C3D7-7D5B-4926-877D-45F117BB6B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9" name="Group 28">
            <a:extLst>
              <a:ext uri="{FF2B5EF4-FFF2-40B4-BE49-F238E27FC236}">
                <a16:creationId xmlns:a16="http://schemas.microsoft.com/office/drawing/2014/main" id="{967346A5-7569-4F15-AB5D-BE3DADF192C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9685727" y="4683666"/>
            <a:ext cx="2514948" cy="2174333"/>
            <a:chOff x="-305" y="-4155"/>
            <a:chExt cx="2514948" cy="2174333"/>
          </a:xfrm>
        </p:grpSpPr>
        <p:sp>
          <p:nvSpPr>
            <p:cNvPr id="30" name="Freeform: Shape 29">
              <a:extLst>
                <a:ext uri="{FF2B5EF4-FFF2-40B4-BE49-F238E27FC236}">
                  <a16:creationId xmlns:a16="http://schemas.microsoft.com/office/drawing/2014/main" id="{E1951533-A568-4765-AB1F-F71D9AFDEA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reeform: Shape 30">
              <a:extLst>
                <a:ext uri="{FF2B5EF4-FFF2-40B4-BE49-F238E27FC236}">
                  <a16:creationId xmlns:a16="http://schemas.microsoft.com/office/drawing/2014/main" id="{A7214F52-4F3F-4C96-A62E-F1401D6C04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Freeform: Shape 31">
              <a:extLst>
                <a:ext uri="{FF2B5EF4-FFF2-40B4-BE49-F238E27FC236}">
                  <a16:creationId xmlns:a16="http://schemas.microsoft.com/office/drawing/2014/main" id="{023146A1-291C-4FA0-AB5B-EB04D42398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33" name="Freeform: Shape 32">
              <a:extLst>
                <a:ext uri="{FF2B5EF4-FFF2-40B4-BE49-F238E27FC236}">
                  <a16:creationId xmlns:a16="http://schemas.microsoft.com/office/drawing/2014/main" id="{62977932-2B03-4899-8306-5002CEE68E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5" name="Title 1">
            <a:extLst>
              <a:ext uri="{FF2B5EF4-FFF2-40B4-BE49-F238E27FC236}">
                <a16:creationId xmlns:a16="http://schemas.microsoft.com/office/drawing/2014/main" id="{D6EE584E-84BC-FC84-2A5F-A0E7AF1256B7}"/>
              </a:ext>
            </a:extLst>
          </p:cNvPr>
          <p:cNvSpPr txBox="1">
            <a:spLocks/>
          </p:cNvSpPr>
          <p:nvPr/>
        </p:nvSpPr>
        <p:spPr>
          <a:xfrm>
            <a:off x="10382250" y="3983"/>
            <a:ext cx="1809445" cy="44767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2000" dirty="0">
                <a:solidFill>
                  <a:schemeClr val="tx2"/>
                </a:solidFill>
              </a:rPr>
              <a:t>MISRA C -2012</a:t>
            </a:r>
          </a:p>
        </p:txBody>
      </p:sp>
      <p:sp>
        <p:nvSpPr>
          <p:cNvPr id="6" name="Subtitle 2">
            <a:extLst>
              <a:ext uri="{FF2B5EF4-FFF2-40B4-BE49-F238E27FC236}">
                <a16:creationId xmlns:a16="http://schemas.microsoft.com/office/drawing/2014/main" id="{C992C8E1-40D9-45CC-B67A-D8B86D2A381E}"/>
              </a:ext>
            </a:extLst>
          </p:cNvPr>
          <p:cNvSpPr txBox="1">
            <a:spLocks/>
          </p:cNvSpPr>
          <p:nvPr/>
        </p:nvSpPr>
        <p:spPr>
          <a:xfrm>
            <a:off x="3432265" y="853500"/>
            <a:ext cx="5188034" cy="682079"/>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115000"/>
              </a:lnSpc>
              <a:spcAft>
                <a:spcPts val="800"/>
              </a:spcAft>
            </a:pPr>
            <a:r>
              <a:rPr lang="en-IN" kern="100" dirty="0">
                <a:solidFill>
                  <a:srgbClr val="666666"/>
                </a:solidFill>
                <a:effectLst/>
                <a:highlight>
                  <a:srgbClr val="FFFF00"/>
                </a:highlight>
                <a:latin typeface="Times New Roman" panose="02020603050405020304" pitchFamily="18" charset="0"/>
                <a:ea typeface="Aptos" panose="020B0004020202020204" pitchFamily="34" charset="0"/>
                <a:cs typeface="Times New Roman" panose="02020603050405020304" pitchFamily="18" charset="0"/>
              </a:rPr>
              <a:t>Misra2012:Rule-1.2</a:t>
            </a:r>
          </a:p>
        </p:txBody>
      </p:sp>
      <p:sp>
        <p:nvSpPr>
          <p:cNvPr id="11" name="TextBox 10">
            <a:extLst>
              <a:ext uri="{FF2B5EF4-FFF2-40B4-BE49-F238E27FC236}">
                <a16:creationId xmlns:a16="http://schemas.microsoft.com/office/drawing/2014/main" id="{C4C6A04D-5BB7-63EA-A693-2BBCFE3361E4}"/>
              </a:ext>
            </a:extLst>
          </p:cNvPr>
          <p:cNvSpPr txBox="1"/>
          <p:nvPr/>
        </p:nvSpPr>
        <p:spPr>
          <a:xfrm>
            <a:off x="2359577" y="2262087"/>
            <a:ext cx="9645646" cy="3416320"/>
          </a:xfrm>
          <a:prstGeom prst="rect">
            <a:avLst/>
          </a:prstGeom>
          <a:noFill/>
        </p:spPr>
        <p:txBody>
          <a:bodyPr wrap="square">
            <a:spAutoFit/>
          </a:bodyPr>
          <a:lstStyle/>
          <a:p>
            <a:r>
              <a:rPr lang="en-IN" i="0" dirty="0">
                <a:effectLst/>
                <a:latin typeface="Times New Roman" panose="02020603050405020304" pitchFamily="18" charset="0"/>
                <a:cs typeface="Times New Roman" panose="02020603050405020304" pitchFamily="18" charset="0"/>
              </a:rPr>
              <a:t>#include &lt;</a:t>
            </a:r>
            <a:r>
              <a:rPr lang="en-IN" i="0" dirty="0" err="1">
                <a:effectLst/>
                <a:latin typeface="Times New Roman" panose="02020603050405020304" pitchFamily="18" charset="0"/>
                <a:cs typeface="Times New Roman" panose="02020603050405020304" pitchFamily="18" charset="0"/>
              </a:rPr>
              <a:t>stdio.h</a:t>
            </a:r>
            <a:r>
              <a:rPr lang="en-IN" i="0" dirty="0">
                <a:effectLst/>
                <a:latin typeface="Times New Roman" panose="02020603050405020304" pitchFamily="18" charset="0"/>
                <a:cs typeface="Times New Roman" panose="02020603050405020304" pitchFamily="18" charset="0"/>
              </a:rPr>
              <a:t>&gt; int main() </a:t>
            </a:r>
          </a:p>
          <a:p>
            <a:r>
              <a:rPr lang="en-IN" i="0" dirty="0">
                <a:effectLst/>
                <a:latin typeface="Times New Roman" panose="02020603050405020304" pitchFamily="18" charset="0"/>
                <a:cs typeface="Times New Roman" panose="02020603050405020304" pitchFamily="18" charset="0"/>
              </a:rPr>
              <a:t>{ int num1 = 10;</a:t>
            </a:r>
          </a:p>
          <a:p>
            <a:r>
              <a:rPr lang="en-IN" i="0" dirty="0">
                <a:effectLst/>
                <a:latin typeface="Times New Roman" panose="02020603050405020304" pitchFamily="18" charset="0"/>
                <a:cs typeface="Times New Roman" panose="02020603050405020304" pitchFamily="18" charset="0"/>
              </a:rPr>
              <a:t> int num2 = 20; // Violation: Using a language extension (C99-style inline declaration) </a:t>
            </a:r>
          </a:p>
          <a:p>
            <a:endParaRPr lang="en-IN" b="0" i="0" dirty="0">
              <a:solidFill>
                <a:srgbClr val="DF3079"/>
              </a:solidFill>
              <a:effectLst/>
              <a:latin typeface="Times New Roman" panose="02020603050405020304" pitchFamily="18" charset="0"/>
              <a:cs typeface="Times New Roman" panose="02020603050405020304" pitchFamily="18" charset="0"/>
            </a:endParaRPr>
          </a:p>
          <a:p>
            <a:r>
              <a:rPr lang="en-IN" b="0" i="0" dirty="0">
                <a:effectLst/>
                <a:highlight>
                  <a:srgbClr val="FFFF00"/>
                </a:highlight>
                <a:latin typeface="Times New Roman" panose="02020603050405020304" pitchFamily="18" charset="0"/>
                <a:cs typeface="Times New Roman" panose="02020603050405020304" pitchFamily="18" charset="0"/>
              </a:rPr>
              <a:t>int </a:t>
            </a:r>
            <a:r>
              <a:rPr lang="en-IN" b="0" i="0" dirty="0" err="1">
                <a:effectLst/>
                <a:highlight>
                  <a:srgbClr val="FFFF00"/>
                </a:highlight>
                <a:latin typeface="Times New Roman" panose="02020603050405020304" pitchFamily="18" charset="0"/>
                <a:cs typeface="Times New Roman" panose="02020603050405020304" pitchFamily="18" charset="0"/>
              </a:rPr>
              <a:t>i</a:t>
            </a:r>
            <a:r>
              <a:rPr lang="en-IN" b="0" i="0" dirty="0">
                <a:effectLst/>
                <a:highlight>
                  <a:srgbClr val="FFFF00"/>
                </a:highlight>
                <a:latin typeface="Times New Roman" panose="02020603050405020304" pitchFamily="18" charset="0"/>
                <a:cs typeface="Times New Roman" panose="02020603050405020304" pitchFamily="18" charset="0"/>
              </a:rPr>
              <a:t>;</a:t>
            </a:r>
            <a:r>
              <a:rPr lang="en-US" b="0" i="0" dirty="0">
                <a:effectLst/>
                <a:latin typeface="Times New Roman" panose="02020603050405020304" pitchFamily="18" charset="0"/>
                <a:cs typeface="Times New Roman" panose="02020603050405020304" pitchFamily="18" charset="0"/>
              </a:rPr>
              <a:t> // Loop counter declaration moved outside the loop</a:t>
            </a:r>
            <a:endParaRPr lang="en-IN" b="0" i="0" dirty="0">
              <a:effectLst/>
              <a:highlight>
                <a:srgbClr val="FFFF00"/>
              </a:highlight>
              <a:latin typeface="Times New Roman" panose="02020603050405020304" pitchFamily="18" charset="0"/>
              <a:cs typeface="Times New Roman" panose="02020603050405020304" pitchFamily="18" charset="0"/>
            </a:endParaRPr>
          </a:p>
          <a:p>
            <a:endParaRPr lang="en-IN" i="0" dirty="0">
              <a:effectLst/>
              <a:latin typeface="Times New Roman" panose="02020603050405020304" pitchFamily="18" charset="0"/>
              <a:cs typeface="Times New Roman" panose="02020603050405020304" pitchFamily="18" charset="0"/>
            </a:endParaRPr>
          </a:p>
          <a:p>
            <a:r>
              <a:rPr lang="en-IN" i="0" dirty="0">
                <a:effectLst/>
                <a:latin typeface="Times New Roman" panose="02020603050405020304" pitchFamily="18" charset="0"/>
                <a:cs typeface="Times New Roman" panose="02020603050405020304" pitchFamily="18" charset="0"/>
              </a:rPr>
              <a:t>for (</a:t>
            </a:r>
            <a:r>
              <a:rPr lang="en-IN" i="0" dirty="0" err="1">
                <a:effectLst/>
                <a:latin typeface="Times New Roman" panose="02020603050405020304" pitchFamily="18" charset="0"/>
                <a:cs typeface="Times New Roman" panose="02020603050405020304" pitchFamily="18" charset="0"/>
              </a:rPr>
              <a:t>i</a:t>
            </a:r>
            <a:r>
              <a:rPr lang="en-IN" i="0" dirty="0">
                <a:effectLst/>
                <a:latin typeface="Times New Roman" panose="02020603050405020304" pitchFamily="18" charset="0"/>
                <a:cs typeface="Times New Roman" panose="02020603050405020304" pitchFamily="18" charset="0"/>
              </a:rPr>
              <a:t> = 0; </a:t>
            </a:r>
            <a:r>
              <a:rPr lang="en-IN" i="0" dirty="0" err="1">
                <a:effectLst/>
                <a:latin typeface="Times New Roman" panose="02020603050405020304" pitchFamily="18" charset="0"/>
                <a:cs typeface="Times New Roman" panose="02020603050405020304" pitchFamily="18" charset="0"/>
              </a:rPr>
              <a:t>i</a:t>
            </a:r>
            <a:r>
              <a:rPr lang="en-IN" i="0" dirty="0">
                <a:effectLst/>
                <a:latin typeface="Times New Roman" panose="02020603050405020304" pitchFamily="18" charset="0"/>
                <a:cs typeface="Times New Roman" panose="02020603050405020304" pitchFamily="18" charset="0"/>
              </a:rPr>
              <a:t> &lt; 5; </a:t>
            </a:r>
            <a:r>
              <a:rPr lang="en-IN" i="0" dirty="0" err="1">
                <a:effectLst/>
                <a:latin typeface="Times New Roman" panose="02020603050405020304" pitchFamily="18" charset="0"/>
                <a:cs typeface="Times New Roman" panose="02020603050405020304" pitchFamily="18" charset="0"/>
              </a:rPr>
              <a:t>i</a:t>
            </a:r>
            <a:r>
              <a:rPr lang="en-IN" i="0" dirty="0">
                <a:effectLst/>
                <a:latin typeface="Times New Roman" panose="02020603050405020304" pitchFamily="18" charset="0"/>
                <a:cs typeface="Times New Roman" panose="02020603050405020304" pitchFamily="18" charset="0"/>
              </a:rPr>
              <a:t>++) </a:t>
            </a:r>
          </a:p>
          <a:p>
            <a:r>
              <a:rPr lang="en-IN" i="0" dirty="0">
                <a:effectLst/>
                <a:latin typeface="Times New Roman" panose="02020603050405020304" pitchFamily="18" charset="0"/>
                <a:cs typeface="Times New Roman" panose="02020603050405020304" pitchFamily="18" charset="0"/>
              </a:rPr>
              <a:t>{ </a:t>
            </a:r>
          </a:p>
          <a:p>
            <a:r>
              <a:rPr lang="en-IN" i="0" dirty="0" err="1">
                <a:effectLst/>
                <a:latin typeface="Times New Roman" panose="02020603050405020304" pitchFamily="18" charset="0"/>
                <a:cs typeface="Times New Roman" panose="02020603050405020304" pitchFamily="18" charset="0"/>
              </a:rPr>
              <a:t>printf</a:t>
            </a:r>
            <a:r>
              <a:rPr lang="en-IN" i="0" dirty="0">
                <a:effectLst/>
                <a:latin typeface="Times New Roman" panose="02020603050405020304" pitchFamily="18" charset="0"/>
                <a:cs typeface="Times New Roman" panose="02020603050405020304" pitchFamily="18" charset="0"/>
              </a:rPr>
              <a:t>("Iteration %d: %d\n", i+1, num1 + num2); </a:t>
            </a:r>
            <a:r>
              <a:rPr lang="en-US" b="0" i="0" dirty="0">
                <a:effectLst/>
                <a:latin typeface="Times New Roman" panose="02020603050405020304" pitchFamily="18" charset="0"/>
                <a:cs typeface="Times New Roman" panose="02020603050405020304" pitchFamily="18" charset="0"/>
              </a:rPr>
              <a:t>// Loop counter initialization moved outside the loop</a:t>
            </a:r>
            <a:endParaRPr lang="en-IN" i="0" dirty="0">
              <a:effectLst/>
              <a:latin typeface="Times New Roman" panose="02020603050405020304" pitchFamily="18" charset="0"/>
              <a:cs typeface="Times New Roman" panose="02020603050405020304" pitchFamily="18" charset="0"/>
            </a:endParaRPr>
          </a:p>
          <a:p>
            <a:r>
              <a:rPr lang="en-IN" i="0" dirty="0">
                <a:effectLst/>
                <a:latin typeface="Times New Roman" panose="02020603050405020304" pitchFamily="18" charset="0"/>
                <a:cs typeface="Times New Roman" panose="02020603050405020304" pitchFamily="18" charset="0"/>
              </a:rPr>
              <a:t>} </a:t>
            </a:r>
          </a:p>
          <a:p>
            <a:r>
              <a:rPr lang="en-IN" i="0" dirty="0">
                <a:effectLst/>
                <a:latin typeface="Times New Roman" panose="02020603050405020304" pitchFamily="18" charset="0"/>
                <a:cs typeface="Times New Roman" panose="02020603050405020304" pitchFamily="18" charset="0"/>
              </a:rPr>
              <a:t>return 0;</a:t>
            </a:r>
          </a:p>
          <a:p>
            <a:r>
              <a:rPr lang="en-IN" i="0" dirty="0">
                <a:effectLst/>
                <a:latin typeface="Times New Roman" panose="02020603050405020304" pitchFamily="18" charset="0"/>
                <a:cs typeface="Times New Roman" panose="02020603050405020304" pitchFamily="18" charset="0"/>
              </a:rPr>
              <a:t> }</a:t>
            </a:r>
            <a:endParaRPr lang="en-IN"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D3967609-A941-D197-2F13-4298EF0FCA07}"/>
              </a:ext>
            </a:extLst>
          </p:cNvPr>
          <p:cNvSpPr txBox="1"/>
          <p:nvPr/>
        </p:nvSpPr>
        <p:spPr>
          <a:xfrm>
            <a:off x="1318129" y="1617425"/>
            <a:ext cx="6116216" cy="646331"/>
          </a:xfrm>
          <a:prstGeom prst="rect">
            <a:avLst/>
          </a:prstGeom>
          <a:noFill/>
        </p:spPr>
        <p:txBody>
          <a:bodyPr wrap="square">
            <a:spAutoFit/>
          </a:bodyPr>
          <a:lstStyle/>
          <a:p>
            <a:pPr algn="l"/>
            <a:r>
              <a:rPr lang="en-IN" sz="1800" b="0" i="0" u="none" strike="noStrike" baseline="0" dirty="0">
                <a:highlight>
                  <a:srgbClr val="FFFF00"/>
                </a:highlight>
                <a:latin typeface="GlyphLessFont"/>
              </a:rPr>
              <a:t>REPAIR</a:t>
            </a:r>
          </a:p>
          <a:p>
            <a:pPr algn="l"/>
            <a:r>
              <a:rPr lang="en-US" b="0" i="0" dirty="0">
                <a:effectLst/>
                <a:latin typeface="Söhne Mono"/>
              </a:rPr>
              <a:t>Loop counter declaration moved outside the loop</a:t>
            </a:r>
            <a:endParaRPr lang="en-IN" dirty="0"/>
          </a:p>
        </p:txBody>
      </p:sp>
      <p:sp>
        <p:nvSpPr>
          <p:cNvPr id="3" name="TextBox 2">
            <a:extLst>
              <a:ext uri="{FF2B5EF4-FFF2-40B4-BE49-F238E27FC236}">
                <a16:creationId xmlns:a16="http://schemas.microsoft.com/office/drawing/2014/main" id="{59F8688A-D6BA-171F-015C-37A46C97D4D7}"/>
              </a:ext>
            </a:extLst>
          </p:cNvPr>
          <p:cNvSpPr txBox="1"/>
          <p:nvPr/>
        </p:nvSpPr>
        <p:spPr>
          <a:xfrm>
            <a:off x="1293575" y="2260730"/>
            <a:ext cx="1046338" cy="369332"/>
          </a:xfrm>
          <a:prstGeom prst="rect">
            <a:avLst/>
          </a:prstGeom>
          <a:noFill/>
        </p:spPr>
        <p:txBody>
          <a:bodyPr wrap="square">
            <a:spAutoFit/>
          </a:bodyPr>
          <a:lstStyle/>
          <a:p>
            <a:pPr algn="l"/>
            <a:r>
              <a:rPr lang="en-IN" dirty="0">
                <a:highlight>
                  <a:srgbClr val="FFFF00"/>
                </a:highlight>
              </a:rPr>
              <a:t>Example</a:t>
            </a:r>
          </a:p>
        </p:txBody>
      </p:sp>
      <p:sp>
        <p:nvSpPr>
          <p:cNvPr id="9" name="Slide Number Placeholder 8">
            <a:extLst>
              <a:ext uri="{FF2B5EF4-FFF2-40B4-BE49-F238E27FC236}">
                <a16:creationId xmlns:a16="http://schemas.microsoft.com/office/drawing/2014/main" id="{26E5F22C-D76D-0754-9D6E-E4395E404E50}"/>
              </a:ext>
            </a:extLst>
          </p:cNvPr>
          <p:cNvSpPr>
            <a:spLocks noGrp="1"/>
          </p:cNvSpPr>
          <p:nvPr>
            <p:ph type="sldNum" sz="quarter" idx="12"/>
          </p:nvPr>
        </p:nvSpPr>
        <p:spPr/>
        <p:txBody>
          <a:bodyPr/>
          <a:lstStyle/>
          <a:p>
            <a:fld id="{91247CA1-BCEC-4DD4-9B23-E2AE1AEA27A6}" type="slidenum">
              <a:rPr lang="en-IN" smtClean="0"/>
              <a:t>12</a:t>
            </a:fld>
            <a:endParaRPr lang="en-IN"/>
          </a:p>
        </p:txBody>
      </p:sp>
      <p:sp>
        <p:nvSpPr>
          <p:cNvPr id="7" name="TextBox 6">
            <a:extLst>
              <a:ext uri="{FF2B5EF4-FFF2-40B4-BE49-F238E27FC236}">
                <a16:creationId xmlns:a16="http://schemas.microsoft.com/office/drawing/2014/main" id="{7897F2B9-70DE-F636-E6B2-E70BCE9BC4B8}"/>
              </a:ext>
            </a:extLst>
          </p:cNvPr>
          <p:cNvSpPr txBox="1"/>
          <p:nvPr/>
        </p:nvSpPr>
        <p:spPr>
          <a:xfrm>
            <a:off x="10532532" y="526059"/>
            <a:ext cx="1451144" cy="369332"/>
          </a:xfrm>
          <a:prstGeom prst="rect">
            <a:avLst/>
          </a:prstGeom>
          <a:noFill/>
        </p:spPr>
        <p:txBody>
          <a:bodyPr wrap="square">
            <a:spAutoFit/>
          </a:bodyPr>
          <a:lstStyle/>
          <a:p>
            <a:r>
              <a:rPr lang="en-IN" dirty="0"/>
              <a:t>Session 1</a:t>
            </a:r>
          </a:p>
        </p:txBody>
      </p:sp>
    </p:spTree>
    <p:extLst>
      <p:ext uri="{BB962C8B-B14F-4D97-AF65-F5344CB8AC3E}">
        <p14:creationId xmlns:p14="http://schemas.microsoft.com/office/powerpoint/2010/main" val="31392409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5A292AEA-2528-46C0-B426-95822B6141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D8B7B198-E4DF-43CD-AD8C-1998843237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34" name="Freeform: Shape 33">
            <a:extLst>
              <a:ext uri="{FF2B5EF4-FFF2-40B4-BE49-F238E27FC236}">
                <a16:creationId xmlns:a16="http://schemas.microsoft.com/office/drawing/2014/main" id="{2BE67753-EA0E-4819-8D22-0B6600CF7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96934" y="3984"/>
            <a:ext cx="9376632" cy="6858000"/>
          </a:xfrm>
          <a:custGeom>
            <a:avLst/>
            <a:gdLst>
              <a:gd name="connsiteX0" fmla="*/ 1691615 w 9376632"/>
              <a:gd name="connsiteY0" fmla="*/ 0 h 6858000"/>
              <a:gd name="connsiteX1" fmla="*/ 7685017 w 9376632"/>
              <a:gd name="connsiteY1" fmla="*/ 0 h 6858000"/>
              <a:gd name="connsiteX2" fmla="*/ 7840634 w 9376632"/>
              <a:gd name="connsiteY2" fmla="*/ 134799 h 6858000"/>
              <a:gd name="connsiteX3" fmla="*/ 9376632 w 9376632"/>
              <a:gd name="connsiteY3" fmla="*/ 3605175 h 6858000"/>
              <a:gd name="connsiteX4" fmla="*/ 8158692 w 9376632"/>
              <a:gd name="connsiteY4" fmla="*/ 6757493 h 6858000"/>
              <a:gd name="connsiteX5" fmla="*/ 8062868 w 9376632"/>
              <a:gd name="connsiteY5" fmla="*/ 6858000 h 6858000"/>
              <a:gd name="connsiteX6" fmla="*/ 1313765 w 9376632"/>
              <a:gd name="connsiteY6" fmla="*/ 6858000 h 6858000"/>
              <a:gd name="connsiteX7" fmla="*/ 1217940 w 9376632"/>
              <a:gd name="connsiteY7" fmla="*/ 6757493 h 6858000"/>
              <a:gd name="connsiteX8" fmla="*/ 0 w 9376632"/>
              <a:gd name="connsiteY8" fmla="*/ 3605175 h 6858000"/>
              <a:gd name="connsiteX9" fmla="*/ 1535999 w 9376632"/>
              <a:gd name="connsiteY9" fmla="*/ 13479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376632" h="6858000">
                <a:moveTo>
                  <a:pt x="1691615" y="0"/>
                </a:moveTo>
                <a:lnTo>
                  <a:pt x="7685017" y="0"/>
                </a:lnTo>
                <a:lnTo>
                  <a:pt x="7840634" y="134799"/>
                </a:lnTo>
                <a:cubicBezTo>
                  <a:pt x="8784230" y="992423"/>
                  <a:pt x="9376632" y="2229618"/>
                  <a:pt x="9376632" y="3605175"/>
                </a:cubicBezTo>
                <a:cubicBezTo>
                  <a:pt x="9376632" y="4818903"/>
                  <a:pt x="8915419" y="5924908"/>
                  <a:pt x="8158692" y="6757493"/>
                </a:cubicBezTo>
                <a:lnTo>
                  <a:pt x="8062868" y="6858000"/>
                </a:lnTo>
                <a:lnTo>
                  <a:pt x="1313765" y="6858000"/>
                </a:lnTo>
                <a:lnTo>
                  <a:pt x="1217940" y="6757493"/>
                </a:lnTo>
                <a:cubicBezTo>
                  <a:pt x="461213" y="5924908"/>
                  <a:pt x="0" y="4818903"/>
                  <a:pt x="0" y="3605175"/>
                </a:cubicBezTo>
                <a:cubicBezTo>
                  <a:pt x="0" y="2229618"/>
                  <a:pt x="592403" y="992423"/>
                  <a:pt x="1535999" y="134799"/>
                </a:cubicBezTo>
                <a:close/>
              </a:path>
            </a:pathLst>
          </a:cu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5" name="Group 34">
            <a:extLst>
              <a:ext uri="{FF2B5EF4-FFF2-40B4-BE49-F238E27FC236}">
                <a16:creationId xmlns:a16="http://schemas.microsoft.com/office/drawing/2014/main" id="{D76D63AC-0421-45EC-B383-E79A61A78C6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303402" y="3985"/>
            <a:ext cx="9772765" cy="6858000"/>
            <a:chOff x="1303402" y="36937"/>
            <a:chExt cx="9772765" cy="6858000"/>
          </a:xfrm>
          <a:solidFill>
            <a:schemeClr val="bg1">
              <a:alpha val="30000"/>
            </a:schemeClr>
          </a:solidFill>
        </p:grpSpPr>
        <p:sp>
          <p:nvSpPr>
            <p:cNvPr id="15" name="Freeform: Shape 14">
              <a:extLst>
                <a:ext uri="{FF2B5EF4-FFF2-40B4-BE49-F238E27FC236}">
                  <a16:creationId xmlns:a16="http://schemas.microsoft.com/office/drawing/2014/main" id="{B997A32E-7032-4107-9C8B-99DB59EDD5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6937"/>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Shape 15">
              <a:extLst>
                <a:ext uri="{FF2B5EF4-FFF2-40B4-BE49-F238E27FC236}">
                  <a16:creationId xmlns:a16="http://schemas.microsoft.com/office/drawing/2014/main" id="{943BB27F-1470-42CA-91FF-D94BC691C8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6937"/>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Freeform: Shape 16">
              <a:extLst>
                <a:ext uri="{FF2B5EF4-FFF2-40B4-BE49-F238E27FC236}">
                  <a16:creationId xmlns:a16="http://schemas.microsoft.com/office/drawing/2014/main" id="{E997B002-17FD-47B3-A06A-76802FE15C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6937"/>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Freeform: Shape 17">
              <a:extLst>
                <a:ext uri="{FF2B5EF4-FFF2-40B4-BE49-F238E27FC236}">
                  <a16:creationId xmlns:a16="http://schemas.microsoft.com/office/drawing/2014/main" id="{E401EA35-9D2E-43B7-860F-EBB8A6C3E0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6937"/>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Freeform: Shape 18">
              <a:extLst>
                <a:ext uri="{FF2B5EF4-FFF2-40B4-BE49-F238E27FC236}">
                  <a16:creationId xmlns:a16="http://schemas.microsoft.com/office/drawing/2014/main" id="{F8C44827-3D81-4FF9-B4A5-5650D1B20A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6937"/>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Freeform: Shape 19">
              <a:extLst>
                <a:ext uri="{FF2B5EF4-FFF2-40B4-BE49-F238E27FC236}">
                  <a16:creationId xmlns:a16="http://schemas.microsoft.com/office/drawing/2014/main" id="{F613D97F-F6DF-4D32-AD91-209A80E7A2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8320" y="36937"/>
              <a:ext cx="9767847" cy="6858000"/>
            </a:xfrm>
            <a:custGeom>
              <a:avLst/>
              <a:gdLst>
                <a:gd name="connsiteX0" fmla="*/ 7151367 w 9767847"/>
                <a:gd name="connsiteY0" fmla="*/ 0 h 6858000"/>
                <a:gd name="connsiteX1" fmla="*/ 7881247 w 9767847"/>
                <a:gd name="connsiteY1" fmla="*/ 0 h 6858000"/>
                <a:gd name="connsiteX2" fmla="*/ 7990553 w 9767847"/>
                <a:gd name="connsiteY2" fmla="*/ 81317 h 6858000"/>
                <a:gd name="connsiteX3" fmla="*/ 9767847 w 9767847"/>
                <a:gd name="connsiteY3" fmla="*/ 3649031 h 6858000"/>
                <a:gd name="connsiteX4" fmla="*/ 8652597 w 9767847"/>
                <a:gd name="connsiteY4" fmla="*/ 6590005 h 6858000"/>
                <a:gd name="connsiteX5" fmla="*/ 8395306 w 9767847"/>
                <a:gd name="connsiteY5" fmla="*/ 6858000 h 6858000"/>
                <a:gd name="connsiteX6" fmla="*/ 6762603 w 9767847"/>
                <a:gd name="connsiteY6" fmla="*/ 6858000 h 6858000"/>
                <a:gd name="connsiteX7" fmla="*/ 6765962 w 9767847"/>
                <a:gd name="connsiteY7" fmla="*/ 6854844 h 6858000"/>
                <a:gd name="connsiteX8" fmla="*/ 6804586 w 9767847"/>
                <a:gd name="connsiteY8" fmla="*/ 6817103 h 6858000"/>
                <a:gd name="connsiteX9" fmla="*/ 6881735 w 9767847"/>
                <a:gd name="connsiteY9" fmla="*/ 6741197 h 6858000"/>
                <a:gd name="connsiteX10" fmla="*/ 6958883 w 9767847"/>
                <a:gd name="connsiteY10" fmla="*/ 6664822 h 6858000"/>
                <a:gd name="connsiteX11" fmla="*/ 7267925 w 9767847"/>
                <a:gd name="connsiteY11" fmla="*/ 6355694 h 6858000"/>
                <a:gd name="connsiteX12" fmla="*/ 7424360 w 9767847"/>
                <a:gd name="connsiteY12" fmla="*/ 6200685 h 6858000"/>
                <a:gd name="connsiteX13" fmla="*/ 7504938 w 9767847"/>
                <a:gd name="connsiteY13" fmla="*/ 6122708 h 6858000"/>
                <a:gd name="connsiteX14" fmla="*/ 7546396 w 9767847"/>
                <a:gd name="connsiteY14" fmla="*/ 6083697 h 6858000"/>
                <a:gd name="connsiteX15" fmla="*/ 7588002 w 9767847"/>
                <a:gd name="connsiteY15" fmla="*/ 6045532 h 6858000"/>
                <a:gd name="connsiteX16" fmla="*/ 7631000 w 9767847"/>
                <a:gd name="connsiteY16" fmla="*/ 6006709 h 6858000"/>
                <a:gd name="connsiteX17" fmla="*/ 7675440 w 9767847"/>
                <a:gd name="connsiteY17" fmla="*/ 5968309 h 6858000"/>
                <a:gd name="connsiteX18" fmla="*/ 7720626 w 9767847"/>
                <a:gd name="connsiteY18" fmla="*/ 5930851 h 6858000"/>
                <a:gd name="connsiteX19" fmla="*/ 7766458 w 9767847"/>
                <a:gd name="connsiteY19" fmla="*/ 5894334 h 6858000"/>
                <a:gd name="connsiteX20" fmla="*/ 7955254 w 9767847"/>
                <a:gd name="connsiteY20" fmla="*/ 5756828 h 6858000"/>
                <a:gd name="connsiteX21" fmla="*/ 8352678 w 9767847"/>
                <a:gd name="connsiteY21" fmla="*/ 5517630 h 6858000"/>
                <a:gd name="connsiteX22" fmla="*/ 8451350 w 9767847"/>
                <a:gd name="connsiteY22" fmla="*/ 5465254 h 6858000"/>
                <a:gd name="connsiteX23" fmla="*/ 8548532 w 9767847"/>
                <a:gd name="connsiteY23" fmla="*/ 5413395 h 6858000"/>
                <a:gd name="connsiteX24" fmla="*/ 8729473 w 9767847"/>
                <a:gd name="connsiteY24" fmla="*/ 5309961 h 6858000"/>
                <a:gd name="connsiteX25" fmla="*/ 8770781 w 9767847"/>
                <a:gd name="connsiteY25" fmla="*/ 5283232 h 6858000"/>
                <a:gd name="connsiteX26" fmla="*/ 8790964 w 9767847"/>
                <a:gd name="connsiteY26" fmla="*/ 5269492 h 6858000"/>
                <a:gd name="connsiteX27" fmla="*/ 8810499 w 9767847"/>
                <a:gd name="connsiteY27" fmla="*/ 5255703 h 6858000"/>
                <a:gd name="connsiteX28" fmla="*/ 8883571 w 9767847"/>
                <a:gd name="connsiteY28" fmla="*/ 5198479 h 6858000"/>
                <a:gd name="connsiteX29" fmla="*/ 9006651 w 9767847"/>
                <a:gd name="connsiteY29" fmla="*/ 5070527 h 6858000"/>
                <a:gd name="connsiteX30" fmla="*/ 9033494 w 9767847"/>
                <a:gd name="connsiteY30" fmla="*/ 5034105 h 6858000"/>
                <a:gd name="connsiteX31" fmla="*/ 9040305 w 9767847"/>
                <a:gd name="connsiteY31" fmla="*/ 5024551 h 6858000"/>
                <a:gd name="connsiteX32" fmla="*/ 9046568 w 9767847"/>
                <a:gd name="connsiteY32" fmla="*/ 5015281 h 6858000"/>
                <a:gd name="connsiteX33" fmla="*/ 9058846 w 9767847"/>
                <a:gd name="connsiteY33" fmla="*/ 4996645 h 6858000"/>
                <a:gd name="connsiteX34" fmla="*/ 9104529 w 9767847"/>
                <a:gd name="connsiteY34" fmla="*/ 4918105 h 6858000"/>
                <a:gd name="connsiteX35" fmla="*/ 9181081 w 9767847"/>
                <a:gd name="connsiteY35" fmla="*/ 4744694 h 6858000"/>
                <a:gd name="connsiteX36" fmla="*/ 9240731 w 9767847"/>
                <a:gd name="connsiteY36" fmla="*/ 4557872 h 6858000"/>
                <a:gd name="connsiteX37" fmla="*/ 9265388 w 9767847"/>
                <a:gd name="connsiteY37" fmla="*/ 4461073 h 6858000"/>
                <a:gd name="connsiteX38" fmla="*/ 9276571 w 9767847"/>
                <a:gd name="connsiteY38" fmla="*/ 4411943 h 6858000"/>
                <a:gd name="connsiteX39" fmla="*/ 9281841 w 9767847"/>
                <a:gd name="connsiteY39" fmla="*/ 4387379 h 6858000"/>
                <a:gd name="connsiteX40" fmla="*/ 9286513 w 9767847"/>
                <a:gd name="connsiteY40" fmla="*/ 4364838 h 6858000"/>
                <a:gd name="connsiteX41" fmla="*/ 9296754 w 9767847"/>
                <a:gd name="connsiteY41" fmla="*/ 4312038 h 6858000"/>
                <a:gd name="connsiteX42" fmla="*/ 9301029 w 9767847"/>
                <a:gd name="connsiteY42" fmla="*/ 4289074 h 6858000"/>
                <a:gd name="connsiteX43" fmla="*/ 9302818 w 9767847"/>
                <a:gd name="connsiteY43" fmla="*/ 4278581 h 6858000"/>
                <a:gd name="connsiteX44" fmla="*/ 9304658 w 9767847"/>
                <a:gd name="connsiteY44" fmla="*/ 4266816 h 6858000"/>
                <a:gd name="connsiteX45" fmla="*/ 9312810 w 9767847"/>
                <a:gd name="connsiteY45" fmla="*/ 4215945 h 6858000"/>
                <a:gd name="connsiteX46" fmla="*/ 9316887 w 9767847"/>
                <a:gd name="connsiteY46" fmla="*/ 4190486 h 6858000"/>
                <a:gd name="connsiteX47" fmla="*/ 9318923 w 9767847"/>
                <a:gd name="connsiteY47" fmla="*/ 4177780 h 6858000"/>
                <a:gd name="connsiteX48" fmla="*/ 9320515 w 9767847"/>
                <a:gd name="connsiteY48" fmla="*/ 4164886 h 6858000"/>
                <a:gd name="connsiteX49" fmla="*/ 9332445 w 9767847"/>
                <a:gd name="connsiteY49" fmla="*/ 4064981 h 6858000"/>
                <a:gd name="connsiteX50" fmla="*/ 9336173 w 9767847"/>
                <a:gd name="connsiteY50" fmla="*/ 4018676 h 6858000"/>
                <a:gd name="connsiteX51" fmla="*/ 9340199 w 9767847"/>
                <a:gd name="connsiteY51" fmla="*/ 3965171 h 6858000"/>
                <a:gd name="connsiteX52" fmla="*/ 9347557 w 9767847"/>
                <a:gd name="connsiteY52" fmla="*/ 3765972 h 6858000"/>
                <a:gd name="connsiteX53" fmla="*/ 9346364 w 9767847"/>
                <a:gd name="connsiteY53" fmla="*/ 3664938 h 6858000"/>
                <a:gd name="connsiteX54" fmla="*/ 9344921 w 9767847"/>
                <a:gd name="connsiteY54" fmla="*/ 3615243 h 6858000"/>
                <a:gd name="connsiteX55" fmla="*/ 9344524 w 9767847"/>
                <a:gd name="connsiteY55" fmla="*/ 3603526 h 6858000"/>
                <a:gd name="connsiteX56" fmla="*/ 9343728 w 9767847"/>
                <a:gd name="connsiteY56" fmla="*/ 3590774 h 6858000"/>
                <a:gd name="connsiteX57" fmla="*/ 9342188 w 9767847"/>
                <a:gd name="connsiteY57" fmla="*/ 3565268 h 6858000"/>
                <a:gd name="connsiteX58" fmla="*/ 9339056 w 9767847"/>
                <a:gd name="connsiteY58" fmla="*/ 3514256 h 6858000"/>
                <a:gd name="connsiteX59" fmla="*/ 9334334 w 9767847"/>
                <a:gd name="connsiteY59" fmla="*/ 3463057 h 6858000"/>
                <a:gd name="connsiteX60" fmla="*/ 9329363 w 9767847"/>
                <a:gd name="connsiteY60" fmla="*/ 3411810 h 6858000"/>
                <a:gd name="connsiteX61" fmla="*/ 9328319 w 9767847"/>
                <a:gd name="connsiteY61" fmla="*/ 3400657 h 6858000"/>
                <a:gd name="connsiteX62" fmla="*/ 9327177 w 9767847"/>
                <a:gd name="connsiteY62" fmla="*/ 3390116 h 6858000"/>
                <a:gd name="connsiteX63" fmla="*/ 9324293 w 9767847"/>
                <a:gd name="connsiteY63" fmla="*/ 3366774 h 6858000"/>
                <a:gd name="connsiteX64" fmla="*/ 9320763 w 9767847"/>
                <a:gd name="connsiteY64" fmla="*/ 3340329 h 6858000"/>
                <a:gd name="connsiteX65" fmla="*/ 9317184 w 9767847"/>
                <a:gd name="connsiteY65" fmla="*/ 3311245 h 6858000"/>
                <a:gd name="connsiteX66" fmla="*/ 9311021 w 9767847"/>
                <a:gd name="connsiteY66" fmla="*/ 3266211 h 6858000"/>
                <a:gd name="connsiteX67" fmla="*/ 9302719 w 9767847"/>
                <a:gd name="connsiteY67" fmla="*/ 3215717 h 6858000"/>
                <a:gd name="connsiteX68" fmla="*/ 9293970 w 9767847"/>
                <a:gd name="connsiteY68" fmla="*/ 3165789 h 6858000"/>
                <a:gd name="connsiteX69" fmla="*/ 9252065 w 9767847"/>
                <a:gd name="connsiteY69" fmla="*/ 2967107 h 6858000"/>
                <a:gd name="connsiteX70" fmla="*/ 9227211 w 9767847"/>
                <a:gd name="connsiteY70" fmla="*/ 2868473 h 6858000"/>
                <a:gd name="connsiteX71" fmla="*/ 9220699 w 9767847"/>
                <a:gd name="connsiteY71" fmla="*/ 2844426 h 6858000"/>
                <a:gd name="connsiteX72" fmla="*/ 9213740 w 9767847"/>
                <a:gd name="connsiteY72" fmla="*/ 2820191 h 6858000"/>
                <a:gd name="connsiteX73" fmla="*/ 9199374 w 9767847"/>
                <a:gd name="connsiteY73" fmla="*/ 2771438 h 6858000"/>
                <a:gd name="connsiteX74" fmla="*/ 9061829 w 9767847"/>
                <a:gd name="connsiteY74" fmla="*/ 2385418 h 6858000"/>
                <a:gd name="connsiteX75" fmla="*/ 8978865 w 9767847"/>
                <a:gd name="connsiteY75" fmla="*/ 2196855 h 6858000"/>
                <a:gd name="connsiteX76" fmla="*/ 8956694 w 9767847"/>
                <a:gd name="connsiteY76" fmla="*/ 2150219 h 6858000"/>
                <a:gd name="connsiteX77" fmla="*/ 8934176 w 9767847"/>
                <a:gd name="connsiteY77" fmla="*/ 2103914 h 6858000"/>
                <a:gd name="connsiteX78" fmla="*/ 8887151 w 9767847"/>
                <a:gd name="connsiteY78" fmla="*/ 2011350 h 6858000"/>
                <a:gd name="connsiteX79" fmla="*/ 8787533 w 9767847"/>
                <a:gd name="connsiteY79" fmla="*/ 1828527 h 6858000"/>
                <a:gd name="connsiteX80" fmla="*/ 8761485 w 9767847"/>
                <a:gd name="connsiteY80" fmla="*/ 1783398 h 6858000"/>
                <a:gd name="connsiteX81" fmla="*/ 8734791 w 9767847"/>
                <a:gd name="connsiteY81" fmla="*/ 1737893 h 6858000"/>
                <a:gd name="connsiteX82" fmla="*/ 8680808 w 9767847"/>
                <a:gd name="connsiteY82" fmla="*/ 1648812 h 6858000"/>
                <a:gd name="connsiteX83" fmla="*/ 8567024 w 9767847"/>
                <a:gd name="connsiteY83" fmla="*/ 1472906 h 6858000"/>
                <a:gd name="connsiteX84" fmla="*/ 8537446 w 9767847"/>
                <a:gd name="connsiteY84" fmla="*/ 1429330 h 6858000"/>
                <a:gd name="connsiteX85" fmla="*/ 8507423 w 9767847"/>
                <a:gd name="connsiteY85" fmla="*/ 1385896 h 6858000"/>
                <a:gd name="connsiteX86" fmla="*/ 8446529 w 9767847"/>
                <a:gd name="connsiteY86" fmla="*/ 1300295 h 6858000"/>
                <a:gd name="connsiteX87" fmla="*/ 8319224 w 9767847"/>
                <a:gd name="connsiteY87" fmla="*/ 1131026 h 6858000"/>
                <a:gd name="connsiteX88" fmla="*/ 8286366 w 9767847"/>
                <a:gd name="connsiteY88" fmla="*/ 1089050 h 6858000"/>
                <a:gd name="connsiteX89" fmla="*/ 8270161 w 9767847"/>
                <a:gd name="connsiteY89" fmla="*/ 1068439 h 6858000"/>
                <a:gd name="connsiteX90" fmla="*/ 8253856 w 9767847"/>
                <a:gd name="connsiteY90" fmla="*/ 1048156 h 6858000"/>
                <a:gd name="connsiteX91" fmla="*/ 8186352 w 9767847"/>
                <a:gd name="connsiteY91" fmla="*/ 966275 h 6858000"/>
                <a:gd name="connsiteX92" fmla="*/ 8046768 w 9767847"/>
                <a:gd name="connsiteY92" fmla="*/ 805429 h 6858000"/>
                <a:gd name="connsiteX93" fmla="*/ 8010927 w 9767847"/>
                <a:gd name="connsiteY93" fmla="*/ 765853 h 6858000"/>
                <a:gd name="connsiteX94" fmla="*/ 7974788 w 9767847"/>
                <a:gd name="connsiteY94" fmla="*/ 726653 h 6858000"/>
                <a:gd name="connsiteX95" fmla="*/ 7901070 w 9767847"/>
                <a:gd name="connsiteY95" fmla="*/ 648724 h 6858000"/>
                <a:gd name="connsiteX96" fmla="*/ 7750054 w 9767847"/>
                <a:gd name="connsiteY96" fmla="*/ 497008 h 6858000"/>
                <a:gd name="connsiteX97" fmla="*/ 7592277 w 9767847"/>
                <a:gd name="connsiteY97" fmla="*/ 351221 h 6858000"/>
                <a:gd name="connsiteX98" fmla="*/ 7257734 w 9767847"/>
                <a:gd name="connsiteY98" fmla="*/ 76964 h 6858000"/>
                <a:gd name="connsiteX99" fmla="*/ 1886601 w 9767847"/>
                <a:gd name="connsiteY99" fmla="*/ 0 h 6858000"/>
                <a:gd name="connsiteX100" fmla="*/ 2292926 w 9767847"/>
                <a:gd name="connsiteY100" fmla="*/ 0 h 6858000"/>
                <a:gd name="connsiteX101" fmla="*/ 2135542 w 9767847"/>
                <a:gd name="connsiteY101" fmla="*/ 117781 h 6858000"/>
                <a:gd name="connsiteX102" fmla="*/ 1969576 w 9767847"/>
                <a:gd name="connsiteY102" fmla="*/ 254986 h 6858000"/>
                <a:gd name="connsiteX103" fmla="*/ 1659938 w 9767847"/>
                <a:gd name="connsiteY103" fmla="*/ 549855 h 6858000"/>
                <a:gd name="connsiteX104" fmla="*/ 729383 w 9767847"/>
                <a:gd name="connsiteY104" fmla="*/ 1936480 h 6858000"/>
                <a:gd name="connsiteX105" fmla="*/ 578465 w 9767847"/>
                <a:gd name="connsiteY105" fmla="*/ 2320807 h 6858000"/>
                <a:gd name="connsiteX106" fmla="*/ 465080 w 9767847"/>
                <a:gd name="connsiteY106" fmla="*/ 2714875 h 6858000"/>
                <a:gd name="connsiteX107" fmla="*/ 423820 w 9767847"/>
                <a:gd name="connsiteY107" fmla="*/ 2915436 h 6858000"/>
                <a:gd name="connsiteX108" fmla="*/ 392355 w 9767847"/>
                <a:gd name="connsiteY108" fmla="*/ 3118071 h 6858000"/>
                <a:gd name="connsiteX109" fmla="*/ 358801 w 9767847"/>
                <a:gd name="connsiteY109" fmla="*/ 3526915 h 6858000"/>
                <a:gd name="connsiteX110" fmla="*/ 410350 w 9767847"/>
                <a:gd name="connsiteY110" fmla="*/ 4348226 h 6858000"/>
                <a:gd name="connsiteX111" fmla="*/ 449022 w 9767847"/>
                <a:gd name="connsiteY111" fmla="*/ 4551049 h 6858000"/>
                <a:gd name="connsiteX112" fmla="*/ 498882 w 9767847"/>
                <a:gd name="connsiteY112" fmla="*/ 4752365 h 6858000"/>
                <a:gd name="connsiteX113" fmla="*/ 559775 w 9767847"/>
                <a:gd name="connsiteY113" fmla="*/ 4951657 h 6858000"/>
                <a:gd name="connsiteX114" fmla="*/ 631406 w 9767847"/>
                <a:gd name="connsiteY114" fmla="*/ 5147986 h 6858000"/>
                <a:gd name="connsiteX115" fmla="*/ 1023461 w 9767847"/>
                <a:gd name="connsiteY115" fmla="*/ 5893957 h 6858000"/>
                <a:gd name="connsiteX116" fmla="*/ 1575880 w 9767847"/>
                <a:gd name="connsiteY116" fmla="*/ 6547646 h 6858000"/>
                <a:gd name="connsiteX117" fmla="*/ 1905228 w 9767847"/>
                <a:gd name="connsiteY117" fmla="*/ 6829468 h 6858000"/>
                <a:gd name="connsiteX118" fmla="*/ 1944230 w 9767847"/>
                <a:gd name="connsiteY118" fmla="*/ 6858000 h 6858000"/>
                <a:gd name="connsiteX119" fmla="*/ 1372541 w 9767847"/>
                <a:gd name="connsiteY119" fmla="*/ 6858000 h 6858000"/>
                <a:gd name="connsiteX120" fmla="*/ 1115251 w 9767847"/>
                <a:gd name="connsiteY120" fmla="*/ 6590005 h 6858000"/>
                <a:gd name="connsiteX121" fmla="*/ 0 w 9767847"/>
                <a:gd name="connsiteY121" fmla="*/ 3649031 h 6858000"/>
                <a:gd name="connsiteX122" fmla="*/ 1777294 w 9767847"/>
                <a:gd name="connsiteY122" fmla="*/ 813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9767847" h="6858000">
                  <a:moveTo>
                    <a:pt x="7151367" y="0"/>
                  </a:moveTo>
                  <a:lnTo>
                    <a:pt x="7881247" y="0"/>
                  </a:lnTo>
                  <a:lnTo>
                    <a:pt x="7990553" y="81317"/>
                  </a:lnTo>
                  <a:cubicBezTo>
                    <a:pt x="9075991" y="929334"/>
                    <a:pt x="9767847" y="2212695"/>
                    <a:pt x="9767847" y="3649031"/>
                  </a:cubicBezTo>
                  <a:cubicBezTo>
                    <a:pt x="9767847" y="4766182"/>
                    <a:pt x="9349317" y="5790792"/>
                    <a:pt x="8652597" y="6590005"/>
                  </a:cubicBezTo>
                  <a:lnTo>
                    <a:pt x="8395306" y="6858000"/>
                  </a:lnTo>
                  <a:lnTo>
                    <a:pt x="6762603" y="6858000"/>
                  </a:lnTo>
                  <a:lnTo>
                    <a:pt x="6765962" y="6854844"/>
                  </a:lnTo>
                  <a:cubicBezTo>
                    <a:pt x="6779036" y="6842703"/>
                    <a:pt x="6791663" y="6829621"/>
                    <a:pt x="6804586" y="6817103"/>
                  </a:cubicBezTo>
                  <a:lnTo>
                    <a:pt x="6881735" y="6741197"/>
                  </a:lnTo>
                  <a:cubicBezTo>
                    <a:pt x="6907435" y="6715881"/>
                    <a:pt x="6933134" y="6690798"/>
                    <a:pt x="6958883" y="6664822"/>
                  </a:cubicBezTo>
                  <a:lnTo>
                    <a:pt x="7267925" y="6355694"/>
                  </a:lnTo>
                  <a:lnTo>
                    <a:pt x="7424360" y="6200685"/>
                  </a:lnTo>
                  <a:cubicBezTo>
                    <a:pt x="7450754" y="6174802"/>
                    <a:pt x="7477598" y="6148731"/>
                    <a:pt x="7504938" y="6122708"/>
                  </a:cubicBezTo>
                  <a:lnTo>
                    <a:pt x="7546396" y="6083697"/>
                  </a:lnTo>
                  <a:cubicBezTo>
                    <a:pt x="7560264" y="6070803"/>
                    <a:pt x="7574780" y="6057532"/>
                    <a:pt x="7588002" y="6045532"/>
                  </a:cubicBezTo>
                  <a:lnTo>
                    <a:pt x="7631000" y="6006709"/>
                  </a:lnTo>
                  <a:lnTo>
                    <a:pt x="7675440" y="5968309"/>
                  </a:lnTo>
                  <a:cubicBezTo>
                    <a:pt x="7690404" y="5955698"/>
                    <a:pt x="7705564" y="5943321"/>
                    <a:pt x="7720626" y="5930851"/>
                  </a:cubicBezTo>
                  <a:cubicBezTo>
                    <a:pt x="7735738" y="5918427"/>
                    <a:pt x="7751197" y="5906521"/>
                    <a:pt x="7766458" y="5894334"/>
                  </a:cubicBezTo>
                  <a:cubicBezTo>
                    <a:pt x="7827949" y="5846192"/>
                    <a:pt x="7890979" y="5800499"/>
                    <a:pt x="7955254" y="5756828"/>
                  </a:cubicBezTo>
                  <a:cubicBezTo>
                    <a:pt x="8083800" y="5669534"/>
                    <a:pt x="8216872" y="5590336"/>
                    <a:pt x="8352678" y="5517630"/>
                  </a:cubicBezTo>
                  <a:lnTo>
                    <a:pt x="8451350" y="5465254"/>
                  </a:lnTo>
                  <a:lnTo>
                    <a:pt x="8548532" y="5413395"/>
                  </a:lnTo>
                  <a:cubicBezTo>
                    <a:pt x="8612110" y="5379090"/>
                    <a:pt x="8673251" y="5345208"/>
                    <a:pt x="8729473" y="5309961"/>
                  </a:cubicBezTo>
                  <a:cubicBezTo>
                    <a:pt x="8743591" y="5301115"/>
                    <a:pt x="8757161" y="5292361"/>
                    <a:pt x="8770781" y="5283232"/>
                  </a:cubicBezTo>
                  <a:cubicBezTo>
                    <a:pt x="8777591" y="5278667"/>
                    <a:pt x="8784451" y="5274103"/>
                    <a:pt x="8790964" y="5269492"/>
                  </a:cubicBezTo>
                  <a:cubicBezTo>
                    <a:pt x="8797574" y="5264879"/>
                    <a:pt x="8804235" y="5260314"/>
                    <a:pt x="8810499" y="5255703"/>
                  </a:cubicBezTo>
                  <a:cubicBezTo>
                    <a:pt x="8835999" y="5237303"/>
                    <a:pt x="8860407" y="5218291"/>
                    <a:pt x="8883571" y="5198479"/>
                  </a:cubicBezTo>
                  <a:cubicBezTo>
                    <a:pt x="8929900" y="5158856"/>
                    <a:pt x="8971258" y="5116315"/>
                    <a:pt x="9006651" y="5070527"/>
                  </a:cubicBezTo>
                  <a:cubicBezTo>
                    <a:pt x="9015351" y="5059328"/>
                    <a:pt x="9024398" y="5046857"/>
                    <a:pt x="9033494" y="5034105"/>
                  </a:cubicBezTo>
                  <a:lnTo>
                    <a:pt x="9040305" y="5024551"/>
                  </a:lnTo>
                  <a:lnTo>
                    <a:pt x="9046568" y="5015281"/>
                  </a:lnTo>
                  <a:cubicBezTo>
                    <a:pt x="9050743" y="5009163"/>
                    <a:pt x="9054819" y="5002952"/>
                    <a:pt x="9058846" y="4996645"/>
                  </a:cubicBezTo>
                  <a:cubicBezTo>
                    <a:pt x="9075002" y="4971517"/>
                    <a:pt x="9090212" y="4945305"/>
                    <a:pt x="9104529" y="4918105"/>
                  </a:cubicBezTo>
                  <a:cubicBezTo>
                    <a:pt x="9133211" y="4863752"/>
                    <a:pt x="9158313" y="4805447"/>
                    <a:pt x="9181081" y="4744694"/>
                  </a:cubicBezTo>
                  <a:cubicBezTo>
                    <a:pt x="9203748" y="4684178"/>
                    <a:pt x="9223383" y="4621778"/>
                    <a:pt x="9240731" y="4557872"/>
                  </a:cubicBezTo>
                  <a:cubicBezTo>
                    <a:pt x="9249481" y="4525966"/>
                    <a:pt x="9257682" y="4493684"/>
                    <a:pt x="9265388" y="4461073"/>
                  </a:cubicBezTo>
                  <a:cubicBezTo>
                    <a:pt x="9269215" y="4444744"/>
                    <a:pt x="9272943" y="4428367"/>
                    <a:pt x="9276571" y="4411943"/>
                  </a:cubicBezTo>
                  <a:lnTo>
                    <a:pt x="9281841" y="4387379"/>
                  </a:lnTo>
                  <a:lnTo>
                    <a:pt x="9286513" y="4364838"/>
                  </a:lnTo>
                  <a:lnTo>
                    <a:pt x="9296754" y="4312038"/>
                  </a:lnTo>
                  <a:lnTo>
                    <a:pt x="9301029" y="4289074"/>
                  </a:lnTo>
                  <a:lnTo>
                    <a:pt x="9302818" y="4278581"/>
                  </a:lnTo>
                  <a:lnTo>
                    <a:pt x="9304658" y="4266816"/>
                  </a:lnTo>
                  <a:lnTo>
                    <a:pt x="9312810" y="4215945"/>
                  </a:lnTo>
                  <a:lnTo>
                    <a:pt x="9316887" y="4190486"/>
                  </a:lnTo>
                  <a:lnTo>
                    <a:pt x="9318923" y="4177780"/>
                  </a:lnTo>
                  <a:cubicBezTo>
                    <a:pt x="9319570" y="4173546"/>
                    <a:pt x="9319969" y="4169169"/>
                    <a:pt x="9320515" y="4164886"/>
                  </a:cubicBezTo>
                  <a:lnTo>
                    <a:pt x="9332445" y="4064981"/>
                  </a:lnTo>
                  <a:cubicBezTo>
                    <a:pt x="9333836" y="4052370"/>
                    <a:pt x="9334880" y="4036888"/>
                    <a:pt x="9336173" y="4018676"/>
                  </a:cubicBezTo>
                  <a:lnTo>
                    <a:pt x="9340199" y="3965171"/>
                  </a:lnTo>
                  <a:cubicBezTo>
                    <a:pt x="9345071" y="3899806"/>
                    <a:pt x="9347358" y="3832983"/>
                    <a:pt x="9347557" y="3765972"/>
                  </a:cubicBezTo>
                  <a:cubicBezTo>
                    <a:pt x="9347656" y="3732420"/>
                    <a:pt x="9347209" y="3698773"/>
                    <a:pt x="9346364" y="3664938"/>
                  </a:cubicBezTo>
                  <a:lnTo>
                    <a:pt x="9344921" y="3615243"/>
                  </a:lnTo>
                  <a:lnTo>
                    <a:pt x="9344524" y="3603526"/>
                  </a:lnTo>
                  <a:lnTo>
                    <a:pt x="9343728" y="3590774"/>
                  </a:lnTo>
                  <a:lnTo>
                    <a:pt x="9342188" y="3565268"/>
                  </a:lnTo>
                  <a:lnTo>
                    <a:pt x="9339056" y="3514256"/>
                  </a:lnTo>
                  <a:cubicBezTo>
                    <a:pt x="9337914" y="3497221"/>
                    <a:pt x="9335874" y="3480138"/>
                    <a:pt x="9334334" y="3463057"/>
                  </a:cubicBezTo>
                  <a:lnTo>
                    <a:pt x="9329363" y="3411810"/>
                  </a:lnTo>
                  <a:lnTo>
                    <a:pt x="9328319" y="3400657"/>
                  </a:lnTo>
                  <a:lnTo>
                    <a:pt x="9327177" y="3390116"/>
                  </a:lnTo>
                  <a:lnTo>
                    <a:pt x="9324293" y="3366774"/>
                  </a:lnTo>
                  <a:lnTo>
                    <a:pt x="9320763" y="3340329"/>
                  </a:lnTo>
                  <a:lnTo>
                    <a:pt x="9317184" y="3311245"/>
                  </a:lnTo>
                  <a:cubicBezTo>
                    <a:pt x="9315594" y="3296893"/>
                    <a:pt x="9313506" y="3282306"/>
                    <a:pt x="9311021" y="3266211"/>
                  </a:cubicBezTo>
                  <a:lnTo>
                    <a:pt x="9302719" y="3215717"/>
                  </a:lnTo>
                  <a:cubicBezTo>
                    <a:pt x="9299936" y="3199059"/>
                    <a:pt x="9297003" y="3182400"/>
                    <a:pt x="9293970" y="3165789"/>
                  </a:cubicBezTo>
                  <a:cubicBezTo>
                    <a:pt x="9281891" y="3099295"/>
                    <a:pt x="9267674" y="3033084"/>
                    <a:pt x="9252065" y="2967107"/>
                  </a:cubicBezTo>
                  <a:cubicBezTo>
                    <a:pt x="9244261" y="2934167"/>
                    <a:pt x="9235959" y="2901273"/>
                    <a:pt x="9227211" y="2868473"/>
                  </a:cubicBezTo>
                  <a:lnTo>
                    <a:pt x="9220699" y="2844426"/>
                  </a:lnTo>
                  <a:lnTo>
                    <a:pt x="9213740" y="2820191"/>
                  </a:lnTo>
                  <a:cubicBezTo>
                    <a:pt x="9209216" y="2804049"/>
                    <a:pt x="9204345" y="2787768"/>
                    <a:pt x="9199374" y="2771438"/>
                  </a:cubicBezTo>
                  <a:cubicBezTo>
                    <a:pt x="9159855" y="2641086"/>
                    <a:pt x="9114272" y="2512099"/>
                    <a:pt x="9061829" y="2385418"/>
                  </a:cubicBezTo>
                  <a:cubicBezTo>
                    <a:pt x="9035582" y="2322077"/>
                    <a:pt x="9008043" y="2259160"/>
                    <a:pt x="8978865" y="2196855"/>
                  </a:cubicBezTo>
                  <a:lnTo>
                    <a:pt x="8956694" y="2150219"/>
                  </a:lnTo>
                  <a:lnTo>
                    <a:pt x="8934176" y="2103914"/>
                  </a:lnTo>
                  <a:cubicBezTo>
                    <a:pt x="8918915" y="2073091"/>
                    <a:pt x="8903157" y="2042032"/>
                    <a:pt x="8887151" y="2011350"/>
                  </a:cubicBezTo>
                  <a:cubicBezTo>
                    <a:pt x="8854988" y="1949891"/>
                    <a:pt x="8822082" y="1888810"/>
                    <a:pt x="8787533" y="1828527"/>
                  </a:cubicBezTo>
                  <a:lnTo>
                    <a:pt x="8761485" y="1783398"/>
                  </a:lnTo>
                  <a:lnTo>
                    <a:pt x="8734791" y="1737893"/>
                  </a:lnTo>
                  <a:cubicBezTo>
                    <a:pt x="8717047" y="1707823"/>
                    <a:pt x="8699200" y="1678363"/>
                    <a:pt x="8680808" y="1648812"/>
                  </a:cubicBezTo>
                  <a:cubicBezTo>
                    <a:pt x="8644322" y="1589658"/>
                    <a:pt x="8606194" y="1531118"/>
                    <a:pt x="8567024" y="1472906"/>
                  </a:cubicBezTo>
                  <a:lnTo>
                    <a:pt x="8537446" y="1429330"/>
                  </a:lnTo>
                  <a:lnTo>
                    <a:pt x="8507423" y="1385896"/>
                  </a:lnTo>
                  <a:cubicBezTo>
                    <a:pt x="8487390" y="1357284"/>
                    <a:pt x="8467158" y="1328719"/>
                    <a:pt x="8446529" y="1300295"/>
                  </a:cubicBezTo>
                  <a:cubicBezTo>
                    <a:pt x="8405271" y="1243496"/>
                    <a:pt x="8362718" y="1187120"/>
                    <a:pt x="8319224" y="1131026"/>
                  </a:cubicBezTo>
                  <a:lnTo>
                    <a:pt x="8286366" y="1089050"/>
                  </a:lnTo>
                  <a:lnTo>
                    <a:pt x="8270161" y="1068439"/>
                  </a:lnTo>
                  <a:lnTo>
                    <a:pt x="8253856" y="1048156"/>
                  </a:lnTo>
                  <a:cubicBezTo>
                    <a:pt x="8231636" y="1020675"/>
                    <a:pt x="8209117" y="993381"/>
                    <a:pt x="8186352" y="966275"/>
                  </a:cubicBezTo>
                  <a:cubicBezTo>
                    <a:pt x="8140917" y="911922"/>
                    <a:pt x="8094240" y="858417"/>
                    <a:pt x="8046768" y="805429"/>
                  </a:cubicBezTo>
                  <a:lnTo>
                    <a:pt x="8010927" y="765853"/>
                  </a:lnTo>
                  <a:lnTo>
                    <a:pt x="7974788" y="726653"/>
                  </a:lnTo>
                  <a:cubicBezTo>
                    <a:pt x="7950382" y="700489"/>
                    <a:pt x="7925824" y="674465"/>
                    <a:pt x="7901070" y="648724"/>
                  </a:cubicBezTo>
                  <a:cubicBezTo>
                    <a:pt x="7851510" y="597289"/>
                    <a:pt x="7801404" y="546514"/>
                    <a:pt x="7750054" y="497008"/>
                  </a:cubicBezTo>
                  <a:cubicBezTo>
                    <a:pt x="7698902" y="447644"/>
                    <a:pt x="7645913" y="398938"/>
                    <a:pt x="7592277" y="351221"/>
                  </a:cubicBezTo>
                  <a:cubicBezTo>
                    <a:pt x="7484856" y="255786"/>
                    <a:pt x="7373308" y="164304"/>
                    <a:pt x="7257734" y="76964"/>
                  </a:cubicBezTo>
                  <a:close/>
                  <a:moveTo>
                    <a:pt x="1886601" y="0"/>
                  </a:moveTo>
                  <a:lnTo>
                    <a:pt x="2292926" y="0"/>
                  </a:lnTo>
                  <a:lnTo>
                    <a:pt x="2135542" y="117781"/>
                  </a:lnTo>
                  <a:cubicBezTo>
                    <a:pt x="2078998" y="162280"/>
                    <a:pt x="2023659" y="208045"/>
                    <a:pt x="1969576" y="254986"/>
                  </a:cubicBezTo>
                  <a:cubicBezTo>
                    <a:pt x="1861309" y="348820"/>
                    <a:pt x="1758064" y="447314"/>
                    <a:pt x="1659938" y="549855"/>
                  </a:cubicBezTo>
                  <a:cubicBezTo>
                    <a:pt x="1266987" y="960346"/>
                    <a:pt x="953820" y="1431495"/>
                    <a:pt x="729383" y="1936480"/>
                  </a:cubicBezTo>
                  <a:cubicBezTo>
                    <a:pt x="673260" y="2062362"/>
                    <a:pt x="622855" y="2190972"/>
                    <a:pt x="578465" y="2320807"/>
                  </a:cubicBezTo>
                  <a:cubicBezTo>
                    <a:pt x="534125" y="2450687"/>
                    <a:pt x="496147" y="2582216"/>
                    <a:pt x="465080" y="2714875"/>
                  </a:cubicBezTo>
                  <a:cubicBezTo>
                    <a:pt x="449769" y="2780991"/>
                    <a:pt x="435850" y="2848191"/>
                    <a:pt x="423820" y="2915436"/>
                  </a:cubicBezTo>
                  <a:cubicBezTo>
                    <a:pt x="411840" y="2982731"/>
                    <a:pt x="401054" y="3050260"/>
                    <a:pt x="392355" y="3118071"/>
                  </a:cubicBezTo>
                  <a:cubicBezTo>
                    <a:pt x="374509" y="3253646"/>
                    <a:pt x="363424" y="3389880"/>
                    <a:pt x="358801" y="3526915"/>
                  </a:cubicBezTo>
                  <a:cubicBezTo>
                    <a:pt x="349009" y="3800843"/>
                    <a:pt x="366357" y="4075570"/>
                    <a:pt x="410350" y="4348226"/>
                  </a:cubicBezTo>
                  <a:cubicBezTo>
                    <a:pt x="421286" y="4416132"/>
                    <a:pt x="434209" y="4483660"/>
                    <a:pt x="449022" y="4551049"/>
                  </a:cubicBezTo>
                  <a:cubicBezTo>
                    <a:pt x="463737" y="4618436"/>
                    <a:pt x="480389" y="4685588"/>
                    <a:pt x="498882" y="4752365"/>
                  </a:cubicBezTo>
                  <a:cubicBezTo>
                    <a:pt x="517373" y="4819141"/>
                    <a:pt x="537704" y="4885635"/>
                    <a:pt x="559775" y="4951657"/>
                  </a:cubicBezTo>
                  <a:cubicBezTo>
                    <a:pt x="581946" y="5017775"/>
                    <a:pt x="605358" y="5083375"/>
                    <a:pt x="631406" y="5147986"/>
                  </a:cubicBezTo>
                  <a:cubicBezTo>
                    <a:pt x="734055" y="5407608"/>
                    <a:pt x="865188" y="5658570"/>
                    <a:pt x="1023461" y="5893957"/>
                  </a:cubicBezTo>
                  <a:cubicBezTo>
                    <a:pt x="1181487" y="6129578"/>
                    <a:pt x="1367051" y="6349247"/>
                    <a:pt x="1575880" y="6547646"/>
                  </a:cubicBezTo>
                  <a:cubicBezTo>
                    <a:pt x="1680269" y="6646916"/>
                    <a:pt x="1790338" y="6740939"/>
                    <a:pt x="1905228" y="6829468"/>
                  </a:cubicBezTo>
                  <a:lnTo>
                    <a:pt x="1944230" y="6858000"/>
                  </a:lnTo>
                  <a:lnTo>
                    <a:pt x="1372541" y="6858000"/>
                  </a:lnTo>
                  <a:lnTo>
                    <a:pt x="1115251" y="6590005"/>
                  </a:lnTo>
                  <a:cubicBezTo>
                    <a:pt x="418530" y="5790792"/>
                    <a:pt x="0" y="4766182"/>
                    <a:pt x="0" y="3649031"/>
                  </a:cubicBezTo>
                  <a:cubicBezTo>
                    <a:pt x="0" y="2212695"/>
                    <a:pt x="691856" y="929334"/>
                    <a:pt x="1777294" y="81317"/>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1" name="Freeform: Shape 20">
              <a:extLst>
                <a:ext uri="{FF2B5EF4-FFF2-40B4-BE49-F238E27FC236}">
                  <a16:creationId xmlns:a16="http://schemas.microsoft.com/office/drawing/2014/main" id="{82B0ED5C-927D-4C5F-8F27-1B403820B9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3402" y="36937"/>
              <a:ext cx="9767847" cy="6858000"/>
            </a:xfrm>
            <a:custGeom>
              <a:avLst/>
              <a:gdLst>
                <a:gd name="connsiteX0" fmla="*/ 7145704 w 9767847"/>
                <a:gd name="connsiteY0" fmla="*/ 0 h 6858000"/>
                <a:gd name="connsiteX1" fmla="*/ 7875738 w 9767847"/>
                <a:gd name="connsiteY1" fmla="*/ 0 h 6858000"/>
                <a:gd name="connsiteX2" fmla="*/ 7990553 w 9767847"/>
                <a:gd name="connsiteY2" fmla="*/ 85415 h 6858000"/>
                <a:gd name="connsiteX3" fmla="*/ 9767847 w 9767847"/>
                <a:gd name="connsiteY3" fmla="*/ 3653129 h 6858000"/>
                <a:gd name="connsiteX4" fmla="*/ 8652597 w 9767847"/>
                <a:gd name="connsiteY4" fmla="*/ 6594103 h 6858000"/>
                <a:gd name="connsiteX5" fmla="*/ 8399240 w 9767847"/>
                <a:gd name="connsiteY5" fmla="*/ 6858000 h 6858000"/>
                <a:gd name="connsiteX6" fmla="*/ 6766926 w 9767847"/>
                <a:gd name="connsiteY6" fmla="*/ 6858000 h 6858000"/>
                <a:gd name="connsiteX7" fmla="*/ 6804586 w 9767847"/>
                <a:gd name="connsiteY7" fmla="*/ 6821201 h 6858000"/>
                <a:gd name="connsiteX8" fmla="*/ 6881735 w 9767847"/>
                <a:gd name="connsiteY8" fmla="*/ 6745295 h 6858000"/>
                <a:gd name="connsiteX9" fmla="*/ 6958883 w 9767847"/>
                <a:gd name="connsiteY9" fmla="*/ 6668920 h 6858000"/>
                <a:gd name="connsiteX10" fmla="*/ 7267925 w 9767847"/>
                <a:gd name="connsiteY10" fmla="*/ 6359792 h 6858000"/>
                <a:gd name="connsiteX11" fmla="*/ 7424360 w 9767847"/>
                <a:gd name="connsiteY11" fmla="*/ 6204783 h 6858000"/>
                <a:gd name="connsiteX12" fmla="*/ 7504938 w 9767847"/>
                <a:gd name="connsiteY12" fmla="*/ 6126806 h 6858000"/>
                <a:gd name="connsiteX13" fmla="*/ 7546396 w 9767847"/>
                <a:gd name="connsiteY13" fmla="*/ 6087795 h 6858000"/>
                <a:gd name="connsiteX14" fmla="*/ 7588002 w 9767847"/>
                <a:gd name="connsiteY14" fmla="*/ 6049630 h 6858000"/>
                <a:gd name="connsiteX15" fmla="*/ 7631000 w 9767847"/>
                <a:gd name="connsiteY15" fmla="*/ 6010807 h 6858000"/>
                <a:gd name="connsiteX16" fmla="*/ 7675440 w 9767847"/>
                <a:gd name="connsiteY16" fmla="*/ 5972407 h 6858000"/>
                <a:gd name="connsiteX17" fmla="*/ 7720626 w 9767847"/>
                <a:gd name="connsiteY17" fmla="*/ 5934949 h 6858000"/>
                <a:gd name="connsiteX18" fmla="*/ 7766458 w 9767847"/>
                <a:gd name="connsiteY18" fmla="*/ 5898432 h 6858000"/>
                <a:gd name="connsiteX19" fmla="*/ 7955254 w 9767847"/>
                <a:gd name="connsiteY19" fmla="*/ 5760926 h 6858000"/>
                <a:gd name="connsiteX20" fmla="*/ 8352678 w 9767847"/>
                <a:gd name="connsiteY20" fmla="*/ 5521728 h 6858000"/>
                <a:gd name="connsiteX21" fmla="*/ 8451350 w 9767847"/>
                <a:gd name="connsiteY21" fmla="*/ 5469352 h 6858000"/>
                <a:gd name="connsiteX22" fmla="*/ 8548532 w 9767847"/>
                <a:gd name="connsiteY22" fmla="*/ 5417493 h 6858000"/>
                <a:gd name="connsiteX23" fmla="*/ 8729473 w 9767847"/>
                <a:gd name="connsiteY23" fmla="*/ 5314059 h 6858000"/>
                <a:gd name="connsiteX24" fmla="*/ 8770781 w 9767847"/>
                <a:gd name="connsiteY24" fmla="*/ 5287330 h 6858000"/>
                <a:gd name="connsiteX25" fmla="*/ 8790964 w 9767847"/>
                <a:gd name="connsiteY25" fmla="*/ 5273590 h 6858000"/>
                <a:gd name="connsiteX26" fmla="*/ 8810499 w 9767847"/>
                <a:gd name="connsiteY26" fmla="*/ 5259801 h 6858000"/>
                <a:gd name="connsiteX27" fmla="*/ 8883571 w 9767847"/>
                <a:gd name="connsiteY27" fmla="*/ 5202577 h 6858000"/>
                <a:gd name="connsiteX28" fmla="*/ 9006651 w 9767847"/>
                <a:gd name="connsiteY28" fmla="*/ 5074625 h 6858000"/>
                <a:gd name="connsiteX29" fmla="*/ 9033494 w 9767847"/>
                <a:gd name="connsiteY29" fmla="*/ 5038203 h 6858000"/>
                <a:gd name="connsiteX30" fmla="*/ 9040305 w 9767847"/>
                <a:gd name="connsiteY30" fmla="*/ 5028649 h 6858000"/>
                <a:gd name="connsiteX31" fmla="*/ 9046568 w 9767847"/>
                <a:gd name="connsiteY31" fmla="*/ 5019379 h 6858000"/>
                <a:gd name="connsiteX32" fmla="*/ 9058846 w 9767847"/>
                <a:gd name="connsiteY32" fmla="*/ 5000743 h 6858000"/>
                <a:gd name="connsiteX33" fmla="*/ 9104529 w 9767847"/>
                <a:gd name="connsiteY33" fmla="*/ 4922203 h 6858000"/>
                <a:gd name="connsiteX34" fmla="*/ 9181081 w 9767847"/>
                <a:gd name="connsiteY34" fmla="*/ 4748792 h 6858000"/>
                <a:gd name="connsiteX35" fmla="*/ 9240731 w 9767847"/>
                <a:gd name="connsiteY35" fmla="*/ 4561970 h 6858000"/>
                <a:gd name="connsiteX36" fmla="*/ 9265388 w 9767847"/>
                <a:gd name="connsiteY36" fmla="*/ 4465171 h 6858000"/>
                <a:gd name="connsiteX37" fmla="*/ 9276571 w 9767847"/>
                <a:gd name="connsiteY37" fmla="*/ 4416041 h 6858000"/>
                <a:gd name="connsiteX38" fmla="*/ 9281841 w 9767847"/>
                <a:gd name="connsiteY38" fmla="*/ 4391477 h 6858000"/>
                <a:gd name="connsiteX39" fmla="*/ 9286513 w 9767847"/>
                <a:gd name="connsiteY39" fmla="*/ 4368936 h 6858000"/>
                <a:gd name="connsiteX40" fmla="*/ 9296754 w 9767847"/>
                <a:gd name="connsiteY40" fmla="*/ 4316136 h 6858000"/>
                <a:gd name="connsiteX41" fmla="*/ 9301029 w 9767847"/>
                <a:gd name="connsiteY41" fmla="*/ 4293172 h 6858000"/>
                <a:gd name="connsiteX42" fmla="*/ 9302818 w 9767847"/>
                <a:gd name="connsiteY42" fmla="*/ 4282679 h 6858000"/>
                <a:gd name="connsiteX43" fmla="*/ 9304658 w 9767847"/>
                <a:gd name="connsiteY43" fmla="*/ 4270914 h 6858000"/>
                <a:gd name="connsiteX44" fmla="*/ 9312810 w 9767847"/>
                <a:gd name="connsiteY44" fmla="*/ 4220043 h 6858000"/>
                <a:gd name="connsiteX45" fmla="*/ 9316887 w 9767847"/>
                <a:gd name="connsiteY45" fmla="*/ 4194584 h 6858000"/>
                <a:gd name="connsiteX46" fmla="*/ 9318923 w 9767847"/>
                <a:gd name="connsiteY46" fmla="*/ 4181878 h 6858000"/>
                <a:gd name="connsiteX47" fmla="*/ 9320515 w 9767847"/>
                <a:gd name="connsiteY47" fmla="*/ 4168984 h 6858000"/>
                <a:gd name="connsiteX48" fmla="*/ 9332445 w 9767847"/>
                <a:gd name="connsiteY48" fmla="*/ 4069079 h 6858000"/>
                <a:gd name="connsiteX49" fmla="*/ 9336173 w 9767847"/>
                <a:gd name="connsiteY49" fmla="*/ 4022774 h 6858000"/>
                <a:gd name="connsiteX50" fmla="*/ 9340199 w 9767847"/>
                <a:gd name="connsiteY50" fmla="*/ 3969269 h 6858000"/>
                <a:gd name="connsiteX51" fmla="*/ 9347557 w 9767847"/>
                <a:gd name="connsiteY51" fmla="*/ 3770070 h 6858000"/>
                <a:gd name="connsiteX52" fmla="*/ 9346364 w 9767847"/>
                <a:gd name="connsiteY52" fmla="*/ 3669036 h 6858000"/>
                <a:gd name="connsiteX53" fmla="*/ 9344921 w 9767847"/>
                <a:gd name="connsiteY53" fmla="*/ 3619341 h 6858000"/>
                <a:gd name="connsiteX54" fmla="*/ 9344524 w 9767847"/>
                <a:gd name="connsiteY54" fmla="*/ 3607624 h 6858000"/>
                <a:gd name="connsiteX55" fmla="*/ 9343728 w 9767847"/>
                <a:gd name="connsiteY55" fmla="*/ 3594872 h 6858000"/>
                <a:gd name="connsiteX56" fmla="*/ 9342188 w 9767847"/>
                <a:gd name="connsiteY56" fmla="*/ 3569366 h 6858000"/>
                <a:gd name="connsiteX57" fmla="*/ 9339056 w 9767847"/>
                <a:gd name="connsiteY57" fmla="*/ 3518354 h 6858000"/>
                <a:gd name="connsiteX58" fmla="*/ 9334334 w 9767847"/>
                <a:gd name="connsiteY58" fmla="*/ 3467155 h 6858000"/>
                <a:gd name="connsiteX59" fmla="*/ 9329363 w 9767847"/>
                <a:gd name="connsiteY59" fmla="*/ 3415908 h 6858000"/>
                <a:gd name="connsiteX60" fmla="*/ 9328319 w 9767847"/>
                <a:gd name="connsiteY60" fmla="*/ 3404755 h 6858000"/>
                <a:gd name="connsiteX61" fmla="*/ 9327177 w 9767847"/>
                <a:gd name="connsiteY61" fmla="*/ 3394214 h 6858000"/>
                <a:gd name="connsiteX62" fmla="*/ 9324293 w 9767847"/>
                <a:gd name="connsiteY62" fmla="*/ 3370872 h 6858000"/>
                <a:gd name="connsiteX63" fmla="*/ 9320763 w 9767847"/>
                <a:gd name="connsiteY63" fmla="*/ 3344427 h 6858000"/>
                <a:gd name="connsiteX64" fmla="*/ 9317184 w 9767847"/>
                <a:gd name="connsiteY64" fmla="*/ 3315343 h 6858000"/>
                <a:gd name="connsiteX65" fmla="*/ 9311021 w 9767847"/>
                <a:gd name="connsiteY65" fmla="*/ 3270309 h 6858000"/>
                <a:gd name="connsiteX66" fmla="*/ 9302719 w 9767847"/>
                <a:gd name="connsiteY66" fmla="*/ 3219815 h 6858000"/>
                <a:gd name="connsiteX67" fmla="*/ 9293970 w 9767847"/>
                <a:gd name="connsiteY67" fmla="*/ 3169887 h 6858000"/>
                <a:gd name="connsiteX68" fmla="*/ 9252065 w 9767847"/>
                <a:gd name="connsiteY68" fmla="*/ 2971205 h 6858000"/>
                <a:gd name="connsiteX69" fmla="*/ 9227211 w 9767847"/>
                <a:gd name="connsiteY69" fmla="*/ 2872571 h 6858000"/>
                <a:gd name="connsiteX70" fmla="*/ 9220699 w 9767847"/>
                <a:gd name="connsiteY70" fmla="*/ 2848524 h 6858000"/>
                <a:gd name="connsiteX71" fmla="*/ 9213740 w 9767847"/>
                <a:gd name="connsiteY71" fmla="*/ 2824289 h 6858000"/>
                <a:gd name="connsiteX72" fmla="*/ 9199374 w 9767847"/>
                <a:gd name="connsiteY72" fmla="*/ 2775536 h 6858000"/>
                <a:gd name="connsiteX73" fmla="*/ 9061829 w 9767847"/>
                <a:gd name="connsiteY73" fmla="*/ 2389515 h 6858000"/>
                <a:gd name="connsiteX74" fmla="*/ 8978865 w 9767847"/>
                <a:gd name="connsiteY74" fmla="*/ 2200953 h 6858000"/>
                <a:gd name="connsiteX75" fmla="*/ 8956694 w 9767847"/>
                <a:gd name="connsiteY75" fmla="*/ 2154317 h 6858000"/>
                <a:gd name="connsiteX76" fmla="*/ 8934176 w 9767847"/>
                <a:gd name="connsiteY76" fmla="*/ 2108012 h 6858000"/>
                <a:gd name="connsiteX77" fmla="*/ 8887151 w 9767847"/>
                <a:gd name="connsiteY77" fmla="*/ 2015448 h 6858000"/>
                <a:gd name="connsiteX78" fmla="*/ 8787533 w 9767847"/>
                <a:gd name="connsiteY78" fmla="*/ 1832625 h 6858000"/>
                <a:gd name="connsiteX79" fmla="*/ 8761485 w 9767847"/>
                <a:gd name="connsiteY79" fmla="*/ 1787496 h 6858000"/>
                <a:gd name="connsiteX80" fmla="*/ 8734791 w 9767847"/>
                <a:gd name="connsiteY80" fmla="*/ 1741991 h 6858000"/>
                <a:gd name="connsiteX81" fmla="*/ 8680808 w 9767847"/>
                <a:gd name="connsiteY81" fmla="*/ 1652910 h 6858000"/>
                <a:gd name="connsiteX82" fmla="*/ 8567024 w 9767847"/>
                <a:gd name="connsiteY82" fmla="*/ 1477004 h 6858000"/>
                <a:gd name="connsiteX83" fmla="*/ 8537446 w 9767847"/>
                <a:gd name="connsiteY83" fmla="*/ 1433428 h 6858000"/>
                <a:gd name="connsiteX84" fmla="*/ 8507423 w 9767847"/>
                <a:gd name="connsiteY84" fmla="*/ 1389994 h 6858000"/>
                <a:gd name="connsiteX85" fmla="*/ 8446529 w 9767847"/>
                <a:gd name="connsiteY85" fmla="*/ 1304393 h 6858000"/>
                <a:gd name="connsiteX86" fmla="*/ 8319224 w 9767847"/>
                <a:gd name="connsiteY86" fmla="*/ 1135124 h 6858000"/>
                <a:gd name="connsiteX87" fmla="*/ 8286366 w 9767847"/>
                <a:gd name="connsiteY87" fmla="*/ 1093148 h 6858000"/>
                <a:gd name="connsiteX88" fmla="*/ 8270161 w 9767847"/>
                <a:gd name="connsiteY88" fmla="*/ 1072538 h 6858000"/>
                <a:gd name="connsiteX89" fmla="*/ 8253856 w 9767847"/>
                <a:gd name="connsiteY89" fmla="*/ 1052254 h 6858000"/>
                <a:gd name="connsiteX90" fmla="*/ 8186352 w 9767847"/>
                <a:gd name="connsiteY90" fmla="*/ 970373 h 6858000"/>
                <a:gd name="connsiteX91" fmla="*/ 8046768 w 9767847"/>
                <a:gd name="connsiteY91" fmla="*/ 809527 h 6858000"/>
                <a:gd name="connsiteX92" fmla="*/ 8010927 w 9767847"/>
                <a:gd name="connsiteY92" fmla="*/ 769951 h 6858000"/>
                <a:gd name="connsiteX93" fmla="*/ 7974788 w 9767847"/>
                <a:gd name="connsiteY93" fmla="*/ 730751 h 6858000"/>
                <a:gd name="connsiteX94" fmla="*/ 7901070 w 9767847"/>
                <a:gd name="connsiteY94" fmla="*/ 652823 h 6858000"/>
                <a:gd name="connsiteX95" fmla="*/ 7750054 w 9767847"/>
                <a:gd name="connsiteY95" fmla="*/ 501106 h 6858000"/>
                <a:gd name="connsiteX96" fmla="*/ 7592277 w 9767847"/>
                <a:gd name="connsiteY96" fmla="*/ 355319 h 6858000"/>
                <a:gd name="connsiteX97" fmla="*/ 7257734 w 9767847"/>
                <a:gd name="connsiteY97" fmla="*/ 81062 h 6858000"/>
                <a:gd name="connsiteX98" fmla="*/ 1892109 w 9767847"/>
                <a:gd name="connsiteY98" fmla="*/ 0 h 6858000"/>
                <a:gd name="connsiteX99" fmla="*/ 2298402 w 9767847"/>
                <a:gd name="connsiteY99" fmla="*/ 0 h 6858000"/>
                <a:gd name="connsiteX100" fmla="*/ 2135542 w 9767847"/>
                <a:gd name="connsiteY100" fmla="*/ 121879 h 6858000"/>
                <a:gd name="connsiteX101" fmla="*/ 1969576 w 9767847"/>
                <a:gd name="connsiteY101" fmla="*/ 259084 h 6858000"/>
                <a:gd name="connsiteX102" fmla="*/ 1659938 w 9767847"/>
                <a:gd name="connsiteY102" fmla="*/ 553953 h 6858000"/>
                <a:gd name="connsiteX103" fmla="*/ 729383 w 9767847"/>
                <a:gd name="connsiteY103" fmla="*/ 1940578 h 6858000"/>
                <a:gd name="connsiteX104" fmla="*/ 578465 w 9767847"/>
                <a:gd name="connsiteY104" fmla="*/ 2324905 h 6858000"/>
                <a:gd name="connsiteX105" fmla="*/ 465080 w 9767847"/>
                <a:gd name="connsiteY105" fmla="*/ 2718973 h 6858000"/>
                <a:gd name="connsiteX106" fmla="*/ 423820 w 9767847"/>
                <a:gd name="connsiteY106" fmla="*/ 2919535 h 6858000"/>
                <a:gd name="connsiteX107" fmla="*/ 392355 w 9767847"/>
                <a:gd name="connsiteY107" fmla="*/ 3122169 h 6858000"/>
                <a:gd name="connsiteX108" fmla="*/ 358801 w 9767847"/>
                <a:gd name="connsiteY108" fmla="*/ 3531013 h 6858000"/>
                <a:gd name="connsiteX109" fmla="*/ 410350 w 9767847"/>
                <a:gd name="connsiteY109" fmla="*/ 4352324 h 6858000"/>
                <a:gd name="connsiteX110" fmla="*/ 449022 w 9767847"/>
                <a:gd name="connsiteY110" fmla="*/ 4555147 h 6858000"/>
                <a:gd name="connsiteX111" fmla="*/ 498882 w 9767847"/>
                <a:gd name="connsiteY111" fmla="*/ 4756463 h 6858000"/>
                <a:gd name="connsiteX112" fmla="*/ 559775 w 9767847"/>
                <a:gd name="connsiteY112" fmla="*/ 4955755 h 6858000"/>
                <a:gd name="connsiteX113" fmla="*/ 631406 w 9767847"/>
                <a:gd name="connsiteY113" fmla="*/ 5152084 h 6858000"/>
                <a:gd name="connsiteX114" fmla="*/ 1023461 w 9767847"/>
                <a:gd name="connsiteY114" fmla="*/ 5898055 h 6858000"/>
                <a:gd name="connsiteX115" fmla="*/ 1575880 w 9767847"/>
                <a:gd name="connsiteY115" fmla="*/ 6551744 h 6858000"/>
                <a:gd name="connsiteX116" fmla="*/ 1905228 w 9767847"/>
                <a:gd name="connsiteY116" fmla="*/ 6833566 h 6858000"/>
                <a:gd name="connsiteX117" fmla="*/ 1938629 w 9767847"/>
                <a:gd name="connsiteY117" fmla="*/ 6858000 h 6858000"/>
                <a:gd name="connsiteX118" fmla="*/ 1368607 w 9767847"/>
                <a:gd name="connsiteY118" fmla="*/ 6858000 h 6858000"/>
                <a:gd name="connsiteX119" fmla="*/ 1115251 w 9767847"/>
                <a:gd name="connsiteY119" fmla="*/ 6594103 h 6858000"/>
                <a:gd name="connsiteX120" fmla="*/ 0 w 9767847"/>
                <a:gd name="connsiteY120" fmla="*/ 3653129 h 6858000"/>
                <a:gd name="connsiteX121" fmla="*/ 1777294 w 9767847"/>
                <a:gd name="connsiteY121" fmla="*/ 854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9767847" h="6858000">
                  <a:moveTo>
                    <a:pt x="7145704" y="0"/>
                  </a:moveTo>
                  <a:lnTo>
                    <a:pt x="7875738" y="0"/>
                  </a:lnTo>
                  <a:lnTo>
                    <a:pt x="7990553" y="85415"/>
                  </a:lnTo>
                  <a:cubicBezTo>
                    <a:pt x="9075991" y="933432"/>
                    <a:pt x="9767847" y="2216793"/>
                    <a:pt x="9767847" y="3653129"/>
                  </a:cubicBezTo>
                  <a:cubicBezTo>
                    <a:pt x="9767847" y="4770280"/>
                    <a:pt x="9349317" y="5794890"/>
                    <a:pt x="8652597" y="6594103"/>
                  </a:cubicBezTo>
                  <a:lnTo>
                    <a:pt x="8399240" y="6858000"/>
                  </a:lnTo>
                  <a:lnTo>
                    <a:pt x="6766926" y="6858000"/>
                  </a:lnTo>
                  <a:lnTo>
                    <a:pt x="6804586" y="6821201"/>
                  </a:lnTo>
                  <a:lnTo>
                    <a:pt x="6881735" y="6745295"/>
                  </a:lnTo>
                  <a:cubicBezTo>
                    <a:pt x="6907435" y="6719979"/>
                    <a:pt x="6933134" y="6694896"/>
                    <a:pt x="6958883" y="6668920"/>
                  </a:cubicBezTo>
                  <a:lnTo>
                    <a:pt x="7267925" y="6359792"/>
                  </a:lnTo>
                  <a:lnTo>
                    <a:pt x="7424360" y="6204783"/>
                  </a:lnTo>
                  <a:cubicBezTo>
                    <a:pt x="7450754" y="6178900"/>
                    <a:pt x="7477598" y="6152829"/>
                    <a:pt x="7504938" y="6126806"/>
                  </a:cubicBezTo>
                  <a:lnTo>
                    <a:pt x="7546396" y="6087795"/>
                  </a:lnTo>
                  <a:cubicBezTo>
                    <a:pt x="7560264" y="6074901"/>
                    <a:pt x="7574780" y="6061630"/>
                    <a:pt x="7588002" y="6049630"/>
                  </a:cubicBezTo>
                  <a:lnTo>
                    <a:pt x="7631000" y="6010807"/>
                  </a:lnTo>
                  <a:lnTo>
                    <a:pt x="7675440" y="5972407"/>
                  </a:lnTo>
                  <a:cubicBezTo>
                    <a:pt x="7690404" y="5959796"/>
                    <a:pt x="7705564" y="5947419"/>
                    <a:pt x="7720626" y="5934949"/>
                  </a:cubicBezTo>
                  <a:cubicBezTo>
                    <a:pt x="7735738" y="5922525"/>
                    <a:pt x="7751197" y="5910619"/>
                    <a:pt x="7766458" y="5898432"/>
                  </a:cubicBezTo>
                  <a:cubicBezTo>
                    <a:pt x="7827949" y="5850290"/>
                    <a:pt x="7890979" y="5804597"/>
                    <a:pt x="7955254" y="5760926"/>
                  </a:cubicBezTo>
                  <a:cubicBezTo>
                    <a:pt x="8083800" y="5673632"/>
                    <a:pt x="8216872" y="5594434"/>
                    <a:pt x="8352678" y="5521728"/>
                  </a:cubicBezTo>
                  <a:lnTo>
                    <a:pt x="8451350" y="5469352"/>
                  </a:lnTo>
                  <a:lnTo>
                    <a:pt x="8548532" y="5417493"/>
                  </a:lnTo>
                  <a:cubicBezTo>
                    <a:pt x="8612110" y="5383188"/>
                    <a:pt x="8673251" y="5349306"/>
                    <a:pt x="8729473" y="5314059"/>
                  </a:cubicBezTo>
                  <a:cubicBezTo>
                    <a:pt x="8743591" y="5305213"/>
                    <a:pt x="8757161" y="5296459"/>
                    <a:pt x="8770781" y="5287330"/>
                  </a:cubicBezTo>
                  <a:cubicBezTo>
                    <a:pt x="8777591" y="5282765"/>
                    <a:pt x="8784451" y="5278201"/>
                    <a:pt x="8790964" y="5273590"/>
                  </a:cubicBezTo>
                  <a:cubicBezTo>
                    <a:pt x="8797574" y="5268977"/>
                    <a:pt x="8804235" y="5264412"/>
                    <a:pt x="8810499" y="5259801"/>
                  </a:cubicBezTo>
                  <a:cubicBezTo>
                    <a:pt x="8835999" y="5241401"/>
                    <a:pt x="8860407" y="5222389"/>
                    <a:pt x="8883571" y="5202577"/>
                  </a:cubicBezTo>
                  <a:cubicBezTo>
                    <a:pt x="8929900" y="5162954"/>
                    <a:pt x="8971258" y="5120413"/>
                    <a:pt x="9006651" y="5074625"/>
                  </a:cubicBezTo>
                  <a:cubicBezTo>
                    <a:pt x="9015351" y="5063426"/>
                    <a:pt x="9024398" y="5050955"/>
                    <a:pt x="9033494" y="5038203"/>
                  </a:cubicBezTo>
                  <a:lnTo>
                    <a:pt x="9040305" y="5028649"/>
                  </a:lnTo>
                  <a:lnTo>
                    <a:pt x="9046568" y="5019379"/>
                  </a:lnTo>
                  <a:cubicBezTo>
                    <a:pt x="9050743" y="5013261"/>
                    <a:pt x="9054819" y="5007050"/>
                    <a:pt x="9058846" y="5000743"/>
                  </a:cubicBezTo>
                  <a:cubicBezTo>
                    <a:pt x="9075002" y="4975615"/>
                    <a:pt x="9090212" y="4949403"/>
                    <a:pt x="9104529" y="4922203"/>
                  </a:cubicBezTo>
                  <a:cubicBezTo>
                    <a:pt x="9133211" y="4867850"/>
                    <a:pt x="9158313" y="4809545"/>
                    <a:pt x="9181081" y="4748792"/>
                  </a:cubicBezTo>
                  <a:cubicBezTo>
                    <a:pt x="9203748" y="4688276"/>
                    <a:pt x="9223383" y="4625876"/>
                    <a:pt x="9240731" y="4561970"/>
                  </a:cubicBezTo>
                  <a:cubicBezTo>
                    <a:pt x="9249481" y="4530064"/>
                    <a:pt x="9257682" y="4497782"/>
                    <a:pt x="9265388" y="4465171"/>
                  </a:cubicBezTo>
                  <a:cubicBezTo>
                    <a:pt x="9269215" y="4448842"/>
                    <a:pt x="9272943" y="4432465"/>
                    <a:pt x="9276571" y="4416041"/>
                  </a:cubicBezTo>
                  <a:lnTo>
                    <a:pt x="9281841" y="4391477"/>
                  </a:lnTo>
                  <a:lnTo>
                    <a:pt x="9286513" y="4368936"/>
                  </a:lnTo>
                  <a:lnTo>
                    <a:pt x="9296754" y="4316136"/>
                  </a:lnTo>
                  <a:lnTo>
                    <a:pt x="9301029" y="4293172"/>
                  </a:lnTo>
                  <a:lnTo>
                    <a:pt x="9302818" y="4282679"/>
                  </a:lnTo>
                  <a:lnTo>
                    <a:pt x="9304658" y="4270914"/>
                  </a:lnTo>
                  <a:lnTo>
                    <a:pt x="9312810" y="4220043"/>
                  </a:lnTo>
                  <a:lnTo>
                    <a:pt x="9316887" y="4194584"/>
                  </a:lnTo>
                  <a:lnTo>
                    <a:pt x="9318923" y="4181878"/>
                  </a:lnTo>
                  <a:cubicBezTo>
                    <a:pt x="9319570" y="4177644"/>
                    <a:pt x="9319969" y="4173267"/>
                    <a:pt x="9320515" y="4168984"/>
                  </a:cubicBezTo>
                  <a:lnTo>
                    <a:pt x="9332445" y="4069079"/>
                  </a:lnTo>
                  <a:cubicBezTo>
                    <a:pt x="9333836" y="4056468"/>
                    <a:pt x="9334880" y="4040986"/>
                    <a:pt x="9336173" y="4022774"/>
                  </a:cubicBezTo>
                  <a:lnTo>
                    <a:pt x="9340199" y="3969269"/>
                  </a:lnTo>
                  <a:cubicBezTo>
                    <a:pt x="9345071" y="3903904"/>
                    <a:pt x="9347358" y="3837081"/>
                    <a:pt x="9347557" y="3770070"/>
                  </a:cubicBezTo>
                  <a:cubicBezTo>
                    <a:pt x="9347656" y="3736518"/>
                    <a:pt x="9347209" y="3702871"/>
                    <a:pt x="9346364" y="3669036"/>
                  </a:cubicBezTo>
                  <a:lnTo>
                    <a:pt x="9344921" y="3619341"/>
                  </a:lnTo>
                  <a:lnTo>
                    <a:pt x="9344524" y="3607624"/>
                  </a:lnTo>
                  <a:lnTo>
                    <a:pt x="9343728" y="3594872"/>
                  </a:lnTo>
                  <a:lnTo>
                    <a:pt x="9342188" y="3569366"/>
                  </a:lnTo>
                  <a:lnTo>
                    <a:pt x="9339056" y="3518354"/>
                  </a:lnTo>
                  <a:cubicBezTo>
                    <a:pt x="9337914" y="3501319"/>
                    <a:pt x="9335874" y="3484236"/>
                    <a:pt x="9334334" y="3467155"/>
                  </a:cubicBezTo>
                  <a:lnTo>
                    <a:pt x="9329363" y="3415908"/>
                  </a:lnTo>
                  <a:lnTo>
                    <a:pt x="9328319" y="3404755"/>
                  </a:lnTo>
                  <a:lnTo>
                    <a:pt x="9327177" y="3394214"/>
                  </a:lnTo>
                  <a:lnTo>
                    <a:pt x="9324293" y="3370872"/>
                  </a:lnTo>
                  <a:lnTo>
                    <a:pt x="9320763" y="3344427"/>
                  </a:lnTo>
                  <a:lnTo>
                    <a:pt x="9317184" y="3315343"/>
                  </a:lnTo>
                  <a:cubicBezTo>
                    <a:pt x="9315594" y="3300991"/>
                    <a:pt x="9313506" y="3286404"/>
                    <a:pt x="9311021" y="3270309"/>
                  </a:cubicBezTo>
                  <a:lnTo>
                    <a:pt x="9302719" y="3219815"/>
                  </a:lnTo>
                  <a:cubicBezTo>
                    <a:pt x="9299936" y="3203157"/>
                    <a:pt x="9297003" y="3186498"/>
                    <a:pt x="9293970" y="3169887"/>
                  </a:cubicBezTo>
                  <a:cubicBezTo>
                    <a:pt x="9281891" y="3103393"/>
                    <a:pt x="9267674" y="3037182"/>
                    <a:pt x="9252065" y="2971205"/>
                  </a:cubicBezTo>
                  <a:cubicBezTo>
                    <a:pt x="9244261" y="2938265"/>
                    <a:pt x="9235959" y="2905371"/>
                    <a:pt x="9227211" y="2872571"/>
                  </a:cubicBezTo>
                  <a:lnTo>
                    <a:pt x="9220699" y="2848524"/>
                  </a:lnTo>
                  <a:lnTo>
                    <a:pt x="9213740" y="2824289"/>
                  </a:lnTo>
                  <a:cubicBezTo>
                    <a:pt x="9209216" y="2808147"/>
                    <a:pt x="9204345" y="2791866"/>
                    <a:pt x="9199374" y="2775536"/>
                  </a:cubicBezTo>
                  <a:cubicBezTo>
                    <a:pt x="9159855" y="2645184"/>
                    <a:pt x="9114272" y="2516197"/>
                    <a:pt x="9061829" y="2389515"/>
                  </a:cubicBezTo>
                  <a:cubicBezTo>
                    <a:pt x="9035582" y="2326175"/>
                    <a:pt x="9008043" y="2263258"/>
                    <a:pt x="8978865" y="2200953"/>
                  </a:cubicBezTo>
                  <a:lnTo>
                    <a:pt x="8956694" y="2154317"/>
                  </a:lnTo>
                  <a:lnTo>
                    <a:pt x="8934176" y="2108012"/>
                  </a:lnTo>
                  <a:cubicBezTo>
                    <a:pt x="8918915" y="2077189"/>
                    <a:pt x="8903157" y="2046130"/>
                    <a:pt x="8887151" y="2015448"/>
                  </a:cubicBezTo>
                  <a:cubicBezTo>
                    <a:pt x="8854988" y="1953989"/>
                    <a:pt x="8822082" y="1892908"/>
                    <a:pt x="8787533" y="1832625"/>
                  </a:cubicBezTo>
                  <a:lnTo>
                    <a:pt x="8761485" y="1787496"/>
                  </a:lnTo>
                  <a:lnTo>
                    <a:pt x="8734791" y="1741991"/>
                  </a:lnTo>
                  <a:cubicBezTo>
                    <a:pt x="8717047" y="1711921"/>
                    <a:pt x="8699200" y="1682461"/>
                    <a:pt x="8680808" y="1652910"/>
                  </a:cubicBezTo>
                  <a:cubicBezTo>
                    <a:pt x="8644322" y="1593756"/>
                    <a:pt x="8606194" y="1535216"/>
                    <a:pt x="8567024" y="1477004"/>
                  </a:cubicBezTo>
                  <a:lnTo>
                    <a:pt x="8537446" y="1433428"/>
                  </a:lnTo>
                  <a:lnTo>
                    <a:pt x="8507423" y="1389994"/>
                  </a:lnTo>
                  <a:cubicBezTo>
                    <a:pt x="8487390" y="1361382"/>
                    <a:pt x="8467158" y="1332817"/>
                    <a:pt x="8446529" y="1304393"/>
                  </a:cubicBezTo>
                  <a:cubicBezTo>
                    <a:pt x="8405271" y="1247595"/>
                    <a:pt x="8362718" y="1191218"/>
                    <a:pt x="8319224" y="1135124"/>
                  </a:cubicBezTo>
                  <a:lnTo>
                    <a:pt x="8286366" y="1093148"/>
                  </a:lnTo>
                  <a:lnTo>
                    <a:pt x="8270161" y="1072538"/>
                  </a:lnTo>
                  <a:lnTo>
                    <a:pt x="8253856" y="1052254"/>
                  </a:lnTo>
                  <a:cubicBezTo>
                    <a:pt x="8231636" y="1024773"/>
                    <a:pt x="8209117" y="997479"/>
                    <a:pt x="8186352" y="970373"/>
                  </a:cubicBezTo>
                  <a:cubicBezTo>
                    <a:pt x="8140917" y="916020"/>
                    <a:pt x="8094240" y="862515"/>
                    <a:pt x="8046768" y="809527"/>
                  </a:cubicBezTo>
                  <a:lnTo>
                    <a:pt x="8010927" y="769951"/>
                  </a:lnTo>
                  <a:lnTo>
                    <a:pt x="7974788" y="730751"/>
                  </a:lnTo>
                  <a:cubicBezTo>
                    <a:pt x="7950382" y="704587"/>
                    <a:pt x="7925824" y="678563"/>
                    <a:pt x="7901070" y="652823"/>
                  </a:cubicBezTo>
                  <a:cubicBezTo>
                    <a:pt x="7851510" y="601387"/>
                    <a:pt x="7801404" y="550612"/>
                    <a:pt x="7750054" y="501106"/>
                  </a:cubicBezTo>
                  <a:cubicBezTo>
                    <a:pt x="7698902" y="451742"/>
                    <a:pt x="7645913" y="403036"/>
                    <a:pt x="7592277" y="355319"/>
                  </a:cubicBezTo>
                  <a:cubicBezTo>
                    <a:pt x="7484856" y="259884"/>
                    <a:pt x="7373308" y="168402"/>
                    <a:pt x="7257734" y="81062"/>
                  </a:cubicBezTo>
                  <a:close/>
                  <a:moveTo>
                    <a:pt x="1892109" y="0"/>
                  </a:moveTo>
                  <a:lnTo>
                    <a:pt x="2298402" y="0"/>
                  </a:lnTo>
                  <a:lnTo>
                    <a:pt x="2135542" y="121879"/>
                  </a:lnTo>
                  <a:cubicBezTo>
                    <a:pt x="2078998" y="166378"/>
                    <a:pt x="2023659" y="212143"/>
                    <a:pt x="1969576" y="259084"/>
                  </a:cubicBezTo>
                  <a:cubicBezTo>
                    <a:pt x="1861309" y="352918"/>
                    <a:pt x="1758064" y="451412"/>
                    <a:pt x="1659938" y="553953"/>
                  </a:cubicBezTo>
                  <a:cubicBezTo>
                    <a:pt x="1266987" y="964444"/>
                    <a:pt x="953820" y="1435593"/>
                    <a:pt x="729383" y="1940578"/>
                  </a:cubicBezTo>
                  <a:cubicBezTo>
                    <a:pt x="673260" y="2066459"/>
                    <a:pt x="622855" y="2195070"/>
                    <a:pt x="578465" y="2324905"/>
                  </a:cubicBezTo>
                  <a:cubicBezTo>
                    <a:pt x="534125" y="2454785"/>
                    <a:pt x="496147" y="2586314"/>
                    <a:pt x="465080" y="2718973"/>
                  </a:cubicBezTo>
                  <a:cubicBezTo>
                    <a:pt x="449769" y="2785089"/>
                    <a:pt x="435850" y="2852289"/>
                    <a:pt x="423820" y="2919535"/>
                  </a:cubicBezTo>
                  <a:cubicBezTo>
                    <a:pt x="411840" y="2986829"/>
                    <a:pt x="401054" y="3054358"/>
                    <a:pt x="392355" y="3122169"/>
                  </a:cubicBezTo>
                  <a:cubicBezTo>
                    <a:pt x="374509" y="3257744"/>
                    <a:pt x="363424" y="3393978"/>
                    <a:pt x="358801" y="3531013"/>
                  </a:cubicBezTo>
                  <a:cubicBezTo>
                    <a:pt x="349009" y="3804941"/>
                    <a:pt x="366357" y="4079668"/>
                    <a:pt x="410350" y="4352324"/>
                  </a:cubicBezTo>
                  <a:cubicBezTo>
                    <a:pt x="421286" y="4420230"/>
                    <a:pt x="434209" y="4487758"/>
                    <a:pt x="449022" y="4555147"/>
                  </a:cubicBezTo>
                  <a:cubicBezTo>
                    <a:pt x="463737" y="4622534"/>
                    <a:pt x="480389" y="4689686"/>
                    <a:pt x="498882" y="4756463"/>
                  </a:cubicBezTo>
                  <a:cubicBezTo>
                    <a:pt x="517373" y="4823239"/>
                    <a:pt x="537704" y="4889733"/>
                    <a:pt x="559775" y="4955755"/>
                  </a:cubicBezTo>
                  <a:cubicBezTo>
                    <a:pt x="581946" y="5021873"/>
                    <a:pt x="605358" y="5087473"/>
                    <a:pt x="631406" y="5152084"/>
                  </a:cubicBezTo>
                  <a:cubicBezTo>
                    <a:pt x="734055" y="5411706"/>
                    <a:pt x="865188" y="5662668"/>
                    <a:pt x="1023461" y="5898055"/>
                  </a:cubicBezTo>
                  <a:cubicBezTo>
                    <a:pt x="1181487" y="6133676"/>
                    <a:pt x="1367051" y="6353345"/>
                    <a:pt x="1575880" y="6551744"/>
                  </a:cubicBezTo>
                  <a:cubicBezTo>
                    <a:pt x="1680269" y="6651014"/>
                    <a:pt x="1790338" y="6745037"/>
                    <a:pt x="1905228" y="6833566"/>
                  </a:cubicBezTo>
                  <a:lnTo>
                    <a:pt x="1938629" y="6858000"/>
                  </a:lnTo>
                  <a:lnTo>
                    <a:pt x="1368607" y="6858000"/>
                  </a:lnTo>
                  <a:lnTo>
                    <a:pt x="1115251" y="6594103"/>
                  </a:lnTo>
                  <a:cubicBezTo>
                    <a:pt x="418530" y="5794890"/>
                    <a:pt x="0" y="4770280"/>
                    <a:pt x="0" y="3653129"/>
                  </a:cubicBezTo>
                  <a:cubicBezTo>
                    <a:pt x="0" y="2216793"/>
                    <a:pt x="691856" y="933432"/>
                    <a:pt x="1777294" y="85415"/>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grpSp>
      <p:sp>
        <p:nvSpPr>
          <p:cNvPr id="2" name="Title 1">
            <a:extLst>
              <a:ext uri="{FF2B5EF4-FFF2-40B4-BE49-F238E27FC236}">
                <a16:creationId xmlns:a16="http://schemas.microsoft.com/office/drawing/2014/main" id="{8FB44EAD-9809-7711-9716-CB8F557A1391}"/>
              </a:ext>
            </a:extLst>
          </p:cNvPr>
          <p:cNvSpPr>
            <a:spLocks noGrp="1"/>
          </p:cNvSpPr>
          <p:nvPr>
            <p:ph type="ctrTitle"/>
          </p:nvPr>
        </p:nvSpPr>
        <p:spPr>
          <a:xfrm>
            <a:off x="876300" y="45868"/>
            <a:ext cx="10263459" cy="923925"/>
          </a:xfrm>
        </p:spPr>
        <p:txBody>
          <a:bodyPr anchor="b">
            <a:normAutofit/>
          </a:bodyPr>
          <a:lstStyle/>
          <a:p>
            <a:r>
              <a:rPr lang="en-IN" sz="4000" dirty="0">
                <a:solidFill>
                  <a:schemeClr val="tx2"/>
                </a:solidFill>
                <a:latin typeface="Engravers MT" panose="02090707080505020304" pitchFamily="18" charset="0"/>
              </a:rPr>
              <a:t>History  of MISRA-C</a:t>
            </a:r>
            <a:endParaRPr lang="en-IN" sz="4000" dirty="0">
              <a:solidFill>
                <a:schemeClr val="tx2"/>
              </a:solidFill>
            </a:endParaRPr>
          </a:p>
        </p:txBody>
      </p:sp>
      <p:grpSp>
        <p:nvGrpSpPr>
          <p:cNvPr id="23" name="Group 22">
            <a:extLst>
              <a:ext uri="{FF2B5EF4-FFF2-40B4-BE49-F238E27FC236}">
                <a16:creationId xmlns:a16="http://schemas.microsoft.com/office/drawing/2014/main" id="{87F87F1B-42BA-4AC7-A4E2-41544DDB2CE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05" y="-4155"/>
            <a:ext cx="2514948" cy="2174333"/>
            <a:chOff x="-305" y="-4155"/>
            <a:chExt cx="2514948" cy="2174333"/>
          </a:xfrm>
        </p:grpSpPr>
        <p:sp>
          <p:nvSpPr>
            <p:cNvPr id="24" name="Freeform: Shape 23">
              <a:extLst>
                <a:ext uri="{FF2B5EF4-FFF2-40B4-BE49-F238E27FC236}">
                  <a16:creationId xmlns:a16="http://schemas.microsoft.com/office/drawing/2014/main" id="{68B53067-4E48-4E71-A6A9-A8CAABAFBF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Shape 24">
              <a:extLst>
                <a:ext uri="{FF2B5EF4-FFF2-40B4-BE49-F238E27FC236}">
                  <a16:creationId xmlns:a16="http://schemas.microsoft.com/office/drawing/2014/main" id="{06D1A0D3-4BB8-41D9-9CE7-2884C83F44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reeform: Shape 25">
              <a:extLst>
                <a:ext uri="{FF2B5EF4-FFF2-40B4-BE49-F238E27FC236}">
                  <a16:creationId xmlns:a16="http://schemas.microsoft.com/office/drawing/2014/main" id="{81E20F06-3B09-4B89-A36B-AB8BFBCCA5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27" name="Freeform: Shape 26">
              <a:extLst>
                <a:ext uri="{FF2B5EF4-FFF2-40B4-BE49-F238E27FC236}">
                  <a16:creationId xmlns:a16="http://schemas.microsoft.com/office/drawing/2014/main" id="{DAE6C3D7-7D5B-4926-877D-45F117BB6B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9" name="Group 28">
            <a:extLst>
              <a:ext uri="{FF2B5EF4-FFF2-40B4-BE49-F238E27FC236}">
                <a16:creationId xmlns:a16="http://schemas.microsoft.com/office/drawing/2014/main" id="{967346A5-7569-4F15-AB5D-BE3DADF192C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9685727" y="4683666"/>
            <a:ext cx="2514948" cy="2174333"/>
            <a:chOff x="-305" y="-4155"/>
            <a:chExt cx="2514948" cy="2174333"/>
          </a:xfrm>
        </p:grpSpPr>
        <p:sp>
          <p:nvSpPr>
            <p:cNvPr id="30" name="Freeform: Shape 29">
              <a:extLst>
                <a:ext uri="{FF2B5EF4-FFF2-40B4-BE49-F238E27FC236}">
                  <a16:creationId xmlns:a16="http://schemas.microsoft.com/office/drawing/2014/main" id="{E1951533-A568-4765-AB1F-F71D9AFDEA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reeform: Shape 30">
              <a:extLst>
                <a:ext uri="{FF2B5EF4-FFF2-40B4-BE49-F238E27FC236}">
                  <a16:creationId xmlns:a16="http://schemas.microsoft.com/office/drawing/2014/main" id="{A7214F52-4F3F-4C96-A62E-F1401D6C04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Freeform: Shape 31">
              <a:extLst>
                <a:ext uri="{FF2B5EF4-FFF2-40B4-BE49-F238E27FC236}">
                  <a16:creationId xmlns:a16="http://schemas.microsoft.com/office/drawing/2014/main" id="{023146A1-291C-4FA0-AB5B-EB04D42398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33" name="Freeform: Shape 32">
              <a:extLst>
                <a:ext uri="{FF2B5EF4-FFF2-40B4-BE49-F238E27FC236}">
                  <a16:creationId xmlns:a16="http://schemas.microsoft.com/office/drawing/2014/main" id="{62977932-2B03-4899-8306-5002CEE68E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5" name="Title 1">
            <a:extLst>
              <a:ext uri="{FF2B5EF4-FFF2-40B4-BE49-F238E27FC236}">
                <a16:creationId xmlns:a16="http://schemas.microsoft.com/office/drawing/2014/main" id="{D6EE584E-84BC-FC84-2A5F-A0E7AF1256B7}"/>
              </a:ext>
            </a:extLst>
          </p:cNvPr>
          <p:cNvSpPr txBox="1">
            <a:spLocks/>
          </p:cNvSpPr>
          <p:nvPr/>
        </p:nvSpPr>
        <p:spPr>
          <a:xfrm>
            <a:off x="10382250" y="3983"/>
            <a:ext cx="1809445" cy="44767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2000" dirty="0">
                <a:solidFill>
                  <a:schemeClr val="tx2"/>
                </a:solidFill>
              </a:rPr>
              <a:t>MISRA C -2012</a:t>
            </a:r>
          </a:p>
        </p:txBody>
      </p:sp>
      <p:sp>
        <p:nvSpPr>
          <p:cNvPr id="6" name="Subtitle 2">
            <a:extLst>
              <a:ext uri="{FF2B5EF4-FFF2-40B4-BE49-F238E27FC236}">
                <a16:creationId xmlns:a16="http://schemas.microsoft.com/office/drawing/2014/main" id="{C992C8E1-40D9-45CC-B67A-D8B86D2A381E}"/>
              </a:ext>
            </a:extLst>
          </p:cNvPr>
          <p:cNvSpPr txBox="1">
            <a:spLocks/>
          </p:cNvSpPr>
          <p:nvPr/>
        </p:nvSpPr>
        <p:spPr>
          <a:xfrm>
            <a:off x="3432265" y="853500"/>
            <a:ext cx="5188034" cy="682079"/>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115000"/>
              </a:lnSpc>
              <a:spcAft>
                <a:spcPts val="800"/>
              </a:spcAft>
            </a:pPr>
            <a:r>
              <a:rPr lang="en-IN" kern="100" dirty="0">
                <a:solidFill>
                  <a:srgbClr val="666666"/>
                </a:solidFill>
                <a:effectLst/>
                <a:highlight>
                  <a:srgbClr val="FFFF00"/>
                </a:highlight>
                <a:latin typeface="Times New Roman" panose="02020603050405020304" pitchFamily="18" charset="0"/>
                <a:ea typeface="Aptos" panose="020B0004020202020204" pitchFamily="34" charset="0"/>
                <a:cs typeface="Times New Roman" panose="02020603050405020304" pitchFamily="18" charset="0"/>
              </a:rPr>
              <a:t>Misra2012:Rule-1.3</a:t>
            </a:r>
          </a:p>
        </p:txBody>
      </p:sp>
      <p:sp>
        <p:nvSpPr>
          <p:cNvPr id="3" name="TextBox 2">
            <a:extLst>
              <a:ext uri="{FF2B5EF4-FFF2-40B4-BE49-F238E27FC236}">
                <a16:creationId xmlns:a16="http://schemas.microsoft.com/office/drawing/2014/main" id="{F52B51FF-E201-359D-4743-DA9B627F1CC1}"/>
              </a:ext>
            </a:extLst>
          </p:cNvPr>
          <p:cNvSpPr txBox="1"/>
          <p:nvPr/>
        </p:nvSpPr>
        <p:spPr>
          <a:xfrm>
            <a:off x="1020304" y="1307553"/>
            <a:ext cx="9232149" cy="369332"/>
          </a:xfrm>
          <a:prstGeom prst="rect">
            <a:avLst/>
          </a:prstGeom>
          <a:noFill/>
        </p:spPr>
        <p:txBody>
          <a:bodyPr wrap="square">
            <a:spAutoFit/>
          </a:bodyPr>
          <a:lstStyle/>
          <a:p>
            <a:pPr marL="285750" indent="-285750" algn="l">
              <a:buFont typeface="Wingdings" panose="05000000000000000000" pitchFamily="2" charset="2"/>
              <a:buChar char="q"/>
            </a:pPr>
            <a:r>
              <a:rPr lang="en-US" sz="1800" b="1" i="0" u="none" strike="noStrike" baseline="0" dirty="0">
                <a:latin typeface="Times New Roman" panose="02020603050405020304" pitchFamily="18" charset="0"/>
                <a:cs typeface="Times New Roman" panose="02020603050405020304" pitchFamily="18" charset="0"/>
              </a:rPr>
              <a:t>There shall be no occurrence of undefined or critical unspecified </a:t>
            </a:r>
            <a:r>
              <a:rPr lang="en-IN" sz="1800" b="1" i="0" u="none" strike="noStrike" baseline="0" dirty="0">
                <a:latin typeface="Times New Roman" panose="02020603050405020304" pitchFamily="18" charset="0"/>
                <a:cs typeface="Times New Roman" panose="02020603050405020304" pitchFamily="18" charset="0"/>
              </a:rPr>
              <a:t>behaviour</a:t>
            </a:r>
            <a:endParaRPr lang="en-IN" b="1" kern="100" dirty="0">
              <a:effectLst/>
              <a:highlight>
                <a:srgbClr val="FFFF00"/>
              </a:highlight>
              <a:latin typeface="Times New Roman" panose="02020603050405020304" pitchFamily="18" charset="0"/>
              <a:ea typeface="Aptos" panose="020B0004020202020204" pitchFamily="34" charset="0"/>
              <a:cs typeface="Times New Roman" panose="02020603050405020304" pitchFamily="18" charset="0"/>
            </a:endParaRPr>
          </a:p>
        </p:txBody>
      </p:sp>
      <p:sp>
        <p:nvSpPr>
          <p:cNvPr id="11" name="TextBox 10">
            <a:extLst>
              <a:ext uri="{FF2B5EF4-FFF2-40B4-BE49-F238E27FC236}">
                <a16:creationId xmlns:a16="http://schemas.microsoft.com/office/drawing/2014/main" id="{3BAF9C64-DAA2-791C-A360-DC870B79332D}"/>
              </a:ext>
            </a:extLst>
          </p:cNvPr>
          <p:cNvSpPr txBox="1"/>
          <p:nvPr/>
        </p:nvSpPr>
        <p:spPr>
          <a:xfrm>
            <a:off x="1300798" y="1616001"/>
            <a:ext cx="9642403" cy="369332"/>
          </a:xfrm>
          <a:prstGeom prst="rect">
            <a:avLst/>
          </a:prstGeom>
          <a:noFill/>
        </p:spPr>
        <p:txBody>
          <a:bodyPr wrap="square">
            <a:spAutoFit/>
          </a:bodyPr>
          <a:lstStyle/>
          <a:p>
            <a:pPr algn="l"/>
            <a:r>
              <a:rPr lang="en-IN" sz="1800" b="0" i="0" u="none" strike="noStrike" baseline="0" dirty="0">
                <a:latin typeface="OpenSans"/>
              </a:rPr>
              <a:t>Category –</a:t>
            </a:r>
            <a:r>
              <a:rPr lang="en-IN" sz="1800" b="0" i="0" u="none" strike="noStrike" baseline="0" dirty="0">
                <a:latin typeface="OpenSans-Light"/>
              </a:rPr>
              <a:t>Required    Analysis </a:t>
            </a:r>
            <a:r>
              <a:rPr lang="en-IN" sz="1800" b="0" i="0" u="none" strike="noStrike" baseline="0" dirty="0">
                <a:latin typeface="OpenSans"/>
              </a:rPr>
              <a:t> -</a:t>
            </a:r>
            <a:r>
              <a:rPr lang="en-IN" sz="1800" b="0" i="0" u="none" strike="noStrike" baseline="0" dirty="0">
                <a:latin typeface="OpenSans-Light"/>
              </a:rPr>
              <a:t>Undecidable, System   </a:t>
            </a:r>
            <a:r>
              <a:rPr lang="en-IN" sz="1800" b="0" i="0" u="none" strike="noStrike" baseline="0" dirty="0">
                <a:latin typeface="OpenSans"/>
              </a:rPr>
              <a:t>Applies to -</a:t>
            </a:r>
            <a:r>
              <a:rPr lang="en-IN" sz="1800" b="0" i="0" u="none" strike="noStrike" baseline="0" dirty="0">
                <a:latin typeface="OpenSans-Light"/>
              </a:rPr>
              <a:t>C90, C99</a:t>
            </a:r>
            <a:endParaRPr lang="en-IN" dirty="0"/>
          </a:p>
        </p:txBody>
      </p:sp>
      <p:sp>
        <p:nvSpPr>
          <p:cNvPr id="12" name="TextBox 11">
            <a:extLst>
              <a:ext uri="{FF2B5EF4-FFF2-40B4-BE49-F238E27FC236}">
                <a16:creationId xmlns:a16="http://schemas.microsoft.com/office/drawing/2014/main" id="{3B6B20D6-4372-E7FE-5B7C-3A5C456054FD}"/>
              </a:ext>
            </a:extLst>
          </p:cNvPr>
          <p:cNvSpPr txBox="1"/>
          <p:nvPr/>
        </p:nvSpPr>
        <p:spPr>
          <a:xfrm>
            <a:off x="2491410" y="2778155"/>
            <a:ext cx="8719954" cy="3782061"/>
          </a:xfrm>
          <a:prstGeom prst="rect">
            <a:avLst/>
          </a:prstGeom>
          <a:noFill/>
        </p:spPr>
        <p:txBody>
          <a:bodyPr wrap="square">
            <a:spAutoFit/>
          </a:bodyPr>
          <a:lstStyle/>
          <a:p>
            <a:pPr>
              <a:lnSpc>
                <a:spcPct val="150000"/>
              </a:lnSpc>
            </a:pPr>
            <a:r>
              <a:rPr lang="en-US" b="0" i="0" dirty="0">
                <a:effectLst/>
                <a:latin typeface="Times New Roman" panose="02020603050405020304" pitchFamily="18" charset="0"/>
                <a:cs typeface="Times New Roman" panose="02020603050405020304" pitchFamily="18" charset="0"/>
              </a:rPr>
              <a:t>int main() </a:t>
            </a:r>
          </a:p>
          <a:p>
            <a:pPr>
              <a:lnSpc>
                <a:spcPct val="150000"/>
              </a:lnSpc>
            </a:pPr>
            <a:r>
              <a:rPr lang="en-US" b="0" i="0" dirty="0">
                <a:effectLst/>
                <a:latin typeface="Times New Roman" panose="02020603050405020304" pitchFamily="18" charset="0"/>
                <a:cs typeface="Times New Roman" panose="02020603050405020304" pitchFamily="18" charset="0"/>
              </a:rPr>
              <a:t>{ </a:t>
            </a:r>
          </a:p>
          <a:p>
            <a:pPr>
              <a:lnSpc>
                <a:spcPct val="150000"/>
              </a:lnSpc>
            </a:pPr>
            <a:r>
              <a:rPr lang="en-US" dirty="0">
                <a:latin typeface="Times New Roman" panose="02020603050405020304" pitchFamily="18" charset="0"/>
                <a:cs typeface="Times New Roman" panose="02020603050405020304" pitchFamily="18" charset="0"/>
              </a:rPr>
              <a:t>i</a:t>
            </a:r>
            <a:r>
              <a:rPr lang="en-US" b="0" i="0" dirty="0">
                <a:effectLst/>
                <a:latin typeface="Times New Roman" panose="02020603050405020304" pitchFamily="18" charset="0"/>
                <a:cs typeface="Times New Roman" panose="02020603050405020304" pitchFamily="18" charset="0"/>
              </a:rPr>
              <a:t>nt p = 5; </a:t>
            </a:r>
          </a:p>
          <a:p>
            <a:pPr>
              <a:lnSpc>
                <a:spcPct val="150000"/>
              </a:lnSpc>
            </a:pPr>
            <a:r>
              <a:rPr lang="en-US" b="0" i="0" dirty="0">
                <a:effectLst/>
                <a:latin typeface="Times New Roman" panose="02020603050405020304" pitchFamily="18" charset="0"/>
                <a:cs typeface="Times New Roman" panose="02020603050405020304" pitchFamily="18" charset="0"/>
              </a:rPr>
              <a:t>int q = 0;</a:t>
            </a:r>
          </a:p>
          <a:p>
            <a:pPr>
              <a:lnSpc>
                <a:spcPct val="150000"/>
              </a:lnSpc>
            </a:pPr>
            <a:r>
              <a:rPr lang="fr-FR" dirty="0" err="1">
                <a:highlight>
                  <a:srgbClr val="FFFF00"/>
                </a:highlight>
                <a:latin typeface="Times New Roman" panose="02020603050405020304" pitchFamily="18" charset="0"/>
                <a:cs typeface="Times New Roman" panose="02020603050405020304" pitchFamily="18" charset="0"/>
              </a:rPr>
              <a:t>i</a:t>
            </a:r>
            <a:r>
              <a:rPr lang="fr-FR" sz="1800" b="0" i="0" u="none" strike="noStrike" baseline="0" dirty="0" err="1">
                <a:highlight>
                  <a:srgbClr val="FFFF00"/>
                </a:highlight>
                <a:latin typeface="Times New Roman" panose="02020603050405020304" pitchFamily="18" charset="0"/>
                <a:cs typeface="Times New Roman" panose="02020603050405020304" pitchFamily="18" charset="0"/>
              </a:rPr>
              <a:t>nt</a:t>
            </a:r>
            <a:r>
              <a:rPr lang="fr-FR" sz="1800" b="0" i="0" u="none" strike="noStrike" baseline="0" dirty="0">
                <a:highlight>
                  <a:srgbClr val="FFFF00"/>
                </a:highlight>
                <a:latin typeface="Times New Roman" panose="02020603050405020304" pitchFamily="18" charset="0"/>
                <a:cs typeface="Times New Roman" panose="02020603050405020304" pitchFamily="18" charset="0"/>
              </a:rPr>
              <a:t> = q x p; </a:t>
            </a:r>
            <a:r>
              <a:rPr lang="en-US" b="0" i="0" dirty="0">
                <a:effectLst/>
                <a:highlight>
                  <a:srgbClr val="FFFF00"/>
                </a:highlight>
                <a:latin typeface="Times New Roman" panose="02020603050405020304" pitchFamily="18" charset="0"/>
                <a:cs typeface="Times New Roman" panose="02020603050405020304" pitchFamily="18" charset="0"/>
              </a:rPr>
              <a:t>Division by zero, leading to undefined behavior  </a:t>
            </a:r>
            <a:r>
              <a:rPr lang="fr-FR" sz="1800" b="0" i="0" u="none" strike="noStrike" baseline="0" dirty="0">
                <a:highlight>
                  <a:srgbClr val="FFFF00"/>
                </a:highlight>
                <a:latin typeface="Times New Roman" panose="02020603050405020304" pitchFamily="18" charset="0"/>
                <a:cs typeface="Times New Roman" panose="02020603050405020304" pitchFamily="18" charset="0"/>
              </a:rPr>
              <a:t>/* Non-compliant */</a:t>
            </a:r>
            <a:endParaRPr lang="en-US" b="0" i="0" dirty="0">
              <a:effectLst/>
              <a:highlight>
                <a:srgbClr val="FFFF00"/>
              </a:highlight>
              <a:latin typeface="Times New Roman" panose="02020603050405020304" pitchFamily="18" charset="0"/>
              <a:cs typeface="Times New Roman" panose="02020603050405020304" pitchFamily="18" charset="0"/>
            </a:endParaRPr>
          </a:p>
          <a:p>
            <a:pPr>
              <a:lnSpc>
                <a:spcPct val="150000"/>
              </a:lnSpc>
            </a:pPr>
            <a:r>
              <a:rPr lang="en-US" b="0" i="0" dirty="0">
                <a:effectLst/>
                <a:highlight>
                  <a:srgbClr val="FFFF00"/>
                </a:highlight>
                <a:latin typeface="Times New Roman" panose="02020603050405020304" pitchFamily="18" charset="0"/>
                <a:cs typeface="Times New Roman" panose="02020603050405020304" pitchFamily="18" charset="0"/>
              </a:rPr>
              <a:t>int Division = p / q; // Division by zero, leading to undefined behavior </a:t>
            </a:r>
            <a:r>
              <a:rPr lang="fr-FR" sz="1800" b="0" i="0" u="none" strike="noStrike" baseline="0" dirty="0">
                <a:highlight>
                  <a:srgbClr val="FFFF00"/>
                </a:highlight>
                <a:latin typeface="Times New Roman" panose="02020603050405020304" pitchFamily="18" charset="0"/>
                <a:cs typeface="Times New Roman" panose="02020603050405020304" pitchFamily="18" charset="0"/>
              </a:rPr>
              <a:t>; /* Non-compliant */</a:t>
            </a:r>
            <a:endParaRPr lang="en-US" b="0" i="0" dirty="0">
              <a:effectLst/>
              <a:highlight>
                <a:srgbClr val="FFFF00"/>
              </a:highlight>
              <a:latin typeface="Times New Roman" panose="02020603050405020304" pitchFamily="18" charset="0"/>
              <a:cs typeface="Times New Roman" panose="02020603050405020304" pitchFamily="18" charset="0"/>
            </a:endParaRPr>
          </a:p>
          <a:p>
            <a:pPr>
              <a:lnSpc>
                <a:spcPct val="150000"/>
              </a:lnSpc>
            </a:pPr>
            <a:r>
              <a:rPr lang="en-US" b="0" i="0" dirty="0" err="1">
                <a:effectLst/>
                <a:latin typeface="Times New Roman" panose="02020603050405020304" pitchFamily="18" charset="0"/>
                <a:cs typeface="Times New Roman" panose="02020603050405020304" pitchFamily="18" charset="0"/>
              </a:rPr>
              <a:t>printf</a:t>
            </a:r>
            <a:r>
              <a:rPr lang="en-US" b="0" i="0" dirty="0">
                <a:effectLst/>
                <a:latin typeface="Times New Roman" panose="02020603050405020304" pitchFamily="18" charset="0"/>
                <a:cs typeface="Times New Roman" panose="02020603050405020304" pitchFamily="18" charset="0"/>
              </a:rPr>
              <a:t>("Result: %d\n %d\n",</a:t>
            </a:r>
            <a:r>
              <a:rPr lang="fr-FR" dirty="0">
                <a:latin typeface="Times New Roman" panose="02020603050405020304" pitchFamily="18" charset="0"/>
                <a:cs typeface="Times New Roman" panose="02020603050405020304" pitchFamily="18" charset="0"/>
              </a:rPr>
              <a:t> Multiplication,</a:t>
            </a:r>
            <a:r>
              <a:rPr lang="en-US" b="0" i="0" dirty="0">
                <a:effectLst/>
                <a:latin typeface="Times New Roman" panose="02020603050405020304" pitchFamily="18" charset="0"/>
                <a:cs typeface="Times New Roman" panose="02020603050405020304" pitchFamily="18" charset="0"/>
              </a:rPr>
              <a:t> Division); </a:t>
            </a:r>
          </a:p>
          <a:p>
            <a:pPr>
              <a:lnSpc>
                <a:spcPct val="150000"/>
              </a:lnSpc>
            </a:pPr>
            <a:r>
              <a:rPr lang="en-US" b="0" i="0" dirty="0">
                <a:effectLst/>
                <a:latin typeface="Times New Roman" panose="02020603050405020304" pitchFamily="18" charset="0"/>
                <a:cs typeface="Times New Roman" panose="02020603050405020304" pitchFamily="18" charset="0"/>
              </a:rPr>
              <a:t>return 0;</a:t>
            </a:r>
          </a:p>
          <a:p>
            <a:pPr>
              <a:lnSpc>
                <a:spcPct val="150000"/>
              </a:lnSpc>
            </a:pPr>
            <a:r>
              <a:rPr lang="en-US" b="0" i="0" dirty="0">
                <a:effectLst/>
                <a:latin typeface="Times New Roman" panose="02020603050405020304" pitchFamily="18" charset="0"/>
                <a:cs typeface="Times New Roman" panose="02020603050405020304" pitchFamily="18" charset="0"/>
              </a:rPr>
              <a:t> }</a:t>
            </a:r>
            <a:endParaRPr lang="en-IN" dirty="0">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3BEBAFEE-B117-F80A-3238-35883C77E34C}"/>
              </a:ext>
            </a:extLst>
          </p:cNvPr>
          <p:cNvSpPr txBox="1"/>
          <p:nvPr/>
        </p:nvSpPr>
        <p:spPr>
          <a:xfrm>
            <a:off x="1313748" y="1974019"/>
            <a:ext cx="9371158" cy="646331"/>
          </a:xfrm>
          <a:prstGeom prst="rect">
            <a:avLst/>
          </a:prstGeom>
          <a:noFill/>
        </p:spPr>
        <p:txBody>
          <a:bodyPr wrap="square">
            <a:spAutoFit/>
          </a:bodyPr>
          <a:lstStyle/>
          <a:p>
            <a:r>
              <a:rPr lang="en-US" b="0" i="0" dirty="0">
                <a:solidFill>
                  <a:srgbClr val="0D0D0D"/>
                </a:solidFill>
                <a:effectLst/>
                <a:latin typeface="Times New Roman" panose="02020603050405020304" pitchFamily="18" charset="0"/>
                <a:cs typeface="Times New Roman" panose="02020603050405020304" pitchFamily="18" charset="0"/>
              </a:rPr>
              <a:t>It can occur when a program performs operations that are not specified by the standard, such as dividing by zero, accessing uninitialized variables, or overflowing signed integers.</a:t>
            </a:r>
            <a:endParaRPr lang="en-IN" dirty="0">
              <a:latin typeface="Times New Roman" panose="02020603050405020304" pitchFamily="18" charset="0"/>
              <a:cs typeface="Times New Roman" panose="02020603050405020304" pitchFamily="18" charset="0"/>
            </a:endParaRPr>
          </a:p>
        </p:txBody>
      </p:sp>
      <p:sp>
        <p:nvSpPr>
          <p:cNvPr id="36" name="TextBox 35">
            <a:extLst>
              <a:ext uri="{FF2B5EF4-FFF2-40B4-BE49-F238E27FC236}">
                <a16:creationId xmlns:a16="http://schemas.microsoft.com/office/drawing/2014/main" id="{B71DA92A-A385-E247-B202-51EDDF2C52D1}"/>
              </a:ext>
            </a:extLst>
          </p:cNvPr>
          <p:cNvSpPr txBox="1"/>
          <p:nvPr/>
        </p:nvSpPr>
        <p:spPr>
          <a:xfrm>
            <a:off x="1306966" y="2812012"/>
            <a:ext cx="1046338" cy="369332"/>
          </a:xfrm>
          <a:prstGeom prst="rect">
            <a:avLst/>
          </a:prstGeom>
          <a:noFill/>
        </p:spPr>
        <p:txBody>
          <a:bodyPr wrap="square">
            <a:spAutoFit/>
          </a:bodyPr>
          <a:lstStyle/>
          <a:p>
            <a:pPr algn="l"/>
            <a:r>
              <a:rPr lang="en-IN" dirty="0">
                <a:highlight>
                  <a:srgbClr val="FFFF00"/>
                </a:highlight>
              </a:rPr>
              <a:t>Example</a:t>
            </a:r>
          </a:p>
        </p:txBody>
      </p:sp>
      <p:sp>
        <p:nvSpPr>
          <p:cNvPr id="8" name="Slide Number Placeholder 7">
            <a:extLst>
              <a:ext uri="{FF2B5EF4-FFF2-40B4-BE49-F238E27FC236}">
                <a16:creationId xmlns:a16="http://schemas.microsoft.com/office/drawing/2014/main" id="{3C465D98-AEDE-26A9-5EFD-653C03DA0F18}"/>
              </a:ext>
            </a:extLst>
          </p:cNvPr>
          <p:cNvSpPr>
            <a:spLocks noGrp="1"/>
          </p:cNvSpPr>
          <p:nvPr>
            <p:ph type="sldNum" sz="quarter" idx="12"/>
          </p:nvPr>
        </p:nvSpPr>
        <p:spPr/>
        <p:txBody>
          <a:bodyPr/>
          <a:lstStyle/>
          <a:p>
            <a:fld id="{91247CA1-BCEC-4DD4-9B23-E2AE1AEA27A6}" type="slidenum">
              <a:rPr lang="en-IN" smtClean="0"/>
              <a:t>13</a:t>
            </a:fld>
            <a:endParaRPr lang="en-IN"/>
          </a:p>
        </p:txBody>
      </p:sp>
      <p:sp>
        <p:nvSpPr>
          <p:cNvPr id="7" name="TextBox 6">
            <a:extLst>
              <a:ext uri="{FF2B5EF4-FFF2-40B4-BE49-F238E27FC236}">
                <a16:creationId xmlns:a16="http://schemas.microsoft.com/office/drawing/2014/main" id="{54E29E0A-F4B1-9D0E-4AB5-A97BC1810D8F}"/>
              </a:ext>
            </a:extLst>
          </p:cNvPr>
          <p:cNvSpPr txBox="1"/>
          <p:nvPr/>
        </p:nvSpPr>
        <p:spPr>
          <a:xfrm>
            <a:off x="10532532" y="526059"/>
            <a:ext cx="1451144" cy="369332"/>
          </a:xfrm>
          <a:prstGeom prst="rect">
            <a:avLst/>
          </a:prstGeom>
          <a:noFill/>
        </p:spPr>
        <p:txBody>
          <a:bodyPr wrap="square">
            <a:spAutoFit/>
          </a:bodyPr>
          <a:lstStyle/>
          <a:p>
            <a:r>
              <a:rPr lang="en-IN" dirty="0"/>
              <a:t>Session 1</a:t>
            </a:r>
          </a:p>
        </p:txBody>
      </p:sp>
    </p:spTree>
    <p:extLst>
      <p:ext uri="{BB962C8B-B14F-4D97-AF65-F5344CB8AC3E}">
        <p14:creationId xmlns:p14="http://schemas.microsoft.com/office/powerpoint/2010/main" val="18564260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5A292AEA-2528-46C0-B426-95822B6141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D8B7B198-E4DF-43CD-AD8C-1998843237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34" name="Freeform: Shape 33">
            <a:extLst>
              <a:ext uri="{FF2B5EF4-FFF2-40B4-BE49-F238E27FC236}">
                <a16:creationId xmlns:a16="http://schemas.microsoft.com/office/drawing/2014/main" id="{2BE67753-EA0E-4819-8D22-0B6600CF7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96934" y="3984"/>
            <a:ext cx="9376632" cy="6858000"/>
          </a:xfrm>
          <a:custGeom>
            <a:avLst/>
            <a:gdLst>
              <a:gd name="connsiteX0" fmla="*/ 1691615 w 9376632"/>
              <a:gd name="connsiteY0" fmla="*/ 0 h 6858000"/>
              <a:gd name="connsiteX1" fmla="*/ 7685017 w 9376632"/>
              <a:gd name="connsiteY1" fmla="*/ 0 h 6858000"/>
              <a:gd name="connsiteX2" fmla="*/ 7840634 w 9376632"/>
              <a:gd name="connsiteY2" fmla="*/ 134799 h 6858000"/>
              <a:gd name="connsiteX3" fmla="*/ 9376632 w 9376632"/>
              <a:gd name="connsiteY3" fmla="*/ 3605175 h 6858000"/>
              <a:gd name="connsiteX4" fmla="*/ 8158692 w 9376632"/>
              <a:gd name="connsiteY4" fmla="*/ 6757493 h 6858000"/>
              <a:gd name="connsiteX5" fmla="*/ 8062868 w 9376632"/>
              <a:gd name="connsiteY5" fmla="*/ 6858000 h 6858000"/>
              <a:gd name="connsiteX6" fmla="*/ 1313765 w 9376632"/>
              <a:gd name="connsiteY6" fmla="*/ 6858000 h 6858000"/>
              <a:gd name="connsiteX7" fmla="*/ 1217940 w 9376632"/>
              <a:gd name="connsiteY7" fmla="*/ 6757493 h 6858000"/>
              <a:gd name="connsiteX8" fmla="*/ 0 w 9376632"/>
              <a:gd name="connsiteY8" fmla="*/ 3605175 h 6858000"/>
              <a:gd name="connsiteX9" fmla="*/ 1535999 w 9376632"/>
              <a:gd name="connsiteY9" fmla="*/ 13479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376632" h="6858000">
                <a:moveTo>
                  <a:pt x="1691615" y="0"/>
                </a:moveTo>
                <a:lnTo>
                  <a:pt x="7685017" y="0"/>
                </a:lnTo>
                <a:lnTo>
                  <a:pt x="7840634" y="134799"/>
                </a:lnTo>
                <a:cubicBezTo>
                  <a:pt x="8784230" y="992423"/>
                  <a:pt x="9376632" y="2229618"/>
                  <a:pt x="9376632" y="3605175"/>
                </a:cubicBezTo>
                <a:cubicBezTo>
                  <a:pt x="9376632" y="4818903"/>
                  <a:pt x="8915419" y="5924908"/>
                  <a:pt x="8158692" y="6757493"/>
                </a:cubicBezTo>
                <a:lnTo>
                  <a:pt x="8062868" y="6858000"/>
                </a:lnTo>
                <a:lnTo>
                  <a:pt x="1313765" y="6858000"/>
                </a:lnTo>
                <a:lnTo>
                  <a:pt x="1217940" y="6757493"/>
                </a:lnTo>
                <a:cubicBezTo>
                  <a:pt x="461213" y="5924908"/>
                  <a:pt x="0" y="4818903"/>
                  <a:pt x="0" y="3605175"/>
                </a:cubicBezTo>
                <a:cubicBezTo>
                  <a:pt x="0" y="2229618"/>
                  <a:pt x="592403" y="992423"/>
                  <a:pt x="1535999" y="134799"/>
                </a:cubicBezTo>
                <a:close/>
              </a:path>
            </a:pathLst>
          </a:cu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5" name="Group 34">
            <a:extLst>
              <a:ext uri="{FF2B5EF4-FFF2-40B4-BE49-F238E27FC236}">
                <a16:creationId xmlns:a16="http://schemas.microsoft.com/office/drawing/2014/main" id="{D76D63AC-0421-45EC-B383-E79A61A78C6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303402" y="3985"/>
            <a:ext cx="9772765" cy="6858000"/>
            <a:chOff x="1303402" y="36937"/>
            <a:chExt cx="9772765" cy="6858000"/>
          </a:xfrm>
          <a:solidFill>
            <a:schemeClr val="bg1">
              <a:alpha val="30000"/>
            </a:schemeClr>
          </a:solidFill>
        </p:grpSpPr>
        <p:sp>
          <p:nvSpPr>
            <p:cNvPr id="15" name="Freeform: Shape 14">
              <a:extLst>
                <a:ext uri="{FF2B5EF4-FFF2-40B4-BE49-F238E27FC236}">
                  <a16:creationId xmlns:a16="http://schemas.microsoft.com/office/drawing/2014/main" id="{B997A32E-7032-4107-9C8B-99DB59EDD5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6937"/>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Shape 15">
              <a:extLst>
                <a:ext uri="{FF2B5EF4-FFF2-40B4-BE49-F238E27FC236}">
                  <a16:creationId xmlns:a16="http://schemas.microsoft.com/office/drawing/2014/main" id="{943BB27F-1470-42CA-91FF-D94BC691C8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6937"/>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Freeform: Shape 16">
              <a:extLst>
                <a:ext uri="{FF2B5EF4-FFF2-40B4-BE49-F238E27FC236}">
                  <a16:creationId xmlns:a16="http://schemas.microsoft.com/office/drawing/2014/main" id="{E997B002-17FD-47B3-A06A-76802FE15C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6937"/>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Freeform: Shape 17">
              <a:extLst>
                <a:ext uri="{FF2B5EF4-FFF2-40B4-BE49-F238E27FC236}">
                  <a16:creationId xmlns:a16="http://schemas.microsoft.com/office/drawing/2014/main" id="{E401EA35-9D2E-43B7-860F-EBB8A6C3E0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6937"/>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Freeform: Shape 18">
              <a:extLst>
                <a:ext uri="{FF2B5EF4-FFF2-40B4-BE49-F238E27FC236}">
                  <a16:creationId xmlns:a16="http://schemas.microsoft.com/office/drawing/2014/main" id="{F8C44827-3D81-4FF9-B4A5-5650D1B20A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6937"/>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Freeform: Shape 19">
              <a:extLst>
                <a:ext uri="{FF2B5EF4-FFF2-40B4-BE49-F238E27FC236}">
                  <a16:creationId xmlns:a16="http://schemas.microsoft.com/office/drawing/2014/main" id="{F613D97F-F6DF-4D32-AD91-209A80E7A2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8320" y="36937"/>
              <a:ext cx="9767847" cy="6858000"/>
            </a:xfrm>
            <a:custGeom>
              <a:avLst/>
              <a:gdLst>
                <a:gd name="connsiteX0" fmla="*/ 7151367 w 9767847"/>
                <a:gd name="connsiteY0" fmla="*/ 0 h 6858000"/>
                <a:gd name="connsiteX1" fmla="*/ 7881247 w 9767847"/>
                <a:gd name="connsiteY1" fmla="*/ 0 h 6858000"/>
                <a:gd name="connsiteX2" fmla="*/ 7990553 w 9767847"/>
                <a:gd name="connsiteY2" fmla="*/ 81317 h 6858000"/>
                <a:gd name="connsiteX3" fmla="*/ 9767847 w 9767847"/>
                <a:gd name="connsiteY3" fmla="*/ 3649031 h 6858000"/>
                <a:gd name="connsiteX4" fmla="*/ 8652597 w 9767847"/>
                <a:gd name="connsiteY4" fmla="*/ 6590005 h 6858000"/>
                <a:gd name="connsiteX5" fmla="*/ 8395306 w 9767847"/>
                <a:gd name="connsiteY5" fmla="*/ 6858000 h 6858000"/>
                <a:gd name="connsiteX6" fmla="*/ 6762603 w 9767847"/>
                <a:gd name="connsiteY6" fmla="*/ 6858000 h 6858000"/>
                <a:gd name="connsiteX7" fmla="*/ 6765962 w 9767847"/>
                <a:gd name="connsiteY7" fmla="*/ 6854844 h 6858000"/>
                <a:gd name="connsiteX8" fmla="*/ 6804586 w 9767847"/>
                <a:gd name="connsiteY8" fmla="*/ 6817103 h 6858000"/>
                <a:gd name="connsiteX9" fmla="*/ 6881735 w 9767847"/>
                <a:gd name="connsiteY9" fmla="*/ 6741197 h 6858000"/>
                <a:gd name="connsiteX10" fmla="*/ 6958883 w 9767847"/>
                <a:gd name="connsiteY10" fmla="*/ 6664822 h 6858000"/>
                <a:gd name="connsiteX11" fmla="*/ 7267925 w 9767847"/>
                <a:gd name="connsiteY11" fmla="*/ 6355694 h 6858000"/>
                <a:gd name="connsiteX12" fmla="*/ 7424360 w 9767847"/>
                <a:gd name="connsiteY12" fmla="*/ 6200685 h 6858000"/>
                <a:gd name="connsiteX13" fmla="*/ 7504938 w 9767847"/>
                <a:gd name="connsiteY13" fmla="*/ 6122708 h 6858000"/>
                <a:gd name="connsiteX14" fmla="*/ 7546396 w 9767847"/>
                <a:gd name="connsiteY14" fmla="*/ 6083697 h 6858000"/>
                <a:gd name="connsiteX15" fmla="*/ 7588002 w 9767847"/>
                <a:gd name="connsiteY15" fmla="*/ 6045532 h 6858000"/>
                <a:gd name="connsiteX16" fmla="*/ 7631000 w 9767847"/>
                <a:gd name="connsiteY16" fmla="*/ 6006709 h 6858000"/>
                <a:gd name="connsiteX17" fmla="*/ 7675440 w 9767847"/>
                <a:gd name="connsiteY17" fmla="*/ 5968309 h 6858000"/>
                <a:gd name="connsiteX18" fmla="*/ 7720626 w 9767847"/>
                <a:gd name="connsiteY18" fmla="*/ 5930851 h 6858000"/>
                <a:gd name="connsiteX19" fmla="*/ 7766458 w 9767847"/>
                <a:gd name="connsiteY19" fmla="*/ 5894334 h 6858000"/>
                <a:gd name="connsiteX20" fmla="*/ 7955254 w 9767847"/>
                <a:gd name="connsiteY20" fmla="*/ 5756828 h 6858000"/>
                <a:gd name="connsiteX21" fmla="*/ 8352678 w 9767847"/>
                <a:gd name="connsiteY21" fmla="*/ 5517630 h 6858000"/>
                <a:gd name="connsiteX22" fmla="*/ 8451350 w 9767847"/>
                <a:gd name="connsiteY22" fmla="*/ 5465254 h 6858000"/>
                <a:gd name="connsiteX23" fmla="*/ 8548532 w 9767847"/>
                <a:gd name="connsiteY23" fmla="*/ 5413395 h 6858000"/>
                <a:gd name="connsiteX24" fmla="*/ 8729473 w 9767847"/>
                <a:gd name="connsiteY24" fmla="*/ 5309961 h 6858000"/>
                <a:gd name="connsiteX25" fmla="*/ 8770781 w 9767847"/>
                <a:gd name="connsiteY25" fmla="*/ 5283232 h 6858000"/>
                <a:gd name="connsiteX26" fmla="*/ 8790964 w 9767847"/>
                <a:gd name="connsiteY26" fmla="*/ 5269492 h 6858000"/>
                <a:gd name="connsiteX27" fmla="*/ 8810499 w 9767847"/>
                <a:gd name="connsiteY27" fmla="*/ 5255703 h 6858000"/>
                <a:gd name="connsiteX28" fmla="*/ 8883571 w 9767847"/>
                <a:gd name="connsiteY28" fmla="*/ 5198479 h 6858000"/>
                <a:gd name="connsiteX29" fmla="*/ 9006651 w 9767847"/>
                <a:gd name="connsiteY29" fmla="*/ 5070527 h 6858000"/>
                <a:gd name="connsiteX30" fmla="*/ 9033494 w 9767847"/>
                <a:gd name="connsiteY30" fmla="*/ 5034105 h 6858000"/>
                <a:gd name="connsiteX31" fmla="*/ 9040305 w 9767847"/>
                <a:gd name="connsiteY31" fmla="*/ 5024551 h 6858000"/>
                <a:gd name="connsiteX32" fmla="*/ 9046568 w 9767847"/>
                <a:gd name="connsiteY32" fmla="*/ 5015281 h 6858000"/>
                <a:gd name="connsiteX33" fmla="*/ 9058846 w 9767847"/>
                <a:gd name="connsiteY33" fmla="*/ 4996645 h 6858000"/>
                <a:gd name="connsiteX34" fmla="*/ 9104529 w 9767847"/>
                <a:gd name="connsiteY34" fmla="*/ 4918105 h 6858000"/>
                <a:gd name="connsiteX35" fmla="*/ 9181081 w 9767847"/>
                <a:gd name="connsiteY35" fmla="*/ 4744694 h 6858000"/>
                <a:gd name="connsiteX36" fmla="*/ 9240731 w 9767847"/>
                <a:gd name="connsiteY36" fmla="*/ 4557872 h 6858000"/>
                <a:gd name="connsiteX37" fmla="*/ 9265388 w 9767847"/>
                <a:gd name="connsiteY37" fmla="*/ 4461073 h 6858000"/>
                <a:gd name="connsiteX38" fmla="*/ 9276571 w 9767847"/>
                <a:gd name="connsiteY38" fmla="*/ 4411943 h 6858000"/>
                <a:gd name="connsiteX39" fmla="*/ 9281841 w 9767847"/>
                <a:gd name="connsiteY39" fmla="*/ 4387379 h 6858000"/>
                <a:gd name="connsiteX40" fmla="*/ 9286513 w 9767847"/>
                <a:gd name="connsiteY40" fmla="*/ 4364838 h 6858000"/>
                <a:gd name="connsiteX41" fmla="*/ 9296754 w 9767847"/>
                <a:gd name="connsiteY41" fmla="*/ 4312038 h 6858000"/>
                <a:gd name="connsiteX42" fmla="*/ 9301029 w 9767847"/>
                <a:gd name="connsiteY42" fmla="*/ 4289074 h 6858000"/>
                <a:gd name="connsiteX43" fmla="*/ 9302818 w 9767847"/>
                <a:gd name="connsiteY43" fmla="*/ 4278581 h 6858000"/>
                <a:gd name="connsiteX44" fmla="*/ 9304658 w 9767847"/>
                <a:gd name="connsiteY44" fmla="*/ 4266816 h 6858000"/>
                <a:gd name="connsiteX45" fmla="*/ 9312810 w 9767847"/>
                <a:gd name="connsiteY45" fmla="*/ 4215945 h 6858000"/>
                <a:gd name="connsiteX46" fmla="*/ 9316887 w 9767847"/>
                <a:gd name="connsiteY46" fmla="*/ 4190486 h 6858000"/>
                <a:gd name="connsiteX47" fmla="*/ 9318923 w 9767847"/>
                <a:gd name="connsiteY47" fmla="*/ 4177780 h 6858000"/>
                <a:gd name="connsiteX48" fmla="*/ 9320515 w 9767847"/>
                <a:gd name="connsiteY48" fmla="*/ 4164886 h 6858000"/>
                <a:gd name="connsiteX49" fmla="*/ 9332445 w 9767847"/>
                <a:gd name="connsiteY49" fmla="*/ 4064981 h 6858000"/>
                <a:gd name="connsiteX50" fmla="*/ 9336173 w 9767847"/>
                <a:gd name="connsiteY50" fmla="*/ 4018676 h 6858000"/>
                <a:gd name="connsiteX51" fmla="*/ 9340199 w 9767847"/>
                <a:gd name="connsiteY51" fmla="*/ 3965171 h 6858000"/>
                <a:gd name="connsiteX52" fmla="*/ 9347557 w 9767847"/>
                <a:gd name="connsiteY52" fmla="*/ 3765972 h 6858000"/>
                <a:gd name="connsiteX53" fmla="*/ 9346364 w 9767847"/>
                <a:gd name="connsiteY53" fmla="*/ 3664938 h 6858000"/>
                <a:gd name="connsiteX54" fmla="*/ 9344921 w 9767847"/>
                <a:gd name="connsiteY54" fmla="*/ 3615243 h 6858000"/>
                <a:gd name="connsiteX55" fmla="*/ 9344524 w 9767847"/>
                <a:gd name="connsiteY55" fmla="*/ 3603526 h 6858000"/>
                <a:gd name="connsiteX56" fmla="*/ 9343728 w 9767847"/>
                <a:gd name="connsiteY56" fmla="*/ 3590774 h 6858000"/>
                <a:gd name="connsiteX57" fmla="*/ 9342188 w 9767847"/>
                <a:gd name="connsiteY57" fmla="*/ 3565268 h 6858000"/>
                <a:gd name="connsiteX58" fmla="*/ 9339056 w 9767847"/>
                <a:gd name="connsiteY58" fmla="*/ 3514256 h 6858000"/>
                <a:gd name="connsiteX59" fmla="*/ 9334334 w 9767847"/>
                <a:gd name="connsiteY59" fmla="*/ 3463057 h 6858000"/>
                <a:gd name="connsiteX60" fmla="*/ 9329363 w 9767847"/>
                <a:gd name="connsiteY60" fmla="*/ 3411810 h 6858000"/>
                <a:gd name="connsiteX61" fmla="*/ 9328319 w 9767847"/>
                <a:gd name="connsiteY61" fmla="*/ 3400657 h 6858000"/>
                <a:gd name="connsiteX62" fmla="*/ 9327177 w 9767847"/>
                <a:gd name="connsiteY62" fmla="*/ 3390116 h 6858000"/>
                <a:gd name="connsiteX63" fmla="*/ 9324293 w 9767847"/>
                <a:gd name="connsiteY63" fmla="*/ 3366774 h 6858000"/>
                <a:gd name="connsiteX64" fmla="*/ 9320763 w 9767847"/>
                <a:gd name="connsiteY64" fmla="*/ 3340329 h 6858000"/>
                <a:gd name="connsiteX65" fmla="*/ 9317184 w 9767847"/>
                <a:gd name="connsiteY65" fmla="*/ 3311245 h 6858000"/>
                <a:gd name="connsiteX66" fmla="*/ 9311021 w 9767847"/>
                <a:gd name="connsiteY66" fmla="*/ 3266211 h 6858000"/>
                <a:gd name="connsiteX67" fmla="*/ 9302719 w 9767847"/>
                <a:gd name="connsiteY67" fmla="*/ 3215717 h 6858000"/>
                <a:gd name="connsiteX68" fmla="*/ 9293970 w 9767847"/>
                <a:gd name="connsiteY68" fmla="*/ 3165789 h 6858000"/>
                <a:gd name="connsiteX69" fmla="*/ 9252065 w 9767847"/>
                <a:gd name="connsiteY69" fmla="*/ 2967107 h 6858000"/>
                <a:gd name="connsiteX70" fmla="*/ 9227211 w 9767847"/>
                <a:gd name="connsiteY70" fmla="*/ 2868473 h 6858000"/>
                <a:gd name="connsiteX71" fmla="*/ 9220699 w 9767847"/>
                <a:gd name="connsiteY71" fmla="*/ 2844426 h 6858000"/>
                <a:gd name="connsiteX72" fmla="*/ 9213740 w 9767847"/>
                <a:gd name="connsiteY72" fmla="*/ 2820191 h 6858000"/>
                <a:gd name="connsiteX73" fmla="*/ 9199374 w 9767847"/>
                <a:gd name="connsiteY73" fmla="*/ 2771438 h 6858000"/>
                <a:gd name="connsiteX74" fmla="*/ 9061829 w 9767847"/>
                <a:gd name="connsiteY74" fmla="*/ 2385418 h 6858000"/>
                <a:gd name="connsiteX75" fmla="*/ 8978865 w 9767847"/>
                <a:gd name="connsiteY75" fmla="*/ 2196855 h 6858000"/>
                <a:gd name="connsiteX76" fmla="*/ 8956694 w 9767847"/>
                <a:gd name="connsiteY76" fmla="*/ 2150219 h 6858000"/>
                <a:gd name="connsiteX77" fmla="*/ 8934176 w 9767847"/>
                <a:gd name="connsiteY77" fmla="*/ 2103914 h 6858000"/>
                <a:gd name="connsiteX78" fmla="*/ 8887151 w 9767847"/>
                <a:gd name="connsiteY78" fmla="*/ 2011350 h 6858000"/>
                <a:gd name="connsiteX79" fmla="*/ 8787533 w 9767847"/>
                <a:gd name="connsiteY79" fmla="*/ 1828527 h 6858000"/>
                <a:gd name="connsiteX80" fmla="*/ 8761485 w 9767847"/>
                <a:gd name="connsiteY80" fmla="*/ 1783398 h 6858000"/>
                <a:gd name="connsiteX81" fmla="*/ 8734791 w 9767847"/>
                <a:gd name="connsiteY81" fmla="*/ 1737893 h 6858000"/>
                <a:gd name="connsiteX82" fmla="*/ 8680808 w 9767847"/>
                <a:gd name="connsiteY82" fmla="*/ 1648812 h 6858000"/>
                <a:gd name="connsiteX83" fmla="*/ 8567024 w 9767847"/>
                <a:gd name="connsiteY83" fmla="*/ 1472906 h 6858000"/>
                <a:gd name="connsiteX84" fmla="*/ 8537446 w 9767847"/>
                <a:gd name="connsiteY84" fmla="*/ 1429330 h 6858000"/>
                <a:gd name="connsiteX85" fmla="*/ 8507423 w 9767847"/>
                <a:gd name="connsiteY85" fmla="*/ 1385896 h 6858000"/>
                <a:gd name="connsiteX86" fmla="*/ 8446529 w 9767847"/>
                <a:gd name="connsiteY86" fmla="*/ 1300295 h 6858000"/>
                <a:gd name="connsiteX87" fmla="*/ 8319224 w 9767847"/>
                <a:gd name="connsiteY87" fmla="*/ 1131026 h 6858000"/>
                <a:gd name="connsiteX88" fmla="*/ 8286366 w 9767847"/>
                <a:gd name="connsiteY88" fmla="*/ 1089050 h 6858000"/>
                <a:gd name="connsiteX89" fmla="*/ 8270161 w 9767847"/>
                <a:gd name="connsiteY89" fmla="*/ 1068439 h 6858000"/>
                <a:gd name="connsiteX90" fmla="*/ 8253856 w 9767847"/>
                <a:gd name="connsiteY90" fmla="*/ 1048156 h 6858000"/>
                <a:gd name="connsiteX91" fmla="*/ 8186352 w 9767847"/>
                <a:gd name="connsiteY91" fmla="*/ 966275 h 6858000"/>
                <a:gd name="connsiteX92" fmla="*/ 8046768 w 9767847"/>
                <a:gd name="connsiteY92" fmla="*/ 805429 h 6858000"/>
                <a:gd name="connsiteX93" fmla="*/ 8010927 w 9767847"/>
                <a:gd name="connsiteY93" fmla="*/ 765853 h 6858000"/>
                <a:gd name="connsiteX94" fmla="*/ 7974788 w 9767847"/>
                <a:gd name="connsiteY94" fmla="*/ 726653 h 6858000"/>
                <a:gd name="connsiteX95" fmla="*/ 7901070 w 9767847"/>
                <a:gd name="connsiteY95" fmla="*/ 648724 h 6858000"/>
                <a:gd name="connsiteX96" fmla="*/ 7750054 w 9767847"/>
                <a:gd name="connsiteY96" fmla="*/ 497008 h 6858000"/>
                <a:gd name="connsiteX97" fmla="*/ 7592277 w 9767847"/>
                <a:gd name="connsiteY97" fmla="*/ 351221 h 6858000"/>
                <a:gd name="connsiteX98" fmla="*/ 7257734 w 9767847"/>
                <a:gd name="connsiteY98" fmla="*/ 76964 h 6858000"/>
                <a:gd name="connsiteX99" fmla="*/ 1886601 w 9767847"/>
                <a:gd name="connsiteY99" fmla="*/ 0 h 6858000"/>
                <a:gd name="connsiteX100" fmla="*/ 2292926 w 9767847"/>
                <a:gd name="connsiteY100" fmla="*/ 0 h 6858000"/>
                <a:gd name="connsiteX101" fmla="*/ 2135542 w 9767847"/>
                <a:gd name="connsiteY101" fmla="*/ 117781 h 6858000"/>
                <a:gd name="connsiteX102" fmla="*/ 1969576 w 9767847"/>
                <a:gd name="connsiteY102" fmla="*/ 254986 h 6858000"/>
                <a:gd name="connsiteX103" fmla="*/ 1659938 w 9767847"/>
                <a:gd name="connsiteY103" fmla="*/ 549855 h 6858000"/>
                <a:gd name="connsiteX104" fmla="*/ 729383 w 9767847"/>
                <a:gd name="connsiteY104" fmla="*/ 1936480 h 6858000"/>
                <a:gd name="connsiteX105" fmla="*/ 578465 w 9767847"/>
                <a:gd name="connsiteY105" fmla="*/ 2320807 h 6858000"/>
                <a:gd name="connsiteX106" fmla="*/ 465080 w 9767847"/>
                <a:gd name="connsiteY106" fmla="*/ 2714875 h 6858000"/>
                <a:gd name="connsiteX107" fmla="*/ 423820 w 9767847"/>
                <a:gd name="connsiteY107" fmla="*/ 2915436 h 6858000"/>
                <a:gd name="connsiteX108" fmla="*/ 392355 w 9767847"/>
                <a:gd name="connsiteY108" fmla="*/ 3118071 h 6858000"/>
                <a:gd name="connsiteX109" fmla="*/ 358801 w 9767847"/>
                <a:gd name="connsiteY109" fmla="*/ 3526915 h 6858000"/>
                <a:gd name="connsiteX110" fmla="*/ 410350 w 9767847"/>
                <a:gd name="connsiteY110" fmla="*/ 4348226 h 6858000"/>
                <a:gd name="connsiteX111" fmla="*/ 449022 w 9767847"/>
                <a:gd name="connsiteY111" fmla="*/ 4551049 h 6858000"/>
                <a:gd name="connsiteX112" fmla="*/ 498882 w 9767847"/>
                <a:gd name="connsiteY112" fmla="*/ 4752365 h 6858000"/>
                <a:gd name="connsiteX113" fmla="*/ 559775 w 9767847"/>
                <a:gd name="connsiteY113" fmla="*/ 4951657 h 6858000"/>
                <a:gd name="connsiteX114" fmla="*/ 631406 w 9767847"/>
                <a:gd name="connsiteY114" fmla="*/ 5147986 h 6858000"/>
                <a:gd name="connsiteX115" fmla="*/ 1023461 w 9767847"/>
                <a:gd name="connsiteY115" fmla="*/ 5893957 h 6858000"/>
                <a:gd name="connsiteX116" fmla="*/ 1575880 w 9767847"/>
                <a:gd name="connsiteY116" fmla="*/ 6547646 h 6858000"/>
                <a:gd name="connsiteX117" fmla="*/ 1905228 w 9767847"/>
                <a:gd name="connsiteY117" fmla="*/ 6829468 h 6858000"/>
                <a:gd name="connsiteX118" fmla="*/ 1944230 w 9767847"/>
                <a:gd name="connsiteY118" fmla="*/ 6858000 h 6858000"/>
                <a:gd name="connsiteX119" fmla="*/ 1372541 w 9767847"/>
                <a:gd name="connsiteY119" fmla="*/ 6858000 h 6858000"/>
                <a:gd name="connsiteX120" fmla="*/ 1115251 w 9767847"/>
                <a:gd name="connsiteY120" fmla="*/ 6590005 h 6858000"/>
                <a:gd name="connsiteX121" fmla="*/ 0 w 9767847"/>
                <a:gd name="connsiteY121" fmla="*/ 3649031 h 6858000"/>
                <a:gd name="connsiteX122" fmla="*/ 1777294 w 9767847"/>
                <a:gd name="connsiteY122" fmla="*/ 813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9767847" h="6858000">
                  <a:moveTo>
                    <a:pt x="7151367" y="0"/>
                  </a:moveTo>
                  <a:lnTo>
                    <a:pt x="7881247" y="0"/>
                  </a:lnTo>
                  <a:lnTo>
                    <a:pt x="7990553" y="81317"/>
                  </a:lnTo>
                  <a:cubicBezTo>
                    <a:pt x="9075991" y="929334"/>
                    <a:pt x="9767847" y="2212695"/>
                    <a:pt x="9767847" y="3649031"/>
                  </a:cubicBezTo>
                  <a:cubicBezTo>
                    <a:pt x="9767847" y="4766182"/>
                    <a:pt x="9349317" y="5790792"/>
                    <a:pt x="8652597" y="6590005"/>
                  </a:cubicBezTo>
                  <a:lnTo>
                    <a:pt x="8395306" y="6858000"/>
                  </a:lnTo>
                  <a:lnTo>
                    <a:pt x="6762603" y="6858000"/>
                  </a:lnTo>
                  <a:lnTo>
                    <a:pt x="6765962" y="6854844"/>
                  </a:lnTo>
                  <a:cubicBezTo>
                    <a:pt x="6779036" y="6842703"/>
                    <a:pt x="6791663" y="6829621"/>
                    <a:pt x="6804586" y="6817103"/>
                  </a:cubicBezTo>
                  <a:lnTo>
                    <a:pt x="6881735" y="6741197"/>
                  </a:lnTo>
                  <a:cubicBezTo>
                    <a:pt x="6907435" y="6715881"/>
                    <a:pt x="6933134" y="6690798"/>
                    <a:pt x="6958883" y="6664822"/>
                  </a:cubicBezTo>
                  <a:lnTo>
                    <a:pt x="7267925" y="6355694"/>
                  </a:lnTo>
                  <a:lnTo>
                    <a:pt x="7424360" y="6200685"/>
                  </a:lnTo>
                  <a:cubicBezTo>
                    <a:pt x="7450754" y="6174802"/>
                    <a:pt x="7477598" y="6148731"/>
                    <a:pt x="7504938" y="6122708"/>
                  </a:cubicBezTo>
                  <a:lnTo>
                    <a:pt x="7546396" y="6083697"/>
                  </a:lnTo>
                  <a:cubicBezTo>
                    <a:pt x="7560264" y="6070803"/>
                    <a:pt x="7574780" y="6057532"/>
                    <a:pt x="7588002" y="6045532"/>
                  </a:cubicBezTo>
                  <a:lnTo>
                    <a:pt x="7631000" y="6006709"/>
                  </a:lnTo>
                  <a:lnTo>
                    <a:pt x="7675440" y="5968309"/>
                  </a:lnTo>
                  <a:cubicBezTo>
                    <a:pt x="7690404" y="5955698"/>
                    <a:pt x="7705564" y="5943321"/>
                    <a:pt x="7720626" y="5930851"/>
                  </a:cubicBezTo>
                  <a:cubicBezTo>
                    <a:pt x="7735738" y="5918427"/>
                    <a:pt x="7751197" y="5906521"/>
                    <a:pt x="7766458" y="5894334"/>
                  </a:cubicBezTo>
                  <a:cubicBezTo>
                    <a:pt x="7827949" y="5846192"/>
                    <a:pt x="7890979" y="5800499"/>
                    <a:pt x="7955254" y="5756828"/>
                  </a:cubicBezTo>
                  <a:cubicBezTo>
                    <a:pt x="8083800" y="5669534"/>
                    <a:pt x="8216872" y="5590336"/>
                    <a:pt x="8352678" y="5517630"/>
                  </a:cubicBezTo>
                  <a:lnTo>
                    <a:pt x="8451350" y="5465254"/>
                  </a:lnTo>
                  <a:lnTo>
                    <a:pt x="8548532" y="5413395"/>
                  </a:lnTo>
                  <a:cubicBezTo>
                    <a:pt x="8612110" y="5379090"/>
                    <a:pt x="8673251" y="5345208"/>
                    <a:pt x="8729473" y="5309961"/>
                  </a:cubicBezTo>
                  <a:cubicBezTo>
                    <a:pt x="8743591" y="5301115"/>
                    <a:pt x="8757161" y="5292361"/>
                    <a:pt x="8770781" y="5283232"/>
                  </a:cubicBezTo>
                  <a:cubicBezTo>
                    <a:pt x="8777591" y="5278667"/>
                    <a:pt x="8784451" y="5274103"/>
                    <a:pt x="8790964" y="5269492"/>
                  </a:cubicBezTo>
                  <a:cubicBezTo>
                    <a:pt x="8797574" y="5264879"/>
                    <a:pt x="8804235" y="5260314"/>
                    <a:pt x="8810499" y="5255703"/>
                  </a:cubicBezTo>
                  <a:cubicBezTo>
                    <a:pt x="8835999" y="5237303"/>
                    <a:pt x="8860407" y="5218291"/>
                    <a:pt x="8883571" y="5198479"/>
                  </a:cubicBezTo>
                  <a:cubicBezTo>
                    <a:pt x="8929900" y="5158856"/>
                    <a:pt x="8971258" y="5116315"/>
                    <a:pt x="9006651" y="5070527"/>
                  </a:cubicBezTo>
                  <a:cubicBezTo>
                    <a:pt x="9015351" y="5059328"/>
                    <a:pt x="9024398" y="5046857"/>
                    <a:pt x="9033494" y="5034105"/>
                  </a:cubicBezTo>
                  <a:lnTo>
                    <a:pt x="9040305" y="5024551"/>
                  </a:lnTo>
                  <a:lnTo>
                    <a:pt x="9046568" y="5015281"/>
                  </a:lnTo>
                  <a:cubicBezTo>
                    <a:pt x="9050743" y="5009163"/>
                    <a:pt x="9054819" y="5002952"/>
                    <a:pt x="9058846" y="4996645"/>
                  </a:cubicBezTo>
                  <a:cubicBezTo>
                    <a:pt x="9075002" y="4971517"/>
                    <a:pt x="9090212" y="4945305"/>
                    <a:pt x="9104529" y="4918105"/>
                  </a:cubicBezTo>
                  <a:cubicBezTo>
                    <a:pt x="9133211" y="4863752"/>
                    <a:pt x="9158313" y="4805447"/>
                    <a:pt x="9181081" y="4744694"/>
                  </a:cubicBezTo>
                  <a:cubicBezTo>
                    <a:pt x="9203748" y="4684178"/>
                    <a:pt x="9223383" y="4621778"/>
                    <a:pt x="9240731" y="4557872"/>
                  </a:cubicBezTo>
                  <a:cubicBezTo>
                    <a:pt x="9249481" y="4525966"/>
                    <a:pt x="9257682" y="4493684"/>
                    <a:pt x="9265388" y="4461073"/>
                  </a:cubicBezTo>
                  <a:cubicBezTo>
                    <a:pt x="9269215" y="4444744"/>
                    <a:pt x="9272943" y="4428367"/>
                    <a:pt x="9276571" y="4411943"/>
                  </a:cubicBezTo>
                  <a:lnTo>
                    <a:pt x="9281841" y="4387379"/>
                  </a:lnTo>
                  <a:lnTo>
                    <a:pt x="9286513" y="4364838"/>
                  </a:lnTo>
                  <a:lnTo>
                    <a:pt x="9296754" y="4312038"/>
                  </a:lnTo>
                  <a:lnTo>
                    <a:pt x="9301029" y="4289074"/>
                  </a:lnTo>
                  <a:lnTo>
                    <a:pt x="9302818" y="4278581"/>
                  </a:lnTo>
                  <a:lnTo>
                    <a:pt x="9304658" y="4266816"/>
                  </a:lnTo>
                  <a:lnTo>
                    <a:pt x="9312810" y="4215945"/>
                  </a:lnTo>
                  <a:lnTo>
                    <a:pt x="9316887" y="4190486"/>
                  </a:lnTo>
                  <a:lnTo>
                    <a:pt x="9318923" y="4177780"/>
                  </a:lnTo>
                  <a:cubicBezTo>
                    <a:pt x="9319570" y="4173546"/>
                    <a:pt x="9319969" y="4169169"/>
                    <a:pt x="9320515" y="4164886"/>
                  </a:cubicBezTo>
                  <a:lnTo>
                    <a:pt x="9332445" y="4064981"/>
                  </a:lnTo>
                  <a:cubicBezTo>
                    <a:pt x="9333836" y="4052370"/>
                    <a:pt x="9334880" y="4036888"/>
                    <a:pt x="9336173" y="4018676"/>
                  </a:cubicBezTo>
                  <a:lnTo>
                    <a:pt x="9340199" y="3965171"/>
                  </a:lnTo>
                  <a:cubicBezTo>
                    <a:pt x="9345071" y="3899806"/>
                    <a:pt x="9347358" y="3832983"/>
                    <a:pt x="9347557" y="3765972"/>
                  </a:cubicBezTo>
                  <a:cubicBezTo>
                    <a:pt x="9347656" y="3732420"/>
                    <a:pt x="9347209" y="3698773"/>
                    <a:pt x="9346364" y="3664938"/>
                  </a:cubicBezTo>
                  <a:lnTo>
                    <a:pt x="9344921" y="3615243"/>
                  </a:lnTo>
                  <a:lnTo>
                    <a:pt x="9344524" y="3603526"/>
                  </a:lnTo>
                  <a:lnTo>
                    <a:pt x="9343728" y="3590774"/>
                  </a:lnTo>
                  <a:lnTo>
                    <a:pt x="9342188" y="3565268"/>
                  </a:lnTo>
                  <a:lnTo>
                    <a:pt x="9339056" y="3514256"/>
                  </a:lnTo>
                  <a:cubicBezTo>
                    <a:pt x="9337914" y="3497221"/>
                    <a:pt x="9335874" y="3480138"/>
                    <a:pt x="9334334" y="3463057"/>
                  </a:cubicBezTo>
                  <a:lnTo>
                    <a:pt x="9329363" y="3411810"/>
                  </a:lnTo>
                  <a:lnTo>
                    <a:pt x="9328319" y="3400657"/>
                  </a:lnTo>
                  <a:lnTo>
                    <a:pt x="9327177" y="3390116"/>
                  </a:lnTo>
                  <a:lnTo>
                    <a:pt x="9324293" y="3366774"/>
                  </a:lnTo>
                  <a:lnTo>
                    <a:pt x="9320763" y="3340329"/>
                  </a:lnTo>
                  <a:lnTo>
                    <a:pt x="9317184" y="3311245"/>
                  </a:lnTo>
                  <a:cubicBezTo>
                    <a:pt x="9315594" y="3296893"/>
                    <a:pt x="9313506" y="3282306"/>
                    <a:pt x="9311021" y="3266211"/>
                  </a:cubicBezTo>
                  <a:lnTo>
                    <a:pt x="9302719" y="3215717"/>
                  </a:lnTo>
                  <a:cubicBezTo>
                    <a:pt x="9299936" y="3199059"/>
                    <a:pt x="9297003" y="3182400"/>
                    <a:pt x="9293970" y="3165789"/>
                  </a:cubicBezTo>
                  <a:cubicBezTo>
                    <a:pt x="9281891" y="3099295"/>
                    <a:pt x="9267674" y="3033084"/>
                    <a:pt x="9252065" y="2967107"/>
                  </a:cubicBezTo>
                  <a:cubicBezTo>
                    <a:pt x="9244261" y="2934167"/>
                    <a:pt x="9235959" y="2901273"/>
                    <a:pt x="9227211" y="2868473"/>
                  </a:cubicBezTo>
                  <a:lnTo>
                    <a:pt x="9220699" y="2844426"/>
                  </a:lnTo>
                  <a:lnTo>
                    <a:pt x="9213740" y="2820191"/>
                  </a:lnTo>
                  <a:cubicBezTo>
                    <a:pt x="9209216" y="2804049"/>
                    <a:pt x="9204345" y="2787768"/>
                    <a:pt x="9199374" y="2771438"/>
                  </a:cubicBezTo>
                  <a:cubicBezTo>
                    <a:pt x="9159855" y="2641086"/>
                    <a:pt x="9114272" y="2512099"/>
                    <a:pt x="9061829" y="2385418"/>
                  </a:cubicBezTo>
                  <a:cubicBezTo>
                    <a:pt x="9035582" y="2322077"/>
                    <a:pt x="9008043" y="2259160"/>
                    <a:pt x="8978865" y="2196855"/>
                  </a:cubicBezTo>
                  <a:lnTo>
                    <a:pt x="8956694" y="2150219"/>
                  </a:lnTo>
                  <a:lnTo>
                    <a:pt x="8934176" y="2103914"/>
                  </a:lnTo>
                  <a:cubicBezTo>
                    <a:pt x="8918915" y="2073091"/>
                    <a:pt x="8903157" y="2042032"/>
                    <a:pt x="8887151" y="2011350"/>
                  </a:cubicBezTo>
                  <a:cubicBezTo>
                    <a:pt x="8854988" y="1949891"/>
                    <a:pt x="8822082" y="1888810"/>
                    <a:pt x="8787533" y="1828527"/>
                  </a:cubicBezTo>
                  <a:lnTo>
                    <a:pt x="8761485" y="1783398"/>
                  </a:lnTo>
                  <a:lnTo>
                    <a:pt x="8734791" y="1737893"/>
                  </a:lnTo>
                  <a:cubicBezTo>
                    <a:pt x="8717047" y="1707823"/>
                    <a:pt x="8699200" y="1678363"/>
                    <a:pt x="8680808" y="1648812"/>
                  </a:cubicBezTo>
                  <a:cubicBezTo>
                    <a:pt x="8644322" y="1589658"/>
                    <a:pt x="8606194" y="1531118"/>
                    <a:pt x="8567024" y="1472906"/>
                  </a:cubicBezTo>
                  <a:lnTo>
                    <a:pt x="8537446" y="1429330"/>
                  </a:lnTo>
                  <a:lnTo>
                    <a:pt x="8507423" y="1385896"/>
                  </a:lnTo>
                  <a:cubicBezTo>
                    <a:pt x="8487390" y="1357284"/>
                    <a:pt x="8467158" y="1328719"/>
                    <a:pt x="8446529" y="1300295"/>
                  </a:cubicBezTo>
                  <a:cubicBezTo>
                    <a:pt x="8405271" y="1243496"/>
                    <a:pt x="8362718" y="1187120"/>
                    <a:pt x="8319224" y="1131026"/>
                  </a:cubicBezTo>
                  <a:lnTo>
                    <a:pt x="8286366" y="1089050"/>
                  </a:lnTo>
                  <a:lnTo>
                    <a:pt x="8270161" y="1068439"/>
                  </a:lnTo>
                  <a:lnTo>
                    <a:pt x="8253856" y="1048156"/>
                  </a:lnTo>
                  <a:cubicBezTo>
                    <a:pt x="8231636" y="1020675"/>
                    <a:pt x="8209117" y="993381"/>
                    <a:pt x="8186352" y="966275"/>
                  </a:cubicBezTo>
                  <a:cubicBezTo>
                    <a:pt x="8140917" y="911922"/>
                    <a:pt x="8094240" y="858417"/>
                    <a:pt x="8046768" y="805429"/>
                  </a:cubicBezTo>
                  <a:lnTo>
                    <a:pt x="8010927" y="765853"/>
                  </a:lnTo>
                  <a:lnTo>
                    <a:pt x="7974788" y="726653"/>
                  </a:lnTo>
                  <a:cubicBezTo>
                    <a:pt x="7950382" y="700489"/>
                    <a:pt x="7925824" y="674465"/>
                    <a:pt x="7901070" y="648724"/>
                  </a:cubicBezTo>
                  <a:cubicBezTo>
                    <a:pt x="7851510" y="597289"/>
                    <a:pt x="7801404" y="546514"/>
                    <a:pt x="7750054" y="497008"/>
                  </a:cubicBezTo>
                  <a:cubicBezTo>
                    <a:pt x="7698902" y="447644"/>
                    <a:pt x="7645913" y="398938"/>
                    <a:pt x="7592277" y="351221"/>
                  </a:cubicBezTo>
                  <a:cubicBezTo>
                    <a:pt x="7484856" y="255786"/>
                    <a:pt x="7373308" y="164304"/>
                    <a:pt x="7257734" y="76964"/>
                  </a:cubicBezTo>
                  <a:close/>
                  <a:moveTo>
                    <a:pt x="1886601" y="0"/>
                  </a:moveTo>
                  <a:lnTo>
                    <a:pt x="2292926" y="0"/>
                  </a:lnTo>
                  <a:lnTo>
                    <a:pt x="2135542" y="117781"/>
                  </a:lnTo>
                  <a:cubicBezTo>
                    <a:pt x="2078998" y="162280"/>
                    <a:pt x="2023659" y="208045"/>
                    <a:pt x="1969576" y="254986"/>
                  </a:cubicBezTo>
                  <a:cubicBezTo>
                    <a:pt x="1861309" y="348820"/>
                    <a:pt x="1758064" y="447314"/>
                    <a:pt x="1659938" y="549855"/>
                  </a:cubicBezTo>
                  <a:cubicBezTo>
                    <a:pt x="1266987" y="960346"/>
                    <a:pt x="953820" y="1431495"/>
                    <a:pt x="729383" y="1936480"/>
                  </a:cubicBezTo>
                  <a:cubicBezTo>
                    <a:pt x="673260" y="2062362"/>
                    <a:pt x="622855" y="2190972"/>
                    <a:pt x="578465" y="2320807"/>
                  </a:cubicBezTo>
                  <a:cubicBezTo>
                    <a:pt x="534125" y="2450687"/>
                    <a:pt x="496147" y="2582216"/>
                    <a:pt x="465080" y="2714875"/>
                  </a:cubicBezTo>
                  <a:cubicBezTo>
                    <a:pt x="449769" y="2780991"/>
                    <a:pt x="435850" y="2848191"/>
                    <a:pt x="423820" y="2915436"/>
                  </a:cubicBezTo>
                  <a:cubicBezTo>
                    <a:pt x="411840" y="2982731"/>
                    <a:pt x="401054" y="3050260"/>
                    <a:pt x="392355" y="3118071"/>
                  </a:cubicBezTo>
                  <a:cubicBezTo>
                    <a:pt x="374509" y="3253646"/>
                    <a:pt x="363424" y="3389880"/>
                    <a:pt x="358801" y="3526915"/>
                  </a:cubicBezTo>
                  <a:cubicBezTo>
                    <a:pt x="349009" y="3800843"/>
                    <a:pt x="366357" y="4075570"/>
                    <a:pt x="410350" y="4348226"/>
                  </a:cubicBezTo>
                  <a:cubicBezTo>
                    <a:pt x="421286" y="4416132"/>
                    <a:pt x="434209" y="4483660"/>
                    <a:pt x="449022" y="4551049"/>
                  </a:cubicBezTo>
                  <a:cubicBezTo>
                    <a:pt x="463737" y="4618436"/>
                    <a:pt x="480389" y="4685588"/>
                    <a:pt x="498882" y="4752365"/>
                  </a:cubicBezTo>
                  <a:cubicBezTo>
                    <a:pt x="517373" y="4819141"/>
                    <a:pt x="537704" y="4885635"/>
                    <a:pt x="559775" y="4951657"/>
                  </a:cubicBezTo>
                  <a:cubicBezTo>
                    <a:pt x="581946" y="5017775"/>
                    <a:pt x="605358" y="5083375"/>
                    <a:pt x="631406" y="5147986"/>
                  </a:cubicBezTo>
                  <a:cubicBezTo>
                    <a:pt x="734055" y="5407608"/>
                    <a:pt x="865188" y="5658570"/>
                    <a:pt x="1023461" y="5893957"/>
                  </a:cubicBezTo>
                  <a:cubicBezTo>
                    <a:pt x="1181487" y="6129578"/>
                    <a:pt x="1367051" y="6349247"/>
                    <a:pt x="1575880" y="6547646"/>
                  </a:cubicBezTo>
                  <a:cubicBezTo>
                    <a:pt x="1680269" y="6646916"/>
                    <a:pt x="1790338" y="6740939"/>
                    <a:pt x="1905228" y="6829468"/>
                  </a:cubicBezTo>
                  <a:lnTo>
                    <a:pt x="1944230" y="6858000"/>
                  </a:lnTo>
                  <a:lnTo>
                    <a:pt x="1372541" y="6858000"/>
                  </a:lnTo>
                  <a:lnTo>
                    <a:pt x="1115251" y="6590005"/>
                  </a:lnTo>
                  <a:cubicBezTo>
                    <a:pt x="418530" y="5790792"/>
                    <a:pt x="0" y="4766182"/>
                    <a:pt x="0" y="3649031"/>
                  </a:cubicBezTo>
                  <a:cubicBezTo>
                    <a:pt x="0" y="2212695"/>
                    <a:pt x="691856" y="929334"/>
                    <a:pt x="1777294" y="81317"/>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1" name="Freeform: Shape 20">
              <a:extLst>
                <a:ext uri="{FF2B5EF4-FFF2-40B4-BE49-F238E27FC236}">
                  <a16:creationId xmlns:a16="http://schemas.microsoft.com/office/drawing/2014/main" id="{82B0ED5C-927D-4C5F-8F27-1B403820B9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3402" y="36937"/>
              <a:ext cx="9767847" cy="6858000"/>
            </a:xfrm>
            <a:custGeom>
              <a:avLst/>
              <a:gdLst>
                <a:gd name="connsiteX0" fmla="*/ 7145704 w 9767847"/>
                <a:gd name="connsiteY0" fmla="*/ 0 h 6858000"/>
                <a:gd name="connsiteX1" fmla="*/ 7875738 w 9767847"/>
                <a:gd name="connsiteY1" fmla="*/ 0 h 6858000"/>
                <a:gd name="connsiteX2" fmla="*/ 7990553 w 9767847"/>
                <a:gd name="connsiteY2" fmla="*/ 85415 h 6858000"/>
                <a:gd name="connsiteX3" fmla="*/ 9767847 w 9767847"/>
                <a:gd name="connsiteY3" fmla="*/ 3653129 h 6858000"/>
                <a:gd name="connsiteX4" fmla="*/ 8652597 w 9767847"/>
                <a:gd name="connsiteY4" fmla="*/ 6594103 h 6858000"/>
                <a:gd name="connsiteX5" fmla="*/ 8399240 w 9767847"/>
                <a:gd name="connsiteY5" fmla="*/ 6858000 h 6858000"/>
                <a:gd name="connsiteX6" fmla="*/ 6766926 w 9767847"/>
                <a:gd name="connsiteY6" fmla="*/ 6858000 h 6858000"/>
                <a:gd name="connsiteX7" fmla="*/ 6804586 w 9767847"/>
                <a:gd name="connsiteY7" fmla="*/ 6821201 h 6858000"/>
                <a:gd name="connsiteX8" fmla="*/ 6881735 w 9767847"/>
                <a:gd name="connsiteY8" fmla="*/ 6745295 h 6858000"/>
                <a:gd name="connsiteX9" fmla="*/ 6958883 w 9767847"/>
                <a:gd name="connsiteY9" fmla="*/ 6668920 h 6858000"/>
                <a:gd name="connsiteX10" fmla="*/ 7267925 w 9767847"/>
                <a:gd name="connsiteY10" fmla="*/ 6359792 h 6858000"/>
                <a:gd name="connsiteX11" fmla="*/ 7424360 w 9767847"/>
                <a:gd name="connsiteY11" fmla="*/ 6204783 h 6858000"/>
                <a:gd name="connsiteX12" fmla="*/ 7504938 w 9767847"/>
                <a:gd name="connsiteY12" fmla="*/ 6126806 h 6858000"/>
                <a:gd name="connsiteX13" fmla="*/ 7546396 w 9767847"/>
                <a:gd name="connsiteY13" fmla="*/ 6087795 h 6858000"/>
                <a:gd name="connsiteX14" fmla="*/ 7588002 w 9767847"/>
                <a:gd name="connsiteY14" fmla="*/ 6049630 h 6858000"/>
                <a:gd name="connsiteX15" fmla="*/ 7631000 w 9767847"/>
                <a:gd name="connsiteY15" fmla="*/ 6010807 h 6858000"/>
                <a:gd name="connsiteX16" fmla="*/ 7675440 w 9767847"/>
                <a:gd name="connsiteY16" fmla="*/ 5972407 h 6858000"/>
                <a:gd name="connsiteX17" fmla="*/ 7720626 w 9767847"/>
                <a:gd name="connsiteY17" fmla="*/ 5934949 h 6858000"/>
                <a:gd name="connsiteX18" fmla="*/ 7766458 w 9767847"/>
                <a:gd name="connsiteY18" fmla="*/ 5898432 h 6858000"/>
                <a:gd name="connsiteX19" fmla="*/ 7955254 w 9767847"/>
                <a:gd name="connsiteY19" fmla="*/ 5760926 h 6858000"/>
                <a:gd name="connsiteX20" fmla="*/ 8352678 w 9767847"/>
                <a:gd name="connsiteY20" fmla="*/ 5521728 h 6858000"/>
                <a:gd name="connsiteX21" fmla="*/ 8451350 w 9767847"/>
                <a:gd name="connsiteY21" fmla="*/ 5469352 h 6858000"/>
                <a:gd name="connsiteX22" fmla="*/ 8548532 w 9767847"/>
                <a:gd name="connsiteY22" fmla="*/ 5417493 h 6858000"/>
                <a:gd name="connsiteX23" fmla="*/ 8729473 w 9767847"/>
                <a:gd name="connsiteY23" fmla="*/ 5314059 h 6858000"/>
                <a:gd name="connsiteX24" fmla="*/ 8770781 w 9767847"/>
                <a:gd name="connsiteY24" fmla="*/ 5287330 h 6858000"/>
                <a:gd name="connsiteX25" fmla="*/ 8790964 w 9767847"/>
                <a:gd name="connsiteY25" fmla="*/ 5273590 h 6858000"/>
                <a:gd name="connsiteX26" fmla="*/ 8810499 w 9767847"/>
                <a:gd name="connsiteY26" fmla="*/ 5259801 h 6858000"/>
                <a:gd name="connsiteX27" fmla="*/ 8883571 w 9767847"/>
                <a:gd name="connsiteY27" fmla="*/ 5202577 h 6858000"/>
                <a:gd name="connsiteX28" fmla="*/ 9006651 w 9767847"/>
                <a:gd name="connsiteY28" fmla="*/ 5074625 h 6858000"/>
                <a:gd name="connsiteX29" fmla="*/ 9033494 w 9767847"/>
                <a:gd name="connsiteY29" fmla="*/ 5038203 h 6858000"/>
                <a:gd name="connsiteX30" fmla="*/ 9040305 w 9767847"/>
                <a:gd name="connsiteY30" fmla="*/ 5028649 h 6858000"/>
                <a:gd name="connsiteX31" fmla="*/ 9046568 w 9767847"/>
                <a:gd name="connsiteY31" fmla="*/ 5019379 h 6858000"/>
                <a:gd name="connsiteX32" fmla="*/ 9058846 w 9767847"/>
                <a:gd name="connsiteY32" fmla="*/ 5000743 h 6858000"/>
                <a:gd name="connsiteX33" fmla="*/ 9104529 w 9767847"/>
                <a:gd name="connsiteY33" fmla="*/ 4922203 h 6858000"/>
                <a:gd name="connsiteX34" fmla="*/ 9181081 w 9767847"/>
                <a:gd name="connsiteY34" fmla="*/ 4748792 h 6858000"/>
                <a:gd name="connsiteX35" fmla="*/ 9240731 w 9767847"/>
                <a:gd name="connsiteY35" fmla="*/ 4561970 h 6858000"/>
                <a:gd name="connsiteX36" fmla="*/ 9265388 w 9767847"/>
                <a:gd name="connsiteY36" fmla="*/ 4465171 h 6858000"/>
                <a:gd name="connsiteX37" fmla="*/ 9276571 w 9767847"/>
                <a:gd name="connsiteY37" fmla="*/ 4416041 h 6858000"/>
                <a:gd name="connsiteX38" fmla="*/ 9281841 w 9767847"/>
                <a:gd name="connsiteY38" fmla="*/ 4391477 h 6858000"/>
                <a:gd name="connsiteX39" fmla="*/ 9286513 w 9767847"/>
                <a:gd name="connsiteY39" fmla="*/ 4368936 h 6858000"/>
                <a:gd name="connsiteX40" fmla="*/ 9296754 w 9767847"/>
                <a:gd name="connsiteY40" fmla="*/ 4316136 h 6858000"/>
                <a:gd name="connsiteX41" fmla="*/ 9301029 w 9767847"/>
                <a:gd name="connsiteY41" fmla="*/ 4293172 h 6858000"/>
                <a:gd name="connsiteX42" fmla="*/ 9302818 w 9767847"/>
                <a:gd name="connsiteY42" fmla="*/ 4282679 h 6858000"/>
                <a:gd name="connsiteX43" fmla="*/ 9304658 w 9767847"/>
                <a:gd name="connsiteY43" fmla="*/ 4270914 h 6858000"/>
                <a:gd name="connsiteX44" fmla="*/ 9312810 w 9767847"/>
                <a:gd name="connsiteY44" fmla="*/ 4220043 h 6858000"/>
                <a:gd name="connsiteX45" fmla="*/ 9316887 w 9767847"/>
                <a:gd name="connsiteY45" fmla="*/ 4194584 h 6858000"/>
                <a:gd name="connsiteX46" fmla="*/ 9318923 w 9767847"/>
                <a:gd name="connsiteY46" fmla="*/ 4181878 h 6858000"/>
                <a:gd name="connsiteX47" fmla="*/ 9320515 w 9767847"/>
                <a:gd name="connsiteY47" fmla="*/ 4168984 h 6858000"/>
                <a:gd name="connsiteX48" fmla="*/ 9332445 w 9767847"/>
                <a:gd name="connsiteY48" fmla="*/ 4069079 h 6858000"/>
                <a:gd name="connsiteX49" fmla="*/ 9336173 w 9767847"/>
                <a:gd name="connsiteY49" fmla="*/ 4022774 h 6858000"/>
                <a:gd name="connsiteX50" fmla="*/ 9340199 w 9767847"/>
                <a:gd name="connsiteY50" fmla="*/ 3969269 h 6858000"/>
                <a:gd name="connsiteX51" fmla="*/ 9347557 w 9767847"/>
                <a:gd name="connsiteY51" fmla="*/ 3770070 h 6858000"/>
                <a:gd name="connsiteX52" fmla="*/ 9346364 w 9767847"/>
                <a:gd name="connsiteY52" fmla="*/ 3669036 h 6858000"/>
                <a:gd name="connsiteX53" fmla="*/ 9344921 w 9767847"/>
                <a:gd name="connsiteY53" fmla="*/ 3619341 h 6858000"/>
                <a:gd name="connsiteX54" fmla="*/ 9344524 w 9767847"/>
                <a:gd name="connsiteY54" fmla="*/ 3607624 h 6858000"/>
                <a:gd name="connsiteX55" fmla="*/ 9343728 w 9767847"/>
                <a:gd name="connsiteY55" fmla="*/ 3594872 h 6858000"/>
                <a:gd name="connsiteX56" fmla="*/ 9342188 w 9767847"/>
                <a:gd name="connsiteY56" fmla="*/ 3569366 h 6858000"/>
                <a:gd name="connsiteX57" fmla="*/ 9339056 w 9767847"/>
                <a:gd name="connsiteY57" fmla="*/ 3518354 h 6858000"/>
                <a:gd name="connsiteX58" fmla="*/ 9334334 w 9767847"/>
                <a:gd name="connsiteY58" fmla="*/ 3467155 h 6858000"/>
                <a:gd name="connsiteX59" fmla="*/ 9329363 w 9767847"/>
                <a:gd name="connsiteY59" fmla="*/ 3415908 h 6858000"/>
                <a:gd name="connsiteX60" fmla="*/ 9328319 w 9767847"/>
                <a:gd name="connsiteY60" fmla="*/ 3404755 h 6858000"/>
                <a:gd name="connsiteX61" fmla="*/ 9327177 w 9767847"/>
                <a:gd name="connsiteY61" fmla="*/ 3394214 h 6858000"/>
                <a:gd name="connsiteX62" fmla="*/ 9324293 w 9767847"/>
                <a:gd name="connsiteY62" fmla="*/ 3370872 h 6858000"/>
                <a:gd name="connsiteX63" fmla="*/ 9320763 w 9767847"/>
                <a:gd name="connsiteY63" fmla="*/ 3344427 h 6858000"/>
                <a:gd name="connsiteX64" fmla="*/ 9317184 w 9767847"/>
                <a:gd name="connsiteY64" fmla="*/ 3315343 h 6858000"/>
                <a:gd name="connsiteX65" fmla="*/ 9311021 w 9767847"/>
                <a:gd name="connsiteY65" fmla="*/ 3270309 h 6858000"/>
                <a:gd name="connsiteX66" fmla="*/ 9302719 w 9767847"/>
                <a:gd name="connsiteY66" fmla="*/ 3219815 h 6858000"/>
                <a:gd name="connsiteX67" fmla="*/ 9293970 w 9767847"/>
                <a:gd name="connsiteY67" fmla="*/ 3169887 h 6858000"/>
                <a:gd name="connsiteX68" fmla="*/ 9252065 w 9767847"/>
                <a:gd name="connsiteY68" fmla="*/ 2971205 h 6858000"/>
                <a:gd name="connsiteX69" fmla="*/ 9227211 w 9767847"/>
                <a:gd name="connsiteY69" fmla="*/ 2872571 h 6858000"/>
                <a:gd name="connsiteX70" fmla="*/ 9220699 w 9767847"/>
                <a:gd name="connsiteY70" fmla="*/ 2848524 h 6858000"/>
                <a:gd name="connsiteX71" fmla="*/ 9213740 w 9767847"/>
                <a:gd name="connsiteY71" fmla="*/ 2824289 h 6858000"/>
                <a:gd name="connsiteX72" fmla="*/ 9199374 w 9767847"/>
                <a:gd name="connsiteY72" fmla="*/ 2775536 h 6858000"/>
                <a:gd name="connsiteX73" fmla="*/ 9061829 w 9767847"/>
                <a:gd name="connsiteY73" fmla="*/ 2389515 h 6858000"/>
                <a:gd name="connsiteX74" fmla="*/ 8978865 w 9767847"/>
                <a:gd name="connsiteY74" fmla="*/ 2200953 h 6858000"/>
                <a:gd name="connsiteX75" fmla="*/ 8956694 w 9767847"/>
                <a:gd name="connsiteY75" fmla="*/ 2154317 h 6858000"/>
                <a:gd name="connsiteX76" fmla="*/ 8934176 w 9767847"/>
                <a:gd name="connsiteY76" fmla="*/ 2108012 h 6858000"/>
                <a:gd name="connsiteX77" fmla="*/ 8887151 w 9767847"/>
                <a:gd name="connsiteY77" fmla="*/ 2015448 h 6858000"/>
                <a:gd name="connsiteX78" fmla="*/ 8787533 w 9767847"/>
                <a:gd name="connsiteY78" fmla="*/ 1832625 h 6858000"/>
                <a:gd name="connsiteX79" fmla="*/ 8761485 w 9767847"/>
                <a:gd name="connsiteY79" fmla="*/ 1787496 h 6858000"/>
                <a:gd name="connsiteX80" fmla="*/ 8734791 w 9767847"/>
                <a:gd name="connsiteY80" fmla="*/ 1741991 h 6858000"/>
                <a:gd name="connsiteX81" fmla="*/ 8680808 w 9767847"/>
                <a:gd name="connsiteY81" fmla="*/ 1652910 h 6858000"/>
                <a:gd name="connsiteX82" fmla="*/ 8567024 w 9767847"/>
                <a:gd name="connsiteY82" fmla="*/ 1477004 h 6858000"/>
                <a:gd name="connsiteX83" fmla="*/ 8537446 w 9767847"/>
                <a:gd name="connsiteY83" fmla="*/ 1433428 h 6858000"/>
                <a:gd name="connsiteX84" fmla="*/ 8507423 w 9767847"/>
                <a:gd name="connsiteY84" fmla="*/ 1389994 h 6858000"/>
                <a:gd name="connsiteX85" fmla="*/ 8446529 w 9767847"/>
                <a:gd name="connsiteY85" fmla="*/ 1304393 h 6858000"/>
                <a:gd name="connsiteX86" fmla="*/ 8319224 w 9767847"/>
                <a:gd name="connsiteY86" fmla="*/ 1135124 h 6858000"/>
                <a:gd name="connsiteX87" fmla="*/ 8286366 w 9767847"/>
                <a:gd name="connsiteY87" fmla="*/ 1093148 h 6858000"/>
                <a:gd name="connsiteX88" fmla="*/ 8270161 w 9767847"/>
                <a:gd name="connsiteY88" fmla="*/ 1072538 h 6858000"/>
                <a:gd name="connsiteX89" fmla="*/ 8253856 w 9767847"/>
                <a:gd name="connsiteY89" fmla="*/ 1052254 h 6858000"/>
                <a:gd name="connsiteX90" fmla="*/ 8186352 w 9767847"/>
                <a:gd name="connsiteY90" fmla="*/ 970373 h 6858000"/>
                <a:gd name="connsiteX91" fmla="*/ 8046768 w 9767847"/>
                <a:gd name="connsiteY91" fmla="*/ 809527 h 6858000"/>
                <a:gd name="connsiteX92" fmla="*/ 8010927 w 9767847"/>
                <a:gd name="connsiteY92" fmla="*/ 769951 h 6858000"/>
                <a:gd name="connsiteX93" fmla="*/ 7974788 w 9767847"/>
                <a:gd name="connsiteY93" fmla="*/ 730751 h 6858000"/>
                <a:gd name="connsiteX94" fmla="*/ 7901070 w 9767847"/>
                <a:gd name="connsiteY94" fmla="*/ 652823 h 6858000"/>
                <a:gd name="connsiteX95" fmla="*/ 7750054 w 9767847"/>
                <a:gd name="connsiteY95" fmla="*/ 501106 h 6858000"/>
                <a:gd name="connsiteX96" fmla="*/ 7592277 w 9767847"/>
                <a:gd name="connsiteY96" fmla="*/ 355319 h 6858000"/>
                <a:gd name="connsiteX97" fmla="*/ 7257734 w 9767847"/>
                <a:gd name="connsiteY97" fmla="*/ 81062 h 6858000"/>
                <a:gd name="connsiteX98" fmla="*/ 1892109 w 9767847"/>
                <a:gd name="connsiteY98" fmla="*/ 0 h 6858000"/>
                <a:gd name="connsiteX99" fmla="*/ 2298402 w 9767847"/>
                <a:gd name="connsiteY99" fmla="*/ 0 h 6858000"/>
                <a:gd name="connsiteX100" fmla="*/ 2135542 w 9767847"/>
                <a:gd name="connsiteY100" fmla="*/ 121879 h 6858000"/>
                <a:gd name="connsiteX101" fmla="*/ 1969576 w 9767847"/>
                <a:gd name="connsiteY101" fmla="*/ 259084 h 6858000"/>
                <a:gd name="connsiteX102" fmla="*/ 1659938 w 9767847"/>
                <a:gd name="connsiteY102" fmla="*/ 553953 h 6858000"/>
                <a:gd name="connsiteX103" fmla="*/ 729383 w 9767847"/>
                <a:gd name="connsiteY103" fmla="*/ 1940578 h 6858000"/>
                <a:gd name="connsiteX104" fmla="*/ 578465 w 9767847"/>
                <a:gd name="connsiteY104" fmla="*/ 2324905 h 6858000"/>
                <a:gd name="connsiteX105" fmla="*/ 465080 w 9767847"/>
                <a:gd name="connsiteY105" fmla="*/ 2718973 h 6858000"/>
                <a:gd name="connsiteX106" fmla="*/ 423820 w 9767847"/>
                <a:gd name="connsiteY106" fmla="*/ 2919535 h 6858000"/>
                <a:gd name="connsiteX107" fmla="*/ 392355 w 9767847"/>
                <a:gd name="connsiteY107" fmla="*/ 3122169 h 6858000"/>
                <a:gd name="connsiteX108" fmla="*/ 358801 w 9767847"/>
                <a:gd name="connsiteY108" fmla="*/ 3531013 h 6858000"/>
                <a:gd name="connsiteX109" fmla="*/ 410350 w 9767847"/>
                <a:gd name="connsiteY109" fmla="*/ 4352324 h 6858000"/>
                <a:gd name="connsiteX110" fmla="*/ 449022 w 9767847"/>
                <a:gd name="connsiteY110" fmla="*/ 4555147 h 6858000"/>
                <a:gd name="connsiteX111" fmla="*/ 498882 w 9767847"/>
                <a:gd name="connsiteY111" fmla="*/ 4756463 h 6858000"/>
                <a:gd name="connsiteX112" fmla="*/ 559775 w 9767847"/>
                <a:gd name="connsiteY112" fmla="*/ 4955755 h 6858000"/>
                <a:gd name="connsiteX113" fmla="*/ 631406 w 9767847"/>
                <a:gd name="connsiteY113" fmla="*/ 5152084 h 6858000"/>
                <a:gd name="connsiteX114" fmla="*/ 1023461 w 9767847"/>
                <a:gd name="connsiteY114" fmla="*/ 5898055 h 6858000"/>
                <a:gd name="connsiteX115" fmla="*/ 1575880 w 9767847"/>
                <a:gd name="connsiteY115" fmla="*/ 6551744 h 6858000"/>
                <a:gd name="connsiteX116" fmla="*/ 1905228 w 9767847"/>
                <a:gd name="connsiteY116" fmla="*/ 6833566 h 6858000"/>
                <a:gd name="connsiteX117" fmla="*/ 1938629 w 9767847"/>
                <a:gd name="connsiteY117" fmla="*/ 6858000 h 6858000"/>
                <a:gd name="connsiteX118" fmla="*/ 1368607 w 9767847"/>
                <a:gd name="connsiteY118" fmla="*/ 6858000 h 6858000"/>
                <a:gd name="connsiteX119" fmla="*/ 1115251 w 9767847"/>
                <a:gd name="connsiteY119" fmla="*/ 6594103 h 6858000"/>
                <a:gd name="connsiteX120" fmla="*/ 0 w 9767847"/>
                <a:gd name="connsiteY120" fmla="*/ 3653129 h 6858000"/>
                <a:gd name="connsiteX121" fmla="*/ 1777294 w 9767847"/>
                <a:gd name="connsiteY121" fmla="*/ 854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9767847" h="6858000">
                  <a:moveTo>
                    <a:pt x="7145704" y="0"/>
                  </a:moveTo>
                  <a:lnTo>
                    <a:pt x="7875738" y="0"/>
                  </a:lnTo>
                  <a:lnTo>
                    <a:pt x="7990553" y="85415"/>
                  </a:lnTo>
                  <a:cubicBezTo>
                    <a:pt x="9075991" y="933432"/>
                    <a:pt x="9767847" y="2216793"/>
                    <a:pt x="9767847" y="3653129"/>
                  </a:cubicBezTo>
                  <a:cubicBezTo>
                    <a:pt x="9767847" y="4770280"/>
                    <a:pt x="9349317" y="5794890"/>
                    <a:pt x="8652597" y="6594103"/>
                  </a:cubicBezTo>
                  <a:lnTo>
                    <a:pt x="8399240" y="6858000"/>
                  </a:lnTo>
                  <a:lnTo>
                    <a:pt x="6766926" y="6858000"/>
                  </a:lnTo>
                  <a:lnTo>
                    <a:pt x="6804586" y="6821201"/>
                  </a:lnTo>
                  <a:lnTo>
                    <a:pt x="6881735" y="6745295"/>
                  </a:lnTo>
                  <a:cubicBezTo>
                    <a:pt x="6907435" y="6719979"/>
                    <a:pt x="6933134" y="6694896"/>
                    <a:pt x="6958883" y="6668920"/>
                  </a:cubicBezTo>
                  <a:lnTo>
                    <a:pt x="7267925" y="6359792"/>
                  </a:lnTo>
                  <a:lnTo>
                    <a:pt x="7424360" y="6204783"/>
                  </a:lnTo>
                  <a:cubicBezTo>
                    <a:pt x="7450754" y="6178900"/>
                    <a:pt x="7477598" y="6152829"/>
                    <a:pt x="7504938" y="6126806"/>
                  </a:cubicBezTo>
                  <a:lnTo>
                    <a:pt x="7546396" y="6087795"/>
                  </a:lnTo>
                  <a:cubicBezTo>
                    <a:pt x="7560264" y="6074901"/>
                    <a:pt x="7574780" y="6061630"/>
                    <a:pt x="7588002" y="6049630"/>
                  </a:cubicBezTo>
                  <a:lnTo>
                    <a:pt x="7631000" y="6010807"/>
                  </a:lnTo>
                  <a:lnTo>
                    <a:pt x="7675440" y="5972407"/>
                  </a:lnTo>
                  <a:cubicBezTo>
                    <a:pt x="7690404" y="5959796"/>
                    <a:pt x="7705564" y="5947419"/>
                    <a:pt x="7720626" y="5934949"/>
                  </a:cubicBezTo>
                  <a:cubicBezTo>
                    <a:pt x="7735738" y="5922525"/>
                    <a:pt x="7751197" y="5910619"/>
                    <a:pt x="7766458" y="5898432"/>
                  </a:cubicBezTo>
                  <a:cubicBezTo>
                    <a:pt x="7827949" y="5850290"/>
                    <a:pt x="7890979" y="5804597"/>
                    <a:pt x="7955254" y="5760926"/>
                  </a:cubicBezTo>
                  <a:cubicBezTo>
                    <a:pt x="8083800" y="5673632"/>
                    <a:pt x="8216872" y="5594434"/>
                    <a:pt x="8352678" y="5521728"/>
                  </a:cubicBezTo>
                  <a:lnTo>
                    <a:pt x="8451350" y="5469352"/>
                  </a:lnTo>
                  <a:lnTo>
                    <a:pt x="8548532" y="5417493"/>
                  </a:lnTo>
                  <a:cubicBezTo>
                    <a:pt x="8612110" y="5383188"/>
                    <a:pt x="8673251" y="5349306"/>
                    <a:pt x="8729473" y="5314059"/>
                  </a:cubicBezTo>
                  <a:cubicBezTo>
                    <a:pt x="8743591" y="5305213"/>
                    <a:pt x="8757161" y="5296459"/>
                    <a:pt x="8770781" y="5287330"/>
                  </a:cubicBezTo>
                  <a:cubicBezTo>
                    <a:pt x="8777591" y="5282765"/>
                    <a:pt x="8784451" y="5278201"/>
                    <a:pt x="8790964" y="5273590"/>
                  </a:cubicBezTo>
                  <a:cubicBezTo>
                    <a:pt x="8797574" y="5268977"/>
                    <a:pt x="8804235" y="5264412"/>
                    <a:pt x="8810499" y="5259801"/>
                  </a:cubicBezTo>
                  <a:cubicBezTo>
                    <a:pt x="8835999" y="5241401"/>
                    <a:pt x="8860407" y="5222389"/>
                    <a:pt x="8883571" y="5202577"/>
                  </a:cubicBezTo>
                  <a:cubicBezTo>
                    <a:pt x="8929900" y="5162954"/>
                    <a:pt x="8971258" y="5120413"/>
                    <a:pt x="9006651" y="5074625"/>
                  </a:cubicBezTo>
                  <a:cubicBezTo>
                    <a:pt x="9015351" y="5063426"/>
                    <a:pt x="9024398" y="5050955"/>
                    <a:pt x="9033494" y="5038203"/>
                  </a:cubicBezTo>
                  <a:lnTo>
                    <a:pt x="9040305" y="5028649"/>
                  </a:lnTo>
                  <a:lnTo>
                    <a:pt x="9046568" y="5019379"/>
                  </a:lnTo>
                  <a:cubicBezTo>
                    <a:pt x="9050743" y="5013261"/>
                    <a:pt x="9054819" y="5007050"/>
                    <a:pt x="9058846" y="5000743"/>
                  </a:cubicBezTo>
                  <a:cubicBezTo>
                    <a:pt x="9075002" y="4975615"/>
                    <a:pt x="9090212" y="4949403"/>
                    <a:pt x="9104529" y="4922203"/>
                  </a:cubicBezTo>
                  <a:cubicBezTo>
                    <a:pt x="9133211" y="4867850"/>
                    <a:pt x="9158313" y="4809545"/>
                    <a:pt x="9181081" y="4748792"/>
                  </a:cubicBezTo>
                  <a:cubicBezTo>
                    <a:pt x="9203748" y="4688276"/>
                    <a:pt x="9223383" y="4625876"/>
                    <a:pt x="9240731" y="4561970"/>
                  </a:cubicBezTo>
                  <a:cubicBezTo>
                    <a:pt x="9249481" y="4530064"/>
                    <a:pt x="9257682" y="4497782"/>
                    <a:pt x="9265388" y="4465171"/>
                  </a:cubicBezTo>
                  <a:cubicBezTo>
                    <a:pt x="9269215" y="4448842"/>
                    <a:pt x="9272943" y="4432465"/>
                    <a:pt x="9276571" y="4416041"/>
                  </a:cubicBezTo>
                  <a:lnTo>
                    <a:pt x="9281841" y="4391477"/>
                  </a:lnTo>
                  <a:lnTo>
                    <a:pt x="9286513" y="4368936"/>
                  </a:lnTo>
                  <a:lnTo>
                    <a:pt x="9296754" y="4316136"/>
                  </a:lnTo>
                  <a:lnTo>
                    <a:pt x="9301029" y="4293172"/>
                  </a:lnTo>
                  <a:lnTo>
                    <a:pt x="9302818" y="4282679"/>
                  </a:lnTo>
                  <a:lnTo>
                    <a:pt x="9304658" y="4270914"/>
                  </a:lnTo>
                  <a:lnTo>
                    <a:pt x="9312810" y="4220043"/>
                  </a:lnTo>
                  <a:lnTo>
                    <a:pt x="9316887" y="4194584"/>
                  </a:lnTo>
                  <a:lnTo>
                    <a:pt x="9318923" y="4181878"/>
                  </a:lnTo>
                  <a:cubicBezTo>
                    <a:pt x="9319570" y="4177644"/>
                    <a:pt x="9319969" y="4173267"/>
                    <a:pt x="9320515" y="4168984"/>
                  </a:cubicBezTo>
                  <a:lnTo>
                    <a:pt x="9332445" y="4069079"/>
                  </a:lnTo>
                  <a:cubicBezTo>
                    <a:pt x="9333836" y="4056468"/>
                    <a:pt x="9334880" y="4040986"/>
                    <a:pt x="9336173" y="4022774"/>
                  </a:cubicBezTo>
                  <a:lnTo>
                    <a:pt x="9340199" y="3969269"/>
                  </a:lnTo>
                  <a:cubicBezTo>
                    <a:pt x="9345071" y="3903904"/>
                    <a:pt x="9347358" y="3837081"/>
                    <a:pt x="9347557" y="3770070"/>
                  </a:cubicBezTo>
                  <a:cubicBezTo>
                    <a:pt x="9347656" y="3736518"/>
                    <a:pt x="9347209" y="3702871"/>
                    <a:pt x="9346364" y="3669036"/>
                  </a:cubicBezTo>
                  <a:lnTo>
                    <a:pt x="9344921" y="3619341"/>
                  </a:lnTo>
                  <a:lnTo>
                    <a:pt x="9344524" y="3607624"/>
                  </a:lnTo>
                  <a:lnTo>
                    <a:pt x="9343728" y="3594872"/>
                  </a:lnTo>
                  <a:lnTo>
                    <a:pt x="9342188" y="3569366"/>
                  </a:lnTo>
                  <a:lnTo>
                    <a:pt x="9339056" y="3518354"/>
                  </a:lnTo>
                  <a:cubicBezTo>
                    <a:pt x="9337914" y="3501319"/>
                    <a:pt x="9335874" y="3484236"/>
                    <a:pt x="9334334" y="3467155"/>
                  </a:cubicBezTo>
                  <a:lnTo>
                    <a:pt x="9329363" y="3415908"/>
                  </a:lnTo>
                  <a:lnTo>
                    <a:pt x="9328319" y="3404755"/>
                  </a:lnTo>
                  <a:lnTo>
                    <a:pt x="9327177" y="3394214"/>
                  </a:lnTo>
                  <a:lnTo>
                    <a:pt x="9324293" y="3370872"/>
                  </a:lnTo>
                  <a:lnTo>
                    <a:pt x="9320763" y="3344427"/>
                  </a:lnTo>
                  <a:lnTo>
                    <a:pt x="9317184" y="3315343"/>
                  </a:lnTo>
                  <a:cubicBezTo>
                    <a:pt x="9315594" y="3300991"/>
                    <a:pt x="9313506" y="3286404"/>
                    <a:pt x="9311021" y="3270309"/>
                  </a:cubicBezTo>
                  <a:lnTo>
                    <a:pt x="9302719" y="3219815"/>
                  </a:lnTo>
                  <a:cubicBezTo>
                    <a:pt x="9299936" y="3203157"/>
                    <a:pt x="9297003" y="3186498"/>
                    <a:pt x="9293970" y="3169887"/>
                  </a:cubicBezTo>
                  <a:cubicBezTo>
                    <a:pt x="9281891" y="3103393"/>
                    <a:pt x="9267674" y="3037182"/>
                    <a:pt x="9252065" y="2971205"/>
                  </a:cubicBezTo>
                  <a:cubicBezTo>
                    <a:pt x="9244261" y="2938265"/>
                    <a:pt x="9235959" y="2905371"/>
                    <a:pt x="9227211" y="2872571"/>
                  </a:cubicBezTo>
                  <a:lnTo>
                    <a:pt x="9220699" y="2848524"/>
                  </a:lnTo>
                  <a:lnTo>
                    <a:pt x="9213740" y="2824289"/>
                  </a:lnTo>
                  <a:cubicBezTo>
                    <a:pt x="9209216" y="2808147"/>
                    <a:pt x="9204345" y="2791866"/>
                    <a:pt x="9199374" y="2775536"/>
                  </a:cubicBezTo>
                  <a:cubicBezTo>
                    <a:pt x="9159855" y="2645184"/>
                    <a:pt x="9114272" y="2516197"/>
                    <a:pt x="9061829" y="2389515"/>
                  </a:cubicBezTo>
                  <a:cubicBezTo>
                    <a:pt x="9035582" y="2326175"/>
                    <a:pt x="9008043" y="2263258"/>
                    <a:pt x="8978865" y="2200953"/>
                  </a:cubicBezTo>
                  <a:lnTo>
                    <a:pt x="8956694" y="2154317"/>
                  </a:lnTo>
                  <a:lnTo>
                    <a:pt x="8934176" y="2108012"/>
                  </a:lnTo>
                  <a:cubicBezTo>
                    <a:pt x="8918915" y="2077189"/>
                    <a:pt x="8903157" y="2046130"/>
                    <a:pt x="8887151" y="2015448"/>
                  </a:cubicBezTo>
                  <a:cubicBezTo>
                    <a:pt x="8854988" y="1953989"/>
                    <a:pt x="8822082" y="1892908"/>
                    <a:pt x="8787533" y="1832625"/>
                  </a:cubicBezTo>
                  <a:lnTo>
                    <a:pt x="8761485" y="1787496"/>
                  </a:lnTo>
                  <a:lnTo>
                    <a:pt x="8734791" y="1741991"/>
                  </a:lnTo>
                  <a:cubicBezTo>
                    <a:pt x="8717047" y="1711921"/>
                    <a:pt x="8699200" y="1682461"/>
                    <a:pt x="8680808" y="1652910"/>
                  </a:cubicBezTo>
                  <a:cubicBezTo>
                    <a:pt x="8644322" y="1593756"/>
                    <a:pt x="8606194" y="1535216"/>
                    <a:pt x="8567024" y="1477004"/>
                  </a:cubicBezTo>
                  <a:lnTo>
                    <a:pt x="8537446" y="1433428"/>
                  </a:lnTo>
                  <a:lnTo>
                    <a:pt x="8507423" y="1389994"/>
                  </a:lnTo>
                  <a:cubicBezTo>
                    <a:pt x="8487390" y="1361382"/>
                    <a:pt x="8467158" y="1332817"/>
                    <a:pt x="8446529" y="1304393"/>
                  </a:cubicBezTo>
                  <a:cubicBezTo>
                    <a:pt x="8405271" y="1247595"/>
                    <a:pt x="8362718" y="1191218"/>
                    <a:pt x="8319224" y="1135124"/>
                  </a:cubicBezTo>
                  <a:lnTo>
                    <a:pt x="8286366" y="1093148"/>
                  </a:lnTo>
                  <a:lnTo>
                    <a:pt x="8270161" y="1072538"/>
                  </a:lnTo>
                  <a:lnTo>
                    <a:pt x="8253856" y="1052254"/>
                  </a:lnTo>
                  <a:cubicBezTo>
                    <a:pt x="8231636" y="1024773"/>
                    <a:pt x="8209117" y="997479"/>
                    <a:pt x="8186352" y="970373"/>
                  </a:cubicBezTo>
                  <a:cubicBezTo>
                    <a:pt x="8140917" y="916020"/>
                    <a:pt x="8094240" y="862515"/>
                    <a:pt x="8046768" y="809527"/>
                  </a:cubicBezTo>
                  <a:lnTo>
                    <a:pt x="8010927" y="769951"/>
                  </a:lnTo>
                  <a:lnTo>
                    <a:pt x="7974788" y="730751"/>
                  </a:lnTo>
                  <a:cubicBezTo>
                    <a:pt x="7950382" y="704587"/>
                    <a:pt x="7925824" y="678563"/>
                    <a:pt x="7901070" y="652823"/>
                  </a:cubicBezTo>
                  <a:cubicBezTo>
                    <a:pt x="7851510" y="601387"/>
                    <a:pt x="7801404" y="550612"/>
                    <a:pt x="7750054" y="501106"/>
                  </a:cubicBezTo>
                  <a:cubicBezTo>
                    <a:pt x="7698902" y="451742"/>
                    <a:pt x="7645913" y="403036"/>
                    <a:pt x="7592277" y="355319"/>
                  </a:cubicBezTo>
                  <a:cubicBezTo>
                    <a:pt x="7484856" y="259884"/>
                    <a:pt x="7373308" y="168402"/>
                    <a:pt x="7257734" y="81062"/>
                  </a:cubicBezTo>
                  <a:close/>
                  <a:moveTo>
                    <a:pt x="1892109" y="0"/>
                  </a:moveTo>
                  <a:lnTo>
                    <a:pt x="2298402" y="0"/>
                  </a:lnTo>
                  <a:lnTo>
                    <a:pt x="2135542" y="121879"/>
                  </a:lnTo>
                  <a:cubicBezTo>
                    <a:pt x="2078998" y="166378"/>
                    <a:pt x="2023659" y="212143"/>
                    <a:pt x="1969576" y="259084"/>
                  </a:cubicBezTo>
                  <a:cubicBezTo>
                    <a:pt x="1861309" y="352918"/>
                    <a:pt x="1758064" y="451412"/>
                    <a:pt x="1659938" y="553953"/>
                  </a:cubicBezTo>
                  <a:cubicBezTo>
                    <a:pt x="1266987" y="964444"/>
                    <a:pt x="953820" y="1435593"/>
                    <a:pt x="729383" y="1940578"/>
                  </a:cubicBezTo>
                  <a:cubicBezTo>
                    <a:pt x="673260" y="2066459"/>
                    <a:pt x="622855" y="2195070"/>
                    <a:pt x="578465" y="2324905"/>
                  </a:cubicBezTo>
                  <a:cubicBezTo>
                    <a:pt x="534125" y="2454785"/>
                    <a:pt x="496147" y="2586314"/>
                    <a:pt x="465080" y="2718973"/>
                  </a:cubicBezTo>
                  <a:cubicBezTo>
                    <a:pt x="449769" y="2785089"/>
                    <a:pt x="435850" y="2852289"/>
                    <a:pt x="423820" y="2919535"/>
                  </a:cubicBezTo>
                  <a:cubicBezTo>
                    <a:pt x="411840" y="2986829"/>
                    <a:pt x="401054" y="3054358"/>
                    <a:pt x="392355" y="3122169"/>
                  </a:cubicBezTo>
                  <a:cubicBezTo>
                    <a:pt x="374509" y="3257744"/>
                    <a:pt x="363424" y="3393978"/>
                    <a:pt x="358801" y="3531013"/>
                  </a:cubicBezTo>
                  <a:cubicBezTo>
                    <a:pt x="349009" y="3804941"/>
                    <a:pt x="366357" y="4079668"/>
                    <a:pt x="410350" y="4352324"/>
                  </a:cubicBezTo>
                  <a:cubicBezTo>
                    <a:pt x="421286" y="4420230"/>
                    <a:pt x="434209" y="4487758"/>
                    <a:pt x="449022" y="4555147"/>
                  </a:cubicBezTo>
                  <a:cubicBezTo>
                    <a:pt x="463737" y="4622534"/>
                    <a:pt x="480389" y="4689686"/>
                    <a:pt x="498882" y="4756463"/>
                  </a:cubicBezTo>
                  <a:cubicBezTo>
                    <a:pt x="517373" y="4823239"/>
                    <a:pt x="537704" y="4889733"/>
                    <a:pt x="559775" y="4955755"/>
                  </a:cubicBezTo>
                  <a:cubicBezTo>
                    <a:pt x="581946" y="5021873"/>
                    <a:pt x="605358" y="5087473"/>
                    <a:pt x="631406" y="5152084"/>
                  </a:cubicBezTo>
                  <a:cubicBezTo>
                    <a:pt x="734055" y="5411706"/>
                    <a:pt x="865188" y="5662668"/>
                    <a:pt x="1023461" y="5898055"/>
                  </a:cubicBezTo>
                  <a:cubicBezTo>
                    <a:pt x="1181487" y="6133676"/>
                    <a:pt x="1367051" y="6353345"/>
                    <a:pt x="1575880" y="6551744"/>
                  </a:cubicBezTo>
                  <a:cubicBezTo>
                    <a:pt x="1680269" y="6651014"/>
                    <a:pt x="1790338" y="6745037"/>
                    <a:pt x="1905228" y="6833566"/>
                  </a:cubicBezTo>
                  <a:lnTo>
                    <a:pt x="1938629" y="6858000"/>
                  </a:lnTo>
                  <a:lnTo>
                    <a:pt x="1368607" y="6858000"/>
                  </a:lnTo>
                  <a:lnTo>
                    <a:pt x="1115251" y="6594103"/>
                  </a:lnTo>
                  <a:cubicBezTo>
                    <a:pt x="418530" y="5794890"/>
                    <a:pt x="0" y="4770280"/>
                    <a:pt x="0" y="3653129"/>
                  </a:cubicBezTo>
                  <a:cubicBezTo>
                    <a:pt x="0" y="2216793"/>
                    <a:pt x="691856" y="933432"/>
                    <a:pt x="1777294" y="85415"/>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grpSp>
      <p:sp>
        <p:nvSpPr>
          <p:cNvPr id="2" name="Title 1">
            <a:extLst>
              <a:ext uri="{FF2B5EF4-FFF2-40B4-BE49-F238E27FC236}">
                <a16:creationId xmlns:a16="http://schemas.microsoft.com/office/drawing/2014/main" id="{8FB44EAD-9809-7711-9716-CB8F557A1391}"/>
              </a:ext>
            </a:extLst>
          </p:cNvPr>
          <p:cNvSpPr>
            <a:spLocks noGrp="1"/>
          </p:cNvSpPr>
          <p:nvPr>
            <p:ph type="ctrTitle"/>
          </p:nvPr>
        </p:nvSpPr>
        <p:spPr>
          <a:xfrm>
            <a:off x="876300" y="45868"/>
            <a:ext cx="10263459" cy="923925"/>
          </a:xfrm>
        </p:spPr>
        <p:txBody>
          <a:bodyPr anchor="b">
            <a:normAutofit/>
          </a:bodyPr>
          <a:lstStyle/>
          <a:p>
            <a:r>
              <a:rPr lang="en-IN" sz="4000" dirty="0">
                <a:solidFill>
                  <a:schemeClr val="tx2"/>
                </a:solidFill>
                <a:latin typeface="Engravers MT" panose="02090707080505020304" pitchFamily="18" charset="0"/>
              </a:rPr>
              <a:t>History  of MISRA-C</a:t>
            </a:r>
            <a:endParaRPr lang="en-IN" sz="4000" dirty="0">
              <a:solidFill>
                <a:schemeClr val="tx2"/>
              </a:solidFill>
            </a:endParaRPr>
          </a:p>
        </p:txBody>
      </p:sp>
      <p:grpSp>
        <p:nvGrpSpPr>
          <p:cNvPr id="23" name="Group 22">
            <a:extLst>
              <a:ext uri="{FF2B5EF4-FFF2-40B4-BE49-F238E27FC236}">
                <a16:creationId xmlns:a16="http://schemas.microsoft.com/office/drawing/2014/main" id="{87F87F1B-42BA-4AC7-A4E2-41544DDB2CE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05" y="-4155"/>
            <a:ext cx="2514948" cy="2174333"/>
            <a:chOff x="-305" y="-4155"/>
            <a:chExt cx="2514948" cy="2174333"/>
          </a:xfrm>
        </p:grpSpPr>
        <p:sp>
          <p:nvSpPr>
            <p:cNvPr id="24" name="Freeform: Shape 23">
              <a:extLst>
                <a:ext uri="{FF2B5EF4-FFF2-40B4-BE49-F238E27FC236}">
                  <a16:creationId xmlns:a16="http://schemas.microsoft.com/office/drawing/2014/main" id="{68B53067-4E48-4E71-A6A9-A8CAABAFBF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Shape 24">
              <a:extLst>
                <a:ext uri="{FF2B5EF4-FFF2-40B4-BE49-F238E27FC236}">
                  <a16:creationId xmlns:a16="http://schemas.microsoft.com/office/drawing/2014/main" id="{06D1A0D3-4BB8-41D9-9CE7-2884C83F44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reeform: Shape 25">
              <a:extLst>
                <a:ext uri="{FF2B5EF4-FFF2-40B4-BE49-F238E27FC236}">
                  <a16:creationId xmlns:a16="http://schemas.microsoft.com/office/drawing/2014/main" id="{81E20F06-3B09-4B89-A36B-AB8BFBCCA5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27" name="Freeform: Shape 26">
              <a:extLst>
                <a:ext uri="{FF2B5EF4-FFF2-40B4-BE49-F238E27FC236}">
                  <a16:creationId xmlns:a16="http://schemas.microsoft.com/office/drawing/2014/main" id="{DAE6C3D7-7D5B-4926-877D-45F117BB6B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9" name="Group 28">
            <a:extLst>
              <a:ext uri="{FF2B5EF4-FFF2-40B4-BE49-F238E27FC236}">
                <a16:creationId xmlns:a16="http://schemas.microsoft.com/office/drawing/2014/main" id="{967346A5-7569-4F15-AB5D-BE3DADF192C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9685727" y="4683666"/>
            <a:ext cx="2514948" cy="2174333"/>
            <a:chOff x="-305" y="-4155"/>
            <a:chExt cx="2514948" cy="2174333"/>
          </a:xfrm>
        </p:grpSpPr>
        <p:sp>
          <p:nvSpPr>
            <p:cNvPr id="30" name="Freeform: Shape 29">
              <a:extLst>
                <a:ext uri="{FF2B5EF4-FFF2-40B4-BE49-F238E27FC236}">
                  <a16:creationId xmlns:a16="http://schemas.microsoft.com/office/drawing/2014/main" id="{E1951533-A568-4765-AB1F-F71D9AFDEA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reeform: Shape 30">
              <a:extLst>
                <a:ext uri="{FF2B5EF4-FFF2-40B4-BE49-F238E27FC236}">
                  <a16:creationId xmlns:a16="http://schemas.microsoft.com/office/drawing/2014/main" id="{A7214F52-4F3F-4C96-A62E-F1401D6C04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Freeform: Shape 31">
              <a:extLst>
                <a:ext uri="{FF2B5EF4-FFF2-40B4-BE49-F238E27FC236}">
                  <a16:creationId xmlns:a16="http://schemas.microsoft.com/office/drawing/2014/main" id="{023146A1-291C-4FA0-AB5B-EB04D42398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33" name="Freeform: Shape 32">
              <a:extLst>
                <a:ext uri="{FF2B5EF4-FFF2-40B4-BE49-F238E27FC236}">
                  <a16:creationId xmlns:a16="http://schemas.microsoft.com/office/drawing/2014/main" id="{62977932-2B03-4899-8306-5002CEE68E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5" name="Title 1">
            <a:extLst>
              <a:ext uri="{FF2B5EF4-FFF2-40B4-BE49-F238E27FC236}">
                <a16:creationId xmlns:a16="http://schemas.microsoft.com/office/drawing/2014/main" id="{D6EE584E-84BC-FC84-2A5F-A0E7AF1256B7}"/>
              </a:ext>
            </a:extLst>
          </p:cNvPr>
          <p:cNvSpPr txBox="1">
            <a:spLocks/>
          </p:cNvSpPr>
          <p:nvPr/>
        </p:nvSpPr>
        <p:spPr>
          <a:xfrm>
            <a:off x="10382250" y="3983"/>
            <a:ext cx="1809445" cy="44767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2000" dirty="0">
                <a:solidFill>
                  <a:schemeClr val="tx2"/>
                </a:solidFill>
              </a:rPr>
              <a:t>MISRA C -2012</a:t>
            </a:r>
          </a:p>
        </p:txBody>
      </p:sp>
      <p:sp>
        <p:nvSpPr>
          <p:cNvPr id="6" name="Subtitle 2">
            <a:extLst>
              <a:ext uri="{FF2B5EF4-FFF2-40B4-BE49-F238E27FC236}">
                <a16:creationId xmlns:a16="http://schemas.microsoft.com/office/drawing/2014/main" id="{C992C8E1-40D9-45CC-B67A-D8B86D2A381E}"/>
              </a:ext>
            </a:extLst>
          </p:cNvPr>
          <p:cNvSpPr txBox="1">
            <a:spLocks/>
          </p:cNvSpPr>
          <p:nvPr/>
        </p:nvSpPr>
        <p:spPr>
          <a:xfrm>
            <a:off x="3432265" y="853500"/>
            <a:ext cx="5188034" cy="682079"/>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115000"/>
              </a:lnSpc>
              <a:spcAft>
                <a:spcPts val="800"/>
              </a:spcAft>
            </a:pPr>
            <a:r>
              <a:rPr lang="en-IN" kern="100" dirty="0">
                <a:solidFill>
                  <a:srgbClr val="666666"/>
                </a:solidFill>
                <a:effectLst/>
                <a:highlight>
                  <a:srgbClr val="FFFF00"/>
                </a:highlight>
                <a:latin typeface="Times New Roman" panose="02020603050405020304" pitchFamily="18" charset="0"/>
                <a:ea typeface="Aptos" panose="020B0004020202020204" pitchFamily="34" charset="0"/>
                <a:cs typeface="Times New Roman" panose="02020603050405020304" pitchFamily="18" charset="0"/>
              </a:rPr>
              <a:t>Misra2012:Rule-</a:t>
            </a:r>
            <a:r>
              <a:rPr lang="en-IN" kern="100" dirty="0">
                <a:solidFill>
                  <a:srgbClr val="666666"/>
                </a:solidFill>
                <a:highlight>
                  <a:srgbClr val="FFFF00"/>
                </a:highlight>
                <a:latin typeface="Times New Roman" panose="02020603050405020304" pitchFamily="18" charset="0"/>
                <a:ea typeface="Aptos" panose="020B0004020202020204" pitchFamily="34" charset="0"/>
                <a:cs typeface="Times New Roman" panose="02020603050405020304" pitchFamily="18" charset="0"/>
              </a:rPr>
              <a:t>2</a:t>
            </a:r>
            <a:r>
              <a:rPr lang="en-IN" kern="100" dirty="0">
                <a:solidFill>
                  <a:srgbClr val="666666"/>
                </a:solidFill>
                <a:effectLst/>
                <a:highlight>
                  <a:srgbClr val="FFFF00"/>
                </a:highlight>
                <a:latin typeface="Times New Roman" panose="02020603050405020304" pitchFamily="18" charset="0"/>
                <a:ea typeface="Aptos" panose="020B0004020202020204" pitchFamily="34" charset="0"/>
                <a:cs typeface="Times New Roman" panose="02020603050405020304" pitchFamily="18" charset="0"/>
              </a:rPr>
              <a:t>.1</a:t>
            </a:r>
          </a:p>
        </p:txBody>
      </p:sp>
      <p:sp>
        <p:nvSpPr>
          <p:cNvPr id="3" name="TextBox 2">
            <a:extLst>
              <a:ext uri="{FF2B5EF4-FFF2-40B4-BE49-F238E27FC236}">
                <a16:creationId xmlns:a16="http://schemas.microsoft.com/office/drawing/2014/main" id="{F52B51FF-E201-359D-4743-DA9B627F1CC1}"/>
              </a:ext>
            </a:extLst>
          </p:cNvPr>
          <p:cNvSpPr txBox="1"/>
          <p:nvPr/>
        </p:nvSpPr>
        <p:spPr>
          <a:xfrm>
            <a:off x="1009903" y="1298389"/>
            <a:ext cx="9232149" cy="369332"/>
          </a:xfrm>
          <a:prstGeom prst="rect">
            <a:avLst/>
          </a:prstGeom>
          <a:noFill/>
        </p:spPr>
        <p:txBody>
          <a:bodyPr wrap="square">
            <a:spAutoFit/>
          </a:bodyPr>
          <a:lstStyle/>
          <a:p>
            <a:pPr marL="285750" indent="-285750" algn="l">
              <a:buFont typeface="Wingdings" panose="05000000000000000000" pitchFamily="2" charset="2"/>
              <a:buChar char="q"/>
            </a:pPr>
            <a:r>
              <a:rPr lang="en-US" sz="1800" b="1" i="0" u="none" strike="noStrike" baseline="0" dirty="0">
                <a:latin typeface="Times New Roman" panose="02020603050405020304" pitchFamily="18" charset="0"/>
                <a:cs typeface="Times New Roman" panose="02020603050405020304" pitchFamily="18" charset="0"/>
              </a:rPr>
              <a:t>A project shall not contain </a:t>
            </a:r>
            <a:r>
              <a:rPr lang="en-US" sz="1800" b="1" i="1" u="none" strike="noStrike" baseline="0" dirty="0">
                <a:latin typeface="Times New Roman" panose="02020603050405020304" pitchFamily="18" charset="0"/>
                <a:cs typeface="Times New Roman" panose="02020603050405020304" pitchFamily="18" charset="0"/>
              </a:rPr>
              <a:t>unreachable code</a:t>
            </a:r>
            <a:endParaRPr lang="en-IN" b="1" kern="100" dirty="0">
              <a:effectLst/>
              <a:highlight>
                <a:srgbClr val="FFFF00"/>
              </a:highlight>
              <a:latin typeface="Times New Roman" panose="02020603050405020304" pitchFamily="18" charset="0"/>
              <a:ea typeface="Aptos" panose="020B0004020202020204" pitchFamily="34" charset="0"/>
              <a:cs typeface="Times New Roman" panose="02020603050405020304" pitchFamily="18" charset="0"/>
            </a:endParaRPr>
          </a:p>
        </p:txBody>
      </p:sp>
      <p:sp>
        <p:nvSpPr>
          <p:cNvPr id="11" name="TextBox 10">
            <a:extLst>
              <a:ext uri="{FF2B5EF4-FFF2-40B4-BE49-F238E27FC236}">
                <a16:creationId xmlns:a16="http://schemas.microsoft.com/office/drawing/2014/main" id="{3BAF9C64-DAA2-791C-A360-DC870B79332D}"/>
              </a:ext>
            </a:extLst>
          </p:cNvPr>
          <p:cNvSpPr txBox="1"/>
          <p:nvPr/>
        </p:nvSpPr>
        <p:spPr>
          <a:xfrm>
            <a:off x="1283346" y="1660184"/>
            <a:ext cx="9642403" cy="369332"/>
          </a:xfrm>
          <a:prstGeom prst="rect">
            <a:avLst/>
          </a:prstGeom>
          <a:noFill/>
        </p:spPr>
        <p:txBody>
          <a:bodyPr wrap="square">
            <a:spAutoFit/>
          </a:bodyPr>
          <a:lstStyle/>
          <a:p>
            <a:pPr algn="l"/>
            <a:r>
              <a:rPr lang="en-IN" sz="1800" b="0" i="0" u="none" strike="noStrike" baseline="0" dirty="0">
                <a:latin typeface="OpenSans"/>
              </a:rPr>
              <a:t>Category –</a:t>
            </a:r>
            <a:r>
              <a:rPr lang="en-IN" sz="1800" b="0" i="0" u="none" strike="noStrike" baseline="0" dirty="0">
                <a:latin typeface="OpenSans-Light"/>
              </a:rPr>
              <a:t>Required    Analysis </a:t>
            </a:r>
            <a:r>
              <a:rPr lang="en-IN" sz="1800" b="0" i="0" u="none" strike="noStrike" baseline="0" dirty="0">
                <a:latin typeface="OpenSans"/>
              </a:rPr>
              <a:t> -</a:t>
            </a:r>
            <a:r>
              <a:rPr lang="en-IN" sz="1800" b="0" i="0" u="none" strike="noStrike" baseline="0" dirty="0">
                <a:latin typeface="OpenSans-Light"/>
              </a:rPr>
              <a:t>Undecidable, System   </a:t>
            </a:r>
            <a:r>
              <a:rPr lang="en-IN" sz="1800" b="0" i="0" u="none" strike="noStrike" baseline="0" dirty="0">
                <a:latin typeface="OpenSans"/>
              </a:rPr>
              <a:t>Applies to -</a:t>
            </a:r>
            <a:r>
              <a:rPr lang="en-IN" sz="1800" b="0" i="0" u="none" strike="noStrike" baseline="0" dirty="0">
                <a:latin typeface="OpenSans-Light"/>
              </a:rPr>
              <a:t>C90, C99</a:t>
            </a:r>
            <a:endParaRPr lang="en-IN" dirty="0"/>
          </a:p>
        </p:txBody>
      </p:sp>
      <p:sp>
        <p:nvSpPr>
          <p:cNvPr id="12" name="TextBox 11">
            <a:extLst>
              <a:ext uri="{FF2B5EF4-FFF2-40B4-BE49-F238E27FC236}">
                <a16:creationId xmlns:a16="http://schemas.microsoft.com/office/drawing/2014/main" id="{3B6B20D6-4372-E7FE-5B7C-3A5C456054FD}"/>
              </a:ext>
            </a:extLst>
          </p:cNvPr>
          <p:cNvSpPr txBox="1"/>
          <p:nvPr/>
        </p:nvSpPr>
        <p:spPr>
          <a:xfrm>
            <a:off x="2472874" y="2882485"/>
            <a:ext cx="7419583" cy="4016484"/>
          </a:xfrm>
          <a:prstGeom prst="rect">
            <a:avLst/>
          </a:prstGeom>
          <a:noFill/>
        </p:spPr>
        <p:txBody>
          <a:bodyPr wrap="square">
            <a:spAutoFit/>
          </a:bodyPr>
          <a:lstStyle/>
          <a:p>
            <a:r>
              <a:rPr lang="en-US" sz="1700" b="0" i="0" dirty="0">
                <a:effectLst/>
                <a:latin typeface="Times New Roman" panose="02020603050405020304" pitchFamily="18" charset="0"/>
                <a:cs typeface="Times New Roman" panose="02020603050405020304" pitchFamily="18" charset="0"/>
              </a:rPr>
              <a:t> int main() </a:t>
            </a:r>
          </a:p>
          <a:p>
            <a:r>
              <a:rPr lang="en-US" sz="1700" b="0" i="0" dirty="0">
                <a:effectLst/>
                <a:latin typeface="Times New Roman" panose="02020603050405020304" pitchFamily="18" charset="0"/>
                <a:cs typeface="Times New Roman" panose="02020603050405020304" pitchFamily="18" charset="0"/>
              </a:rPr>
              <a:t> { </a:t>
            </a:r>
          </a:p>
          <a:p>
            <a:r>
              <a:rPr lang="en-US" sz="1700" b="0" i="0" dirty="0">
                <a:effectLst/>
                <a:latin typeface="Times New Roman" panose="02020603050405020304" pitchFamily="18" charset="0"/>
                <a:cs typeface="Times New Roman" panose="02020603050405020304" pitchFamily="18" charset="0"/>
              </a:rPr>
              <a:t>  int x = 10; </a:t>
            </a:r>
          </a:p>
          <a:p>
            <a:r>
              <a:rPr lang="en-US" sz="1700" b="0" i="0" dirty="0">
                <a:effectLst/>
                <a:latin typeface="Times New Roman" panose="02020603050405020304" pitchFamily="18" charset="0"/>
                <a:cs typeface="Times New Roman" panose="02020603050405020304" pitchFamily="18" charset="0"/>
              </a:rPr>
              <a:t>  if (x &gt; 100)</a:t>
            </a:r>
          </a:p>
          <a:p>
            <a:r>
              <a:rPr lang="en-US" sz="1700" b="0" i="0" dirty="0">
                <a:effectLst/>
                <a:latin typeface="Times New Roman" panose="02020603050405020304" pitchFamily="18" charset="0"/>
                <a:cs typeface="Times New Roman" panose="02020603050405020304" pitchFamily="18" charset="0"/>
              </a:rPr>
              <a:t> {  </a:t>
            </a:r>
          </a:p>
          <a:p>
            <a:r>
              <a:rPr lang="en-US" sz="1700" dirty="0">
                <a:latin typeface="Times New Roman" panose="02020603050405020304" pitchFamily="18" charset="0"/>
                <a:cs typeface="Times New Roman" panose="02020603050405020304" pitchFamily="18" charset="0"/>
              </a:rPr>
              <a:t>   </a:t>
            </a:r>
            <a:r>
              <a:rPr lang="en-US" sz="1700" b="0" i="0" dirty="0" err="1">
                <a:effectLst/>
                <a:latin typeface="Times New Roman" panose="02020603050405020304" pitchFamily="18" charset="0"/>
                <a:cs typeface="Times New Roman" panose="02020603050405020304" pitchFamily="18" charset="0"/>
              </a:rPr>
              <a:t>printf</a:t>
            </a:r>
            <a:r>
              <a:rPr lang="en-US" sz="1700" b="0" i="0" dirty="0">
                <a:effectLst/>
                <a:latin typeface="Times New Roman" panose="02020603050405020304" pitchFamily="18" charset="0"/>
                <a:cs typeface="Times New Roman" panose="02020603050405020304" pitchFamily="18" charset="0"/>
              </a:rPr>
              <a:t>("x is greater than 100\n");  </a:t>
            </a:r>
          </a:p>
          <a:p>
            <a:r>
              <a:rPr lang="en-US" sz="1700" b="0" i="0" dirty="0">
                <a:effectLst/>
                <a:latin typeface="Times New Roman" panose="02020603050405020304" pitchFamily="18" charset="0"/>
                <a:cs typeface="Times New Roman" panose="02020603050405020304" pitchFamily="18" charset="0"/>
              </a:rPr>
              <a:t> } </a:t>
            </a:r>
          </a:p>
          <a:p>
            <a:r>
              <a:rPr lang="en-US" sz="1700" b="0" i="0" dirty="0">
                <a:effectLst/>
                <a:latin typeface="Times New Roman" panose="02020603050405020304" pitchFamily="18" charset="0"/>
                <a:cs typeface="Times New Roman" panose="02020603050405020304" pitchFamily="18" charset="0"/>
              </a:rPr>
              <a:t>else</a:t>
            </a:r>
          </a:p>
          <a:p>
            <a:r>
              <a:rPr lang="en-US" sz="1700" b="0" i="0" dirty="0">
                <a:effectLst/>
                <a:latin typeface="Times New Roman" panose="02020603050405020304" pitchFamily="18" charset="0"/>
                <a:cs typeface="Times New Roman" panose="02020603050405020304" pitchFamily="18" charset="0"/>
              </a:rPr>
              <a:t> { </a:t>
            </a:r>
          </a:p>
          <a:p>
            <a:r>
              <a:rPr lang="en-US" sz="1700" b="0" i="0" dirty="0">
                <a:effectLst/>
                <a:latin typeface="Times New Roman" panose="02020603050405020304" pitchFamily="18" charset="0"/>
                <a:cs typeface="Times New Roman" panose="02020603050405020304" pitchFamily="18" charset="0"/>
              </a:rPr>
              <a:t> </a:t>
            </a:r>
            <a:r>
              <a:rPr lang="en-US" sz="1700" b="0" i="0" dirty="0" err="1">
                <a:effectLst/>
                <a:latin typeface="Times New Roman" panose="02020603050405020304" pitchFamily="18" charset="0"/>
                <a:cs typeface="Times New Roman" panose="02020603050405020304" pitchFamily="18" charset="0"/>
              </a:rPr>
              <a:t>printf</a:t>
            </a:r>
            <a:r>
              <a:rPr lang="en-US" sz="1700" b="0" i="0" dirty="0">
                <a:effectLst/>
                <a:latin typeface="Times New Roman" panose="02020603050405020304" pitchFamily="18" charset="0"/>
                <a:cs typeface="Times New Roman" panose="02020603050405020304" pitchFamily="18" charset="0"/>
              </a:rPr>
              <a:t>("x is less than or equal to 100\n");</a:t>
            </a:r>
          </a:p>
          <a:p>
            <a:r>
              <a:rPr lang="en-US" sz="1700" b="0" i="0" dirty="0">
                <a:effectLst/>
                <a:latin typeface="Times New Roman" panose="02020603050405020304" pitchFamily="18" charset="0"/>
                <a:cs typeface="Times New Roman" panose="02020603050405020304" pitchFamily="18" charset="0"/>
              </a:rPr>
              <a:t> }       </a:t>
            </a:r>
          </a:p>
          <a:p>
            <a:r>
              <a:rPr lang="en-US" sz="1700" b="0" i="0" dirty="0">
                <a:effectLst/>
                <a:latin typeface="Times New Roman" panose="02020603050405020304" pitchFamily="18" charset="0"/>
                <a:cs typeface="Times New Roman" panose="02020603050405020304" pitchFamily="18" charset="0"/>
              </a:rPr>
              <a:t> </a:t>
            </a:r>
          </a:p>
          <a:p>
            <a:r>
              <a:rPr lang="en-US" sz="1700" b="0" i="0" dirty="0">
                <a:effectLst/>
                <a:highlight>
                  <a:srgbClr val="FFFF00"/>
                </a:highlight>
                <a:latin typeface="Times New Roman" panose="02020603050405020304" pitchFamily="18" charset="0"/>
                <a:cs typeface="Times New Roman" panose="02020603050405020304" pitchFamily="18" charset="0"/>
              </a:rPr>
              <a:t>   </a:t>
            </a:r>
            <a:r>
              <a:rPr lang="en-US" sz="1700" b="0" i="0" dirty="0" err="1">
                <a:effectLst/>
                <a:highlight>
                  <a:srgbClr val="FFFF00"/>
                </a:highlight>
                <a:latin typeface="Times New Roman" panose="02020603050405020304" pitchFamily="18" charset="0"/>
                <a:cs typeface="Times New Roman" panose="02020603050405020304" pitchFamily="18" charset="0"/>
              </a:rPr>
              <a:t>printf</a:t>
            </a:r>
            <a:r>
              <a:rPr lang="en-US" sz="1700" b="0" i="0" dirty="0">
                <a:effectLst/>
                <a:highlight>
                  <a:srgbClr val="FFFF00"/>
                </a:highlight>
                <a:latin typeface="Times New Roman" panose="02020603050405020304" pitchFamily="18" charset="0"/>
                <a:cs typeface="Times New Roman" panose="02020603050405020304" pitchFamily="18" charset="0"/>
              </a:rPr>
              <a:t>("This line is unreachable\n"); </a:t>
            </a:r>
            <a:r>
              <a:rPr lang="en-US" sz="1700" b="0" i="0" dirty="0">
                <a:effectLst/>
                <a:latin typeface="Times New Roman" panose="02020603050405020304" pitchFamily="18" charset="0"/>
                <a:cs typeface="Times New Roman" panose="02020603050405020304" pitchFamily="18" charset="0"/>
              </a:rPr>
              <a:t>// Unreachable code</a:t>
            </a:r>
          </a:p>
          <a:p>
            <a:r>
              <a:rPr lang="en-US" sz="1700" b="0" i="0" dirty="0">
                <a:effectLst/>
                <a:latin typeface="Times New Roman" panose="02020603050405020304" pitchFamily="18" charset="0"/>
                <a:cs typeface="Times New Roman" panose="02020603050405020304" pitchFamily="18" charset="0"/>
              </a:rPr>
              <a:t>   return 0;</a:t>
            </a:r>
          </a:p>
          <a:p>
            <a:r>
              <a:rPr lang="en-US" sz="1700" b="0" i="0" dirty="0">
                <a:effectLst/>
                <a:latin typeface="Times New Roman" panose="02020603050405020304" pitchFamily="18" charset="0"/>
                <a:cs typeface="Times New Roman" panose="02020603050405020304" pitchFamily="18" charset="0"/>
              </a:rPr>
              <a:t>}</a:t>
            </a:r>
            <a:endParaRPr lang="en-IN" sz="1700" dirty="0">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3BEBAFEE-B117-F80A-3238-35883C77E34C}"/>
              </a:ext>
            </a:extLst>
          </p:cNvPr>
          <p:cNvSpPr txBox="1"/>
          <p:nvPr/>
        </p:nvSpPr>
        <p:spPr>
          <a:xfrm>
            <a:off x="1242276" y="1975364"/>
            <a:ext cx="10650070" cy="923330"/>
          </a:xfrm>
          <a:prstGeom prst="rect">
            <a:avLst/>
          </a:prstGeom>
          <a:noFill/>
        </p:spPr>
        <p:txBody>
          <a:bodyPr wrap="square">
            <a:spAutoFit/>
          </a:bodyPr>
          <a:lstStyle/>
          <a:p>
            <a:r>
              <a:rPr lang="en-US" b="0" i="0" dirty="0">
                <a:solidFill>
                  <a:srgbClr val="0D0D0D"/>
                </a:solidFill>
                <a:effectLst/>
                <a:latin typeface="Söhne"/>
              </a:rPr>
              <a:t>This refers to sections of code that can never be executed during the program's execution under any circumstances. Unreachable code often occurs due to logical errors, incorrect control flow, or redundant statements.</a:t>
            </a:r>
            <a:endParaRPr lang="en-IN"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8DD71953-2731-9027-642B-7B4A0857B608}"/>
              </a:ext>
            </a:extLst>
          </p:cNvPr>
          <p:cNvSpPr txBox="1"/>
          <p:nvPr/>
        </p:nvSpPr>
        <p:spPr>
          <a:xfrm>
            <a:off x="1297586" y="2898694"/>
            <a:ext cx="1046338" cy="369332"/>
          </a:xfrm>
          <a:prstGeom prst="rect">
            <a:avLst/>
          </a:prstGeom>
          <a:noFill/>
        </p:spPr>
        <p:txBody>
          <a:bodyPr wrap="square">
            <a:spAutoFit/>
          </a:bodyPr>
          <a:lstStyle/>
          <a:p>
            <a:pPr algn="l"/>
            <a:r>
              <a:rPr lang="en-IN" dirty="0">
                <a:highlight>
                  <a:srgbClr val="FFFF00"/>
                </a:highlight>
              </a:rPr>
              <a:t>Example</a:t>
            </a:r>
          </a:p>
        </p:txBody>
      </p:sp>
      <p:sp>
        <p:nvSpPr>
          <p:cNvPr id="9" name="Slide Number Placeholder 8">
            <a:extLst>
              <a:ext uri="{FF2B5EF4-FFF2-40B4-BE49-F238E27FC236}">
                <a16:creationId xmlns:a16="http://schemas.microsoft.com/office/drawing/2014/main" id="{4232458A-C3D8-1D18-160F-25CF1719EF57}"/>
              </a:ext>
            </a:extLst>
          </p:cNvPr>
          <p:cNvSpPr>
            <a:spLocks noGrp="1"/>
          </p:cNvSpPr>
          <p:nvPr>
            <p:ph type="sldNum" sz="quarter" idx="12"/>
          </p:nvPr>
        </p:nvSpPr>
        <p:spPr/>
        <p:txBody>
          <a:bodyPr/>
          <a:lstStyle/>
          <a:p>
            <a:fld id="{91247CA1-BCEC-4DD4-9B23-E2AE1AEA27A6}" type="slidenum">
              <a:rPr lang="en-IN" smtClean="0"/>
              <a:t>14</a:t>
            </a:fld>
            <a:endParaRPr lang="en-IN"/>
          </a:p>
        </p:txBody>
      </p:sp>
      <p:sp>
        <p:nvSpPr>
          <p:cNvPr id="8" name="TextBox 7">
            <a:extLst>
              <a:ext uri="{FF2B5EF4-FFF2-40B4-BE49-F238E27FC236}">
                <a16:creationId xmlns:a16="http://schemas.microsoft.com/office/drawing/2014/main" id="{0F1DA41D-E53E-1F37-5C9D-F9033BBB69F3}"/>
              </a:ext>
            </a:extLst>
          </p:cNvPr>
          <p:cNvSpPr txBox="1"/>
          <p:nvPr/>
        </p:nvSpPr>
        <p:spPr>
          <a:xfrm>
            <a:off x="10532532" y="545723"/>
            <a:ext cx="1451144" cy="369332"/>
          </a:xfrm>
          <a:prstGeom prst="rect">
            <a:avLst/>
          </a:prstGeom>
          <a:noFill/>
        </p:spPr>
        <p:txBody>
          <a:bodyPr wrap="square">
            <a:spAutoFit/>
          </a:bodyPr>
          <a:lstStyle/>
          <a:p>
            <a:r>
              <a:rPr lang="en-IN" dirty="0"/>
              <a:t>Session 1</a:t>
            </a:r>
          </a:p>
        </p:txBody>
      </p:sp>
    </p:spTree>
    <p:extLst>
      <p:ext uri="{BB962C8B-B14F-4D97-AF65-F5344CB8AC3E}">
        <p14:creationId xmlns:p14="http://schemas.microsoft.com/office/powerpoint/2010/main" val="21369630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5A292AEA-2528-46C0-B426-95822B6141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D8B7B198-E4DF-43CD-AD8C-1998843237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34" name="Freeform: Shape 33">
            <a:extLst>
              <a:ext uri="{FF2B5EF4-FFF2-40B4-BE49-F238E27FC236}">
                <a16:creationId xmlns:a16="http://schemas.microsoft.com/office/drawing/2014/main" id="{2BE67753-EA0E-4819-8D22-0B6600CF7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96934" y="3984"/>
            <a:ext cx="9376632" cy="6858000"/>
          </a:xfrm>
          <a:custGeom>
            <a:avLst/>
            <a:gdLst>
              <a:gd name="connsiteX0" fmla="*/ 1691615 w 9376632"/>
              <a:gd name="connsiteY0" fmla="*/ 0 h 6858000"/>
              <a:gd name="connsiteX1" fmla="*/ 7685017 w 9376632"/>
              <a:gd name="connsiteY1" fmla="*/ 0 h 6858000"/>
              <a:gd name="connsiteX2" fmla="*/ 7840634 w 9376632"/>
              <a:gd name="connsiteY2" fmla="*/ 134799 h 6858000"/>
              <a:gd name="connsiteX3" fmla="*/ 9376632 w 9376632"/>
              <a:gd name="connsiteY3" fmla="*/ 3605175 h 6858000"/>
              <a:gd name="connsiteX4" fmla="*/ 8158692 w 9376632"/>
              <a:gd name="connsiteY4" fmla="*/ 6757493 h 6858000"/>
              <a:gd name="connsiteX5" fmla="*/ 8062868 w 9376632"/>
              <a:gd name="connsiteY5" fmla="*/ 6858000 h 6858000"/>
              <a:gd name="connsiteX6" fmla="*/ 1313765 w 9376632"/>
              <a:gd name="connsiteY6" fmla="*/ 6858000 h 6858000"/>
              <a:gd name="connsiteX7" fmla="*/ 1217940 w 9376632"/>
              <a:gd name="connsiteY7" fmla="*/ 6757493 h 6858000"/>
              <a:gd name="connsiteX8" fmla="*/ 0 w 9376632"/>
              <a:gd name="connsiteY8" fmla="*/ 3605175 h 6858000"/>
              <a:gd name="connsiteX9" fmla="*/ 1535999 w 9376632"/>
              <a:gd name="connsiteY9" fmla="*/ 13479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376632" h="6858000">
                <a:moveTo>
                  <a:pt x="1691615" y="0"/>
                </a:moveTo>
                <a:lnTo>
                  <a:pt x="7685017" y="0"/>
                </a:lnTo>
                <a:lnTo>
                  <a:pt x="7840634" y="134799"/>
                </a:lnTo>
                <a:cubicBezTo>
                  <a:pt x="8784230" y="992423"/>
                  <a:pt x="9376632" y="2229618"/>
                  <a:pt x="9376632" y="3605175"/>
                </a:cubicBezTo>
                <a:cubicBezTo>
                  <a:pt x="9376632" y="4818903"/>
                  <a:pt x="8915419" y="5924908"/>
                  <a:pt x="8158692" y="6757493"/>
                </a:cubicBezTo>
                <a:lnTo>
                  <a:pt x="8062868" y="6858000"/>
                </a:lnTo>
                <a:lnTo>
                  <a:pt x="1313765" y="6858000"/>
                </a:lnTo>
                <a:lnTo>
                  <a:pt x="1217940" y="6757493"/>
                </a:lnTo>
                <a:cubicBezTo>
                  <a:pt x="461213" y="5924908"/>
                  <a:pt x="0" y="4818903"/>
                  <a:pt x="0" y="3605175"/>
                </a:cubicBezTo>
                <a:cubicBezTo>
                  <a:pt x="0" y="2229618"/>
                  <a:pt x="592403" y="992423"/>
                  <a:pt x="1535999" y="134799"/>
                </a:cubicBezTo>
                <a:close/>
              </a:path>
            </a:pathLst>
          </a:cu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5" name="Group 34">
            <a:extLst>
              <a:ext uri="{FF2B5EF4-FFF2-40B4-BE49-F238E27FC236}">
                <a16:creationId xmlns:a16="http://schemas.microsoft.com/office/drawing/2014/main" id="{D76D63AC-0421-45EC-B383-E79A61A78C6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303402" y="3985"/>
            <a:ext cx="9772765" cy="6858000"/>
            <a:chOff x="1303402" y="36937"/>
            <a:chExt cx="9772765" cy="6858000"/>
          </a:xfrm>
          <a:solidFill>
            <a:schemeClr val="bg1">
              <a:alpha val="30000"/>
            </a:schemeClr>
          </a:solidFill>
        </p:grpSpPr>
        <p:sp>
          <p:nvSpPr>
            <p:cNvPr id="15" name="Freeform: Shape 14">
              <a:extLst>
                <a:ext uri="{FF2B5EF4-FFF2-40B4-BE49-F238E27FC236}">
                  <a16:creationId xmlns:a16="http://schemas.microsoft.com/office/drawing/2014/main" id="{B997A32E-7032-4107-9C8B-99DB59EDD5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6937"/>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Shape 15">
              <a:extLst>
                <a:ext uri="{FF2B5EF4-FFF2-40B4-BE49-F238E27FC236}">
                  <a16:creationId xmlns:a16="http://schemas.microsoft.com/office/drawing/2014/main" id="{943BB27F-1470-42CA-91FF-D94BC691C8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6937"/>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Freeform: Shape 16">
              <a:extLst>
                <a:ext uri="{FF2B5EF4-FFF2-40B4-BE49-F238E27FC236}">
                  <a16:creationId xmlns:a16="http://schemas.microsoft.com/office/drawing/2014/main" id="{E997B002-17FD-47B3-A06A-76802FE15C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6937"/>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Freeform: Shape 17">
              <a:extLst>
                <a:ext uri="{FF2B5EF4-FFF2-40B4-BE49-F238E27FC236}">
                  <a16:creationId xmlns:a16="http://schemas.microsoft.com/office/drawing/2014/main" id="{E401EA35-9D2E-43B7-860F-EBB8A6C3E0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6937"/>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Freeform: Shape 18">
              <a:extLst>
                <a:ext uri="{FF2B5EF4-FFF2-40B4-BE49-F238E27FC236}">
                  <a16:creationId xmlns:a16="http://schemas.microsoft.com/office/drawing/2014/main" id="{F8C44827-3D81-4FF9-B4A5-5650D1B20A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6937"/>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Freeform: Shape 19">
              <a:extLst>
                <a:ext uri="{FF2B5EF4-FFF2-40B4-BE49-F238E27FC236}">
                  <a16:creationId xmlns:a16="http://schemas.microsoft.com/office/drawing/2014/main" id="{F613D97F-F6DF-4D32-AD91-209A80E7A2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8320" y="36937"/>
              <a:ext cx="9767847" cy="6858000"/>
            </a:xfrm>
            <a:custGeom>
              <a:avLst/>
              <a:gdLst>
                <a:gd name="connsiteX0" fmla="*/ 7151367 w 9767847"/>
                <a:gd name="connsiteY0" fmla="*/ 0 h 6858000"/>
                <a:gd name="connsiteX1" fmla="*/ 7881247 w 9767847"/>
                <a:gd name="connsiteY1" fmla="*/ 0 h 6858000"/>
                <a:gd name="connsiteX2" fmla="*/ 7990553 w 9767847"/>
                <a:gd name="connsiteY2" fmla="*/ 81317 h 6858000"/>
                <a:gd name="connsiteX3" fmla="*/ 9767847 w 9767847"/>
                <a:gd name="connsiteY3" fmla="*/ 3649031 h 6858000"/>
                <a:gd name="connsiteX4" fmla="*/ 8652597 w 9767847"/>
                <a:gd name="connsiteY4" fmla="*/ 6590005 h 6858000"/>
                <a:gd name="connsiteX5" fmla="*/ 8395306 w 9767847"/>
                <a:gd name="connsiteY5" fmla="*/ 6858000 h 6858000"/>
                <a:gd name="connsiteX6" fmla="*/ 6762603 w 9767847"/>
                <a:gd name="connsiteY6" fmla="*/ 6858000 h 6858000"/>
                <a:gd name="connsiteX7" fmla="*/ 6765962 w 9767847"/>
                <a:gd name="connsiteY7" fmla="*/ 6854844 h 6858000"/>
                <a:gd name="connsiteX8" fmla="*/ 6804586 w 9767847"/>
                <a:gd name="connsiteY8" fmla="*/ 6817103 h 6858000"/>
                <a:gd name="connsiteX9" fmla="*/ 6881735 w 9767847"/>
                <a:gd name="connsiteY9" fmla="*/ 6741197 h 6858000"/>
                <a:gd name="connsiteX10" fmla="*/ 6958883 w 9767847"/>
                <a:gd name="connsiteY10" fmla="*/ 6664822 h 6858000"/>
                <a:gd name="connsiteX11" fmla="*/ 7267925 w 9767847"/>
                <a:gd name="connsiteY11" fmla="*/ 6355694 h 6858000"/>
                <a:gd name="connsiteX12" fmla="*/ 7424360 w 9767847"/>
                <a:gd name="connsiteY12" fmla="*/ 6200685 h 6858000"/>
                <a:gd name="connsiteX13" fmla="*/ 7504938 w 9767847"/>
                <a:gd name="connsiteY13" fmla="*/ 6122708 h 6858000"/>
                <a:gd name="connsiteX14" fmla="*/ 7546396 w 9767847"/>
                <a:gd name="connsiteY14" fmla="*/ 6083697 h 6858000"/>
                <a:gd name="connsiteX15" fmla="*/ 7588002 w 9767847"/>
                <a:gd name="connsiteY15" fmla="*/ 6045532 h 6858000"/>
                <a:gd name="connsiteX16" fmla="*/ 7631000 w 9767847"/>
                <a:gd name="connsiteY16" fmla="*/ 6006709 h 6858000"/>
                <a:gd name="connsiteX17" fmla="*/ 7675440 w 9767847"/>
                <a:gd name="connsiteY17" fmla="*/ 5968309 h 6858000"/>
                <a:gd name="connsiteX18" fmla="*/ 7720626 w 9767847"/>
                <a:gd name="connsiteY18" fmla="*/ 5930851 h 6858000"/>
                <a:gd name="connsiteX19" fmla="*/ 7766458 w 9767847"/>
                <a:gd name="connsiteY19" fmla="*/ 5894334 h 6858000"/>
                <a:gd name="connsiteX20" fmla="*/ 7955254 w 9767847"/>
                <a:gd name="connsiteY20" fmla="*/ 5756828 h 6858000"/>
                <a:gd name="connsiteX21" fmla="*/ 8352678 w 9767847"/>
                <a:gd name="connsiteY21" fmla="*/ 5517630 h 6858000"/>
                <a:gd name="connsiteX22" fmla="*/ 8451350 w 9767847"/>
                <a:gd name="connsiteY22" fmla="*/ 5465254 h 6858000"/>
                <a:gd name="connsiteX23" fmla="*/ 8548532 w 9767847"/>
                <a:gd name="connsiteY23" fmla="*/ 5413395 h 6858000"/>
                <a:gd name="connsiteX24" fmla="*/ 8729473 w 9767847"/>
                <a:gd name="connsiteY24" fmla="*/ 5309961 h 6858000"/>
                <a:gd name="connsiteX25" fmla="*/ 8770781 w 9767847"/>
                <a:gd name="connsiteY25" fmla="*/ 5283232 h 6858000"/>
                <a:gd name="connsiteX26" fmla="*/ 8790964 w 9767847"/>
                <a:gd name="connsiteY26" fmla="*/ 5269492 h 6858000"/>
                <a:gd name="connsiteX27" fmla="*/ 8810499 w 9767847"/>
                <a:gd name="connsiteY27" fmla="*/ 5255703 h 6858000"/>
                <a:gd name="connsiteX28" fmla="*/ 8883571 w 9767847"/>
                <a:gd name="connsiteY28" fmla="*/ 5198479 h 6858000"/>
                <a:gd name="connsiteX29" fmla="*/ 9006651 w 9767847"/>
                <a:gd name="connsiteY29" fmla="*/ 5070527 h 6858000"/>
                <a:gd name="connsiteX30" fmla="*/ 9033494 w 9767847"/>
                <a:gd name="connsiteY30" fmla="*/ 5034105 h 6858000"/>
                <a:gd name="connsiteX31" fmla="*/ 9040305 w 9767847"/>
                <a:gd name="connsiteY31" fmla="*/ 5024551 h 6858000"/>
                <a:gd name="connsiteX32" fmla="*/ 9046568 w 9767847"/>
                <a:gd name="connsiteY32" fmla="*/ 5015281 h 6858000"/>
                <a:gd name="connsiteX33" fmla="*/ 9058846 w 9767847"/>
                <a:gd name="connsiteY33" fmla="*/ 4996645 h 6858000"/>
                <a:gd name="connsiteX34" fmla="*/ 9104529 w 9767847"/>
                <a:gd name="connsiteY34" fmla="*/ 4918105 h 6858000"/>
                <a:gd name="connsiteX35" fmla="*/ 9181081 w 9767847"/>
                <a:gd name="connsiteY35" fmla="*/ 4744694 h 6858000"/>
                <a:gd name="connsiteX36" fmla="*/ 9240731 w 9767847"/>
                <a:gd name="connsiteY36" fmla="*/ 4557872 h 6858000"/>
                <a:gd name="connsiteX37" fmla="*/ 9265388 w 9767847"/>
                <a:gd name="connsiteY37" fmla="*/ 4461073 h 6858000"/>
                <a:gd name="connsiteX38" fmla="*/ 9276571 w 9767847"/>
                <a:gd name="connsiteY38" fmla="*/ 4411943 h 6858000"/>
                <a:gd name="connsiteX39" fmla="*/ 9281841 w 9767847"/>
                <a:gd name="connsiteY39" fmla="*/ 4387379 h 6858000"/>
                <a:gd name="connsiteX40" fmla="*/ 9286513 w 9767847"/>
                <a:gd name="connsiteY40" fmla="*/ 4364838 h 6858000"/>
                <a:gd name="connsiteX41" fmla="*/ 9296754 w 9767847"/>
                <a:gd name="connsiteY41" fmla="*/ 4312038 h 6858000"/>
                <a:gd name="connsiteX42" fmla="*/ 9301029 w 9767847"/>
                <a:gd name="connsiteY42" fmla="*/ 4289074 h 6858000"/>
                <a:gd name="connsiteX43" fmla="*/ 9302818 w 9767847"/>
                <a:gd name="connsiteY43" fmla="*/ 4278581 h 6858000"/>
                <a:gd name="connsiteX44" fmla="*/ 9304658 w 9767847"/>
                <a:gd name="connsiteY44" fmla="*/ 4266816 h 6858000"/>
                <a:gd name="connsiteX45" fmla="*/ 9312810 w 9767847"/>
                <a:gd name="connsiteY45" fmla="*/ 4215945 h 6858000"/>
                <a:gd name="connsiteX46" fmla="*/ 9316887 w 9767847"/>
                <a:gd name="connsiteY46" fmla="*/ 4190486 h 6858000"/>
                <a:gd name="connsiteX47" fmla="*/ 9318923 w 9767847"/>
                <a:gd name="connsiteY47" fmla="*/ 4177780 h 6858000"/>
                <a:gd name="connsiteX48" fmla="*/ 9320515 w 9767847"/>
                <a:gd name="connsiteY48" fmla="*/ 4164886 h 6858000"/>
                <a:gd name="connsiteX49" fmla="*/ 9332445 w 9767847"/>
                <a:gd name="connsiteY49" fmla="*/ 4064981 h 6858000"/>
                <a:gd name="connsiteX50" fmla="*/ 9336173 w 9767847"/>
                <a:gd name="connsiteY50" fmla="*/ 4018676 h 6858000"/>
                <a:gd name="connsiteX51" fmla="*/ 9340199 w 9767847"/>
                <a:gd name="connsiteY51" fmla="*/ 3965171 h 6858000"/>
                <a:gd name="connsiteX52" fmla="*/ 9347557 w 9767847"/>
                <a:gd name="connsiteY52" fmla="*/ 3765972 h 6858000"/>
                <a:gd name="connsiteX53" fmla="*/ 9346364 w 9767847"/>
                <a:gd name="connsiteY53" fmla="*/ 3664938 h 6858000"/>
                <a:gd name="connsiteX54" fmla="*/ 9344921 w 9767847"/>
                <a:gd name="connsiteY54" fmla="*/ 3615243 h 6858000"/>
                <a:gd name="connsiteX55" fmla="*/ 9344524 w 9767847"/>
                <a:gd name="connsiteY55" fmla="*/ 3603526 h 6858000"/>
                <a:gd name="connsiteX56" fmla="*/ 9343728 w 9767847"/>
                <a:gd name="connsiteY56" fmla="*/ 3590774 h 6858000"/>
                <a:gd name="connsiteX57" fmla="*/ 9342188 w 9767847"/>
                <a:gd name="connsiteY57" fmla="*/ 3565268 h 6858000"/>
                <a:gd name="connsiteX58" fmla="*/ 9339056 w 9767847"/>
                <a:gd name="connsiteY58" fmla="*/ 3514256 h 6858000"/>
                <a:gd name="connsiteX59" fmla="*/ 9334334 w 9767847"/>
                <a:gd name="connsiteY59" fmla="*/ 3463057 h 6858000"/>
                <a:gd name="connsiteX60" fmla="*/ 9329363 w 9767847"/>
                <a:gd name="connsiteY60" fmla="*/ 3411810 h 6858000"/>
                <a:gd name="connsiteX61" fmla="*/ 9328319 w 9767847"/>
                <a:gd name="connsiteY61" fmla="*/ 3400657 h 6858000"/>
                <a:gd name="connsiteX62" fmla="*/ 9327177 w 9767847"/>
                <a:gd name="connsiteY62" fmla="*/ 3390116 h 6858000"/>
                <a:gd name="connsiteX63" fmla="*/ 9324293 w 9767847"/>
                <a:gd name="connsiteY63" fmla="*/ 3366774 h 6858000"/>
                <a:gd name="connsiteX64" fmla="*/ 9320763 w 9767847"/>
                <a:gd name="connsiteY64" fmla="*/ 3340329 h 6858000"/>
                <a:gd name="connsiteX65" fmla="*/ 9317184 w 9767847"/>
                <a:gd name="connsiteY65" fmla="*/ 3311245 h 6858000"/>
                <a:gd name="connsiteX66" fmla="*/ 9311021 w 9767847"/>
                <a:gd name="connsiteY66" fmla="*/ 3266211 h 6858000"/>
                <a:gd name="connsiteX67" fmla="*/ 9302719 w 9767847"/>
                <a:gd name="connsiteY67" fmla="*/ 3215717 h 6858000"/>
                <a:gd name="connsiteX68" fmla="*/ 9293970 w 9767847"/>
                <a:gd name="connsiteY68" fmla="*/ 3165789 h 6858000"/>
                <a:gd name="connsiteX69" fmla="*/ 9252065 w 9767847"/>
                <a:gd name="connsiteY69" fmla="*/ 2967107 h 6858000"/>
                <a:gd name="connsiteX70" fmla="*/ 9227211 w 9767847"/>
                <a:gd name="connsiteY70" fmla="*/ 2868473 h 6858000"/>
                <a:gd name="connsiteX71" fmla="*/ 9220699 w 9767847"/>
                <a:gd name="connsiteY71" fmla="*/ 2844426 h 6858000"/>
                <a:gd name="connsiteX72" fmla="*/ 9213740 w 9767847"/>
                <a:gd name="connsiteY72" fmla="*/ 2820191 h 6858000"/>
                <a:gd name="connsiteX73" fmla="*/ 9199374 w 9767847"/>
                <a:gd name="connsiteY73" fmla="*/ 2771438 h 6858000"/>
                <a:gd name="connsiteX74" fmla="*/ 9061829 w 9767847"/>
                <a:gd name="connsiteY74" fmla="*/ 2385418 h 6858000"/>
                <a:gd name="connsiteX75" fmla="*/ 8978865 w 9767847"/>
                <a:gd name="connsiteY75" fmla="*/ 2196855 h 6858000"/>
                <a:gd name="connsiteX76" fmla="*/ 8956694 w 9767847"/>
                <a:gd name="connsiteY76" fmla="*/ 2150219 h 6858000"/>
                <a:gd name="connsiteX77" fmla="*/ 8934176 w 9767847"/>
                <a:gd name="connsiteY77" fmla="*/ 2103914 h 6858000"/>
                <a:gd name="connsiteX78" fmla="*/ 8887151 w 9767847"/>
                <a:gd name="connsiteY78" fmla="*/ 2011350 h 6858000"/>
                <a:gd name="connsiteX79" fmla="*/ 8787533 w 9767847"/>
                <a:gd name="connsiteY79" fmla="*/ 1828527 h 6858000"/>
                <a:gd name="connsiteX80" fmla="*/ 8761485 w 9767847"/>
                <a:gd name="connsiteY80" fmla="*/ 1783398 h 6858000"/>
                <a:gd name="connsiteX81" fmla="*/ 8734791 w 9767847"/>
                <a:gd name="connsiteY81" fmla="*/ 1737893 h 6858000"/>
                <a:gd name="connsiteX82" fmla="*/ 8680808 w 9767847"/>
                <a:gd name="connsiteY82" fmla="*/ 1648812 h 6858000"/>
                <a:gd name="connsiteX83" fmla="*/ 8567024 w 9767847"/>
                <a:gd name="connsiteY83" fmla="*/ 1472906 h 6858000"/>
                <a:gd name="connsiteX84" fmla="*/ 8537446 w 9767847"/>
                <a:gd name="connsiteY84" fmla="*/ 1429330 h 6858000"/>
                <a:gd name="connsiteX85" fmla="*/ 8507423 w 9767847"/>
                <a:gd name="connsiteY85" fmla="*/ 1385896 h 6858000"/>
                <a:gd name="connsiteX86" fmla="*/ 8446529 w 9767847"/>
                <a:gd name="connsiteY86" fmla="*/ 1300295 h 6858000"/>
                <a:gd name="connsiteX87" fmla="*/ 8319224 w 9767847"/>
                <a:gd name="connsiteY87" fmla="*/ 1131026 h 6858000"/>
                <a:gd name="connsiteX88" fmla="*/ 8286366 w 9767847"/>
                <a:gd name="connsiteY88" fmla="*/ 1089050 h 6858000"/>
                <a:gd name="connsiteX89" fmla="*/ 8270161 w 9767847"/>
                <a:gd name="connsiteY89" fmla="*/ 1068439 h 6858000"/>
                <a:gd name="connsiteX90" fmla="*/ 8253856 w 9767847"/>
                <a:gd name="connsiteY90" fmla="*/ 1048156 h 6858000"/>
                <a:gd name="connsiteX91" fmla="*/ 8186352 w 9767847"/>
                <a:gd name="connsiteY91" fmla="*/ 966275 h 6858000"/>
                <a:gd name="connsiteX92" fmla="*/ 8046768 w 9767847"/>
                <a:gd name="connsiteY92" fmla="*/ 805429 h 6858000"/>
                <a:gd name="connsiteX93" fmla="*/ 8010927 w 9767847"/>
                <a:gd name="connsiteY93" fmla="*/ 765853 h 6858000"/>
                <a:gd name="connsiteX94" fmla="*/ 7974788 w 9767847"/>
                <a:gd name="connsiteY94" fmla="*/ 726653 h 6858000"/>
                <a:gd name="connsiteX95" fmla="*/ 7901070 w 9767847"/>
                <a:gd name="connsiteY95" fmla="*/ 648724 h 6858000"/>
                <a:gd name="connsiteX96" fmla="*/ 7750054 w 9767847"/>
                <a:gd name="connsiteY96" fmla="*/ 497008 h 6858000"/>
                <a:gd name="connsiteX97" fmla="*/ 7592277 w 9767847"/>
                <a:gd name="connsiteY97" fmla="*/ 351221 h 6858000"/>
                <a:gd name="connsiteX98" fmla="*/ 7257734 w 9767847"/>
                <a:gd name="connsiteY98" fmla="*/ 76964 h 6858000"/>
                <a:gd name="connsiteX99" fmla="*/ 1886601 w 9767847"/>
                <a:gd name="connsiteY99" fmla="*/ 0 h 6858000"/>
                <a:gd name="connsiteX100" fmla="*/ 2292926 w 9767847"/>
                <a:gd name="connsiteY100" fmla="*/ 0 h 6858000"/>
                <a:gd name="connsiteX101" fmla="*/ 2135542 w 9767847"/>
                <a:gd name="connsiteY101" fmla="*/ 117781 h 6858000"/>
                <a:gd name="connsiteX102" fmla="*/ 1969576 w 9767847"/>
                <a:gd name="connsiteY102" fmla="*/ 254986 h 6858000"/>
                <a:gd name="connsiteX103" fmla="*/ 1659938 w 9767847"/>
                <a:gd name="connsiteY103" fmla="*/ 549855 h 6858000"/>
                <a:gd name="connsiteX104" fmla="*/ 729383 w 9767847"/>
                <a:gd name="connsiteY104" fmla="*/ 1936480 h 6858000"/>
                <a:gd name="connsiteX105" fmla="*/ 578465 w 9767847"/>
                <a:gd name="connsiteY105" fmla="*/ 2320807 h 6858000"/>
                <a:gd name="connsiteX106" fmla="*/ 465080 w 9767847"/>
                <a:gd name="connsiteY106" fmla="*/ 2714875 h 6858000"/>
                <a:gd name="connsiteX107" fmla="*/ 423820 w 9767847"/>
                <a:gd name="connsiteY107" fmla="*/ 2915436 h 6858000"/>
                <a:gd name="connsiteX108" fmla="*/ 392355 w 9767847"/>
                <a:gd name="connsiteY108" fmla="*/ 3118071 h 6858000"/>
                <a:gd name="connsiteX109" fmla="*/ 358801 w 9767847"/>
                <a:gd name="connsiteY109" fmla="*/ 3526915 h 6858000"/>
                <a:gd name="connsiteX110" fmla="*/ 410350 w 9767847"/>
                <a:gd name="connsiteY110" fmla="*/ 4348226 h 6858000"/>
                <a:gd name="connsiteX111" fmla="*/ 449022 w 9767847"/>
                <a:gd name="connsiteY111" fmla="*/ 4551049 h 6858000"/>
                <a:gd name="connsiteX112" fmla="*/ 498882 w 9767847"/>
                <a:gd name="connsiteY112" fmla="*/ 4752365 h 6858000"/>
                <a:gd name="connsiteX113" fmla="*/ 559775 w 9767847"/>
                <a:gd name="connsiteY113" fmla="*/ 4951657 h 6858000"/>
                <a:gd name="connsiteX114" fmla="*/ 631406 w 9767847"/>
                <a:gd name="connsiteY114" fmla="*/ 5147986 h 6858000"/>
                <a:gd name="connsiteX115" fmla="*/ 1023461 w 9767847"/>
                <a:gd name="connsiteY115" fmla="*/ 5893957 h 6858000"/>
                <a:gd name="connsiteX116" fmla="*/ 1575880 w 9767847"/>
                <a:gd name="connsiteY116" fmla="*/ 6547646 h 6858000"/>
                <a:gd name="connsiteX117" fmla="*/ 1905228 w 9767847"/>
                <a:gd name="connsiteY117" fmla="*/ 6829468 h 6858000"/>
                <a:gd name="connsiteX118" fmla="*/ 1944230 w 9767847"/>
                <a:gd name="connsiteY118" fmla="*/ 6858000 h 6858000"/>
                <a:gd name="connsiteX119" fmla="*/ 1372541 w 9767847"/>
                <a:gd name="connsiteY119" fmla="*/ 6858000 h 6858000"/>
                <a:gd name="connsiteX120" fmla="*/ 1115251 w 9767847"/>
                <a:gd name="connsiteY120" fmla="*/ 6590005 h 6858000"/>
                <a:gd name="connsiteX121" fmla="*/ 0 w 9767847"/>
                <a:gd name="connsiteY121" fmla="*/ 3649031 h 6858000"/>
                <a:gd name="connsiteX122" fmla="*/ 1777294 w 9767847"/>
                <a:gd name="connsiteY122" fmla="*/ 813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9767847" h="6858000">
                  <a:moveTo>
                    <a:pt x="7151367" y="0"/>
                  </a:moveTo>
                  <a:lnTo>
                    <a:pt x="7881247" y="0"/>
                  </a:lnTo>
                  <a:lnTo>
                    <a:pt x="7990553" y="81317"/>
                  </a:lnTo>
                  <a:cubicBezTo>
                    <a:pt x="9075991" y="929334"/>
                    <a:pt x="9767847" y="2212695"/>
                    <a:pt x="9767847" y="3649031"/>
                  </a:cubicBezTo>
                  <a:cubicBezTo>
                    <a:pt x="9767847" y="4766182"/>
                    <a:pt x="9349317" y="5790792"/>
                    <a:pt x="8652597" y="6590005"/>
                  </a:cubicBezTo>
                  <a:lnTo>
                    <a:pt x="8395306" y="6858000"/>
                  </a:lnTo>
                  <a:lnTo>
                    <a:pt x="6762603" y="6858000"/>
                  </a:lnTo>
                  <a:lnTo>
                    <a:pt x="6765962" y="6854844"/>
                  </a:lnTo>
                  <a:cubicBezTo>
                    <a:pt x="6779036" y="6842703"/>
                    <a:pt x="6791663" y="6829621"/>
                    <a:pt x="6804586" y="6817103"/>
                  </a:cubicBezTo>
                  <a:lnTo>
                    <a:pt x="6881735" y="6741197"/>
                  </a:lnTo>
                  <a:cubicBezTo>
                    <a:pt x="6907435" y="6715881"/>
                    <a:pt x="6933134" y="6690798"/>
                    <a:pt x="6958883" y="6664822"/>
                  </a:cubicBezTo>
                  <a:lnTo>
                    <a:pt x="7267925" y="6355694"/>
                  </a:lnTo>
                  <a:lnTo>
                    <a:pt x="7424360" y="6200685"/>
                  </a:lnTo>
                  <a:cubicBezTo>
                    <a:pt x="7450754" y="6174802"/>
                    <a:pt x="7477598" y="6148731"/>
                    <a:pt x="7504938" y="6122708"/>
                  </a:cubicBezTo>
                  <a:lnTo>
                    <a:pt x="7546396" y="6083697"/>
                  </a:lnTo>
                  <a:cubicBezTo>
                    <a:pt x="7560264" y="6070803"/>
                    <a:pt x="7574780" y="6057532"/>
                    <a:pt x="7588002" y="6045532"/>
                  </a:cubicBezTo>
                  <a:lnTo>
                    <a:pt x="7631000" y="6006709"/>
                  </a:lnTo>
                  <a:lnTo>
                    <a:pt x="7675440" y="5968309"/>
                  </a:lnTo>
                  <a:cubicBezTo>
                    <a:pt x="7690404" y="5955698"/>
                    <a:pt x="7705564" y="5943321"/>
                    <a:pt x="7720626" y="5930851"/>
                  </a:cubicBezTo>
                  <a:cubicBezTo>
                    <a:pt x="7735738" y="5918427"/>
                    <a:pt x="7751197" y="5906521"/>
                    <a:pt x="7766458" y="5894334"/>
                  </a:cubicBezTo>
                  <a:cubicBezTo>
                    <a:pt x="7827949" y="5846192"/>
                    <a:pt x="7890979" y="5800499"/>
                    <a:pt x="7955254" y="5756828"/>
                  </a:cubicBezTo>
                  <a:cubicBezTo>
                    <a:pt x="8083800" y="5669534"/>
                    <a:pt x="8216872" y="5590336"/>
                    <a:pt x="8352678" y="5517630"/>
                  </a:cubicBezTo>
                  <a:lnTo>
                    <a:pt x="8451350" y="5465254"/>
                  </a:lnTo>
                  <a:lnTo>
                    <a:pt x="8548532" y="5413395"/>
                  </a:lnTo>
                  <a:cubicBezTo>
                    <a:pt x="8612110" y="5379090"/>
                    <a:pt x="8673251" y="5345208"/>
                    <a:pt x="8729473" y="5309961"/>
                  </a:cubicBezTo>
                  <a:cubicBezTo>
                    <a:pt x="8743591" y="5301115"/>
                    <a:pt x="8757161" y="5292361"/>
                    <a:pt x="8770781" y="5283232"/>
                  </a:cubicBezTo>
                  <a:cubicBezTo>
                    <a:pt x="8777591" y="5278667"/>
                    <a:pt x="8784451" y="5274103"/>
                    <a:pt x="8790964" y="5269492"/>
                  </a:cubicBezTo>
                  <a:cubicBezTo>
                    <a:pt x="8797574" y="5264879"/>
                    <a:pt x="8804235" y="5260314"/>
                    <a:pt x="8810499" y="5255703"/>
                  </a:cubicBezTo>
                  <a:cubicBezTo>
                    <a:pt x="8835999" y="5237303"/>
                    <a:pt x="8860407" y="5218291"/>
                    <a:pt x="8883571" y="5198479"/>
                  </a:cubicBezTo>
                  <a:cubicBezTo>
                    <a:pt x="8929900" y="5158856"/>
                    <a:pt x="8971258" y="5116315"/>
                    <a:pt x="9006651" y="5070527"/>
                  </a:cubicBezTo>
                  <a:cubicBezTo>
                    <a:pt x="9015351" y="5059328"/>
                    <a:pt x="9024398" y="5046857"/>
                    <a:pt x="9033494" y="5034105"/>
                  </a:cubicBezTo>
                  <a:lnTo>
                    <a:pt x="9040305" y="5024551"/>
                  </a:lnTo>
                  <a:lnTo>
                    <a:pt x="9046568" y="5015281"/>
                  </a:lnTo>
                  <a:cubicBezTo>
                    <a:pt x="9050743" y="5009163"/>
                    <a:pt x="9054819" y="5002952"/>
                    <a:pt x="9058846" y="4996645"/>
                  </a:cubicBezTo>
                  <a:cubicBezTo>
                    <a:pt x="9075002" y="4971517"/>
                    <a:pt x="9090212" y="4945305"/>
                    <a:pt x="9104529" y="4918105"/>
                  </a:cubicBezTo>
                  <a:cubicBezTo>
                    <a:pt x="9133211" y="4863752"/>
                    <a:pt x="9158313" y="4805447"/>
                    <a:pt x="9181081" y="4744694"/>
                  </a:cubicBezTo>
                  <a:cubicBezTo>
                    <a:pt x="9203748" y="4684178"/>
                    <a:pt x="9223383" y="4621778"/>
                    <a:pt x="9240731" y="4557872"/>
                  </a:cubicBezTo>
                  <a:cubicBezTo>
                    <a:pt x="9249481" y="4525966"/>
                    <a:pt x="9257682" y="4493684"/>
                    <a:pt x="9265388" y="4461073"/>
                  </a:cubicBezTo>
                  <a:cubicBezTo>
                    <a:pt x="9269215" y="4444744"/>
                    <a:pt x="9272943" y="4428367"/>
                    <a:pt x="9276571" y="4411943"/>
                  </a:cubicBezTo>
                  <a:lnTo>
                    <a:pt x="9281841" y="4387379"/>
                  </a:lnTo>
                  <a:lnTo>
                    <a:pt x="9286513" y="4364838"/>
                  </a:lnTo>
                  <a:lnTo>
                    <a:pt x="9296754" y="4312038"/>
                  </a:lnTo>
                  <a:lnTo>
                    <a:pt x="9301029" y="4289074"/>
                  </a:lnTo>
                  <a:lnTo>
                    <a:pt x="9302818" y="4278581"/>
                  </a:lnTo>
                  <a:lnTo>
                    <a:pt x="9304658" y="4266816"/>
                  </a:lnTo>
                  <a:lnTo>
                    <a:pt x="9312810" y="4215945"/>
                  </a:lnTo>
                  <a:lnTo>
                    <a:pt x="9316887" y="4190486"/>
                  </a:lnTo>
                  <a:lnTo>
                    <a:pt x="9318923" y="4177780"/>
                  </a:lnTo>
                  <a:cubicBezTo>
                    <a:pt x="9319570" y="4173546"/>
                    <a:pt x="9319969" y="4169169"/>
                    <a:pt x="9320515" y="4164886"/>
                  </a:cubicBezTo>
                  <a:lnTo>
                    <a:pt x="9332445" y="4064981"/>
                  </a:lnTo>
                  <a:cubicBezTo>
                    <a:pt x="9333836" y="4052370"/>
                    <a:pt x="9334880" y="4036888"/>
                    <a:pt x="9336173" y="4018676"/>
                  </a:cubicBezTo>
                  <a:lnTo>
                    <a:pt x="9340199" y="3965171"/>
                  </a:lnTo>
                  <a:cubicBezTo>
                    <a:pt x="9345071" y="3899806"/>
                    <a:pt x="9347358" y="3832983"/>
                    <a:pt x="9347557" y="3765972"/>
                  </a:cubicBezTo>
                  <a:cubicBezTo>
                    <a:pt x="9347656" y="3732420"/>
                    <a:pt x="9347209" y="3698773"/>
                    <a:pt x="9346364" y="3664938"/>
                  </a:cubicBezTo>
                  <a:lnTo>
                    <a:pt x="9344921" y="3615243"/>
                  </a:lnTo>
                  <a:lnTo>
                    <a:pt x="9344524" y="3603526"/>
                  </a:lnTo>
                  <a:lnTo>
                    <a:pt x="9343728" y="3590774"/>
                  </a:lnTo>
                  <a:lnTo>
                    <a:pt x="9342188" y="3565268"/>
                  </a:lnTo>
                  <a:lnTo>
                    <a:pt x="9339056" y="3514256"/>
                  </a:lnTo>
                  <a:cubicBezTo>
                    <a:pt x="9337914" y="3497221"/>
                    <a:pt x="9335874" y="3480138"/>
                    <a:pt x="9334334" y="3463057"/>
                  </a:cubicBezTo>
                  <a:lnTo>
                    <a:pt x="9329363" y="3411810"/>
                  </a:lnTo>
                  <a:lnTo>
                    <a:pt x="9328319" y="3400657"/>
                  </a:lnTo>
                  <a:lnTo>
                    <a:pt x="9327177" y="3390116"/>
                  </a:lnTo>
                  <a:lnTo>
                    <a:pt x="9324293" y="3366774"/>
                  </a:lnTo>
                  <a:lnTo>
                    <a:pt x="9320763" y="3340329"/>
                  </a:lnTo>
                  <a:lnTo>
                    <a:pt x="9317184" y="3311245"/>
                  </a:lnTo>
                  <a:cubicBezTo>
                    <a:pt x="9315594" y="3296893"/>
                    <a:pt x="9313506" y="3282306"/>
                    <a:pt x="9311021" y="3266211"/>
                  </a:cubicBezTo>
                  <a:lnTo>
                    <a:pt x="9302719" y="3215717"/>
                  </a:lnTo>
                  <a:cubicBezTo>
                    <a:pt x="9299936" y="3199059"/>
                    <a:pt x="9297003" y="3182400"/>
                    <a:pt x="9293970" y="3165789"/>
                  </a:cubicBezTo>
                  <a:cubicBezTo>
                    <a:pt x="9281891" y="3099295"/>
                    <a:pt x="9267674" y="3033084"/>
                    <a:pt x="9252065" y="2967107"/>
                  </a:cubicBezTo>
                  <a:cubicBezTo>
                    <a:pt x="9244261" y="2934167"/>
                    <a:pt x="9235959" y="2901273"/>
                    <a:pt x="9227211" y="2868473"/>
                  </a:cubicBezTo>
                  <a:lnTo>
                    <a:pt x="9220699" y="2844426"/>
                  </a:lnTo>
                  <a:lnTo>
                    <a:pt x="9213740" y="2820191"/>
                  </a:lnTo>
                  <a:cubicBezTo>
                    <a:pt x="9209216" y="2804049"/>
                    <a:pt x="9204345" y="2787768"/>
                    <a:pt x="9199374" y="2771438"/>
                  </a:cubicBezTo>
                  <a:cubicBezTo>
                    <a:pt x="9159855" y="2641086"/>
                    <a:pt x="9114272" y="2512099"/>
                    <a:pt x="9061829" y="2385418"/>
                  </a:cubicBezTo>
                  <a:cubicBezTo>
                    <a:pt x="9035582" y="2322077"/>
                    <a:pt x="9008043" y="2259160"/>
                    <a:pt x="8978865" y="2196855"/>
                  </a:cubicBezTo>
                  <a:lnTo>
                    <a:pt x="8956694" y="2150219"/>
                  </a:lnTo>
                  <a:lnTo>
                    <a:pt x="8934176" y="2103914"/>
                  </a:lnTo>
                  <a:cubicBezTo>
                    <a:pt x="8918915" y="2073091"/>
                    <a:pt x="8903157" y="2042032"/>
                    <a:pt x="8887151" y="2011350"/>
                  </a:cubicBezTo>
                  <a:cubicBezTo>
                    <a:pt x="8854988" y="1949891"/>
                    <a:pt x="8822082" y="1888810"/>
                    <a:pt x="8787533" y="1828527"/>
                  </a:cubicBezTo>
                  <a:lnTo>
                    <a:pt x="8761485" y="1783398"/>
                  </a:lnTo>
                  <a:lnTo>
                    <a:pt x="8734791" y="1737893"/>
                  </a:lnTo>
                  <a:cubicBezTo>
                    <a:pt x="8717047" y="1707823"/>
                    <a:pt x="8699200" y="1678363"/>
                    <a:pt x="8680808" y="1648812"/>
                  </a:cubicBezTo>
                  <a:cubicBezTo>
                    <a:pt x="8644322" y="1589658"/>
                    <a:pt x="8606194" y="1531118"/>
                    <a:pt x="8567024" y="1472906"/>
                  </a:cubicBezTo>
                  <a:lnTo>
                    <a:pt x="8537446" y="1429330"/>
                  </a:lnTo>
                  <a:lnTo>
                    <a:pt x="8507423" y="1385896"/>
                  </a:lnTo>
                  <a:cubicBezTo>
                    <a:pt x="8487390" y="1357284"/>
                    <a:pt x="8467158" y="1328719"/>
                    <a:pt x="8446529" y="1300295"/>
                  </a:cubicBezTo>
                  <a:cubicBezTo>
                    <a:pt x="8405271" y="1243496"/>
                    <a:pt x="8362718" y="1187120"/>
                    <a:pt x="8319224" y="1131026"/>
                  </a:cubicBezTo>
                  <a:lnTo>
                    <a:pt x="8286366" y="1089050"/>
                  </a:lnTo>
                  <a:lnTo>
                    <a:pt x="8270161" y="1068439"/>
                  </a:lnTo>
                  <a:lnTo>
                    <a:pt x="8253856" y="1048156"/>
                  </a:lnTo>
                  <a:cubicBezTo>
                    <a:pt x="8231636" y="1020675"/>
                    <a:pt x="8209117" y="993381"/>
                    <a:pt x="8186352" y="966275"/>
                  </a:cubicBezTo>
                  <a:cubicBezTo>
                    <a:pt x="8140917" y="911922"/>
                    <a:pt x="8094240" y="858417"/>
                    <a:pt x="8046768" y="805429"/>
                  </a:cubicBezTo>
                  <a:lnTo>
                    <a:pt x="8010927" y="765853"/>
                  </a:lnTo>
                  <a:lnTo>
                    <a:pt x="7974788" y="726653"/>
                  </a:lnTo>
                  <a:cubicBezTo>
                    <a:pt x="7950382" y="700489"/>
                    <a:pt x="7925824" y="674465"/>
                    <a:pt x="7901070" y="648724"/>
                  </a:cubicBezTo>
                  <a:cubicBezTo>
                    <a:pt x="7851510" y="597289"/>
                    <a:pt x="7801404" y="546514"/>
                    <a:pt x="7750054" y="497008"/>
                  </a:cubicBezTo>
                  <a:cubicBezTo>
                    <a:pt x="7698902" y="447644"/>
                    <a:pt x="7645913" y="398938"/>
                    <a:pt x="7592277" y="351221"/>
                  </a:cubicBezTo>
                  <a:cubicBezTo>
                    <a:pt x="7484856" y="255786"/>
                    <a:pt x="7373308" y="164304"/>
                    <a:pt x="7257734" y="76964"/>
                  </a:cubicBezTo>
                  <a:close/>
                  <a:moveTo>
                    <a:pt x="1886601" y="0"/>
                  </a:moveTo>
                  <a:lnTo>
                    <a:pt x="2292926" y="0"/>
                  </a:lnTo>
                  <a:lnTo>
                    <a:pt x="2135542" y="117781"/>
                  </a:lnTo>
                  <a:cubicBezTo>
                    <a:pt x="2078998" y="162280"/>
                    <a:pt x="2023659" y="208045"/>
                    <a:pt x="1969576" y="254986"/>
                  </a:cubicBezTo>
                  <a:cubicBezTo>
                    <a:pt x="1861309" y="348820"/>
                    <a:pt x="1758064" y="447314"/>
                    <a:pt x="1659938" y="549855"/>
                  </a:cubicBezTo>
                  <a:cubicBezTo>
                    <a:pt x="1266987" y="960346"/>
                    <a:pt x="953820" y="1431495"/>
                    <a:pt x="729383" y="1936480"/>
                  </a:cubicBezTo>
                  <a:cubicBezTo>
                    <a:pt x="673260" y="2062362"/>
                    <a:pt x="622855" y="2190972"/>
                    <a:pt x="578465" y="2320807"/>
                  </a:cubicBezTo>
                  <a:cubicBezTo>
                    <a:pt x="534125" y="2450687"/>
                    <a:pt x="496147" y="2582216"/>
                    <a:pt x="465080" y="2714875"/>
                  </a:cubicBezTo>
                  <a:cubicBezTo>
                    <a:pt x="449769" y="2780991"/>
                    <a:pt x="435850" y="2848191"/>
                    <a:pt x="423820" y="2915436"/>
                  </a:cubicBezTo>
                  <a:cubicBezTo>
                    <a:pt x="411840" y="2982731"/>
                    <a:pt x="401054" y="3050260"/>
                    <a:pt x="392355" y="3118071"/>
                  </a:cubicBezTo>
                  <a:cubicBezTo>
                    <a:pt x="374509" y="3253646"/>
                    <a:pt x="363424" y="3389880"/>
                    <a:pt x="358801" y="3526915"/>
                  </a:cubicBezTo>
                  <a:cubicBezTo>
                    <a:pt x="349009" y="3800843"/>
                    <a:pt x="366357" y="4075570"/>
                    <a:pt x="410350" y="4348226"/>
                  </a:cubicBezTo>
                  <a:cubicBezTo>
                    <a:pt x="421286" y="4416132"/>
                    <a:pt x="434209" y="4483660"/>
                    <a:pt x="449022" y="4551049"/>
                  </a:cubicBezTo>
                  <a:cubicBezTo>
                    <a:pt x="463737" y="4618436"/>
                    <a:pt x="480389" y="4685588"/>
                    <a:pt x="498882" y="4752365"/>
                  </a:cubicBezTo>
                  <a:cubicBezTo>
                    <a:pt x="517373" y="4819141"/>
                    <a:pt x="537704" y="4885635"/>
                    <a:pt x="559775" y="4951657"/>
                  </a:cubicBezTo>
                  <a:cubicBezTo>
                    <a:pt x="581946" y="5017775"/>
                    <a:pt x="605358" y="5083375"/>
                    <a:pt x="631406" y="5147986"/>
                  </a:cubicBezTo>
                  <a:cubicBezTo>
                    <a:pt x="734055" y="5407608"/>
                    <a:pt x="865188" y="5658570"/>
                    <a:pt x="1023461" y="5893957"/>
                  </a:cubicBezTo>
                  <a:cubicBezTo>
                    <a:pt x="1181487" y="6129578"/>
                    <a:pt x="1367051" y="6349247"/>
                    <a:pt x="1575880" y="6547646"/>
                  </a:cubicBezTo>
                  <a:cubicBezTo>
                    <a:pt x="1680269" y="6646916"/>
                    <a:pt x="1790338" y="6740939"/>
                    <a:pt x="1905228" y="6829468"/>
                  </a:cubicBezTo>
                  <a:lnTo>
                    <a:pt x="1944230" y="6858000"/>
                  </a:lnTo>
                  <a:lnTo>
                    <a:pt x="1372541" y="6858000"/>
                  </a:lnTo>
                  <a:lnTo>
                    <a:pt x="1115251" y="6590005"/>
                  </a:lnTo>
                  <a:cubicBezTo>
                    <a:pt x="418530" y="5790792"/>
                    <a:pt x="0" y="4766182"/>
                    <a:pt x="0" y="3649031"/>
                  </a:cubicBezTo>
                  <a:cubicBezTo>
                    <a:pt x="0" y="2212695"/>
                    <a:pt x="691856" y="929334"/>
                    <a:pt x="1777294" y="81317"/>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1" name="Freeform: Shape 20">
              <a:extLst>
                <a:ext uri="{FF2B5EF4-FFF2-40B4-BE49-F238E27FC236}">
                  <a16:creationId xmlns:a16="http://schemas.microsoft.com/office/drawing/2014/main" id="{82B0ED5C-927D-4C5F-8F27-1B403820B9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3402" y="36937"/>
              <a:ext cx="9767847" cy="6858000"/>
            </a:xfrm>
            <a:custGeom>
              <a:avLst/>
              <a:gdLst>
                <a:gd name="connsiteX0" fmla="*/ 7145704 w 9767847"/>
                <a:gd name="connsiteY0" fmla="*/ 0 h 6858000"/>
                <a:gd name="connsiteX1" fmla="*/ 7875738 w 9767847"/>
                <a:gd name="connsiteY1" fmla="*/ 0 h 6858000"/>
                <a:gd name="connsiteX2" fmla="*/ 7990553 w 9767847"/>
                <a:gd name="connsiteY2" fmla="*/ 85415 h 6858000"/>
                <a:gd name="connsiteX3" fmla="*/ 9767847 w 9767847"/>
                <a:gd name="connsiteY3" fmla="*/ 3653129 h 6858000"/>
                <a:gd name="connsiteX4" fmla="*/ 8652597 w 9767847"/>
                <a:gd name="connsiteY4" fmla="*/ 6594103 h 6858000"/>
                <a:gd name="connsiteX5" fmla="*/ 8399240 w 9767847"/>
                <a:gd name="connsiteY5" fmla="*/ 6858000 h 6858000"/>
                <a:gd name="connsiteX6" fmla="*/ 6766926 w 9767847"/>
                <a:gd name="connsiteY6" fmla="*/ 6858000 h 6858000"/>
                <a:gd name="connsiteX7" fmla="*/ 6804586 w 9767847"/>
                <a:gd name="connsiteY7" fmla="*/ 6821201 h 6858000"/>
                <a:gd name="connsiteX8" fmla="*/ 6881735 w 9767847"/>
                <a:gd name="connsiteY8" fmla="*/ 6745295 h 6858000"/>
                <a:gd name="connsiteX9" fmla="*/ 6958883 w 9767847"/>
                <a:gd name="connsiteY9" fmla="*/ 6668920 h 6858000"/>
                <a:gd name="connsiteX10" fmla="*/ 7267925 w 9767847"/>
                <a:gd name="connsiteY10" fmla="*/ 6359792 h 6858000"/>
                <a:gd name="connsiteX11" fmla="*/ 7424360 w 9767847"/>
                <a:gd name="connsiteY11" fmla="*/ 6204783 h 6858000"/>
                <a:gd name="connsiteX12" fmla="*/ 7504938 w 9767847"/>
                <a:gd name="connsiteY12" fmla="*/ 6126806 h 6858000"/>
                <a:gd name="connsiteX13" fmla="*/ 7546396 w 9767847"/>
                <a:gd name="connsiteY13" fmla="*/ 6087795 h 6858000"/>
                <a:gd name="connsiteX14" fmla="*/ 7588002 w 9767847"/>
                <a:gd name="connsiteY14" fmla="*/ 6049630 h 6858000"/>
                <a:gd name="connsiteX15" fmla="*/ 7631000 w 9767847"/>
                <a:gd name="connsiteY15" fmla="*/ 6010807 h 6858000"/>
                <a:gd name="connsiteX16" fmla="*/ 7675440 w 9767847"/>
                <a:gd name="connsiteY16" fmla="*/ 5972407 h 6858000"/>
                <a:gd name="connsiteX17" fmla="*/ 7720626 w 9767847"/>
                <a:gd name="connsiteY17" fmla="*/ 5934949 h 6858000"/>
                <a:gd name="connsiteX18" fmla="*/ 7766458 w 9767847"/>
                <a:gd name="connsiteY18" fmla="*/ 5898432 h 6858000"/>
                <a:gd name="connsiteX19" fmla="*/ 7955254 w 9767847"/>
                <a:gd name="connsiteY19" fmla="*/ 5760926 h 6858000"/>
                <a:gd name="connsiteX20" fmla="*/ 8352678 w 9767847"/>
                <a:gd name="connsiteY20" fmla="*/ 5521728 h 6858000"/>
                <a:gd name="connsiteX21" fmla="*/ 8451350 w 9767847"/>
                <a:gd name="connsiteY21" fmla="*/ 5469352 h 6858000"/>
                <a:gd name="connsiteX22" fmla="*/ 8548532 w 9767847"/>
                <a:gd name="connsiteY22" fmla="*/ 5417493 h 6858000"/>
                <a:gd name="connsiteX23" fmla="*/ 8729473 w 9767847"/>
                <a:gd name="connsiteY23" fmla="*/ 5314059 h 6858000"/>
                <a:gd name="connsiteX24" fmla="*/ 8770781 w 9767847"/>
                <a:gd name="connsiteY24" fmla="*/ 5287330 h 6858000"/>
                <a:gd name="connsiteX25" fmla="*/ 8790964 w 9767847"/>
                <a:gd name="connsiteY25" fmla="*/ 5273590 h 6858000"/>
                <a:gd name="connsiteX26" fmla="*/ 8810499 w 9767847"/>
                <a:gd name="connsiteY26" fmla="*/ 5259801 h 6858000"/>
                <a:gd name="connsiteX27" fmla="*/ 8883571 w 9767847"/>
                <a:gd name="connsiteY27" fmla="*/ 5202577 h 6858000"/>
                <a:gd name="connsiteX28" fmla="*/ 9006651 w 9767847"/>
                <a:gd name="connsiteY28" fmla="*/ 5074625 h 6858000"/>
                <a:gd name="connsiteX29" fmla="*/ 9033494 w 9767847"/>
                <a:gd name="connsiteY29" fmla="*/ 5038203 h 6858000"/>
                <a:gd name="connsiteX30" fmla="*/ 9040305 w 9767847"/>
                <a:gd name="connsiteY30" fmla="*/ 5028649 h 6858000"/>
                <a:gd name="connsiteX31" fmla="*/ 9046568 w 9767847"/>
                <a:gd name="connsiteY31" fmla="*/ 5019379 h 6858000"/>
                <a:gd name="connsiteX32" fmla="*/ 9058846 w 9767847"/>
                <a:gd name="connsiteY32" fmla="*/ 5000743 h 6858000"/>
                <a:gd name="connsiteX33" fmla="*/ 9104529 w 9767847"/>
                <a:gd name="connsiteY33" fmla="*/ 4922203 h 6858000"/>
                <a:gd name="connsiteX34" fmla="*/ 9181081 w 9767847"/>
                <a:gd name="connsiteY34" fmla="*/ 4748792 h 6858000"/>
                <a:gd name="connsiteX35" fmla="*/ 9240731 w 9767847"/>
                <a:gd name="connsiteY35" fmla="*/ 4561970 h 6858000"/>
                <a:gd name="connsiteX36" fmla="*/ 9265388 w 9767847"/>
                <a:gd name="connsiteY36" fmla="*/ 4465171 h 6858000"/>
                <a:gd name="connsiteX37" fmla="*/ 9276571 w 9767847"/>
                <a:gd name="connsiteY37" fmla="*/ 4416041 h 6858000"/>
                <a:gd name="connsiteX38" fmla="*/ 9281841 w 9767847"/>
                <a:gd name="connsiteY38" fmla="*/ 4391477 h 6858000"/>
                <a:gd name="connsiteX39" fmla="*/ 9286513 w 9767847"/>
                <a:gd name="connsiteY39" fmla="*/ 4368936 h 6858000"/>
                <a:gd name="connsiteX40" fmla="*/ 9296754 w 9767847"/>
                <a:gd name="connsiteY40" fmla="*/ 4316136 h 6858000"/>
                <a:gd name="connsiteX41" fmla="*/ 9301029 w 9767847"/>
                <a:gd name="connsiteY41" fmla="*/ 4293172 h 6858000"/>
                <a:gd name="connsiteX42" fmla="*/ 9302818 w 9767847"/>
                <a:gd name="connsiteY42" fmla="*/ 4282679 h 6858000"/>
                <a:gd name="connsiteX43" fmla="*/ 9304658 w 9767847"/>
                <a:gd name="connsiteY43" fmla="*/ 4270914 h 6858000"/>
                <a:gd name="connsiteX44" fmla="*/ 9312810 w 9767847"/>
                <a:gd name="connsiteY44" fmla="*/ 4220043 h 6858000"/>
                <a:gd name="connsiteX45" fmla="*/ 9316887 w 9767847"/>
                <a:gd name="connsiteY45" fmla="*/ 4194584 h 6858000"/>
                <a:gd name="connsiteX46" fmla="*/ 9318923 w 9767847"/>
                <a:gd name="connsiteY46" fmla="*/ 4181878 h 6858000"/>
                <a:gd name="connsiteX47" fmla="*/ 9320515 w 9767847"/>
                <a:gd name="connsiteY47" fmla="*/ 4168984 h 6858000"/>
                <a:gd name="connsiteX48" fmla="*/ 9332445 w 9767847"/>
                <a:gd name="connsiteY48" fmla="*/ 4069079 h 6858000"/>
                <a:gd name="connsiteX49" fmla="*/ 9336173 w 9767847"/>
                <a:gd name="connsiteY49" fmla="*/ 4022774 h 6858000"/>
                <a:gd name="connsiteX50" fmla="*/ 9340199 w 9767847"/>
                <a:gd name="connsiteY50" fmla="*/ 3969269 h 6858000"/>
                <a:gd name="connsiteX51" fmla="*/ 9347557 w 9767847"/>
                <a:gd name="connsiteY51" fmla="*/ 3770070 h 6858000"/>
                <a:gd name="connsiteX52" fmla="*/ 9346364 w 9767847"/>
                <a:gd name="connsiteY52" fmla="*/ 3669036 h 6858000"/>
                <a:gd name="connsiteX53" fmla="*/ 9344921 w 9767847"/>
                <a:gd name="connsiteY53" fmla="*/ 3619341 h 6858000"/>
                <a:gd name="connsiteX54" fmla="*/ 9344524 w 9767847"/>
                <a:gd name="connsiteY54" fmla="*/ 3607624 h 6858000"/>
                <a:gd name="connsiteX55" fmla="*/ 9343728 w 9767847"/>
                <a:gd name="connsiteY55" fmla="*/ 3594872 h 6858000"/>
                <a:gd name="connsiteX56" fmla="*/ 9342188 w 9767847"/>
                <a:gd name="connsiteY56" fmla="*/ 3569366 h 6858000"/>
                <a:gd name="connsiteX57" fmla="*/ 9339056 w 9767847"/>
                <a:gd name="connsiteY57" fmla="*/ 3518354 h 6858000"/>
                <a:gd name="connsiteX58" fmla="*/ 9334334 w 9767847"/>
                <a:gd name="connsiteY58" fmla="*/ 3467155 h 6858000"/>
                <a:gd name="connsiteX59" fmla="*/ 9329363 w 9767847"/>
                <a:gd name="connsiteY59" fmla="*/ 3415908 h 6858000"/>
                <a:gd name="connsiteX60" fmla="*/ 9328319 w 9767847"/>
                <a:gd name="connsiteY60" fmla="*/ 3404755 h 6858000"/>
                <a:gd name="connsiteX61" fmla="*/ 9327177 w 9767847"/>
                <a:gd name="connsiteY61" fmla="*/ 3394214 h 6858000"/>
                <a:gd name="connsiteX62" fmla="*/ 9324293 w 9767847"/>
                <a:gd name="connsiteY62" fmla="*/ 3370872 h 6858000"/>
                <a:gd name="connsiteX63" fmla="*/ 9320763 w 9767847"/>
                <a:gd name="connsiteY63" fmla="*/ 3344427 h 6858000"/>
                <a:gd name="connsiteX64" fmla="*/ 9317184 w 9767847"/>
                <a:gd name="connsiteY64" fmla="*/ 3315343 h 6858000"/>
                <a:gd name="connsiteX65" fmla="*/ 9311021 w 9767847"/>
                <a:gd name="connsiteY65" fmla="*/ 3270309 h 6858000"/>
                <a:gd name="connsiteX66" fmla="*/ 9302719 w 9767847"/>
                <a:gd name="connsiteY66" fmla="*/ 3219815 h 6858000"/>
                <a:gd name="connsiteX67" fmla="*/ 9293970 w 9767847"/>
                <a:gd name="connsiteY67" fmla="*/ 3169887 h 6858000"/>
                <a:gd name="connsiteX68" fmla="*/ 9252065 w 9767847"/>
                <a:gd name="connsiteY68" fmla="*/ 2971205 h 6858000"/>
                <a:gd name="connsiteX69" fmla="*/ 9227211 w 9767847"/>
                <a:gd name="connsiteY69" fmla="*/ 2872571 h 6858000"/>
                <a:gd name="connsiteX70" fmla="*/ 9220699 w 9767847"/>
                <a:gd name="connsiteY70" fmla="*/ 2848524 h 6858000"/>
                <a:gd name="connsiteX71" fmla="*/ 9213740 w 9767847"/>
                <a:gd name="connsiteY71" fmla="*/ 2824289 h 6858000"/>
                <a:gd name="connsiteX72" fmla="*/ 9199374 w 9767847"/>
                <a:gd name="connsiteY72" fmla="*/ 2775536 h 6858000"/>
                <a:gd name="connsiteX73" fmla="*/ 9061829 w 9767847"/>
                <a:gd name="connsiteY73" fmla="*/ 2389515 h 6858000"/>
                <a:gd name="connsiteX74" fmla="*/ 8978865 w 9767847"/>
                <a:gd name="connsiteY74" fmla="*/ 2200953 h 6858000"/>
                <a:gd name="connsiteX75" fmla="*/ 8956694 w 9767847"/>
                <a:gd name="connsiteY75" fmla="*/ 2154317 h 6858000"/>
                <a:gd name="connsiteX76" fmla="*/ 8934176 w 9767847"/>
                <a:gd name="connsiteY76" fmla="*/ 2108012 h 6858000"/>
                <a:gd name="connsiteX77" fmla="*/ 8887151 w 9767847"/>
                <a:gd name="connsiteY77" fmla="*/ 2015448 h 6858000"/>
                <a:gd name="connsiteX78" fmla="*/ 8787533 w 9767847"/>
                <a:gd name="connsiteY78" fmla="*/ 1832625 h 6858000"/>
                <a:gd name="connsiteX79" fmla="*/ 8761485 w 9767847"/>
                <a:gd name="connsiteY79" fmla="*/ 1787496 h 6858000"/>
                <a:gd name="connsiteX80" fmla="*/ 8734791 w 9767847"/>
                <a:gd name="connsiteY80" fmla="*/ 1741991 h 6858000"/>
                <a:gd name="connsiteX81" fmla="*/ 8680808 w 9767847"/>
                <a:gd name="connsiteY81" fmla="*/ 1652910 h 6858000"/>
                <a:gd name="connsiteX82" fmla="*/ 8567024 w 9767847"/>
                <a:gd name="connsiteY82" fmla="*/ 1477004 h 6858000"/>
                <a:gd name="connsiteX83" fmla="*/ 8537446 w 9767847"/>
                <a:gd name="connsiteY83" fmla="*/ 1433428 h 6858000"/>
                <a:gd name="connsiteX84" fmla="*/ 8507423 w 9767847"/>
                <a:gd name="connsiteY84" fmla="*/ 1389994 h 6858000"/>
                <a:gd name="connsiteX85" fmla="*/ 8446529 w 9767847"/>
                <a:gd name="connsiteY85" fmla="*/ 1304393 h 6858000"/>
                <a:gd name="connsiteX86" fmla="*/ 8319224 w 9767847"/>
                <a:gd name="connsiteY86" fmla="*/ 1135124 h 6858000"/>
                <a:gd name="connsiteX87" fmla="*/ 8286366 w 9767847"/>
                <a:gd name="connsiteY87" fmla="*/ 1093148 h 6858000"/>
                <a:gd name="connsiteX88" fmla="*/ 8270161 w 9767847"/>
                <a:gd name="connsiteY88" fmla="*/ 1072538 h 6858000"/>
                <a:gd name="connsiteX89" fmla="*/ 8253856 w 9767847"/>
                <a:gd name="connsiteY89" fmla="*/ 1052254 h 6858000"/>
                <a:gd name="connsiteX90" fmla="*/ 8186352 w 9767847"/>
                <a:gd name="connsiteY90" fmla="*/ 970373 h 6858000"/>
                <a:gd name="connsiteX91" fmla="*/ 8046768 w 9767847"/>
                <a:gd name="connsiteY91" fmla="*/ 809527 h 6858000"/>
                <a:gd name="connsiteX92" fmla="*/ 8010927 w 9767847"/>
                <a:gd name="connsiteY92" fmla="*/ 769951 h 6858000"/>
                <a:gd name="connsiteX93" fmla="*/ 7974788 w 9767847"/>
                <a:gd name="connsiteY93" fmla="*/ 730751 h 6858000"/>
                <a:gd name="connsiteX94" fmla="*/ 7901070 w 9767847"/>
                <a:gd name="connsiteY94" fmla="*/ 652823 h 6858000"/>
                <a:gd name="connsiteX95" fmla="*/ 7750054 w 9767847"/>
                <a:gd name="connsiteY95" fmla="*/ 501106 h 6858000"/>
                <a:gd name="connsiteX96" fmla="*/ 7592277 w 9767847"/>
                <a:gd name="connsiteY96" fmla="*/ 355319 h 6858000"/>
                <a:gd name="connsiteX97" fmla="*/ 7257734 w 9767847"/>
                <a:gd name="connsiteY97" fmla="*/ 81062 h 6858000"/>
                <a:gd name="connsiteX98" fmla="*/ 1892109 w 9767847"/>
                <a:gd name="connsiteY98" fmla="*/ 0 h 6858000"/>
                <a:gd name="connsiteX99" fmla="*/ 2298402 w 9767847"/>
                <a:gd name="connsiteY99" fmla="*/ 0 h 6858000"/>
                <a:gd name="connsiteX100" fmla="*/ 2135542 w 9767847"/>
                <a:gd name="connsiteY100" fmla="*/ 121879 h 6858000"/>
                <a:gd name="connsiteX101" fmla="*/ 1969576 w 9767847"/>
                <a:gd name="connsiteY101" fmla="*/ 259084 h 6858000"/>
                <a:gd name="connsiteX102" fmla="*/ 1659938 w 9767847"/>
                <a:gd name="connsiteY102" fmla="*/ 553953 h 6858000"/>
                <a:gd name="connsiteX103" fmla="*/ 729383 w 9767847"/>
                <a:gd name="connsiteY103" fmla="*/ 1940578 h 6858000"/>
                <a:gd name="connsiteX104" fmla="*/ 578465 w 9767847"/>
                <a:gd name="connsiteY104" fmla="*/ 2324905 h 6858000"/>
                <a:gd name="connsiteX105" fmla="*/ 465080 w 9767847"/>
                <a:gd name="connsiteY105" fmla="*/ 2718973 h 6858000"/>
                <a:gd name="connsiteX106" fmla="*/ 423820 w 9767847"/>
                <a:gd name="connsiteY106" fmla="*/ 2919535 h 6858000"/>
                <a:gd name="connsiteX107" fmla="*/ 392355 w 9767847"/>
                <a:gd name="connsiteY107" fmla="*/ 3122169 h 6858000"/>
                <a:gd name="connsiteX108" fmla="*/ 358801 w 9767847"/>
                <a:gd name="connsiteY108" fmla="*/ 3531013 h 6858000"/>
                <a:gd name="connsiteX109" fmla="*/ 410350 w 9767847"/>
                <a:gd name="connsiteY109" fmla="*/ 4352324 h 6858000"/>
                <a:gd name="connsiteX110" fmla="*/ 449022 w 9767847"/>
                <a:gd name="connsiteY110" fmla="*/ 4555147 h 6858000"/>
                <a:gd name="connsiteX111" fmla="*/ 498882 w 9767847"/>
                <a:gd name="connsiteY111" fmla="*/ 4756463 h 6858000"/>
                <a:gd name="connsiteX112" fmla="*/ 559775 w 9767847"/>
                <a:gd name="connsiteY112" fmla="*/ 4955755 h 6858000"/>
                <a:gd name="connsiteX113" fmla="*/ 631406 w 9767847"/>
                <a:gd name="connsiteY113" fmla="*/ 5152084 h 6858000"/>
                <a:gd name="connsiteX114" fmla="*/ 1023461 w 9767847"/>
                <a:gd name="connsiteY114" fmla="*/ 5898055 h 6858000"/>
                <a:gd name="connsiteX115" fmla="*/ 1575880 w 9767847"/>
                <a:gd name="connsiteY115" fmla="*/ 6551744 h 6858000"/>
                <a:gd name="connsiteX116" fmla="*/ 1905228 w 9767847"/>
                <a:gd name="connsiteY116" fmla="*/ 6833566 h 6858000"/>
                <a:gd name="connsiteX117" fmla="*/ 1938629 w 9767847"/>
                <a:gd name="connsiteY117" fmla="*/ 6858000 h 6858000"/>
                <a:gd name="connsiteX118" fmla="*/ 1368607 w 9767847"/>
                <a:gd name="connsiteY118" fmla="*/ 6858000 h 6858000"/>
                <a:gd name="connsiteX119" fmla="*/ 1115251 w 9767847"/>
                <a:gd name="connsiteY119" fmla="*/ 6594103 h 6858000"/>
                <a:gd name="connsiteX120" fmla="*/ 0 w 9767847"/>
                <a:gd name="connsiteY120" fmla="*/ 3653129 h 6858000"/>
                <a:gd name="connsiteX121" fmla="*/ 1777294 w 9767847"/>
                <a:gd name="connsiteY121" fmla="*/ 854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9767847" h="6858000">
                  <a:moveTo>
                    <a:pt x="7145704" y="0"/>
                  </a:moveTo>
                  <a:lnTo>
                    <a:pt x="7875738" y="0"/>
                  </a:lnTo>
                  <a:lnTo>
                    <a:pt x="7990553" y="85415"/>
                  </a:lnTo>
                  <a:cubicBezTo>
                    <a:pt x="9075991" y="933432"/>
                    <a:pt x="9767847" y="2216793"/>
                    <a:pt x="9767847" y="3653129"/>
                  </a:cubicBezTo>
                  <a:cubicBezTo>
                    <a:pt x="9767847" y="4770280"/>
                    <a:pt x="9349317" y="5794890"/>
                    <a:pt x="8652597" y="6594103"/>
                  </a:cubicBezTo>
                  <a:lnTo>
                    <a:pt x="8399240" y="6858000"/>
                  </a:lnTo>
                  <a:lnTo>
                    <a:pt x="6766926" y="6858000"/>
                  </a:lnTo>
                  <a:lnTo>
                    <a:pt x="6804586" y="6821201"/>
                  </a:lnTo>
                  <a:lnTo>
                    <a:pt x="6881735" y="6745295"/>
                  </a:lnTo>
                  <a:cubicBezTo>
                    <a:pt x="6907435" y="6719979"/>
                    <a:pt x="6933134" y="6694896"/>
                    <a:pt x="6958883" y="6668920"/>
                  </a:cubicBezTo>
                  <a:lnTo>
                    <a:pt x="7267925" y="6359792"/>
                  </a:lnTo>
                  <a:lnTo>
                    <a:pt x="7424360" y="6204783"/>
                  </a:lnTo>
                  <a:cubicBezTo>
                    <a:pt x="7450754" y="6178900"/>
                    <a:pt x="7477598" y="6152829"/>
                    <a:pt x="7504938" y="6126806"/>
                  </a:cubicBezTo>
                  <a:lnTo>
                    <a:pt x="7546396" y="6087795"/>
                  </a:lnTo>
                  <a:cubicBezTo>
                    <a:pt x="7560264" y="6074901"/>
                    <a:pt x="7574780" y="6061630"/>
                    <a:pt x="7588002" y="6049630"/>
                  </a:cubicBezTo>
                  <a:lnTo>
                    <a:pt x="7631000" y="6010807"/>
                  </a:lnTo>
                  <a:lnTo>
                    <a:pt x="7675440" y="5972407"/>
                  </a:lnTo>
                  <a:cubicBezTo>
                    <a:pt x="7690404" y="5959796"/>
                    <a:pt x="7705564" y="5947419"/>
                    <a:pt x="7720626" y="5934949"/>
                  </a:cubicBezTo>
                  <a:cubicBezTo>
                    <a:pt x="7735738" y="5922525"/>
                    <a:pt x="7751197" y="5910619"/>
                    <a:pt x="7766458" y="5898432"/>
                  </a:cubicBezTo>
                  <a:cubicBezTo>
                    <a:pt x="7827949" y="5850290"/>
                    <a:pt x="7890979" y="5804597"/>
                    <a:pt x="7955254" y="5760926"/>
                  </a:cubicBezTo>
                  <a:cubicBezTo>
                    <a:pt x="8083800" y="5673632"/>
                    <a:pt x="8216872" y="5594434"/>
                    <a:pt x="8352678" y="5521728"/>
                  </a:cubicBezTo>
                  <a:lnTo>
                    <a:pt x="8451350" y="5469352"/>
                  </a:lnTo>
                  <a:lnTo>
                    <a:pt x="8548532" y="5417493"/>
                  </a:lnTo>
                  <a:cubicBezTo>
                    <a:pt x="8612110" y="5383188"/>
                    <a:pt x="8673251" y="5349306"/>
                    <a:pt x="8729473" y="5314059"/>
                  </a:cubicBezTo>
                  <a:cubicBezTo>
                    <a:pt x="8743591" y="5305213"/>
                    <a:pt x="8757161" y="5296459"/>
                    <a:pt x="8770781" y="5287330"/>
                  </a:cubicBezTo>
                  <a:cubicBezTo>
                    <a:pt x="8777591" y="5282765"/>
                    <a:pt x="8784451" y="5278201"/>
                    <a:pt x="8790964" y="5273590"/>
                  </a:cubicBezTo>
                  <a:cubicBezTo>
                    <a:pt x="8797574" y="5268977"/>
                    <a:pt x="8804235" y="5264412"/>
                    <a:pt x="8810499" y="5259801"/>
                  </a:cubicBezTo>
                  <a:cubicBezTo>
                    <a:pt x="8835999" y="5241401"/>
                    <a:pt x="8860407" y="5222389"/>
                    <a:pt x="8883571" y="5202577"/>
                  </a:cubicBezTo>
                  <a:cubicBezTo>
                    <a:pt x="8929900" y="5162954"/>
                    <a:pt x="8971258" y="5120413"/>
                    <a:pt x="9006651" y="5074625"/>
                  </a:cubicBezTo>
                  <a:cubicBezTo>
                    <a:pt x="9015351" y="5063426"/>
                    <a:pt x="9024398" y="5050955"/>
                    <a:pt x="9033494" y="5038203"/>
                  </a:cubicBezTo>
                  <a:lnTo>
                    <a:pt x="9040305" y="5028649"/>
                  </a:lnTo>
                  <a:lnTo>
                    <a:pt x="9046568" y="5019379"/>
                  </a:lnTo>
                  <a:cubicBezTo>
                    <a:pt x="9050743" y="5013261"/>
                    <a:pt x="9054819" y="5007050"/>
                    <a:pt x="9058846" y="5000743"/>
                  </a:cubicBezTo>
                  <a:cubicBezTo>
                    <a:pt x="9075002" y="4975615"/>
                    <a:pt x="9090212" y="4949403"/>
                    <a:pt x="9104529" y="4922203"/>
                  </a:cubicBezTo>
                  <a:cubicBezTo>
                    <a:pt x="9133211" y="4867850"/>
                    <a:pt x="9158313" y="4809545"/>
                    <a:pt x="9181081" y="4748792"/>
                  </a:cubicBezTo>
                  <a:cubicBezTo>
                    <a:pt x="9203748" y="4688276"/>
                    <a:pt x="9223383" y="4625876"/>
                    <a:pt x="9240731" y="4561970"/>
                  </a:cubicBezTo>
                  <a:cubicBezTo>
                    <a:pt x="9249481" y="4530064"/>
                    <a:pt x="9257682" y="4497782"/>
                    <a:pt x="9265388" y="4465171"/>
                  </a:cubicBezTo>
                  <a:cubicBezTo>
                    <a:pt x="9269215" y="4448842"/>
                    <a:pt x="9272943" y="4432465"/>
                    <a:pt x="9276571" y="4416041"/>
                  </a:cubicBezTo>
                  <a:lnTo>
                    <a:pt x="9281841" y="4391477"/>
                  </a:lnTo>
                  <a:lnTo>
                    <a:pt x="9286513" y="4368936"/>
                  </a:lnTo>
                  <a:lnTo>
                    <a:pt x="9296754" y="4316136"/>
                  </a:lnTo>
                  <a:lnTo>
                    <a:pt x="9301029" y="4293172"/>
                  </a:lnTo>
                  <a:lnTo>
                    <a:pt x="9302818" y="4282679"/>
                  </a:lnTo>
                  <a:lnTo>
                    <a:pt x="9304658" y="4270914"/>
                  </a:lnTo>
                  <a:lnTo>
                    <a:pt x="9312810" y="4220043"/>
                  </a:lnTo>
                  <a:lnTo>
                    <a:pt x="9316887" y="4194584"/>
                  </a:lnTo>
                  <a:lnTo>
                    <a:pt x="9318923" y="4181878"/>
                  </a:lnTo>
                  <a:cubicBezTo>
                    <a:pt x="9319570" y="4177644"/>
                    <a:pt x="9319969" y="4173267"/>
                    <a:pt x="9320515" y="4168984"/>
                  </a:cubicBezTo>
                  <a:lnTo>
                    <a:pt x="9332445" y="4069079"/>
                  </a:lnTo>
                  <a:cubicBezTo>
                    <a:pt x="9333836" y="4056468"/>
                    <a:pt x="9334880" y="4040986"/>
                    <a:pt x="9336173" y="4022774"/>
                  </a:cubicBezTo>
                  <a:lnTo>
                    <a:pt x="9340199" y="3969269"/>
                  </a:lnTo>
                  <a:cubicBezTo>
                    <a:pt x="9345071" y="3903904"/>
                    <a:pt x="9347358" y="3837081"/>
                    <a:pt x="9347557" y="3770070"/>
                  </a:cubicBezTo>
                  <a:cubicBezTo>
                    <a:pt x="9347656" y="3736518"/>
                    <a:pt x="9347209" y="3702871"/>
                    <a:pt x="9346364" y="3669036"/>
                  </a:cubicBezTo>
                  <a:lnTo>
                    <a:pt x="9344921" y="3619341"/>
                  </a:lnTo>
                  <a:lnTo>
                    <a:pt x="9344524" y="3607624"/>
                  </a:lnTo>
                  <a:lnTo>
                    <a:pt x="9343728" y="3594872"/>
                  </a:lnTo>
                  <a:lnTo>
                    <a:pt x="9342188" y="3569366"/>
                  </a:lnTo>
                  <a:lnTo>
                    <a:pt x="9339056" y="3518354"/>
                  </a:lnTo>
                  <a:cubicBezTo>
                    <a:pt x="9337914" y="3501319"/>
                    <a:pt x="9335874" y="3484236"/>
                    <a:pt x="9334334" y="3467155"/>
                  </a:cubicBezTo>
                  <a:lnTo>
                    <a:pt x="9329363" y="3415908"/>
                  </a:lnTo>
                  <a:lnTo>
                    <a:pt x="9328319" y="3404755"/>
                  </a:lnTo>
                  <a:lnTo>
                    <a:pt x="9327177" y="3394214"/>
                  </a:lnTo>
                  <a:lnTo>
                    <a:pt x="9324293" y="3370872"/>
                  </a:lnTo>
                  <a:lnTo>
                    <a:pt x="9320763" y="3344427"/>
                  </a:lnTo>
                  <a:lnTo>
                    <a:pt x="9317184" y="3315343"/>
                  </a:lnTo>
                  <a:cubicBezTo>
                    <a:pt x="9315594" y="3300991"/>
                    <a:pt x="9313506" y="3286404"/>
                    <a:pt x="9311021" y="3270309"/>
                  </a:cubicBezTo>
                  <a:lnTo>
                    <a:pt x="9302719" y="3219815"/>
                  </a:lnTo>
                  <a:cubicBezTo>
                    <a:pt x="9299936" y="3203157"/>
                    <a:pt x="9297003" y="3186498"/>
                    <a:pt x="9293970" y="3169887"/>
                  </a:cubicBezTo>
                  <a:cubicBezTo>
                    <a:pt x="9281891" y="3103393"/>
                    <a:pt x="9267674" y="3037182"/>
                    <a:pt x="9252065" y="2971205"/>
                  </a:cubicBezTo>
                  <a:cubicBezTo>
                    <a:pt x="9244261" y="2938265"/>
                    <a:pt x="9235959" y="2905371"/>
                    <a:pt x="9227211" y="2872571"/>
                  </a:cubicBezTo>
                  <a:lnTo>
                    <a:pt x="9220699" y="2848524"/>
                  </a:lnTo>
                  <a:lnTo>
                    <a:pt x="9213740" y="2824289"/>
                  </a:lnTo>
                  <a:cubicBezTo>
                    <a:pt x="9209216" y="2808147"/>
                    <a:pt x="9204345" y="2791866"/>
                    <a:pt x="9199374" y="2775536"/>
                  </a:cubicBezTo>
                  <a:cubicBezTo>
                    <a:pt x="9159855" y="2645184"/>
                    <a:pt x="9114272" y="2516197"/>
                    <a:pt x="9061829" y="2389515"/>
                  </a:cubicBezTo>
                  <a:cubicBezTo>
                    <a:pt x="9035582" y="2326175"/>
                    <a:pt x="9008043" y="2263258"/>
                    <a:pt x="8978865" y="2200953"/>
                  </a:cubicBezTo>
                  <a:lnTo>
                    <a:pt x="8956694" y="2154317"/>
                  </a:lnTo>
                  <a:lnTo>
                    <a:pt x="8934176" y="2108012"/>
                  </a:lnTo>
                  <a:cubicBezTo>
                    <a:pt x="8918915" y="2077189"/>
                    <a:pt x="8903157" y="2046130"/>
                    <a:pt x="8887151" y="2015448"/>
                  </a:cubicBezTo>
                  <a:cubicBezTo>
                    <a:pt x="8854988" y="1953989"/>
                    <a:pt x="8822082" y="1892908"/>
                    <a:pt x="8787533" y="1832625"/>
                  </a:cubicBezTo>
                  <a:lnTo>
                    <a:pt x="8761485" y="1787496"/>
                  </a:lnTo>
                  <a:lnTo>
                    <a:pt x="8734791" y="1741991"/>
                  </a:lnTo>
                  <a:cubicBezTo>
                    <a:pt x="8717047" y="1711921"/>
                    <a:pt x="8699200" y="1682461"/>
                    <a:pt x="8680808" y="1652910"/>
                  </a:cubicBezTo>
                  <a:cubicBezTo>
                    <a:pt x="8644322" y="1593756"/>
                    <a:pt x="8606194" y="1535216"/>
                    <a:pt x="8567024" y="1477004"/>
                  </a:cubicBezTo>
                  <a:lnTo>
                    <a:pt x="8537446" y="1433428"/>
                  </a:lnTo>
                  <a:lnTo>
                    <a:pt x="8507423" y="1389994"/>
                  </a:lnTo>
                  <a:cubicBezTo>
                    <a:pt x="8487390" y="1361382"/>
                    <a:pt x="8467158" y="1332817"/>
                    <a:pt x="8446529" y="1304393"/>
                  </a:cubicBezTo>
                  <a:cubicBezTo>
                    <a:pt x="8405271" y="1247595"/>
                    <a:pt x="8362718" y="1191218"/>
                    <a:pt x="8319224" y="1135124"/>
                  </a:cubicBezTo>
                  <a:lnTo>
                    <a:pt x="8286366" y="1093148"/>
                  </a:lnTo>
                  <a:lnTo>
                    <a:pt x="8270161" y="1072538"/>
                  </a:lnTo>
                  <a:lnTo>
                    <a:pt x="8253856" y="1052254"/>
                  </a:lnTo>
                  <a:cubicBezTo>
                    <a:pt x="8231636" y="1024773"/>
                    <a:pt x="8209117" y="997479"/>
                    <a:pt x="8186352" y="970373"/>
                  </a:cubicBezTo>
                  <a:cubicBezTo>
                    <a:pt x="8140917" y="916020"/>
                    <a:pt x="8094240" y="862515"/>
                    <a:pt x="8046768" y="809527"/>
                  </a:cubicBezTo>
                  <a:lnTo>
                    <a:pt x="8010927" y="769951"/>
                  </a:lnTo>
                  <a:lnTo>
                    <a:pt x="7974788" y="730751"/>
                  </a:lnTo>
                  <a:cubicBezTo>
                    <a:pt x="7950382" y="704587"/>
                    <a:pt x="7925824" y="678563"/>
                    <a:pt x="7901070" y="652823"/>
                  </a:cubicBezTo>
                  <a:cubicBezTo>
                    <a:pt x="7851510" y="601387"/>
                    <a:pt x="7801404" y="550612"/>
                    <a:pt x="7750054" y="501106"/>
                  </a:cubicBezTo>
                  <a:cubicBezTo>
                    <a:pt x="7698902" y="451742"/>
                    <a:pt x="7645913" y="403036"/>
                    <a:pt x="7592277" y="355319"/>
                  </a:cubicBezTo>
                  <a:cubicBezTo>
                    <a:pt x="7484856" y="259884"/>
                    <a:pt x="7373308" y="168402"/>
                    <a:pt x="7257734" y="81062"/>
                  </a:cubicBezTo>
                  <a:close/>
                  <a:moveTo>
                    <a:pt x="1892109" y="0"/>
                  </a:moveTo>
                  <a:lnTo>
                    <a:pt x="2298402" y="0"/>
                  </a:lnTo>
                  <a:lnTo>
                    <a:pt x="2135542" y="121879"/>
                  </a:lnTo>
                  <a:cubicBezTo>
                    <a:pt x="2078998" y="166378"/>
                    <a:pt x="2023659" y="212143"/>
                    <a:pt x="1969576" y="259084"/>
                  </a:cubicBezTo>
                  <a:cubicBezTo>
                    <a:pt x="1861309" y="352918"/>
                    <a:pt x="1758064" y="451412"/>
                    <a:pt x="1659938" y="553953"/>
                  </a:cubicBezTo>
                  <a:cubicBezTo>
                    <a:pt x="1266987" y="964444"/>
                    <a:pt x="953820" y="1435593"/>
                    <a:pt x="729383" y="1940578"/>
                  </a:cubicBezTo>
                  <a:cubicBezTo>
                    <a:pt x="673260" y="2066459"/>
                    <a:pt x="622855" y="2195070"/>
                    <a:pt x="578465" y="2324905"/>
                  </a:cubicBezTo>
                  <a:cubicBezTo>
                    <a:pt x="534125" y="2454785"/>
                    <a:pt x="496147" y="2586314"/>
                    <a:pt x="465080" y="2718973"/>
                  </a:cubicBezTo>
                  <a:cubicBezTo>
                    <a:pt x="449769" y="2785089"/>
                    <a:pt x="435850" y="2852289"/>
                    <a:pt x="423820" y="2919535"/>
                  </a:cubicBezTo>
                  <a:cubicBezTo>
                    <a:pt x="411840" y="2986829"/>
                    <a:pt x="401054" y="3054358"/>
                    <a:pt x="392355" y="3122169"/>
                  </a:cubicBezTo>
                  <a:cubicBezTo>
                    <a:pt x="374509" y="3257744"/>
                    <a:pt x="363424" y="3393978"/>
                    <a:pt x="358801" y="3531013"/>
                  </a:cubicBezTo>
                  <a:cubicBezTo>
                    <a:pt x="349009" y="3804941"/>
                    <a:pt x="366357" y="4079668"/>
                    <a:pt x="410350" y="4352324"/>
                  </a:cubicBezTo>
                  <a:cubicBezTo>
                    <a:pt x="421286" y="4420230"/>
                    <a:pt x="434209" y="4487758"/>
                    <a:pt x="449022" y="4555147"/>
                  </a:cubicBezTo>
                  <a:cubicBezTo>
                    <a:pt x="463737" y="4622534"/>
                    <a:pt x="480389" y="4689686"/>
                    <a:pt x="498882" y="4756463"/>
                  </a:cubicBezTo>
                  <a:cubicBezTo>
                    <a:pt x="517373" y="4823239"/>
                    <a:pt x="537704" y="4889733"/>
                    <a:pt x="559775" y="4955755"/>
                  </a:cubicBezTo>
                  <a:cubicBezTo>
                    <a:pt x="581946" y="5021873"/>
                    <a:pt x="605358" y="5087473"/>
                    <a:pt x="631406" y="5152084"/>
                  </a:cubicBezTo>
                  <a:cubicBezTo>
                    <a:pt x="734055" y="5411706"/>
                    <a:pt x="865188" y="5662668"/>
                    <a:pt x="1023461" y="5898055"/>
                  </a:cubicBezTo>
                  <a:cubicBezTo>
                    <a:pt x="1181487" y="6133676"/>
                    <a:pt x="1367051" y="6353345"/>
                    <a:pt x="1575880" y="6551744"/>
                  </a:cubicBezTo>
                  <a:cubicBezTo>
                    <a:pt x="1680269" y="6651014"/>
                    <a:pt x="1790338" y="6745037"/>
                    <a:pt x="1905228" y="6833566"/>
                  </a:cubicBezTo>
                  <a:lnTo>
                    <a:pt x="1938629" y="6858000"/>
                  </a:lnTo>
                  <a:lnTo>
                    <a:pt x="1368607" y="6858000"/>
                  </a:lnTo>
                  <a:lnTo>
                    <a:pt x="1115251" y="6594103"/>
                  </a:lnTo>
                  <a:cubicBezTo>
                    <a:pt x="418530" y="5794890"/>
                    <a:pt x="0" y="4770280"/>
                    <a:pt x="0" y="3653129"/>
                  </a:cubicBezTo>
                  <a:cubicBezTo>
                    <a:pt x="0" y="2216793"/>
                    <a:pt x="691856" y="933432"/>
                    <a:pt x="1777294" y="85415"/>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grpSp>
      <p:sp>
        <p:nvSpPr>
          <p:cNvPr id="2" name="Title 1">
            <a:extLst>
              <a:ext uri="{FF2B5EF4-FFF2-40B4-BE49-F238E27FC236}">
                <a16:creationId xmlns:a16="http://schemas.microsoft.com/office/drawing/2014/main" id="{8FB44EAD-9809-7711-9716-CB8F557A1391}"/>
              </a:ext>
            </a:extLst>
          </p:cNvPr>
          <p:cNvSpPr>
            <a:spLocks noGrp="1"/>
          </p:cNvSpPr>
          <p:nvPr>
            <p:ph type="ctrTitle"/>
          </p:nvPr>
        </p:nvSpPr>
        <p:spPr>
          <a:xfrm>
            <a:off x="876300" y="45868"/>
            <a:ext cx="10263459" cy="923925"/>
          </a:xfrm>
        </p:spPr>
        <p:txBody>
          <a:bodyPr anchor="b">
            <a:normAutofit/>
          </a:bodyPr>
          <a:lstStyle/>
          <a:p>
            <a:r>
              <a:rPr lang="en-IN" sz="4000" dirty="0">
                <a:solidFill>
                  <a:schemeClr val="tx2"/>
                </a:solidFill>
                <a:latin typeface="Engravers MT" panose="02090707080505020304" pitchFamily="18" charset="0"/>
              </a:rPr>
              <a:t>History  of MISRA-C</a:t>
            </a:r>
            <a:endParaRPr lang="en-IN" sz="4000" dirty="0">
              <a:solidFill>
                <a:schemeClr val="tx2"/>
              </a:solidFill>
            </a:endParaRPr>
          </a:p>
        </p:txBody>
      </p:sp>
      <p:grpSp>
        <p:nvGrpSpPr>
          <p:cNvPr id="23" name="Group 22">
            <a:extLst>
              <a:ext uri="{FF2B5EF4-FFF2-40B4-BE49-F238E27FC236}">
                <a16:creationId xmlns:a16="http://schemas.microsoft.com/office/drawing/2014/main" id="{87F87F1B-42BA-4AC7-A4E2-41544DDB2CE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05" y="-4155"/>
            <a:ext cx="2514948" cy="2174333"/>
            <a:chOff x="-305" y="-4155"/>
            <a:chExt cx="2514948" cy="2174333"/>
          </a:xfrm>
        </p:grpSpPr>
        <p:sp>
          <p:nvSpPr>
            <p:cNvPr id="24" name="Freeform: Shape 23">
              <a:extLst>
                <a:ext uri="{FF2B5EF4-FFF2-40B4-BE49-F238E27FC236}">
                  <a16:creationId xmlns:a16="http://schemas.microsoft.com/office/drawing/2014/main" id="{68B53067-4E48-4E71-A6A9-A8CAABAFBF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Shape 24">
              <a:extLst>
                <a:ext uri="{FF2B5EF4-FFF2-40B4-BE49-F238E27FC236}">
                  <a16:creationId xmlns:a16="http://schemas.microsoft.com/office/drawing/2014/main" id="{06D1A0D3-4BB8-41D9-9CE7-2884C83F44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reeform: Shape 25">
              <a:extLst>
                <a:ext uri="{FF2B5EF4-FFF2-40B4-BE49-F238E27FC236}">
                  <a16:creationId xmlns:a16="http://schemas.microsoft.com/office/drawing/2014/main" id="{81E20F06-3B09-4B89-A36B-AB8BFBCCA5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27" name="Freeform: Shape 26">
              <a:extLst>
                <a:ext uri="{FF2B5EF4-FFF2-40B4-BE49-F238E27FC236}">
                  <a16:creationId xmlns:a16="http://schemas.microsoft.com/office/drawing/2014/main" id="{DAE6C3D7-7D5B-4926-877D-45F117BB6B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9" name="Group 28">
            <a:extLst>
              <a:ext uri="{FF2B5EF4-FFF2-40B4-BE49-F238E27FC236}">
                <a16:creationId xmlns:a16="http://schemas.microsoft.com/office/drawing/2014/main" id="{967346A5-7569-4F15-AB5D-BE3DADF192C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9685727" y="4683666"/>
            <a:ext cx="2514948" cy="2174333"/>
            <a:chOff x="-305" y="-4155"/>
            <a:chExt cx="2514948" cy="2174333"/>
          </a:xfrm>
        </p:grpSpPr>
        <p:sp>
          <p:nvSpPr>
            <p:cNvPr id="30" name="Freeform: Shape 29">
              <a:extLst>
                <a:ext uri="{FF2B5EF4-FFF2-40B4-BE49-F238E27FC236}">
                  <a16:creationId xmlns:a16="http://schemas.microsoft.com/office/drawing/2014/main" id="{E1951533-A568-4765-AB1F-F71D9AFDEA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reeform: Shape 30">
              <a:extLst>
                <a:ext uri="{FF2B5EF4-FFF2-40B4-BE49-F238E27FC236}">
                  <a16:creationId xmlns:a16="http://schemas.microsoft.com/office/drawing/2014/main" id="{A7214F52-4F3F-4C96-A62E-F1401D6C04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Freeform: Shape 31">
              <a:extLst>
                <a:ext uri="{FF2B5EF4-FFF2-40B4-BE49-F238E27FC236}">
                  <a16:creationId xmlns:a16="http://schemas.microsoft.com/office/drawing/2014/main" id="{023146A1-291C-4FA0-AB5B-EB04D42398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33" name="Freeform: Shape 32">
              <a:extLst>
                <a:ext uri="{FF2B5EF4-FFF2-40B4-BE49-F238E27FC236}">
                  <a16:creationId xmlns:a16="http://schemas.microsoft.com/office/drawing/2014/main" id="{62977932-2B03-4899-8306-5002CEE68E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5" name="Title 1">
            <a:extLst>
              <a:ext uri="{FF2B5EF4-FFF2-40B4-BE49-F238E27FC236}">
                <a16:creationId xmlns:a16="http://schemas.microsoft.com/office/drawing/2014/main" id="{D6EE584E-84BC-FC84-2A5F-A0E7AF1256B7}"/>
              </a:ext>
            </a:extLst>
          </p:cNvPr>
          <p:cNvSpPr txBox="1">
            <a:spLocks/>
          </p:cNvSpPr>
          <p:nvPr/>
        </p:nvSpPr>
        <p:spPr>
          <a:xfrm>
            <a:off x="10382250" y="3983"/>
            <a:ext cx="1809445" cy="44767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2000" dirty="0">
                <a:solidFill>
                  <a:schemeClr val="tx2"/>
                </a:solidFill>
              </a:rPr>
              <a:t>MISRA C -2012</a:t>
            </a:r>
          </a:p>
        </p:txBody>
      </p:sp>
      <p:sp>
        <p:nvSpPr>
          <p:cNvPr id="6" name="Subtitle 2">
            <a:extLst>
              <a:ext uri="{FF2B5EF4-FFF2-40B4-BE49-F238E27FC236}">
                <a16:creationId xmlns:a16="http://schemas.microsoft.com/office/drawing/2014/main" id="{C992C8E1-40D9-45CC-B67A-D8B86D2A381E}"/>
              </a:ext>
            </a:extLst>
          </p:cNvPr>
          <p:cNvSpPr txBox="1">
            <a:spLocks/>
          </p:cNvSpPr>
          <p:nvPr/>
        </p:nvSpPr>
        <p:spPr>
          <a:xfrm>
            <a:off x="3432265" y="853500"/>
            <a:ext cx="5188034" cy="682079"/>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115000"/>
              </a:lnSpc>
              <a:spcAft>
                <a:spcPts val="800"/>
              </a:spcAft>
            </a:pPr>
            <a:r>
              <a:rPr lang="en-IN" kern="100" dirty="0">
                <a:solidFill>
                  <a:srgbClr val="666666"/>
                </a:solidFill>
                <a:effectLst/>
                <a:highlight>
                  <a:srgbClr val="FFFF00"/>
                </a:highlight>
                <a:latin typeface="Times New Roman" panose="02020603050405020304" pitchFamily="18" charset="0"/>
                <a:ea typeface="Aptos" panose="020B0004020202020204" pitchFamily="34" charset="0"/>
                <a:cs typeface="Times New Roman" panose="02020603050405020304" pitchFamily="18" charset="0"/>
              </a:rPr>
              <a:t>Misra2012:Rule-</a:t>
            </a:r>
            <a:r>
              <a:rPr lang="en-IN" kern="100" dirty="0">
                <a:solidFill>
                  <a:srgbClr val="666666"/>
                </a:solidFill>
                <a:highlight>
                  <a:srgbClr val="FFFF00"/>
                </a:highlight>
                <a:latin typeface="Times New Roman" panose="02020603050405020304" pitchFamily="18" charset="0"/>
                <a:ea typeface="Aptos" panose="020B0004020202020204" pitchFamily="34" charset="0"/>
                <a:cs typeface="Times New Roman" panose="02020603050405020304" pitchFamily="18" charset="0"/>
              </a:rPr>
              <a:t>2</a:t>
            </a:r>
            <a:r>
              <a:rPr lang="en-IN" kern="100" dirty="0">
                <a:solidFill>
                  <a:srgbClr val="666666"/>
                </a:solidFill>
                <a:effectLst/>
                <a:highlight>
                  <a:srgbClr val="FFFF00"/>
                </a:highlight>
                <a:latin typeface="Times New Roman" panose="02020603050405020304" pitchFamily="18" charset="0"/>
                <a:ea typeface="Aptos" panose="020B0004020202020204" pitchFamily="34" charset="0"/>
                <a:cs typeface="Times New Roman" panose="02020603050405020304" pitchFamily="18" charset="0"/>
              </a:rPr>
              <a:t>.2</a:t>
            </a:r>
          </a:p>
        </p:txBody>
      </p:sp>
      <p:sp>
        <p:nvSpPr>
          <p:cNvPr id="3" name="TextBox 2">
            <a:extLst>
              <a:ext uri="{FF2B5EF4-FFF2-40B4-BE49-F238E27FC236}">
                <a16:creationId xmlns:a16="http://schemas.microsoft.com/office/drawing/2014/main" id="{F52B51FF-E201-359D-4743-DA9B627F1CC1}"/>
              </a:ext>
            </a:extLst>
          </p:cNvPr>
          <p:cNvSpPr txBox="1"/>
          <p:nvPr/>
        </p:nvSpPr>
        <p:spPr>
          <a:xfrm>
            <a:off x="1024393" y="1293946"/>
            <a:ext cx="9232149" cy="369332"/>
          </a:xfrm>
          <a:prstGeom prst="rect">
            <a:avLst/>
          </a:prstGeom>
          <a:noFill/>
        </p:spPr>
        <p:txBody>
          <a:bodyPr wrap="square">
            <a:spAutoFit/>
          </a:bodyPr>
          <a:lstStyle/>
          <a:p>
            <a:pPr marL="285750" indent="-285750" algn="l">
              <a:buFont typeface="Wingdings" panose="05000000000000000000" pitchFamily="2" charset="2"/>
              <a:buChar char="q"/>
            </a:pPr>
            <a:r>
              <a:rPr lang="en-US" sz="1800" b="1" i="0" u="none" strike="noStrike" baseline="0" dirty="0">
                <a:latin typeface="Times New Roman" panose="02020603050405020304" pitchFamily="18" charset="0"/>
                <a:cs typeface="Times New Roman" panose="02020603050405020304" pitchFamily="18" charset="0"/>
              </a:rPr>
              <a:t>There shall be no </a:t>
            </a:r>
            <a:r>
              <a:rPr lang="en-US" sz="1800" b="1" i="1" u="none" strike="noStrike" baseline="0" dirty="0">
                <a:latin typeface="Times New Roman" panose="02020603050405020304" pitchFamily="18" charset="0"/>
                <a:cs typeface="Times New Roman" panose="02020603050405020304" pitchFamily="18" charset="0"/>
              </a:rPr>
              <a:t>dead code</a:t>
            </a:r>
            <a:endParaRPr lang="en-IN" b="1" kern="100" dirty="0">
              <a:effectLst/>
              <a:highlight>
                <a:srgbClr val="FFFF00"/>
              </a:highlight>
              <a:latin typeface="Times New Roman" panose="02020603050405020304" pitchFamily="18" charset="0"/>
              <a:ea typeface="Aptos" panose="020B0004020202020204" pitchFamily="34" charset="0"/>
              <a:cs typeface="Times New Roman" panose="02020603050405020304" pitchFamily="18" charset="0"/>
            </a:endParaRPr>
          </a:p>
        </p:txBody>
      </p:sp>
      <p:sp>
        <p:nvSpPr>
          <p:cNvPr id="11" name="TextBox 10">
            <a:extLst>
              <a:ext uri="{FF2B5EF4-FFF2-40B4-BE49-F238E27FC236}">
                <a16:creationId xmlns:a16="http://schemas.microsoft.com/office/drawing/2014/main" id="{3BAF9C64-DAA2-791C-A360-DC870B79332D}"/>
              </a:ext>
            </a:extLst>
          </p:cNvPr>
          <p:cNvSpPr txBox="1"/>
          <p:nvPr/>
        </p:nvSpPr>
        <p:spPr>
          <a:xfrm>
            <a:off x="1320240" y="1663278"/>
            <a:ext cx="9642403" cy="369332"/>
          </a:xfrm>
          <a:prstGeom prst="rect">
            <a:avLst/>
          </a:prstGeom>
          <a:noFill/>
        </p:spPr>
        <p:txBody>
          <a:bodyPr wrap="square">
            <a:spAutoFit/>
          </a:bodyPr>
          <a:lstStyle/>
          <a:p>
            <a:pPr algn="l"/>
            <a:r>
              <a:rPr lang="en-IN" sz="1800" b="0" i="0" u="none" strike="noStrike" baseline="0" dirty="0">
                <a:latin typeface="OpenSans"/>
              </a:rPr>
              <a:t>Category –</a:t>
            </a:r>
            <a:r>
              <a:rPr lang="en-IN" sz="1800" b="0" i="0" u="none" strike="noStrike" baseline="0" dirty="0">
                <a:latin typeface="OpenSans-Light"/>
              </a:rPr>
              <a:t>Required    Analysis </a:t>
            </a:r>
            <a:r>
              <a:rPr lang="en-IN" sz="1800" b="0" i="0" u="none" strike="noStrike" baseline="0" dirty="0">
                <a:latin typeface="OpenSans"/>
              </a:rPr>
              <a:t> -</a:t>
            </a:r>
            <a:r>
              <a:rPr lang="en-IN" sz="1800" b="0" i="0" u="none" strike="noStrike" baseline="0" dirty="0">
                <a:latin typeface="OpenSans-Light"/>
              </a:rPr>
              <a:t>Undecidable, System   </a:t>
            </a:r>
            <a:r>
              <a:rPr lang="en-IN" sz="1800" b="0" i="0" u="none" strike="noStrike" baseline="0" dirty="0">
                <a:latin typeface="OpenSans"/>
              </a:rPr>
              <a:t>Applies to -</a:t>
            </a:r>
            <a:r>
              <a:rPr lang="en-IN" sz="1800" b="0" i="0" u="none" strike="noStrike" baseline="0" dirty="0">
                <a:latin typeface="OpenSans-Light"/>
              </a:rPr>
              <a:t>C90, C99</a:t>
            </a:r>
            <a:endParaRPr lang="en-IN" dirty="0"/>
          </a:p>
        </p:txBody>
      </p:sp>
      <p:sp>
        <p:nvSpPr>
          <p:cNvPr id="12" name="TextBox 11">
            <a:extLst>
              <a:ext uri="{FF2B5EF4-FFF2-40B4-BE49-F238E27FC236}">
                <a16:creationId xmlns:a16="http://schemas.microsoft.com/office/drawing/2014/main" id="{3B6B20D6-4372-E7FE-5B7C-3A5C456054FD}"/>
              </a:ext>
            </a:extLst>
          </p:cNvPr>
          <p:cNvSpPr txBox="1"/>
          <p:nvPr/>
        </p:nvSpPr>
        <p:spPr>
          <a:xfrm>
            <a:off x="2711635" y="2953604"/>
            <a:ext cx="7419583" cy="3970318"/>
          </a:xfrm>
          <a:prstGeom prst="rect">
            <a:avLst/>
          </a:prstGeom>
          <a:noFill/>
        </p:spPr>
        <p:txBody>
          <a:bodyPr wrap="square">
            <a:spAutoFit/>
          </a:bodyPr>
          <a:lstStyle/>
          <a:p>
            <a:r>
              <a:rPr lang="en-US" b="0" i="0" dirty="0">
                <a:effectLst/>
                <a:latin typeface="Times New Roman" panose="02020603050405020304" pitchFamily="18" charset="0"/>
                <a:cs typeface="Times New Roman" panose="02020603050405020304" pitchFamily="18" charset="0"/>
              </a:rPr>
              <a:t>    int main() {</a:t>
            </a:r>
          </a:p>
          <a:p>
            <a:r>
              <a:rPr lang="en-US" b="0" i="0" dirty="0">
                <a:effectLst/>
                <a:latin typeface="Times New Roman" panose="02020603050405020304" pitchFamily="18" charset="0"/>
                <a:cs typeface="Times New Roman" panose="02020603050405020304" pitchFamily="18" charset="0"/>
              </a:rPr>
              <a:t>    int x = 10;</a:t>
            </a:r>
          </a:p>
          <a:p>
            <a:r>
              <a:rPr lang="en-US" b="0" i="0" dirty="0">
                <a:effectLst/>
                <a:latin typeface="Times New Roman" panose="02020603050405020304" pitchFamily="18" charset="0"/>
                <a:cs typeface="Times New Roman" panose="02020603050405020304" pitchFamily="18" charset="0"/>
              </a:rPr>
              <a:t>    </a:t>
            </a:r>
          </a:p>
          <a:p>
            <a:r>
              <a:rPr lang="en-US" b="0" i="0" dirty="0">
                <a:effectLst/>
                <a:latin typeface="Times New Roman" panose="02020603050405020304" pitchFamily="18" charset="0"/>
                <a:cs typeface="Times New Roman" panose="02020603050405020304" pitchFamily="18" charset="0"/>
              </a:rPr>
              <a:t>    if (x &gt; 100) </a:t>
            </a:r>
          </a:p>
          <a:p>
            <a:r>
              <a:rPr lang="en-US" dirty="0">
                <a:latin typeface="Times New Roman" panose="02020603050405020304" pitchFamily="18" charset="0"/>
                <a:cs typeface="Times New Roman" panose="02020603050405020304" pitchFamily="18" charset="0"/>
              </a:rPr>
              <a:t>    </a:t>
            </a:r>
            <a:r>
              <a:rPr lang="en-US" b="0" i="0" dirty="0">
                <a:effectLst/>
                <a:latin typeface="Times New Roman" panose="02020603050405020304" pitchFamily="18" charset="0"/>
                <a:cs typeface="Times New Roman" panose="02020603050405020304" pitchFamily="18" charset="0"/>
              </a:rPr>
              <a:t>{</a:t>
            </a:r>
          </a:p>
          <a:p>
            <a:r>
              <a:rPr lang="en-US" b="0" i="0" dirty="0">
                <a:effectLst/>
                <a:latin typeface="Times New Roman" panose="02020603050405020304" pitchFamily="18" charset="0"/>
                <a:cs typeface="Times New Roman" panose="02020603050405020304" pitchFamily="18" charset="0"/>
              </a:rPr>
              <a:t>      </a:t>
            </a:r>
            <a:r>
              <a:rPr lang="en-US" b="0" i="0" dirty="0" err="1">
                <a:effectLst/>
                <a:latin typeface="Times New Roman" panose="02020603050405020304" pitchFamily="18" charset="0"/>
                <a:cs typeface="Times New Roman" panose="02020603050405020304" pitchFamily="18" charset="0"/>
              </a:rPr>
              <a:t>printf</a:t>
            </a:r>
            <a:r>
              <a:rPr lang="en-US" b="0" i="0" dirty="0">
                <a:effectLst/>
                <a:latin typeface="Times New Roman" panose="02020603050405020304" pitchFamily="18" charset="0"/>
                <a:cs typeface="Times New Roman" panose="02020603050405020304" pitchFamily="18" charset="0"/>
              </a:rPr>
              <a:t>("x is greater than 100\n");</a:t>
            </a:r>
          </a:p>
          <a:p>
            <a:r>
              <a:rPr lang="en-US" b="0" i="0" dirty="0">
                <a:effectLst/>
                <a:latin typeface="Times New Roman" panose="02020603050405020304" pitchFamily="18" charset="0"/>
                <a:cs typeface="Times New Roman" panose="02020603050405020304" pitchFamily="18" charset="0"/>
              </a:rPr>
              <a:t>    } </a:t>
            </a:r>
          </a:p>
          <a:p>
            <a:r>
              <a:rPr lang="en-US" b="0" i="0" dirty="0">
                <a:effectLst/>
                <a:latin typeface="Times New Roman" panose="02020603050405020304" pitchFamily="18" charset="0"/>
                <a:cs typeface="Times New Roman" panose="02020603050405020304" pitchFamily="18" charset="0"/>
              </a:rPr>
              <a:t>   else {</a:t>
            </a:r>
          </a:p>
          <a:p>
            <a:r>
              <a:rPr lang="en-US" b="0" i="0" dirty="0">
                <a:effectLst/>
                <a:latin typeface="Times New Roman" panose="02020603050405020304" pitchFamily="18" charset="0"/>
                <a:cs typeface="Times New Roman" panose="02020603050405020304" pitchFamily="18" charset="0"/>
              </a:rPr>
              <a:t>            </a:t>
            </a:r>
            <a:r>
              <a:rPr lang="en-US" b="0" i="0" dirty="0" err="1">
                <a:effectLst/>
                <a:latin typeface="Times New Roman" panose="02020603050405020304" pitchFamily="18" charset="0"/>
                <a:cs typeface="Times New Roman" panose="02020603050405020304" pitchFamily="18" charset="0"/>
              </a:rPr>
              <a:t>printf</a:t>
            </a:r>
            <a:r>
              <a:rPr lang="en-US" b="0" i="0" dirty="0">
                <a:effectLst/>
                <a:latin typeface="Times New Roman" panose="02020603050405020304" pitchFamily="18" charset="0"/>
                <a:cs typeface="Times New Roman" panose="02020603050405020304" pitchFamily="18" charset="0"/>
              </a:rPr>
              <a:t>("x is less than or equal to 100\n");</a:t>
            </a:r>
          </a:p>
          <a:p>
            <a:r>
              <a:rPr lang="en-US" b="0" i="0" dirty="0">
                <a:effectLst/>
                <a:latin typeface="Times New Roman" panose="02020603050405020304" pitchFamily="18" charset="0"/>
                <a:cs typeface="Times New Roman" panose="02020603050405020304" pitchFamily="18" charset="0"/>
              </a:rPr>
              <a:t>          }</a:t>
            </a:r>
          </a:p>
          <a:p>
            <a:r>
              <a:rPr lang="en-US" b="0" i="0" dirty="0">
                <a:effectLst/>
                <a:latin typeface="Times New Roman" panose="02020603050405020304" pitchFamily="18" charset="0"/>
                <a:cs typeface="Times New Roman" panose="02020603050405020304" pitchFamily="18" charset="0"/>
              </a:rPr>
              <a:t>    // Dead code below</a:t>
            </a:r>
          </a:p>
          <a:p>
            <a:r>
              <a:rPr lang="en-US" i="0" dirty="0">
                <a:effectLst/>
                <a:highlight>
                  <a:srgbClr val="FFFF00"/>
                </a:highlight>
                <a:latin typeface="Times New Roman" panose="02020603050405020304" pitchFamily="18" charset="0"/>
                <a:cs typeface="Times New Roman" panose="02020603050405020304" pitchFamily="18" charset="0"/>
              </a:rPr>
              <a:t>    int y = 20; </a:t>
            </a:r>
            <a:r>
              <a:rPr lang="en-US" b="0" i="0" dirty="0">
                <a:effectLst/>
                <a:latin typeface="Times New Roman" panose="02020603050405020304" pitchFamily="18" charset="0"/>
                <a:cs typeface="Times New Roman" panose="02020603050405020304" pitchFamily="18" charset="0"/>
              </a:rPr>
              <a:t>// Variable declared but never used</a:t>
            </a:r>
          </a:p>
          <a:p>
            <a:r>
              <a:rPr lang="en-US" b="0" i="0" dirty="0">
                <a:effectLst/>
                <a:latin typeface="Times New Roman" panose="02020603050405020304" pitchFamily="18" charset="0"/>
                <a:cs typeface="Times New Roman" panose="02020603050405020304" pitchFamily="18" charset="0"/>
              </a:rPr>
              <a:t>    return 0;</a:t>
            </a:r>
          </a:p>
          <a:p>
            <a:r>
              <a:rPr lang="en-US" b="0" i="0" dirty="0">
                <a:effectLst/>
                <a:latin typeface="Times New Roman" panose="02020603050405020304" pitchFamily="18" charset="0"/>
                <a:cs typeface="Times New Roman" panose="02020603050405020304" pitchFamily="18" charset="0"/>
              </a:rPr>
              <a:t>}</a:t>
            </a:r>
            <a:endParaRPr lang="en-IN" dirty="0">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3BEBAFEE-B117-F80A-3238-35883C77E34C}"/>
              </a:ext>
            </a:extLst>
          </p:cNvPr>
          <p:cNvSpPr txBox="1"/>
          <p:nvPr/>
        </p:nvSpPr>
        <p:spPr>
          <a:xfrm>
            <a:off x="1313843" y="2009724"/>
            <a:ext cx="10650070" cy="923330"/>
          </a:xfrm>
          <a:prstGeom prst="rect">
            <a:avLst/>
          </a:prstGeom>
          <a:noFill/>
        </p:spPr>
        <p:txBody>
          <a:bodyPr wrap="square">
            <a:spAutoFit/>
          </a:bodyPr>
          <a:lstStyle/>
          <a:p>
            <a:r>
              <a:rPr lang="en-US" b="0" i="0" dirty="0">
                <a:solidFill>
                  <a:srgbClr val="0D0D0D"/>
                </a:solidFill>
                <a:effectLst/>
                <a:latin typeface="Söhne"/>
              </a:rPr>
              <a:t>Dead code refers to portions of the program that are written but never executed during the program's runtime. This could be due to conditional statements that are never true, unreachable function calls, or variables that are declared but never used..</a:t>
            </a:r>
            <a:endParaRPr lang="en-IN"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CC2AA419-5903-67AE-E7ED-2EEF7FFE7ABA}"/>
              </a:ext>
            </a:extLst>
          </p:cNvPr>
          <p:cNvSpPr txBox="1"/>
          <p:nvPr/>
        </p:nvSpPr>
        <p:spPr>
          <a:xfrm>
            <a:off x="1307471" y="2953604"/>
            <a:ext cx="1046338" cy="369332"/>
          </a:xfrm>
          <a:prstGeom prst="rect">
            <a:avLst/>
          </a:prstGeom>
          <a:noFill/>
        </p:spPr>
        <p:txBody>
          <a:bodyPr wrap="square">
            <a:spAutoFit/>
          </a:bodyPr>
          <a:lstStyle/>
          <a:p>
            <a:pPr algn="l"/>
            <a:r>
              <a:rPr lang="en-IN" dirty="0">
                <a:highlight>
                  <a:srgbClr val="FFFF00"/>
                </a:highlight>
              </a:rPr>
              <a:t>Example</a:t>
            </a:r>
          </a:p>
        </p:txBody>
      </p:sp>
      <p:sp>
        <p:nvSpPr>
          <p:cNvPr id="9" name="Slide Number Placeholder 8">
            <a:extLst>
              <a:ext uri="{FF2B5EF4-FFF2-40B4-BE49-F238E27FC236}">
                <a16:creationId xmlns:a16="http://schemas.microsoft.com/office/drawing/2014/main" id="{CB80F953-AC24-D5FF-10F9-2AA8A6029AF3}"/>
              </a:ext>
            </a:extLst>
          </p:cNvPr>
          <p:cNvSpPr>
            <a:spLocks noGrp="1"/>
          </p:cNvSpPr>
          <p:nvPr>
            <p:ph type="sldNum" sz="quarter" idx="12"/>
          </p:nvPr>
        </p:nvSpPr>
        <p:spPr/>
        <p:txBody>
          <a:bodyPr/>
          <a:lstStyle/>
          <a:p>
            <a:fld id="{91247CA1-BCEC-4DD4-9B23-E2AE1AEA27A6}" type="slidenum">
              <a:rPr lang="en-IN" smtClean="0"/>
              <a:t>15</a:t>
            </a:fld>
            <a:endParaRPr lang="en-IN"/>
          </a:p>
        </p:txBody>
      </p:sp>
      <p:sp>
        <p:nvSpPr>
          <p:cNvPr id="8" name="TextBox 7">
            <a:extLst>
              <a:ext uri="{FF2B5EF4-FFF2-40B4-BE49-F238E27FC236}">
                <a16:creationId xmlns:a16="http://schemas.microsoft.com/office/drawing/2014/main" id="{0A1A6AE1-00D1-36D5-7623-5398895E653F}"/>
              </a:ext>
            </a:extLst>
          </p:cNvPr>
          <p:cNvSpPr txBox="1"/>
          <p:nvPr/>
        </p:nvSpPr>
        <p:spPr>
          <a:xfrm>
            <a:off x="10532532" y="526059"/>
            <a:ext cx="1451144" cy="369332"/>
          </a:xfrm>
          <a:prstGeom prst="rect">
            <a:avLst/>
          </a:prstGeom>
          <a:noFill/>
        </p:spPr>
        <p:txBody>
          <a:bodyPr wrap="square">
            <a:spAutoFit/>
          </a:bodyPr>
          <a:lstStyle/>
          <a:p>
            <a:r>
              <a:rPr lang="en-IN" dirty="0"/>
              <a:t>Session 1</a:t>
            </a:r>
          </a:p>
        </p:txBody>
      </p:sp>
    </p:spTree>
    <p:extLst>
      <p:ext uri="{BB962C8B-B14F-4D97-AF65-F5344CB8AC3E}">
        <p14:creationId xmlns:p14="http://schemas.microsoft.com/office/powerpoint/2010/main" val="40957171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5A292AEA-2528-46C0-B426-95822B6141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D8B7B198-E4DF-43CD-AD8C-1998843237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34" name="Freeform: Shape 33">
            <a:extLst>
              <a:ext uri="{FF2B5EF4-FFF2-40B4-BE49-F238E27FC236}">
                <a16:creationId xmlns:a16="http://schemas.microsoft.com/office/drawing/2014/main" id="{2BE67753-EA0E-4819-8D22-0B6600CF7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96934" y="3984"/>
            <a:ext cx="9376632" cy="6858000"/>
          </a:xfrm>
          <a:custGeom>
            <a:avLst/>
            <a:gdLst>
              <a:gd name="connsiteX0" fmla="*/ 1691615 w 9376632"/>
              <a:gd name="connsiteY0" fmla="*/ 0 h 6858000"/>
              <a:gd name="connsiteX1" fmla="*/ 7685017 w 9376632"/>
              <a:gd name="connsiteY1" fmla="*/ 0 h 6858000"/>
              <a:gd name="connsiteX2" fmla="*/ 7840634 w 9376632"/>
              <a:gd name="connsiteY2" fmla="*/ 134799 h 6858000"/>
              <a:gd name="connsiteX3" fmla="*/ 9376632 w 9376632"/>
              <a:gd name="connsiteY3" fmla="*/ 3605175 h 6858000"/>
              <a:gd name="connsiteX4" fmla="*/ 8158692 w 9376632"/>
              <a:gd name="connsiteY4" fmla="*/ 6757493 h 6858000"/>
              <a:gd name="connsiteX5" fmla="*/ 8062868 w 9376632"/>
              <a:gd name="connsiteY5" fmla="*/ 6858000 h 6858000"/>
              <a:gd name="connsiteX6" fmla="*/ 1313765 w 9376632"/>
              <a:gd name="connsiteY6" fmla="*/ 6858000 h 6858000"/>
              <a:gd name="connsiteX7" fmla="*/ 1217940 w 9376632"/>
              <a:gd name="connsiteY7" fmla="*/ 6757493 h 6858000"/>
              <a:gd name="connsiteX8" fmla="*/ 0 w 9376632"/>
              <a:gd name="connsiteY8" fmla="*/ 3605175 h 6858000"/>
              <a:gd name="connsiteX9" fmla="*/ 1535999 w 9376632"/>
              <a:gd name="connsiteY9" fmla="*/ 13479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376632" h="6858000">
                <a:moveTo>
                  <a:pt x="1691615" y="0"/>
                </a:moveTo>
                <a:lnTo>
                  <a:pt x="7685017" y="0"/>
                </a:lnTo>
                <a:lnTo>
                  <a:pt x="7840634" y="134799"/>
                </a:lnTo>
                <a:cubicBezTo>
                  <a:pt x="8784230" y="992423"/>
                  <a:pt x="9376632" y="2229618"/>
                  <a:pt x="9376632" y="3605175"/>
                </a:cubicBezTo>
                <a:cubicBezTo>
                  <a:pt x="9376632" y="4818903"/>
                  <a:pt x="8915419" y="5924908"/>
                  <a:pt x="8158692" y="6757493"/>
                </a:cubicBezTo>
                <a:lnTo>
                  <a:pt x="8062868" y="6858000"/>
                </a:lnTo>
                <a:lnTo>
                  <a:pt x="1313765" y="6858000"/>
                </a:lnTo>
                <a:lnTo>
                  <a:pt x="1217940" y="6757493"/>
                </a:lnTo>
                <a:cubicBezTo>
                  <a:pt x="461213" y="5924908"/>
                  <a:pt x="0" y="4818903"/>
                  <a:pt x="0" y="3605175"/>
                </a:cubicBezTo>
                <a:cubicBezTo>
                  <a:pt x="0" y="2229618"/>
                  <a:pt x="592403" y="992423"/>
                  <a:pt x="1535999" y="134799"/>
                </a:cubicBezTo>
                <a:close/>
              </a:path>
            </a:pathLst>
          </a:cu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5" name="Group 34">
            <a:extLst>
              <a:ext uri="{FF2B5EF4-FFF2-40B4-BE49-F238E27FC236}">
                <a16:creationId xmlns:a16="http://schemas.microsoft.com/office/drawing/2014/main" id="{D76D63AC-0421-45EC-B383-E79A61A78C6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303402" y="3985"/>
            <a:ext cx="9772765" cy="6858000"/>
            <a:chOff x="1303402" y="36937"/>
            <a:chExt cx="9772765" cy="6858000"/>
          </a:xfrm>
          <a:solidFill>
            <a:schemeClr val="bg1">
              <a:alpha val="30000"/>
            </a:schemeClr>
          </a:solidFill>
        </p:grpSpPr>
        <p:sp>
          <p:nvSpPr>
            <p:cNvPr id="15" name="Freeform: Shape 14">
              <a:extLst>
                <a:ext uri="{FF2B5EF4-FFF2-40B4-BE49-F238E27FC236}">
                  <a16:creationId xmlns:a16="http://schemas.microsoft.com/office/drawing/2014/main" id="{B997A32E-7032-4107-9C8B-99DB59EDD5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6937"/>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Shape 15">
              <a:extLst>
                <a:ext uri="{FF2B5EF4-FFF2-40B4-BE49-F238E27FC236}">
                  <a16:creationId xmlns:a16="http://schemas.microsoft.com/office/drawing/2014/main" id="{943BB27F-1470-42CA-91FF-D94BC691C8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6937"/>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Freeform: Shape 16">
              <a:extLst>
                <a:ext uri="{FF2B5EF4-FFF2-40B4-BE49-F238E27FC236}">
                  <a16:creationId xmlns:a16="http://schemas.microsoft.com/office/drawing/2014/main" id="{E997B002-17FD-47B3-A06A-76802FE15C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6937"/>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Freeform: Shape 17">
              <a:extLst>
                <a:ext uri="{FF2B5EF4-FFF2-40B4-BE49-F238E27FC236}">
                  <a16:creationId xmlns:a16="http://schemas.microsoft.com/office/drawing/2014/main" id="{E401EA35-9D2E-43B7-860F-EBB8A6C3E0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6937"/>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Freeform: Shape 18">
              <a:extLst>
                <a:ext uri="{FF2B5EF4-FFF2-40B4-BE49-F238E27FC236}">
                  <a16:creationId xmlns:a16="http://schemas.microsoft.com/office/drawing/2014/main" id="{F8C44827-3D81-4FF9-B4A5-5650D1B20A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6937"/>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Freeform: Shape 19">
              <a:extLst>
                <a:ext uri="{FF2B5EF4-FFF2-40B4-BE49-F238E27FC236}">
                  <a16:creationId xmlns:a16="http://schemas.microsoft.com/office/drawing/2014/main" id="{F613D97F-F6DF-4D32-AD91-209A80E7A2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8320" y="36937"/>
              <a:ext cx="9767847" cy="6858000"/>
            </a:xfrm>
            <a:custGeom>
              <a:avLst/>
              <a:gdLst>
                <a:gd name="connsiteX0" fmla="*/ 7151367 w 9767847"/>
                <a:gd name="connsiteY0" fmla="*/ 0 h 6858000"/>
                <a:gd name="connsiteX1" fmla="*/ 7881247 w 9767847"/>
                <a:gd name="connsiteY1" fmla="*/ 0 h 6858000"/>
                <a:gd name="connsiteX2" fmla="*/ 7990553 w 9767847"/>
                <a:gd name="connsiteY2" fmla="*/ 81317 h 6858000"/>
                <a:gd name="connsiteX3" fmla="*/ 9767847 w 9767847"/>
                <a:gd name="connsiteY3" fmla="*/ 3649031 h 6858000"/>
                <a:gd name="connsiteX4" fmla="*/ 8652597 w 9767847"/>
                <a:gd name="connsiteY4" fmla="*/ 6590005 h 6858000"/>
                <a:gd name="connsiteX5" fmla="*/ 8395306 w 9767847"/>
                <a:gd name="connsiteY5" fmla="*/ 6858000 h 6858000"/>
                <a:gd name="connsiteX6" fmla="*/ 6762603 w 9767847"/>
                <a:gd name="connsiteY6" fmla="*/ 6858000 h 6858000"/>
                <a:gd name="connsiteX7" fmla="*/ 6765962 w 9767847"/>
                <a:gd name="connsiteY7" fmla="*/ 6854844 h 6858000"/>
                <a:gd name="connsiteX8" fmla="*/ 6804586 w 9767847"/>
                <a:gd name="connsiteY8" fmla="*/ 6817103 h 6858000"/>
                <a:gd name="connsiteX9" fmla="*/ 6881735 w 9767847"/>
                <a:gd name="connsiteY9" fmla="*/ 6741197 h 6858000"/>
                <a:gd name="connsiteX10" fmla="*/ 6958883 w 9767847"/>
                <a:gd name="connsiteY10" fmla="*/ 6664822 h 6858000"/>
                <a:gd name="connsiteX11" fmla="*/ 7267925 w 9767847"/>
                <a:gd name="connsiteY11" fmla="*/ 6355694 h 6858000"/>
                <a:gd name="connsiteX12" fmla="*/ 7424360 w 9767847"/>
                <a:gd name="connsiteY12" fmla="*/ 6200685 h 6858000"/>
                <a:gd name="connsiteX13" fmla="*/ 7504938 w 9767847"/>
                <a:gd name="connsiteY13" fmla="*/ 6122708 h 6858000"/>
                <a:gd name="connsiteX14" fmla="*/ 7546396 w 9767847"/>
                <a:gd name="connsiteY14" fmla="*/ 6083697 h 6858000"/>
                <a:gd name="connsiteX15" fmla="*/ 7588002 w 9767847"/>
                <a:gd name="connsiteY15" fmla="*/ 6045532 h 6858000"/>
                <a:gd name="connsiteX16" fmla="*/ 7631000 w 9767847"/>
                <a:gd name="connsiteY16" fmla="*/ 6006709 h 6858000"/>
                <a:gd name="connsiteX17" fmla="*/ 7675440 w 9767847"/>
                <a:gd name="connsiteY17" fmla="*/ 5968309 h 6858000"/>
                <a:gd name="connsiteX18" fmla="*/ 7720626 w 9767847"/>
                <a:gd name="connsiteY18" fmla="*/ 5930851 h 6858000"/>
                <a:gd name="connsiteX19" fmla="*/ 7766458 w 9767847"/>
                <a:gd name="connsiteY19" fmla="*/ 5894334 h 6858000"/>
                <a:gd name="connsiteX20" fmla="*/ 7955254 w 9767847"/>
                <a:gd name="connsiteY20" fmla="*/ 5756828 h 6858000"/>
                <a:gd name="connsiteX21" fmla="*/ 8352678 w 9767847"/>
                <a:gd name="connsiteY21" fmla="*/ 5517630 h 6858000"/>
                <a:gd name="connsiteX22" fmla="*/ 8451350 w 9767847"/>
                <a:gd name="connsiteY22" fmla="*/ 5465254 h 6858000"/>
                <a:gd name="connsiteX23" fmla="*/ 8548532 w 9767847"/>
                <a:gd name="connsiteY23" fmla="*/ 5413395 h 6858000"/>
                <a:gd name="connsiteX24" fmla="*/ 8729473 w 9767847"/>
                <a:gd name="connsiteY24" fmla="*/ 5309961 h 6858000"/>
                <a:gd name="connsiteX25" fmla="*/ 8770781 w 9767847"/>
                <a:gd name="connsiteY25" fmla="*/ 5283232 h 6858000"/>
                <a:gd name="connsiteX26" fmla="*/ 8790964 w 9767847"/>
                <a:gd name="connsiteY26" fmla="*/ 5269492 h 6858000"/>
                <a:gd name="connsiteX27" fmla="*/ 8810499 w 9767847"/>
                <a:gd name="connsiteY27" fmla="*/ 5255703 h 6858000"/>
                <a:gd name="connsiteX28" fmla="*/ 8883571 w 9767847"/>
                <a:gd name="connsiteY28" fmla="*/ 5198479 h 6858000"/>
                <a:gd name="connsiteX29" fmla="*/ 9006651 w 9767847"/>
                <a:gd name="connsiteY29" fmla="*/ 5070527 h 6858000"/>
                <a:gd name="connsiteX30" fmla="*/ 9033494 w 9767847"/>
                <a:gd name="connsiteY30" fmla="*/ 5034105 h 6858000"/>
                <a:gd name="connsiteX31" fmla="*/ 9040305 w 9767847"/>
                <a:gd name="connsiteY31" fmla="*/ 5024551 h 6858000"/>
                <a:gd name="connsiteX32" fmla="*/ 9046568 w 9767847"/>
                <a:gd name="connsiteY32" fmla="*/ 5015281 h 6858000"/>
                <a:gd name="connsiteX33" fmla="*/ 9058846 w 9767847"/>
                <a:gd name="connsiteY33" fmla="*/ 4996645 h 6858000"/>
                <a:gd name="connsiteX34" fmla="*/ 9104529 w 9767847"/>
                <a:gd name="connsiteY34" fmla="*/ 4918105 h 6858000"/>
                <a:gd name="connsiteX35" fmla="*/ 9181081 w 9767847"/>
                <a:gd name="connsiteY35" fmla="*/ 4744694 h 6858000"/>
                <a:gd name="connsiteX36" fmla="*/ 9240731 w 9767847"/>
                <a:gd name="connsiteY36" fmla="*/ 4557872 h 6858000"/>
                <a:gd name="connsiteX37" fmla="*/ 9265388 w 9767847"/>
                <a:gd name="connsiteY37" fmla="*/ 4461073 h 6858000"/>
                <a:gd name="connsiteX38" fmla="*/ 9276571 w 9767847"/>
                <a:gd name="connsiteY38" fmla="*/ 4411943 h 6858000"/>
                <a:gd name="connsiteX39" fmla="*/ 9281841 w 9767847"/>
                <a:gd name="connsiteY39" fmla="*/ 4387379 h 6858000"/>
                <a:gd name="connsiteX40" fmla="*/ 9286513 w 9767847"/>
                <a:gd name="connsiteY40" fmla="*/ 4364838 h 6858000"/>
                <a:gd name="connsiteX41" fmla="*/ 9296754 w 9767847"/>
                <a:gd name="connsiteY41" fmla="*/ 4312038 h 6858000"/>
                <a:gd name="connsiteX42" fmla="*/ 9301029 w 9767847"/>
                <a:gd name="connsiteY42" fmla="*/ 4289074 h 6858000"/>
                <a:gd name="connsiteX43" fmla="*/ 9302818 w 9767847"/>
                <a:gd name="connsiteY43" fmla="*/ 4278581 h 6858000"/>
                <a:gd name="connsiteX44" fmla="*/ 9304658 w 9767847"/>
                <a:gd name="connsiteY44" fmla="*/ 4266816 h 6858000"/>
                <a:gd name="connsiteX45" fmla="*/ 9312810 w 9767847"/>
                <a:gd name="connsiteY45" fmla="*/ 4215945 h 6858000"/>
                <a:gd name="connsiteX46" fmla="*/ 9316887 w 9767847"/>
                <a:gd name="connsiteY46" fmla="*/ 4190486 h 6858000"/>
                <a:gd name="connsiteX47" fmla="*/ 9318923 w 9767847"/>
                <a:gd name="connsiteY47" fmla="*/ 4177780 h 6858000"/>
                <a:gd name="connsiteX48" fmla="*/ 9320515 w 9767847"/>
                <a:gd name="connsiteY48" fmla="*/ 4164886 h 6858000"/>
                <a:gd name="connsiteX49" fmla="*/ 9332445 w 9767847"/>
                <a:gd name="connsiteY49" fmla="*/ 4064981 h 6858000"/>
                <a:gd name="connsiteX50" fmla="*/ 9336173 w 9767847"/>
                <a:gd name="connsiteY50" fmla="*/ 4018676 h 6858000"/>
                <a:gd name="connsiteX51" fmla="*/ 9340199 w 9767847"/>
                <a:gd name="connsiteY51" fmla="*/ 3965171 h 6858000"/>
                <a:gd name="connsiteX52" fmla="*/ 9347557 w 9767847"/>
                <a:gd name="connsiteY52" fmla="*/ 3765972 h 6858000"/>
                <a:gd name="connsiteX53" fmla="*/ 9346364 w 9767847"/>
                <a:gd name="connsiteY53" fmla="*/ 3664938 h 6858000"/>
                <a:gd name="connsiteX54" fmla="*/ 9344921 w 9767847"/>
                <a:gd name="connsiteY54" fmla="*/ 3615243 h 6858000"/>
                <a:gd name="connsiteX55" fmla="*/ 9344524 w 9767847"/>
                <a:gd name="connsiteY55" fmla="*/ 3603526 h 6858000"/>
                <a:gd name="connsiteX56" fmla="*/ 9343728 w 9767847"/>
                <a:gd name="connsiteY56" fmla="*/ 3590774 h 6858000"/>
                <a:gd name="connsiteX57" fmla="*/ 9342188 w 9767847"/>
                <a:gd name="connsiteY57" fmla="*/ 3565268 h 6858000"/>
                <a:gd name="connsiteX58" fmla="*/ 9339056 w 9767847"/>
                <a:gd name="connsiteY58" fmla="*/ 3514256 h 6858000"/>
                <a:gd name="connsiteX59" fmla="*/ 9334334 w 9767847"/>
                <a:gd name="connsiteY59" fmla="*/ 3463057 h 6858000"/>
                <a:gd name="connsiteX60" fmla="*/ 9329363 w 9767847"/>
                <a:gd name="connsiteY60" fmla="*/ 3411810 h 6858000"/>
                <a:gd name="connsiteX61" fmla="*/ 9328319 w 9767847"/>
                <a:gd name="connsiteY61" fmla="*/ 3400657 h 6858000"/>
                <a:gd name="connsiteX62" fmla="*/ 9327177 w 9767847"/>
                <a:gd name="connsiteY62" fmla="*/ 3390116 h 6858000"/>
                <a:gd name="connsiteX63" fmla="*/ 9324293 w 9767847"/>
                <a:gd name="connsiteY63" fmla="*/ 3366774 h 6858000"/>
                <a:gd name="connsiteX64" fmla="*/ 9320763 w 9767847"/>
                <a:gd name="connsiteY64" fmla="*/ 3340329 h 6858000"/>
                <a:gd name="connsiteX65" fmla="*/ 9317184 w 9767847"/>
                <a:gd name="connsiteY65" fmla="*/ 3311245 h 6858000"/>
                <a:gd name="connsiteX66" fmla="*/ 9311021 w 9767847"/>
                <a:gd name="connsiteY66" fmla="*/ 3266211 h 6858000"/>
                <a:gd name="connsiteX67" fmla="*/ 9302719 w 9767847"/>
                <a:gd name="connsiteY67" fmla="*/ 3215717 h 6858000"/>
                <a:gd name="connsiteX68" fmla="*/ 9293970 w 9767847"/>
                <a:gd name="connsiteY68" fmla="*/ 3165789 h 6858000"/>
                <a:gd name="connsiteX69" fmla="*/ 9252065 w 9767847"/>
                <a:gd name="connsiteY69" fmla="*/ 2967107 h 6858000"/>
                <a:gd name="connsiteX70" fmla="*/ 9227211 w 9767847"/>
                <a:gd name="connsiteY70" fmla="*/ 2868473 h 6858000"/>
                <a:gd name="connsiteX71" fmla="*/ 9220699 w 9767847"/>
                <a:gd name="connsiteY71" fmla="*/ 2844426 h 6858000"/>
                <a:gd name="connsiteX72" fmla="*/ 9213740 w 9767847"/>
                <a:gd name="connsiteY72" fmla="*/ 2820191 h 6858000"/>
                <a:gd name="connsiteX73" fmla="*/ 9199374 w 9767847"/>
                <a:gd name="connsiteY73" fmla="*/ 2771438 h 6858000"/>
                <a:gd name="connsiteX74" fmla="*/ 9061829 w 9767847"/>
                <a:gd name="connsiteY74" fmla="*/ 2385418 h 6858000"/>
                <a:gd name="connsiteX75" fmla="*/ 8978865 w 9767847"/>
                <a:gd name="connsiteY75" fmla="*/ 2196855 h 6858000"/>
                <a:gd name="connsiteX76" fmla="*/ 8956694 w 9767847"/>
                <a:gd name="connsiteY76" fmla="*/ 2150219 h 6858000"/>
                <a:gd name="connsiteX77" fmla="*/ 8934176 w 9767847"/>
                <a:gd name="connsiteY77" fmla="*/ 2103914 h 6858000"/>
                <a:gd name="connsiteX78" fmla="*/ 8887151 w 9767847"/>
                <a:gd name="connsiteY78" fmla="*/ 2011350 h 6858000"/>
                <a:gd name="connsiteX79" fmla="*/ 8787533 w 9767847"/>
                <a:gd name="connsiteY79" fmla="*/ 1828527 h 6858000"/>
                <a:gd name="connsiteX80" fmla="*/ 8761485 w 9767847"/>
                <a:gd name="connsiteY80" fmla="*/ 1783398 h 6858000"/>
                <a:gd name="connsiteX81" fmla="*/ 8734791 w 9767847"/>
                <a:gd name="connsiteY81" fmla="*/ 1737893 h 6858000"/>
                <a:gd name="connsiteX82" fmla="*/ 8680808 w 9767847"/>
                <a:gd name="connsiteY82" fmla="*/ 1648812 h 6858000"/>
                <a:gd name="connsiteX83" fmla="*/ 8567024 w 9767847"/>
                <a:gd name="connsiteY83" fmla="*/ 1472906 h 6858000"/>
                <a:gd name="connsiteX84" fmla="*/ 8537446 w 9767847"/>
                <a:gd name="connsiteY84" fmla="*/ 1429330 h 6858000"/>
                <a:gd name="connsiteX85" fmla="*/ 8507423 w 9767847"/>
                <a:gd name="connsiteY85" fmla="*/ 1385896 h 6858000"/>
                <a:gd name="connsiteX86" fmla="*/ 8446529 w 9767847"/>
                <a:gd name="connsiteY86" fmla="*/ 1300295 h 6858000"/>
                <a:gd name="connsiteX87" fmla="*/ 8319224 w 9767847"/>
                <a:gd name="connsiteY87" fmla="*/ 1131026 h 6858000"/>
                <a:gd name="connsiteX88" fmla="*/ 8286366 w 9767847"/>
                <a:gd name="connsiteY88" fmla="*/ 1089050 h 6858000"/>
                <a:gd name="connsiteX89" fmla="*/ 8270161 w 9767847"/>
                <a:gd name="connsiteY89" fmla="*/ 1068439 h 6858000"/>
                <a:gd name="connsiteX90" fmla="*/ 8253856 w 9767847"/>
                <a:gd name="connsiteY90" fmla="*/ 1048156 h 6858000"/>
                <a:gd name="connsiteX91" fmla="*/ 8186352 w 9767847"/>
                <a:gd name="connsiteY91" fmla="*/ 966275 h 6858000"/>
                <a:gd name="connsiteX92" fmla="*/ 8046768 w 9767847"/>
                <a:gd name="connsiteY92" fmla="*/ 805429 h 6858000"/>
                <a:gd name="connsiteX93" fmla="*/ 8010927 w 9767847"/>
                <a:gd name="connsiteY93" fmla="*/ 765853 h 6858000"/>
                <a:gd name="connsiteX94" fmla="*/ 7974788 w 9767847"/>
                <a:gd name="connsiteY94" fmla="*/ 726653 h 6858000"/>
                <a:gd name="connsiteX95" fmla="*/ 7901070 w 9767847"/>
                <a:gd name="connsiteY95" fmla="*/ 648724 h 6858000"/>
                <a:gd name="connsiteX96" fmla="*/ 7750054 w 9767847"/>
                <a:gd name="connsiteY96" fmla="*/ 497008 h 6858000"/>
                <a:gd name="connsiteX97" fmla="*/ 7592277 w 9767847"/>
                <a:gd name="connsiteY97" fmla="*/ 351221 h 6858000"/>
                <a:gd name="connsiteX98" fmla="*/ 7257734 w 9767847"/>
                <a:gd name="connsiteY98" fmla="*/ 76964 h 6858000"/>
                <a:gd name="connsiteX99" fmla="*/ 1886601 w 9767847"/>
                <a:gd name="connsiteY99" fmla="*/ 0 h 6858000"/>
                <a:gd name="connsiteX100" fmla="*/ 2292926 w 9767847"/>
                <a:gd name="connsiteY100" fmla="*/ 0 h 6858000"/>
                <a:gd name="connsiteX101" fmla="*/ 2135542 w 9767847"/>
                <a:gd name="connsiteY101" fmla="*/ 117781 h 6858000"/>
                <a:gd name="connsiteX102" fmla="*/ 1969576 w 9767847"/>
                <a:gd name="connsiteY102" fmla="*/ 254986 h 6858000"/>
                <a:gd name="connsiteX103" fmla="*/ 1659938 w 9767847"/>
                <a:gd name="connsiteY103" fmla="*/ 549855 h 6858000"/>
                <a:gd name="connsiteX104" fmla="*/ 729383 w 9767847"/>
                <a:gd name="connsiteY104" fmla="*/ 1936480 h 6858000"/>
                <a:gd name="connsiteX105" fmla="*/ 578465 w 9767847"/>
                <a:gd name="connsiteY105" fmla="*/ 2320807 h 6858000"/>
                <a:gd name="connsiteX106" fmla="*/ 465080 w 9767847"/>
                <a:gd name="connsiteY106" fmla="*/ 2714875 h 6858000"/>
                <a:gd name="connsiteX107" fmla="*/ 423820 w 9767847"/>
                <a:gd name="connsiteY107" fmla="*/ 2915436 h 6858000"/>
                <a:gd name="connsiteX108" fmla="*/ 392355 w 9767847"/>
                <a:gd name="connsiteY108" fmla="*/ 3118071 h 6858000"/>
                <a:gd name="connsiteX109" fmla="*/ 358801 w 9767847"/>
                <a:gd name="connsiteY109" fmla="*/ 3526915 h 6858000"/>
                <a:gd name="connsiteX110" fmla="*/ 410350 w 9767847"/>
                <a:gd name="connsiteY110" fmla="*/ 4348226 h 6858000"/>
                <a:gd name="connsiteX111" fmla="*/ 449022 w 9767847"/>
                <a:gd name="connsiteY111" fmla="*/ 4551049 h 6858000"/>
                <a:gd name="connsiteX112" fmla="*/ 498882 w 9767847"/>
                <a:gd name="connsiteY112" fmla="*/ 4752365 h 6858000"/>
                <a:gd name="connsiteX113" fmla="*/ 559775 w 9767847"/>
                <a:gd name="connsiteY113" fmla="*/ 4951657 h 6858000"/>
                <a:gd name="connsiteX114" fmla="*/ 631406 w 9767847"/>
                <a:gd name="connsiteY114" fmla="*/ 5147986 h 6858000"/>
                <a:gd name="connsiteX115" fmla="*/ 1023461 w 9767847"/>
                <a:gd name="connsiteY115" fmla="*/ 5893957 h 6858000"/>
                <a:gd name="connsiteX116" fmla="*/ 1575880 w 9767847"/>
                <a:gd name="connsiteY116" fmla="*/ 6547646 h 6858000"/>
                <a:gd name="connsiteX117" fmla="*/ 1905228 w 9767847"/>
                <a:gd name="connsiteY117" fmla="*/ 6829468 h 6858000"/>
                <a:gd name="connsiteX118" fmla="*/ 1944230 w 9767847"/>
                <a:gd name="connsiteY118" fmla="*/ 6858000 h 6858000"/>
                <a:gd name="connsiteX119" fmla="*/ 1372541 w 9767847"/>
                <a:gd name="connsiteY119" fmla="*/ 6858000 h 6858000"/>
                <a:gd name="connsiteX120" fmla="*/ 1115251 w 9767847"/>
                <a:gd name="connsiteY120" fmla="*/ 6590005 h 6858000"/>
                <a:gd name="connsiteX121" fmla="*/ 0 w 9767847"/>
                <a:gd name="connsiteY121" fmla="*/ 3649031 h 6858000"/>
                <a:gd name="connsiteX122" fmla="*/ 1777294 w 9767847"/>
                <a:gd name="connsiteY122" fmla="*/ 813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9767847" h="6858000">
                  <a:moveTo>
                    <a:pt x="7151367" y="0"/>
                  </a:moveTo>
                  <a:lnTo>
                    <a:pt x="7881247" y="0"/>
                  </a:lnTo>
                  <a:lnTo>
                    <a:pt x="7990553" y="81317"/>
                  </a:lnTo>
                  <a:cubicBezTo>
                    <a:pt x="9075991" y="929334"/>
                    <a:pt x="9767847" y="2212695"/>
                    <a:pt x="9767847" y="3649031"/>
                  </a:cubicBezTo>
                  <a:cubicBezTo>
                    <a:pt x="9767847" y="4766182"/>
                    <a:pt x="9349317" y="5790792"/>
                    <a:pt x="8652597" y="6590005"/>
                  </a:cubicBezTo>
                  <a:lnTo>
                    <a:pt x="8395306" y="6858000"/>
                  </a:lnTo>
                  <a:lnTo>
                    <a:pt x="6762603" y="6858000"/>
                  </a:lnTo>
                  <a:lnTo>
                    <a:pt x="6765962" y="6854844"/>
                  </a:lnTo>
                  <a:cubicBezTo>
                    <a:pt x="6779036" y="6842703"/>
                    <a:pt x="6791663" y="6829621"/>
                    <a:pt x="6804586" y="6817103"/>
                  </a:cubicBezTo>
                  <a:lnTo>
                    <a:pt x="6881735" y="6741197"/>
                  </a:lnTo>
                  <a:cubicBezTo>
                    <a:pt x="6907435" y="6715881"/>
                    <a:pt x="6933134" y="6690798"/>
                    <a:pt x="6958883" y="6664822"/>
                  </a:cubicBezTo>
                  <a:lnTo>
                    <a:pt x="7267925" y="6355694"/>
                  </a:lnTo>
                  <a:lnTo>
                    <a:pt x="7424360" y="6200685"/>
                  </a:lnTo>
                  <a:cubicBezTo>
                    <a:pt x="7450754" y="6174802"/>
                    <a:pt x="7477598" y="6148731"/>
                    <a:pt x="7504938" y="6122708"/>
                  </a:cubicBezTo>
                  <a:lnTo>
                    <a:pt x="7546396" y="6083697"/>
                  </a:lnTo>
                  <a:cubicBezTo>
                    <a:pt x="7560264" y="6070803"/>
                    <a:pt x="7574780" y="6057532"/>
                    <a:pt x="7588002" y="6045532"/>
                  </a:cubicBezTo>
                  <a:lnTo>
                    <a:pt x="7631000" y="6006709"/>
                  </a:lnTo>
                  <a:lnTo>
                    <a:pt x="7675440" y="5968309"/>
                  </a:lnTo>
                  <a:cubicBezTo>
                    <a:pt x="7690404" y="5955698"/>
                    <a:pt x="7705564" y="5943321"/>
                    <a:pt x="7720626" y="5930851"/>
                  </a:cubicBezTo>
                  <a:cubicBezTo>
                    <a:pt x="7735738" y="5918427"/>
                    <a:pt x="7751197" y="5906521"/>
                    <a:pt x="7766458" y="5894334"/>
                  </a:cubicBezTo>
                  <a:cubicBezTo>
                    <a:pt x="7827949" y="5846192"/>
                    <a:pt x="7890979" y="5800499"/>
                    <a:pt x="7955254" y="5756828"/>
                  </a:cubicBezTo>
                  <a:cubicBezTo>
                    <a:pt x="8083800" y="5669534"/>
                    <a:pt x="8216872" y="5590336"/>
                    <a:pt x="8352678" y="5517630"/>
                  </a:cubicBezTo>
                  <a:lnTo>
                    <a:pt x="8451350" y="5465254"/>
                  </a:lnTo>
                  <a:lnTo>
                    <a:pt x="8548532" y="5413395"/>
                  </a:lnTo>
                  <a:cubicBezTo>
                    <a:pt x="8612110" y="5379090"/>
                    <a:pt x="8673251" y="5345208"/>
                    <a:pt x="8729473" y="5309961"/>
                  </a:cubicBezTo>
                  <a:cubicBezTo>
                    <a:pt x="8743591" y="5301115"/>
                    <a:pt x="8757161" y="5292361"/>
                    <a:pt x="8770781" y="5283232"/>
                  </a:cubicBezTo>
                  <a:cubicBezTo>
                    <a:pt x="8777591" y="5278667"/>
                    <a:pt x="8784451" y="5274103"/>
                    <a:pt x="8790964" y="5269492"/>
                  </a:cubicBezTo>
                  <a:cubicBezTo>
                    <a:pt x="8797574" y="5264879"/>
                    <a:pt x="8804235" y="5260314"/>
                    <a:pt x="8810499" y="5255703"/>
                  </a:cubicBezTo>
                  <a:cubicBezTo>
                    <a:pt x="8835999" y="5237303"/>
                    <a:pt x="8860407" y="5218291"/>
                    <a:pt x="8883571" y="5198479"/>
                  </a:cubicBezTo>
                  <a:cubicBezTo>
                    <a:pt x="8929900" y="5158856"/>
                    <a:pt x="8971258" y="5116315"/>
                    <a:pt x="9006651" y="5070527"/>
                  </a:cubicBezTo>
                  <a:cubicBezTo>
                    <a:pt x="9015351" y="5059328"/>
                    <a:pt x="9024398" y="5046857"/>
                    <a:pt x="9033494" y="5034105"/>
                  </a:cubicBezTo>
                  <a:lnTo>
                    <a:pt x="9040305" y="5024551"/>
                  </a:lnTo>
                  <a:lnTo>
                    <a:pt x="9046568" y="5015281"/>
                  </a:lnTo>
                  <a:cubicBezTo>
                    <a:pt x="9050743" y="5009163"/>
                    <a:pt x="9054819" y="5002952"/>
                    <a:pt x="9058846" y="4996645"/>
                  </a:cubicBezTo>
                  <a:cubicBezTo>
                    <a:pt x="9075002" y="4971517"/>
                    <a:pt x="9090212" y="4945305"/>
                    <a:pt x="9104529" y="4918105"/>
                  </a:cubicBezTo>
                  <a:cubicBezTo>
                    <a:pt x="9133211" y="4863752"/>
                    <a:pt x="9158313" y="4805447"/>
                    <a:pt x="9181081" y="4744694"/>
                  </a:cubicBezTo>
                  <a:cubicBezTo>
                    <a:pt x="9203748" y="4684178"/>
                    <a:pt x="9223383" y="4621778"/>
                    <a:pt x="9240731" y="4557872"/>
                  </a:cubicBezTo>
                  <a:cubicBezTo>
                    <a:pt x="9249481" y="4525966"/>
                    <a:pt x="9257682" y="4493684"/>
                    <a:pt x="9265388" y="4461073"/>
                  </a:cubicBezTo>
                  <a:cubicBezTo>
                    <a:pt x="9269215" y="4444744"/>
                    <a:pt x="9272943" y="4428367"/>
                    <a:pt x="9276571" y="4411943"/>
                  </a:cubicBezTo>
                  <a:lnTo>
                    <a:pt x="9281841" y="4387379"/>
                  </a:lnTo>
                  <a:lnTo>
                    <a:pt x="9286513" y="4364838"/>
                  </a:lnTo>
                  <a:lnTo>
                    <a:pt x="9296754" y="4312038"/>
                  </a:lnTo>
                  <a:lnTo>
                    <a:pt x="9301029" y="4289074"/>
                  </a:lnTo>
                  <a:lnTo>
                    <a:pt x="9302818" y="4278581"/>
                  </a:lnTo>
                  <a:lnTo>
                    <a:pt x="9304658" y="4266816"/>
                  </a:lnTo>
                  <a:lnTo>
                    <a:pt x="9312810" y="4215945"/>
                  </a:lnTo>
                  <a:lnTo>
                    <a:pt x="9316887" y="4190486"/>
                  </a:lnTo>
                  <a:lnTo>
                    <a:pt x="9318923" y="4177780"/>
                  </a:lnTo>
                  <a:cubicBezTo>
                    <a:pt x="9319570" y="4173546"/>
                    <a:pt x="9319969" y="4169169"/>
                    <a:pt x="9320515" y="4164886"/>
                  </a:cubicBezTo>
                  <a:lnTo>
                    <a:pt x="9332445" y="4064981"/>
                  </a:lnTo>
                  <a:cubicBezTo>
                    <a:pt x="9333836" y="4052370"/>
                    <a:pt x="9334880" y="4036888"/>
                    <a:pt x="9336173" y="4018676"/>
                  </a:cubicBezTo>
                  <a:lnTo>
                    <a:pt x="9340199" y="3965171"/>
                  </a:lnTo>
                  <a:cubicBezTo>
                    <a:pt x="9345071" y="3899806"/>
                    <a:pt x="9347358" y="3832983"/>
                    <a:pt x="9347557" y="3765972"/>
                  </a:cubicBezTo>
                  <a:cubicBezTo>
                    <a:pt x="9347656" y="3732420"/>
                    <a:pt x="9347209" y="3698773"/>
                    <a:pt x="9346364" y="3664938"/>
                  </a:cubicBezTo>
                  <a:lnTo>
                    <a:pt x="9344921" y="3615243"/>
                  </a:lnTo>
                  <a:lnTo>
                    <a:pt x="9344524" y="3603526"/>
                  </a:lnTo>
                  <a:lnTo>
                    <a:pt x="9343728" y="3590774"/>
                  </a:lnTo>
                  <a:lnTo>
                    <a:pt x="9342188" y="3565268"/>
                  </a:lnTo>
                  <a:lnTo>
                    <a:pt x="9339056" y="3514256"/>
                  </a:lnTo>
                  <a:cubicBezTo>
                    <a:pt x="9337914" y="3497221"/>
                    <a:pt x="9335874" y="3480138"/>
                    <a:pt x="9334334" y="3463057"/>
                  </a:cubicBezTo>
                  <a:lnTo>
                    <a:pt x="9329363" y="3411810"/>
                  </a:lnTo>
                  <a:lnTo>
                    <a:pt x="9328319" y="3400657"/>
                  </a:lnTo>
                  <a:lnTo>
                    <a:pt x="9327177" y="3390116"/>
                  </a:lnTo>
                  <a:lnTo>
                    <a:pt x="9324293" y="3366774"/>
                  </a:lnTo>
                  <a:lnTo>
                    <a:pt x="9320763" y="3340329"/>
                  </a:lnTo>
                  <a:lnTo>
                    <a:pt x="9317184" y="3311245"/>
                  </a:lnTo>
                  <a:cubicBezTo>
                    <a:pt x="9315594" y="3296893"/>
                    <a:pt x="9313506" y="3282306"/>
                    <a:pt x="9311021" y="3266211"/>
                  </a:cubicBezTo>
                  <a:lnTo>
                    <a:pt x="9302719" y="3215717"/>
                  </a:lnTo>
                  <a:cubicBezTo>
                    <a:pt x="9299936" y="3199059"/>
                    <a:pt x="9297003" y="3182400"/>
                    <a:pt x="9293970" y="3165789"/>
                  </a:cubicBezTo>
                  <a:cubicBezTo>
                    <a:pt x="9281891" y="3099295"/>
                    <a:pt x="9267674" y="3033084"/>
                    <a:pt x="9252065" y="2967107"/>
                  </a:cubicBezTo>
                  <a:cubicBezTo>
                    <a:pt x="9244261" y="2934167"/>
                    <a:pt x="9235959" y="2901273"/>
                    <a:pt x="9227211" y="2868473"/>
                  </a:cubicBezTo>
                  <a:lnTo>
                    <a:pt x="9220699" y="2844426"/>
                  </a:lnTo>
                  <a:lnTo>
                    <a:pt x="9213740" y="2820191"/>
                  </a:lnTo>
                  <a:cubicBezTo>
                    <a:pt x="9209216" y="2804049"/>
                    <a:pt x="9204345" y="2787768"/>
                    <a:pt x="9199374" y="2771438"/>
                  </a:cubicBezTo>
                  <a:cubicBezTo>
                    <a:pt x="9159855" y="2641086"/>
                    <a:pt x="9114272" y="2512099"/>
                    <a:pt x="9061829" y="2385418"/>
                  </a:cubicBezTo>
                  <a:cubicBezTo>
                    <a:pt x="9035582" y="2322077"/>
                    <a:pt x="9008043" y="2259160"/>
                    <a:pt x="8978865" y="2196855"/>
                  </a:cubicBezTo>
                  <a:lnTo>
                    <a:pt x="8956694" y="2150219"/>
                  </a:lnTo>
                  <a:lnTo>
                    <a:pt x="8934176" y="2103914"/>
                  </a:lnTo>
                  <a:cubicBezTo>
                    <a:pt x="8918915" y="2073091"/>
                    <a:pt x="8903157" y="2042032"/>
                    <a:pt x="8887151" y="2011350"/>
                  </a:cubicBezTo>
                  <a:cubicBezTo>
                    <a:pt x="8854988" y="1949891"/>
                    <a:pt x="8822082" y="1888810"/>
                    <a:pt x="8787533" y="1828527"/>
                  </a:cubicBezTo>
                  <a:lnTo>
                    <a:pt x="8761485" y="1783398"/>
                  </a:lnTo>
                  <a:lnTo>
                    <a:pt x="8734791" y="1737893"/>
                  </a:lnTo>
                  <a:cubicBezTo>
                    <a:pt x="8717047" y="1707823"/>
                    <a:pt x="8699200" y="1678363"/>
                    <a:pt x="8680808" y="1648812"/>
                  </a:cubicBezTo>
                  <a:cubicBezTo>
                    <a:pt x="8644322" y="1589658"/>
                    <a:pt x="8606194" y="1531118"/>
                    <a:pt x="8567024" y="1472906"/>
                  </a:cubicBezTo>
                  <a:lnTo>
                    <a:pt x="8537446" y="1429330"/>
                  </a:lnTo>
                  <a:lnTo>
                    <a:pt x="8507423" y="1385896"/>
                  </a:lnTo>
                  <a:cubicBezTo>
                    <a:pt x="8487390" y="1357284"/>
                    <a:pt x="8467158" y="1328719"/>
                    <a:pt x="8446529" y="1300295"/>
                  </a:cubicBezTo>
                  <a:cubicBezTo>
                    <a:pt x="8405271" y="1243496"/>
                    <a:pt x="8362718" y="1187120"/>
                    <a:pt x="8319224" y="1131026"/>
                  </a:cubicBezTo>
                  <a:lnTo>
                    <a:pt x="8286366" y="1089050"/>
                  </a:lnTo>
                  <a:lnTo>
                    <a:pt x="8270161" y="1068439"/>
                  </a:lnTo>
                  <a:lnTo>
                    <a:pt x="8253856" y="1048156"/>
                  </a:lnTo>
                  <a:cubicBezTo>
                    <a:pt x="8231636" y="1020675"/>
                    <a:pt x="8209117" y="993381"/>
                    <a:pt x="8186352" y="966275"/>
                  </a:cubicBezTo>
                  <a:cubicBezTo>
                    <a:pt x="8140917" y="911922"/>
                    <a:pt x="8094240" y="858417"/>
                    <a:pt x="8046768" y="805429"/>
                  </a:cubicBezTo>
                  <a:lnTo>
                    <a:pt x="8010927" y="765853"/>
                  </a:lnTo>
                  <a:lnTo>
                    <a:pt x="7974788" y="726653"/>
                  </a:lnTo>
                  <a:cubicBezTo>
                    <a:pt x="7950382" y="700489"/>
                    <a:pt x="7925824" y="674465"/>
                    <a:pt x="7901070" y="648724"/>
                  </a:cubicBezTo>
                  <a:cubicBezTo>
                    <a:pt x="7851510" y="597289"/>
                    <a:pt x="7801404" y="546514"/>
                    <a:pt x="7750054" y="497008"/>
                  </a:cubicBezTo>
                  <a:cubicBezTo>
                    <a:pt x="7698902" y="447644"/>
                    <a:pt x="7645913" y="398938"/>
                    <a:pt x="7592277" y="351221"/>
                  </a:cubicBezTo>
                  <a:cubicBezTo>
                    <a:pt x="7484856" y="255786"/>
                    <a:pt x="7373308" y="164304"/>
                    <a:pt x="7257734" y="76964"/>
                  </a:cubicBezTo>
                  <a:close/>
                  <a:moveTo>
                    <a:pt x="1886601" y="0"/>
                  </a:moveTo>
                  <a:lnTo>
                    <a:pt x="2292926" y="0"/>
                  </a:lnTo>
                  <a:lnTo>
                    <a:pt x="2135542" y="117781"/>
                  </a:lnTo>
                  <a:cubicBezTo>
                    <a:pt x="2078998" y="162280"/>
                    <a:pt x="2023659" y="208045"/>
                    <a:pt x="1969576" y="254986"/>
                  </a:cubicBezTo>
                  <a:cubicBezTo>
                    <a:pt x="1861309" y="348820"/>
                    <a:pt x="1758064" y="447314"/>
                    <a:pt x="1659938" y="549855"/>
                  </a:cubicBezTo>
                  <a:cubicBezTo>
                    <a:pt x="1266987" y="960346"/>
                    <a:pt x="953820" y="1431495"/>
                    <a:pt x="729383" y="1936480"/>
                  </a:cubicBezTo>
                  <a:cubicBezTo>
                    <a:pt x="673260" y="2062362"/>
                    <a:pt x="622855" y="2190972"/>
                    <a:pt x="578465" y="2320807"/>
                  </a:cubicBezTo>
                  <a:cubicBezTo>
                    <a:pt x="534125" y="2450687"/>
                    <a:pt x="496147" y="2582216"/>
                    <a:pt x="465080" y="2714875"/>
                  </a:cubicBezTo>
                  <a:cubicBezTo>
                    <a:pt x="449769" y="2780991"/>
                    <a:pt x="435850" y="2848191"/>
                    <a:pt x="423820" y="2915436"/>
                  </a:cubicBezTo>
                  <a:cubicBezTo>
                    <a:pt x="411840" y="2982731"/>
                    <a:pt x="401054" y="3050260"/>
                    <a:pt x="392355" y="3118071"/>
                  </a:cubicBezTo>
                  <a:cubicBezTo>
                    <a:pt x="374509" y="3253646"/>
                    <a:pt x="363424" y="3389880"/>
                    <a:pt x="358801" y="3526915"/>
                  </a:cubicBezTo>
                  <a:cubicBezTo>
                    <a:pt x="349009" y="3800843"/>
                    <a:pt x="366357" y="4075570"/>
                    <a:pt x="410350" y="4348226"/>
                  </a:cubicBezTo>
                  <a:cubicBezTo>
                    <a:pt x="421286" y="4416132"/>
                    <a:pt x="434209" y="4483660"/>
                    <a:pt x="449022" y="4551049"/>
                  </a:cubicBezTo>
                  <a:cubicBezTo>
                    <a:pt x="463737" y="4618436"/>
                    <a:pt x="480389" y="4685588"/>
                    <a:pt x="498882" y="4752365"/>
                  </a:cubicBezTo>
                  <a:cubicBezTo>
                    <a:pt x="517373" y="4819141"/>
                    <a:pt x="537704" y="4885635"/>
                    <a:pt x="559775" y="4951657"/>
                  </a:cubicBezTo>
                  <a:cubicBezTo>
                    <a:pt x="581946" y="5017775"/>
                    <a:pt x="605358" y="5083375"/>
                    <a:pt x="631406" y="5147986"/>
                  </a:cubicBezTo>
                  <a:cubicBezTo>
                    <a:pt x="734055" y="5407608"/>
                    <a:pt x="865188" y="5658570"/>
                    <a:pt x="1023461" y="5893957"/>
                  </a:cubicBezTo>
                  <a:cubicBezTo>
                    <a:pt x="1181487" y="6129578"/>
                    <a:pt x="1367051" y="6349247"/>
                    <a:pt x="1575880" y="6547646"/>
                  </a:cubicBezTo>
                  <a:cubicBezTo>
                    <a:pt x="1680269" y="6646916"/>
                    <a:pt x="1790338" y="6740939"/>
                    <a:pt x="1905228" y="6829468"/>
                  </a:cubicBezTo>
                  <a:lnTo>
                    <a:pt x="1944230" y="6858000"/>
                  </a:lnTo>
                  <a:lnTo>
                    <a:pt x="1372541" y="6858000"/>
                  </a:lnTo>
                  <a:lnTo>
                    <a:pt x="1115251" y="6590005"/>
                  </a:lnTo>
                  <a:cubicBezTo>
                    <a:pt x="418530" y="5790792"/>
                    <a:pt x="0" y="4766182"/>
                    <a:pt x="0" y="3649031"/>
                  </a:cubicBezTo>
                  <a:cubicBezTo>
                    <a:pt x="0" y="2212695"/>
                    <a:pt x="691856" y="929334"/>
                    <a:pt x="1777294" y="81317"/>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1" name="Freeform: Shape 20">
              <a:extLst>
                <a:ext uri="{FF2B5EF4-FFF2-40B4-BE49-F238E27FC236}">
                  <a16:creationId xmlns:a16="http://schemas.microsoft.com/office/drawing/2014/main" id="{82B0ED5C-927D-4C5F-8F27-1B403820B9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3402" y="36937"/>
              <a:ext cx="9767847" cy="6858000"/>
            </a:xfrm>
            <a:custGeom>
              <a:avLst/>
              <a:gdLst>
                <a:gd name="connsiteX0" fmla="*/ 7145704 w 9767847"/>
                <a:gd name="connsiteY0" fmla="*/ 0 h 6858000"/>
                <a:gd name="connsiteX1" fmla="*/ 7875738 w 9767847"/>
                <a:gd name="connsiteY1" fmla="*/ 0 h 6858000"/>
                <a:gd name="connsiteX2" fmla="*/ 7990553 w 9767847"/>
                <a:gd name="connsiteY2" fmla="*/ 85415 h 6858000"/>
                <a:gd name="connsiteX3" fmla="*/ 9767847 w 9767847"/>
                <a:gd name="connsiteY3" fmla="*/ 3653129 h 6858000"/>
                <a:gd name="connsiteX4" fmla="*/ 8652597 w 9767847"/>
                <a:gd name="connsiteY4" fmla="*/ 6594103 h 6858000"/>
                <a:gd name="connsiteX5" fmla="*/ 8399240 w 9767847"/>
                <a:gd name="connsiteY5" fmla="*/ 6858000 h 6858000"/>
                <a:gd name="connsiteX6" fmla="*/ 6766926 w 9767847"/>
                <a:gd name="connsiteY6" fmla="*/ 6858000 h 6858000"/>
                <a:gd name="connsiteX7" fmla="*/ 6804586 w 9767847"/>
                <a:gd name="connsiteY7" fmla="*/ 6821201 h 6858000"/>
                <a:gd name="connsiteX8" fmla="*/ 6881735 w 9767847"/>
                <a:gd name="connsiteY8" fmla="*/ 6745295 h 6858000"/>
                <a:gd name="connsiteX9" fmla="*/ 6958883 w 9767847"/>
                <a:gd name="connsiteY9" fmla="*/ 6668920 h 6858000"/>
                <a:gd name="connsiteX10" fmla="*/ 7267925 w 9767847"/>
                <a:gd name="connsiteY10" fmla="*/ 6359792 h 6858000"/>
                <a:gd name="connsiteX11" fmla="*/ 7424360 w 9767847"/>
                <a:gd name="connsiteY11" fmla="*/ 6204783 h 6858000"/>
                <a:gd name="connsiteX12" fmla="*/ 7504938 w 9767847"/>
                <a:gd name="connsiteY12" fmla="*/ 6126806 h 6858000"/>
                <a:gd name="connsiteX13" fmla="*/ 7546396 w 9767847"/>
                <a:gd name="connsiteY13" fmla="*/ 6087795 h 6858000"/>
                <a:gd name="connsiteX14" fmla="*/ 7588002 w 9767847"/>
                <a:gd name="connsiteY14" fmla="*/ 6049630 h 6858000"/>
                <a:gd name="connsiteX15" fmla="*/ 7631000 w 9767847"/>
                <a:gd name="connsiteY15" fmla="*/ 6010807 h 6858000"/>
                <a:gd name="connsiteX16" fmla="*/ 7675440 w 9767847"/>
                <a:gd name="connsiteY16" fmla="*/ 5972407 h 6858000"/>
                <a:gd name="connsiteX17" fmla="*/ 7720626 w 9767847"/>
                <a:gd name="connsiteY17" fmla="*/ 5934949 h 6858000"/>
                <a:gd name="connsiteX18" fmla="*/ 7766458 w 9767847"/>
                <a:gd name="connsiteY18" fmla="*/ 5898432 h 6858000"/>
                <a:gd name="connsiteX19" fmla="*/ 7955254 w 9767847"/>
                <a:gd name="connsiteY19" fmla="*/ 5760926 h 6858000"/>
                <a:gd name="connsiteX20" fmla="*/ 8352678 w 9767847"/>
                <a:gd name="connsiteY20" fmla="*/ 5521728 h 6858000"/>
                <a:gd name="connsiteX21" fmla="*/ 8451350 w 9767847"/>
                <a:gd name="connsiteY21" fmla="*/ 5469352 h 6858000"/>
                <a:gd name="connsiteX22" fmla="*/ 8548532 w 9767847"/>
                <a:gd name="connsiteY22" fmla="*/ 5417493 h 6858000"/>
                <a:gd name="connsiteX23" fmla="*/ 8729473 w 9767847"/>
                <a:gd name="connsiteY23" fmla="*/ 5314059 h 6858000"/>
                <a:gd name="connsiteX24" fmla="*/ 8770781 w 9767847"/>
                <a:gd name="connsiteY24" fmla="*/ 5287330 h 6858000"/>
                <a:gd name="connsiteX25" fmla="*/ 8790964 w 9767847"/>
                <a:gd name="connsiteY25" fmla="*/ 5273590 h 6858000"/>
                <a:gd name="connsiteX26" fmla="*/ 8810499 w 9767847"/>
                <a:gd name="connsiteY26" fmla="*/ 5259801 h 6858000"/>
                <a:gd name="connsiteX27" fmla="*/ 8883571 w 9767847"/>
                <a:gd name="connsiteY27" fmla="*/ 5202577 h 6858000"/>
                <a:gd name="connsiteX28" fmla="*/ 9006651 w 9767847"/>
                <a:gd name="connsiteY28" fmla="*/ 5074625 h 6858000"/>
                <a:gd name="connsiteX29" fmla="*/ 9033494 w 9767847"/>
                <a:gd name="connsiteY29" fmla="*/ 5038203 h 6858000"/>
                <a:gd name="connsiteX30" fmla="*/ 9040305 w 9767847"/>
                <a:gd name="connsiteY30" fmla="*/ 5028649 h 6858000"/>
                <a:gd name="connsiteX31" fmla="*/ 9046568 w 9767847"/>
                <a:gd name="connsiteY31" fmla="*/ 5019379 h 6858000"/>
                <a:gd name="connsiteX32" fmla="*/ 9058846 w 9767847"/>
                <a:gd name="connsiteY32" fmla="*/ 5000743 h 6858000"/>
                <a:gd name="connsiteX33" fmla="*/ 9104529 w 9767847"/>
                <a:gd name="connsiteY33" fmla="*/ 4922203 h 6858000"/>
                <a:gd name="connsiteX34" fmla="*/ 9181081 w 9767847"/>
                <a:gd name="connsiteY34" fmla="*/ 4748792 h 6858000"/>
                <a:gd name="connsiteX35" fmla="*/ 9240731 w 9767847"/>
                <a:gd name="connsiteY35" fmla="*/ 4561970 h 6858000"/>
                <a:gd name="connsiteX36" fmla="*/ 9265388 w 9767847"/>
                <a:gd name="connsiteY36" fmla="*/ 4465171 h 6858000"/>
                <a:gd name="connsiteX37" fmla="*/ 9276571 w 9767847"/>
                <a:gd name="connsiteY37" fmla="*/ 4416041 h 6858000"/>
                <a:gd name="connsiteX38" fmla="*/ 9281841 w 9767847"/>
                <a:gd name="connsiteY38" fmla="*/ 4391477 h 6858000"/>
                <a:gd name="connsiteX39" fmla="*/ 9286513 w 9767847"/>
                <a:gd name="connsiteY39" fmla="*/ 4368936 h 6858000"/>
                <a:gd name="connsiteX40" fmla="*/ 9296754 w 9767847"/>
                <a:gd name="connsiteY40" fmla="*/ 4316136 h 6858000"/>
                <a:gd name="connsiteX41" fmla="*/ 9301029 w 9767847"/>
                <a:gd name="connsiteY41" fmla="*/ 4293172 h 6858000"/>
                <a:gd name="connsiteX42" fmla="*/ 9302818 w 9767847"/>
                <a:gd name="connsiteY42" fmla="*/ 4282679 h 6858000"/>
                <a:gd name="connsiteX43" fmla="*/ 9304658 w 9767847"/>
                <a:gd name="connsiteY43" fmla="*/ 4270914 h 6858000"/>
                <a:gd name="connsiteX44" fmla="*/ 9312810 w 9767847"/>
                <a:gd name="connsiteY44" fmla="*/ 4220043 h 6858000"/>
                <a:gd name="connsiteX45" fmla="*/ 9316887 w 9767847"/>
                <a:gd name="connsiteY45" fmla="*/ 4194584 h 6858000"/>
                <a:gd name="connsiteX46" fmla="*/ 9318923 w 9767847"/>
                <a:gd name="connsiteY46" fmla="*/ 4181878 h 6858000"/>
                <a:gd name="connsiteX47" fmla="*/ 9320515 w 9767847"/>
                <a:gd name="connsiteY47" fmla="*/ 4168984 h 6858000"/>
                <a:gd name="connsiteX48" fmla="*/ 9332445 w 9767847"/>
                <a:gd name="connsiteY48" fmla="*/ 4069079 h 6858000"/>
                <a:gd name="connsiteX49" fmla="*/ 9336173 w 9767847"/>
                <a:gd name="connsiteY49" fmla="*/ 4022774 h 6858000"/>
                <a:gd name="connsiteX50" fmla="*/ 9340199 w 9767847"/>
                <a:gd name="connsiteY50" fmla="*/ 3969269 h 6858000"/>
                <a:gd name="connsiteX51" fmla="*/ 9347557 w 9767847"/>
                <a:gd name="connsiteY51" fmla="*/ 3770070 h 6858000"/>
                <a:gd name="connsiteX52" fmla="*/ 9346364 w 9767847"/>
                <a:gd name="connsiteY52" fmla="*/ 3669036 h 6858000"/>
                <a:gd name="connsiteX53" fmla="*/ 9344921 w 9767847"/>
                <a:gd name="connsiteY53" fmla="*/ 3619341 h 6858000"/>
                <a:gd name="connsiteX54" fmla="*/ 9344524 w 9767847"/>
                <a:gd name="connsiteY54" fmla="*/ 3607624 h 6858000"/>
                <a:gd name="connsiteX55" fmla="*/ 9343728 w 9767847"/>
                <a:gd name="connsiteY55" fmla="*/ 3594872 h 6858000"/>
                <a:gd name="connsiteX56" fmla="*/ 9342188 w 9767847"/>
                <a:gd name="connsiteY56" fmla="*/ 3569366 h 6858000"/>
                <a:gd name="connsiteX57" fmla="*/ 9339056 w 9767847"/>
                <a:gd name="connsiteY57" fmla="*/ 3518354 h 6858000"/>
                <a:gd name="connsiteX58" fmla="*/ 9334334 w 9767847"/>
                <a:gd name="connsiteY58" fmla="*/ 3467155 h 6858000"/>
                <a:gd name="connsiteX59" fmla="*/ 9329363 w 9767847"/>
                <a:gd name="connsiteY59" fmla="*/ 3415908 h 6858000"/>
                <a:gd name="connsiteX60" fmla="*/ 9328319 w 9767847"/>
                <a:gd name="connsiteY60" fmla="*/ 3404755 h 6858000"/>
                <a:gd name="connsiteX61" fmla="*/ 9327177 w 9767847"/>
                <a:gd name="connsiteY61" fmla="*/ 3394214 h 6858000"/>
                <a:gd name="connsiteX62" fmla="*/ 9324293 w 9767847"/>
                <a:gd name="connsiteY62" fmla="*/ 3370872 h 6858000"/>
                <a:gd name="connsiteX63" fmla="*/ 9320763 w 9767847"/>
                <a:gd name="connsiteY63" fmla="*/ 3344427 h 6858000"/>
                <a:gd name="connsiteX64" fmla="*/ 9317184 w 9767847"/>
                <a:gd name="connsiteY64" fmla="*/ 3315343 h 6858000"/>
                <a:gd name="connsiteX65" fmla="*/ 9311021 w 9767847"/>
                <a:gd name="connsiteY65" fmla="*/ 3270309 h 6858000"/>
                <a:gd name="connsiteX66" fmla="*/ 9302719 w 9767847"/>
                <a:gd name="connsiteY66" fmla="*/ 3219815 h 6858000"/>
                <a:gd name="connsiteX67" fmla="*/ 9293970 w 9767847"/>
                <a:gd name="connsiteY67" fmla="*/ 3169887 h 6858000"/>
                <a:gd name="connsiteX68" fmla="*/ 9252065 w 9767847"/>
                <a:gd name="connsiteY68" fmla="*/ 2971205 h 6858000"/>
                <a:gd name="connsiteX69" fmla="*/ 9227211 w 9767847"/>
                <a:gd name="connsiteY69" fmla="*/ 2872571 h 6858000"/>
                <a:gd name="connsiteX70" fmla="*/ 9220699 w 9767847"/>
                <a:gd name="connsiteY70" fmla="*/ 2848524 h 6858000"/>
                <a:gd name="connsiteX71" fmla="*/ 9213740 w 9767847"/>
                <a:gd name="connsiteY71" fmla="*/ 2824289 h 6858000"/>
                <a:gd name="connsiteX72" fmla="*/ 9199374 w 9767847"/>
                <a:gd name="connsiteY72" fmla="*/ 2775536 h 6858000"/>
                <a:gd name="connsiteX73" fmla="*/ 9061829 w 9767847"/>
                <a:gd name="connsiteY73" fmla="*/ 2389515 h 6858000"/>
                <a:gd name="connsiteX74" fmla="*/ 8978865 w 9767847"/>
                <a:gd name="connsiteY74" fmla="*/ 2200953 h 6858000"/>
                <a:gd name="connsiteX75" fmla="*/ 8956694 w 9767847"/>
                <a:gd name="connsiteY75" fmla="*/ 2154317 h 6858000"/>
                <a:gd name="connsiteX76" fmla="*/ 8934176 w 9767847"/>
                <a:gd name="connsiteY76" fmla="*/ 2108012 h 6858000"/>
                <a:gd name="connsiteX77" fmla="*/ 8887151 w 9767847"/>
                <a:gd name="connsiteY77" fmla="*/ 2015448 h 6858000"/>
                <a:gd name="connsiteX78" fmla="*/ 8787533 w 9767847"/>
                <a:gd name="connsiteY78" fmla="*/ 1832625 h 6858000"/>
                <a:gd name="connsiteX79" fmla="*/ 8761485 w 9767847"/>
                <a:gd name="connsiteY79" fmla="*/ 1787496 h 6858000"/>
                <a:gd name="connsiteX80" fmla="*/ 8734791 w 9767847"/>
                <a:gd name="connsiteY80" fmla="*/ 1741991 h 6858000"/>
                <a:gd name="connsiteX81" fmla="*/ 8680808 w 9767847"/>
                <a:gd name="connsiteY81" fmla="*/ 1652910 h 6858000"/>
                <a:gd name="connsiteX82" fmla="*/ 8567024 w 9767847"/>
                <a:gd name="connsiteY82" fmla="*/ 1477004 h 6858000"/>
                <a:gd name="connsiteX83" fmla="*/ 8537446 w 9767847"/>
                <a:gd name="connsiteY83" fmla="*/ 1433428 h 6858000"/>
                <a:gd name="connsiteX84" fmla="*/ 8507423 w 9767847"/>
                <a:gd name="connsiteY84" fmla="*/ 1389994 h 6858000"/>
                <a:gd name="connsiteX85" fmla="*/ 8446529 w 9767847"/>
                <a:gd name="connsiteY85" fmla="*/ 1304393 h 6858000"/>
                <a:gd name="connsiteX86" fmla="*/ 8319224 w 9767847"/>
                <a:gd name="connsiteY86" fmla="*/ 1135124 h 6858000"/>
                <a:gd name="connsiteX87" fmla="*/ 8286366 w 9767847"/>
                <a:gd name="connsiteY87" fmla="*/ 1093148 h 6858000"/>
                <a:gd name="connsiteX88" fmla="*/ 8270161 w 9767847"/>
                <a:gd name="connsiteY88" fmla="*/ 1072538 h 6858000"/>
                <a:gd name="connsiteX89" fmla="*/ 8253856 w 9767847"/>
                <a:gd name="connsiteY89" fmla="*/ 1052254 h 6858000"/>
                <a:gd name="connsiteX90" fmla="*/ 8186352 w 9767847"/>
                <a:gd name="connsiteY90" fmla="*/ 970373 h 6858000"/>
                <a:gd name="connsiteX91" fmla="*/ 8046768 w 9767847"/>
                <a:gd name="connsiteY91" fmla="*/ 809527 h 6858000"/>
                <a:gd name="connsiteX92" fmla="*/ 8010927 w 9767847"/>
                <a:gd name="connsiteY92" fmla="*/ 769951 h 6858000"/>
                <a:gd name="connsiteX93" fmla="*/ 7974788 w 9767847"/>
                <a:gd name="connsiteY93" fmla="*/ 730751 h 6858000"/>
                <a:gd name="connsiteX94" fmla="*/ 7901070 w 9767847"/>
                <a:gd name="connsiteY94" fmla="*/ 652823 h 6858000"/>
                <a:gd name="connsiteX95" fmla="*/ 7750054 w 9767847"/>
                <a:gd name="connsiteY95" fmla="*/ 501106 h 6858000"/>
                <a:gd name="connsiteX96" fmla="*/ 7592277 w 9767847"/>
                <a:gd name="connsiteY96" fmla="*/ 355319 h 6858000"/>
                <a:gd name="connsiteX97" fmla="*/ 7257734 w 9767847"/>
                <a:gd name="connsiteY97" fmla="*/ 81062 h 6858000"/>
                <a:gd name="connsiteX98" fmla="*/ 1892109 w 9767847"/>
                <a:gd name="connsiteY98" fmla="*/ 0 h 6858000"/>
                <a:gd name="connsiteX99" fmla="*/ 2298402 w 9767847"/>
                <a:gd name="connsiteY99" fmla="*/ 0 h 6858000"/>
                <a:gd name="connsiteX100" fmla="*/ 2135542 w 9767847"/>
                <a:gd name="connsiteY100" fmla="*/ 121879 h 6858000"/>
                <a:gd name="connsiteX101" fmla="*/ 1969576 w 9767847"/>
                <a:gd name="connsiteY101" fmla="*/ 259084 h 6858000"/>
                <a:gd name="connsiteX102" fmla="*/ 1659938 w 9767847"/>
                <a:gd name="connsiteY102" fmla="*/ 553953 h 6858000"/>
                <a:gd name="connsiteX103" fmla="*/ 729383 w 9767847"/>
                <a:gd name="connsiteY103" fmla="*/ 1940578 h 6858000"/>
                <a:gd name="connsiteX104" fmla="*/ 578465 w 9767847"/>
                <a:gd name="connsiteY104" fmla="*/ 2324905 h 6858000"/>
                <a:gd name="connsiteX105" fmla="*/ 465080 w 9767847"/>
                <a:gd name="connsiteY105" fmla="*/ 2718973 h 6858000"/>
                <a:gd name="connsiteX106" fmla="*/ 423820 w 9767847"/>
                <a:gd name="connsiteY106" fmla="*/ 2919535 h 6858000"/>
                <a:gd name="connsiteX107" fmla="*/ 392355 w 9767847"/>
                <a:gd name="connsiteY107" fmla="*/ 3122169 h 6858000"/>
                <a:gd name="connsiteX108" fmla="*/ 358801 w 9767847"/>
                <a:gd name="connsiteY108" fmla="*/ 3531013 h 6858000"/>
                <a:gd name="connsiteX109" fmla="*/ 410350 w 9767847"/>
                <a:gd name="connsiteY109" fmla="*/ 4352324 h 6858000"/>
                <a:gd name="connsiteX110" fmla="*/ 449022 w 9767847"/>
                <a:gd name="connsiteY110" fmla="*/ 4555147 h 6858000"/>
                <a:gd name="connsiteX111" fmla="*/ 498882 w 9767847"/>
                <a:gd name="connsiteY111" fmla="*/ 4756463 h 6858000"/>
                <a:gd name="connsiteX112" fmla="*/ 559775 w 9767847"/>
                <a:gd name="connsiteY112" fmla="*/ 4955755 h 6858000"/>
                <a:gd name="connsiteX113" fmla="*/ 631406 w 9767847"/>
                <a:gd name="connsiteY113" fmla="*/ 5152084 h 6858000"/>
                <a:gd name="connsiteX114" fmla="*/ 1023461 w 9767847"/>
                <a:gd name="connsiteY114" fmla="*/ 5898055 h 6858000"/>
                <a:gd name="connsiteX115" fmla="*/ 1575880 w 9767847"/>
                <a:gd name="connsiteY115" fmla="*/ 6551744 h 6858000"/>
                <a:gd name="connsiteX116" fmla="*/ 1905228 w 9767847"/>
                <a:gd name="connsiteY116" fmla="*/ 6833566 h 6858000"/>
                <a:gd name="connsiteX117" fmla="*/ 1938629 w 9767847"/>
                <a:gd name="connsiteY117" fmla="*/ 6858000 h 6858000"/>
                <a:gd name="connsiteX118" fmla="*/ 1368607 w 9767847"/>
                <a:gd name="connsiteY118" fmla="*/ 6858000 h 6858000"/>
                <a:gd name="connsiteX119" fmla="*/ 1115251 w 9767847"/>
                <a:gd name="connsiteY119" fmla="*/ 6594103 h 6858000"/>
                <a:gd name="connsiteX120" fmla="*/ 0 w 9767847"/>
                <a:gd name="connsiteY120" fmla="*/ 3653129 h 6858000"/>
                <a:gd name="connsiteX121" fmla="*/ 1777294 w 9767847"/>
                <a:gd name="connsiteY121" fmla="*/ 854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9767847" h="6858000">
                  <a:moveTo>
                    <a:pt x="7145704" y="0"/>
                  </a:moveTo>
                  <a:lnTo>
                    <a:pt x="7875738" y="0"/>
                  </a:lnTo>
                  <a:lnTo>
                    <a:pt x="7990553" y="85415"/>
                  </a:lnTo>
                  <a:cubicBezTo>
                    <a:pt x="9075991" y="933432"/>
                    <a:pt x="9767847" y="2216793"/>
                    <a:pt x="9767847" y="3653129"/>
                  </a:cubicBezTo>
                  <a:cubicBezTo>
                    <a:pt x="9767847" y="4770280"/>
                    <a:pt x="9349317" y="5794890"/>
                    <a:pt x="8652597" y="6594103"/>
                  </a:cubicBezTo>
                  <a:lnTo>
                    <a:pt x="8399240" y="6858000"/>
                  </a:lnTo>
                  <a:lnTo>
                    <a:pt x="6766926" y="6858000"/>
                  </a:lnTo>
                  <a:lnTo>
                    <a:pt x="6804586" y="6821201"/>
                  </a:lnTo>
                  <a:lnTo>
                    <a:pt x="6881735" y="6745295"/>
                  </a:lnTo>
                  <a:cubicBezTo>
                    <a:pt x="6907435" y="6719979"/>
                    <a:pt x="6933134" y="6694896"/>
                    <a:pt x="6958883" y="6668920"/>
                  </a:cubicBezTo>
                  <a:lnTo>
                    <a:pt x="7267925" y="6359792"/>
                  </a:lnTo>
                  <a:lnTo>
                    <a:pt x="7424360" y="6204783"/>
                  </a:lnTo>
                  <a:cubicBezTo>
                    <a:pt x="7450754" y="6178900"/>
                    <a:pt x="7477598" y="6152829"/>
                    <a:pt x="7504938" y="6126806"/>
                  </a:cubicBezTo>
                  <a:lnTo>
                    <a:pt x="7546396" y="6087795"/>
                  </a:lnTo>
                  <a:cubicBezTo>
                    <a:pt x="7560264" y="6074901"/>
                    <a:pt x="7574780" y="6061630"/>
                    <a:pt x="7588002" y="6049630"/>
                  </a:cubicBezTo>
                  <a:lnTo>
                    <a:pt x="7631000" y="6010807"/>
                  </a:lnTo>
                  <a:lnTo>
                    <a:pt x="7675440" y="5972407"/>
                  </a:lnTo>
                  <a:cubicBezTo>
                    <a:pt x="7690404" y="5959796"/>
                    <a:pt x="7705564" y="5947419"/>
                    <a:pt x="7720626" y="5934949"/>
                  </a:cubicBezTo>
                  <a:cubicBezTo>
                    <a:pt x="7735738" y="5922525"/>
                    <a:pt x="7751197" y="5910619"/>
                    <a:pt x="7766458" y="5898432"/>
                  </a:cubicBezTo>
                  <a:cubicBezTo>
                    <a:pt x="7827949" y="5850290"/>
                    <a:pt x="7890979" y="5804597"/>
                    <a:pt x="7955254" y="5760926"/>
                  </a:cubicBezTo>
                  <a:cubicBezTo>
                    <a:pt x="8083800" y="5673632"/>
                    <a:pt x="8216872" y="5594434"/>
                    <a:pt x="8352678" y="5521728"/>
                  </a:cubicBezTo>
                  <a:lnTo>
                    <a:pt x="8451350" y="5469352"/>
                  </a:lnTo>
                  <a:lnTo>
                    <a:pt x="8548532" y="5417493"/>
                  </a:lnTo>
                  <a:cubicBezTo>
                    <a:pt x="8612110" y="5383188"/>
                    <a:pt x="8673251" y="5349306"/>
                    <a:pt x="8729473" y="5314059"/>
                  </a:cubicBezTo>
                  <a:cubicBezTo>
                    <a:pt x="8743591" y="5305213"/>
                    <a:pt x="8757161" y="5296459"/>
                    <a:pt x="8770781" y="5287330"/>
                  </a:cubicBezTo>
                  <a:cubicBezTo>
                    <a:pt x="8777591" y="5282765"/>
                    <a:pt x="8784451" y="5278201"/>
                    <a:pt x="8790964" y="5273590"/>
                  </a:cubicBezTo>
                  <a:cubicBezTo>
                    <a:pt x="8797574" y="5268977"/>
                    <a:pt x="8804235" y="5264412"/>
                    <a:pt x="8810499" y="5259801"/>
                  </a:cubicBezTo>
                  <a:cubicBezTo>
                    <a:pt x="8835999" y="5241401"/>
                    <a:pt x="8860407" y="5222389"/>
                    <a:pt x="8883571" y="5202577"/>
                  </a:cubicBezTo>
                  <a:cubicBezTo>
                    <a:pt x="8929900" y="5162954"/>
                    <a:pt x="8971258" y="5120413"/>
                    <a:pt x="9006651" y="5074625"/>
                  </a:cubicBezTo>
                  <a:cubicBezTo>
                    <a:pt x="9015351" y="5063426"/>
                    <a:pt x="9024398" y="5050955"/>
                    <a:pt x="9033494" y="5038203"/>
                  </a:cubicBezTo>
                  <a:lnTo>
                    <a:pt x="9040305" y="5028649"/>
                  </a:lnTo>
                  <a:lnTo>
                    <a:pt x="9046568" y="5019379"/>
                  </a:lnTo>
                  <a:cubicBezTo>
                    <a:pt x="9050743" y="5013261"/>
                    <a:pt x="9054819" y="5007050"/>
                    <a:pt x="9058846" y="5000743"/>
                  </a:cubicBezTo>
                  <a:cubicBezTo>
                    <a:pt x="9075002" y="4975615"/>
                    <a:pt x="9090212" y="4949403"/>
                    <a:pt x="9104529" y="4922203"/>
                  </a:cubicBezTo>
                  <a:cubicBezTo>
                    <a:pt x="9133211" y="4867850"/>
                    <a:pt x="9158313" y="4809545"/>
                    <a:pt x="9181081" y="4748792"/>
                  </a:cubicBezTo>
                  <a:cubicBezTo>
                    <a:pt x="9203748" y="4688276"/>
                    <a:pt x="9223383" y="4625876"/>
                    <a:pt x="9240731" y="4561970"/>
                  </a:cubicBezTo>
                  <a:cubicBezTo>
                    <a:pt x="9249481" y="4530064"/>
                    <a:pt x="9257682" y="4497782"/>
                    <a:pt x="9265388" y="4465171"/>
                  </a:cubicBezTo>
                  <a:cubicBezTo>
                    <a:pt x="9269215" y="4448842"/>
                    <a:pt x="9272943" y="4432465"/>
                    <a:pt x="9276571" y="4416041"/>
                  </a:cubicBezTo>
                  <a:lnTo>
                    <a:pt x="9281841" y="4391477"/>
                  </a:lnTo>
                  <a:lnTo>
                    <a:pt x="9286513" y="4368936"/>
                  </a:lnTo>
                  <a:lnTo>
                    <a:pt x="9296754" y="4316136"/>
                  </a:lnTo>
                  <a:lnTo>
                    <a:pt x="9301029" y="4293172"/>
                  </a:lnTo>
                  <a:lnTo>
                    <a:pt x="9302818" y="4282679"/>
                  </a:lnTo>
                  <a:lnTo>
                    <a:pt x="9304658" y="4270914"/>
                  </a:lnTo>
                  <a:lnTo>
                    <a:pt x="9312810" y="4220043"/>
                  </a:lnTo>
                  <a:lnTo>
                    <a:pt x="9316887" y="4194584"/>
                  </a:lnTo>
                  <a:lnTo>
                    <a:pt x="9318923" y="4181878"/>
                  </a:lnTo>
                  <a:cubicBezTo>
                    <a:pt x="9319570" y="4177644"/>
                    <a:pt x="9319969" y="4173267"/>
                    <a:pt x="9320515" y="4168984"/>
                  </a:cubicBezTo>
                  <a:lnTo>
                    <a:pt x="9332445" y="4069079"/>
                  </a:lnTo>
                  <a:cubicBezTo>
                    <a:pt x="9333836" y="4056468"/>
                    <a:pt x="9334880" y="4040986"/>
                    <a:pt x="9336173" y="4022774"/>
                  </a:cubicBezTo>
                  <a:lnTo>
                    <a:pt x="9340199" y="3969269"/>
                  </a:lnTo>
                  <a:cubicBezTo>
                    <a:pt x="9345071" y="3903904"/>
                    <a:pt x="9347358" y="3837081"/>
                    <a:pt x="9347557" y="3770070"/>
                  </a:cubicBezTo>
                  <a:cubicBezTo>
                    <a:pt x="9347656" y="3736518"/>
                    <a:pt x="9347209" y="3702871"/>
                    <a:pt x="9346364" y="3669036"/>
                  </a:cubicBezTo>
                  <a:lnTo>
                    <a:pt x="9344921" y="3619341"/>
                  </a:lnTo>
                  <a:lnTo>
                    <a:pt x="9344524" y="3607624"/>
                  </a:lnTo>
                  <a:lnTo>
                    <a:pt x="9343728" y="3594872"/>
                  </a:lnTo>
                  <a:lnTo>
                    <a:pt x="9342188" y="3569366"/>
                  </a:lnTo>
                  <a:lnTo>
                    <a:pt x="9339056" y="3518354"/>
                  </a:lnTo>
                  <a:cubicBezTo>
                    <a:pt x="9337914" y="3501319"/>
                    <a:pt x="9335874" y="3484236"/>
                    <a:pt x="9334334" y="3467155"/>
                  </a:cubicBezTo>
                  <a:lnTo>
                    <a:pt x="9329363" y="3415908"/>
                  </a:lnTo>
                  <a:lnTo>
                    <a:pt x="9328319" y="3404755"/>
                  </a:lnTo>
                  <a:lnTo>
                    <a:pt x="9327177" y="3394214"/>
                  </a:lnTo>
                  <a:lnTo>
                    <a:pt x="9324293" y="3370872"/>
                  </a:lnTo>
                  <a:lnTo>
                    <a:pt x="9320763" y="3344427"/>
                  </a:lnTo>
                  <a:lnTo>
                    <a:pt x="9317184" y="3315343"/>
                  </a:lnTo>
                  <a:cubicBezTo>
                    <a:pt x="9315594" y="3300991"/>
                    <a:pt x="9313506" y="3286404"/>
                    <a:pt x="9311021" y="3270309"/>
                  </a:cubicBezTo>
                  <a:lnTo>
                    <a:pt x="9302719" y="3219815"/>
                  </a:lnTo>
                  <a:cubicBezTo>
                    <a:pt x="9299936" y="3203157"/>
                    <a:pt x="9297003" y="3186498"/>
                    <a:pt x="9293970" y="3169887"/>
                  </a:cubicBezTo>
                  <a:cubicBezTo>
                    <a:pt x="9281891" y="3103393"/>
                    <a:pt x="9267674" y="3037182"/>
                    <a:pt x="9252065" y="2971205"/>
                  </a:cubicBezTo>
                  <a:cubicBezTo>
                    <a:pt x="9244261" y="2938265"/>
                    <a:pt x="9235959" y="2905371"/>
                    <a:pt x="9227211" y="2872571"/>
                  </a:cubicBezTo>
                  <a:lnTo>
                    <a:pt x="9220699" y="2848524"/>
                  </a:lnTo>
                  <a:lnTo>
                    <a:pt x="9213740" y="2824289"/>
                  </a:lnTo>
                  <a:cubicBezTo>
                    <a:pt x="9209216" y="2808147"/>
                    <a:pt x="9204345" y="2791866"/>
                    <a:pt x="9199374" y="2775536"/>
                  </a:cubicBezTo>
                  <a:cubicBezTo>
                    <a:pt x="9159855" y="2645184"/>
                    <a:pt x="9114272" y="2516197"/>
                    <a:pt x="9061829" y="2389515"/>
                  </a:cubicBezTo>
                  <a:cubicBezTo>
                    <a:pt x="9035582" y="2326175"/>
                    <a:pt x="9008043" y="2263258"/>
                    <a:pt x="8978865" y="2200953"/>
                  </a:cubicBezTo>
                  <a:lnTo>
                    <a:pt x="8956694" y="2154317"/>
                  </a:lnTo>
                  <a:lnTo>
                    <a:pt x="8934176" y="2108012"/>
                  </a:lnTo>
                  <a:cubicBezTo>
                    <a:pt x="8918915" y="2077189"/>
                    <a:pt x="8903157" y="2046130"/>
                    <a:pt x="8887151" y="2015448"/>
                  </a:cubicBezTo>
                  <a:cubicBezTo>
                    <a:pt x="8854988" y="1953989"/>
                    <a:pt x="8822082" y="1892908"/>
                    <a:pt x="8787533" y="1832625"/>
                  </a:cubicBezTo>
                  <a:lnTo>
                    <a:pt x="8761485" y="1787496"/>
                  </a:lnTo>
                  <a:lnTo>
                    <a:pt x="8734791" y="1741991"/>
                  </a:lnTo>
                  <a:cubicBezTo>
                    <a:pt x="8717047" y="1711921"/>
                    <a:pt x="8699200" y="1682461"/>
                    <a:pt x="8680808" y="1652910"/>
                  </a:cubicBezTo>
                  <a:cubicBezTo>
                    <a:pt x="8644322" y="1593756"/>
                    <a:pt x="8606194" y="1535216"/>
                    <a:pt x="8567024" y="1477004"/>
                  </a:cubicBezTo>
                  <a:lnTo>
                    <a:pt x="8537446" y="1433428"/>
                  </a:lnTo>
                  <a:lnTo>
                    <a:pt x="8507423" y="1389994"/>
                  </a:lnTo>
                  <a:cubicBezTo>
                    <a:pt x="8487390" y="1361382"/>
                    <a:pt x="8467158" y="1332817"/>
                    <a:pt x="8446529" y="1304393"/>
                  </a:cubicBezTo>
                  <a:cubicBezTo>
                    <a:pt x="8405271" y="1247595"/>
                    <a:pt x="8362718" y="1191218"/>
                    <a:pt x="8319224" y="1135124"/>
                  </a:cubicBezTo>
                  <a:lnTo>
                    <a:pt x="8286366" y="1093148"/>
                  </a:lnTo>
                  <a:lnTo>
                    <a:pt x="8270161" y="1072538"/>
                  </a:lnTo>
                  <a:lnTo>
                    <a:pt x="8253856" y="1052254"/>
                  </a:lnTo>
                  <a:cubicBezTo>
                    <a:pt x="8231636" y="1024773"/>
                    <a:pt x="8209117" y="997479"/>
                    <a:pt x="8186352" y="970373"/>
                  </a:cubicBezTo>
                  <a:cubicBezTo>
                    <a:pt x="8140917" y="916020"/>
                    <a:pt x="8094240" y="862515"/>
                    <a:pt x="8046768" y="809527"/>
                  </a:cubicBezTo>
                  <a:lnTo>
                    <a:pt x="8010927" y="769951"/>
                  </a:lnTo>
                  <a:lnTo>
                    <a:pt x="7974788" y="730751"/>
                  </a:lnTo>
                  <a:cubicBezTo>
                    <a:pt x="7950382" y="704587"/>
                    <a:pt x="7925824" y="678563"/>
                    <a:pt x="7901070" y="652823"/>
                  </a:cubicBezTo>
                  <a:cubicBezTo>
                    <a:pt x="7851510" y="601387"/>
                    <a:pt x="7801404" y="550612"/>
                    <a:pt x="7750054" y="501106"/>
                  </a:cubicBezTo>
                  <a:cubicBezTo>
                    <a:pt x="7698902" y="451742"/>
                    <a:pt x="7645913" y="403036"/>
                    <a:pt x="7592277" y="355319"/>
                  </a:cubicBezTo>
                  <a:cubicBezTo>
                    <a:pt x="7484856" y="259884"/>
                    <a:pt x="7373308" y="168402"/>
                    <a:pt x="7257734" y="81062"/>
                  </a:cubicBezTo>
                  <a:close/>
                  <a:moveTo>
                    <a:pt x="1892109" y="0"/>
                  </a:moveTo>
                  <a:lnTo>
                    <a:pt x="2298402" y="0"/>
                  </a:lnTo>
                  <a:lnTo>
                    <a:pt x="2135542" y="121879"/>
                  </a:lnTo>
                  <a:cubicBezTo>
                    <a:pt x="2078998" y="166378"/>
                    <a:pt x="2023659" y="212143"/>
                    <a:pt x="1969576" y="259084"/>
                  </a:cubicBezTo>
                  <a:cubicBezTo>
                    <a:pt x="1861309" y="352918"/>
                    <a:pt x="1758064" y="451412"/>
                    <a:pt x="1659938" y="553953"/>
                  </a:cubicBezTo>
                  <a:cubicBezTo>
                    <a:pt x="1266987" y="964444"/>
                    <a:pt x="953820" y="1435593"/>
                    <a:pt x="729383" y="1940578"/>
                  </a:cubicBezTo>
                  <a:cubicBezTo>
                    <a:pt x="673260" y="2066459"/>
                    <a:pt x="622855" y="2195070"/>
                    <a:pt x="578465" y="2324905"/>
                  </a:cubicBezTo>
                  <a:cubicBezTo>
                    <a:pt x="534125" y="2454785"/>
                    <a:pt x="496147" y="2586314"/>
                    <a:pt x="465080" y="2718973"/>
                  </a:cubicBezTo>
                  <a:cubicBezTo>
                    <a:pt x="449769" y="2785089"/>
                    <a:pt x="435850" y="2852289"/>
                    <a:pt x="423820" y="2919535"/>
                  </a:cubicBezTo>
                  <a:cubicBezTo>
                    <a:pt x="411840" y="2986829"/>
                    <a:pt x="401054" y="3054358"/>
                    <a:pt x="392355" y="3122169"/>
                  </a:cubicBezTo>
                  <a:cubicBezTo>
                    <a:pt x="374509" y="3257744"/>
                    <a:pt x="363424" y="3393978"/>
                    <a:pt x="358801" y="3531013"/>
                  </a:cubicBezTo>
                  <a:cubicBezTo>
                    <a:pt x="349009" y="3804941"/>
                    <a:pt x="366357" y="4079668"/>
                    <a:pt x="410350" y="4352324"/>
                  </a:cubicBezTo>
                  <a:cubicBezTo>
                    <a:pt x="421286" y="4420230"/>
                    <a:pt x="434209" y="4487758"/>
                    <a:pt x="449022" y="4555147"/>
                  </a:cubicBezTo>
                  <a:cubicBezTo>
                    <a:pt x="463737" y="4622534"/>
                    <a:pt x="480389" y="4689686"/>
                    <a:pt x="498882" y="4756463"/>
                  </a:cubicBezTo>
                  <a:cubicBezTo>
                    <a:pt x="517373" y="4823239"/>
                    <a:pt x="537704" y="4889733"/>
                    <a:pt x="559775" y="4955755"/>
                  </a:cubicBezTo>
                  <a:cubicBezTo>
                    <a:pt x="581946" y="5021873"/>
                    <a:pt x="605358" y="5087473"/>
                    <a:pt x="631406" y="5152084"/>
                  </a:cubicBezTo>
                  <a:cubicBezTo>
                    <a:pt x="734055" y="5411706"/>
                    <a:pt x="865188" y="5662668"/>
                    <a:pt x="1023461" y="5898055"/>
                  </a:cubicBezTo>
                  <a:cubicBezTo>
                    <a:pt x="1181487" y="6133676"/>
                    <a:pt x="1367051" y="6353345"/>
                    <a:pt x="1575880" y="6551744"/>
                  </a:cubicBezTo>
                  <a:cubicBezTo>
                    <a:pt x="1680269" y="6651014"/>
                    <a:pt x="1790338" y="6745037"/>
                    <a:pt x="1905228" y="6833566"/>
                  </a:cubicBezTo>
                  <a:lnTo>
                    <a:pt x="1938629" y="6858000"/>
                  </a:lnTo>
                  <a:lnTo>
                    <a:pt x="1368607" y="6858000"/>
                  </a:lnTo>
                  <a:lnTo>
                    <a:pt x="1115251" y="6594103"/>
                  </a:lnTo>
                  <a:cubicBezTo>
                    <a:pt x="418530" y="5794890"/>
                    <a:pt x="0" y="4770280"/>
                    <a:pt x="0" y="3653129"/>
                  </a:cubicBezTo>
                  <a:cubicBezTo>
                    <a:pt x="0" y="2216793"/>
                    <a:pt x="691856" y="933432"/>
                    <a:pt x="1777294" y="85415"/>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grpSp>
      <p:sp>
        <p:nvSpPr>
          <p:cNvPr id="2" name="Title 1">
            <a:extLst>
              <a:ext uri="{FF2B5EF4-FFF2-40B4-BE49-F238E27FC236}">
                <a16:creationId xmlns:a16="http://schemas.microsoft.com/office/drawing/2014/main" id="{8FB44EAD-9809-7711-9716-CB8F557A1391}"/>
              </a:ext>
            </a:extLst>
          </p:cNvPr>
          <p:cNvSpPr>
            <a:spLocks noGrp="1"/>
          </p:cNvSpPr>
          <p:nvPr>
            <p:ph type="ctrTitle"/>
          </p:nvPr>
        </p:nvSpPr>
        <p:spPr>
          <a:xfrm>
            <a:off x="876300" y="45868"/>
            <a:ext cx="10263459" cy="923925"/>
          </a:xfrm>
        </p:spPr>
        <p:txBody>
          <a:bodyPr anchor="b">
            <a:normAutofit/>
          </a:bodyPr>
          <a:lstStyle/>
          <a:p>
            <a:r>
              <a:rPr lang="en-IN" sz="4000" dirty="0">
                <a:solidFill>
                  <a:schemeClr val="tx2"/>
                </a:solidFill>
                <a:latin typeface="Engravers MT" panose="02090707080505020304" pitchFamily="18" charset="0"/>
              </a:rPr>
              <a:t>History  of MISRA-C</a:t>
            </a:r>
            <a:endParaRPr lang="en-IN" sz="4000" dirty="0">
              <a:solidFill>
                <a:schemeClr val="tx2"/>
              </a:solidFill>
            </a:endParaRPr>
          </a:p>
        </p:txBody>
      </p:sp>
      <p:grpSp>
        <p:nvGrpSpPr>
          <p:cNvPr id="23" name="Group 22">
            <a:extLst>
              <a:ext uri="{FF2B5EF4-FFF2-40B4-BE49-F238E27FC236}">
                <a16:creationId xmlns:a16="http://schemas.microsoft.com/office/drawing/2014/main" id="{87F87F1B-42BA-4AC7-A4E2-41544DDB2CE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05" y="-4155"/>
            <a:ext cx="2514948" cy="2174333"/>
            <a:chOff x="-305" y="-4155"/>
            <a:chExt cx="2514948" cy="2174333"/>
          </a:xfrm>
        </p:grpSpPr>
        <p:sp>
          <p:nvSpPr>
            <p:cNvPr id="24" name="Freeform: Shape 23">
              <a:extLst>
                <a:ext uri="{FF2B5EF4-FFF2-40B4-BE49-F238E27FC236}">
                  <a16:creationId xmlns:a16="http://schemas.microsoft.com/office/drawing/2014/main" id="{68B53067-4E48-4E71-A6A9-A8CAABAFBF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Shape 24">
              <a:extLst>
                <a:ext uri="{FF2B5EF4-FFF2-40B4-BE49-F238E27FC236}">
                  <a16:creationId xmlns:a16="http://schemas.microsoft.com/office/drawing/2014/main" id="{06D1A0D3-4BB8-41D9-9CE7-2884C83F44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reeform: Shape 25">
              <a:extLst>
                <a:ext uri="{FF2B5EF4-FFF2-40B4-BE49-F238E27FC236}">
                  <a16:creationId xmlns:a16="http://schemas.microsoft.com/office/drawing/2014/main" id="{81E20F06-3B09-4B89-A36B-AB8BFBCCA5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27" name="Freeform: Shape 26">
              <a:extLst>
                <a:ext uri="{FF2B5EF4-FFF2-40B4-BE49-F238E27FC236}">
                  <a16:creationId xmlns:a16="http://schemas.microsoft.com/office/drawing/2014/main" id="{DAE6C3D7-7D5B-4926-877D-45F117BB6B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9" name="Group 28">
            <a:extLst>
              <a:ext uri="{FF2B5EF4-FFF2-40B4-BE49-F238E27FC236}">
                <a16:creationId xmlns:a16="http://schemas.microsoft.com/office/drawing/2014/main" id="{967346A5-7569-4F15-AB5D-BE3DADF192C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9685727" y="4683666"/>
            <a:ext cx="2514948" cy="2174333"/>
            <a:chOff x="-305" y="-4155"/>
            <a:chExt cx="2514948" cy="2174333"/>
          </a:xfrm>
        </p:grpSpPr>
        <p:sp>
          <p:nvSpPr>
            <p:cNvPr id="30" name="Freeform: Shape 29">
              <a:extLst>
                <a:ext uri="{FF2B5EF4-FFF2-40B4-BE49-F238E27FC236}">
                  <a16:creationId xmlns:a16="http://schemas.microsoft.com/office/drawing/2014/main" id="{E1951533-A568-4765-AB1F-F71D9AFDEA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reeform: Shape 30">
              <a:extLst>
                <a:ext uri="{FF2B5EF4-FFF2-40B4-BE49-F238E27FC236}">
                  <a16:creationId xmlns:a16="http://schemas.microsoft.com/office/drawing/2014/main" id="{A7214F52-4F3F-4C96-A62E-F1401D6C04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Freeform: Shape 31">
              <a:extLst>
                <a:ext uri="{FF2B5EF4-FFF2-40B4-BE49-F238E27FC236}">
                  <a16:creationId xmlns:a16="http://schemas.microsoft.com/office/drawing/2014/main" id="{023146A1-291C-4FA0-AB5B-EB04D42398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33" name="Freeform: Shape 32">
              <a:extLst>
                <a:ext uri="{FF2B5EF4-FFF2-40B4-BE49-F238E27FC236}">
                  <a16:creationId xmlns:a16="http://schemas.microsoft.com/office/drawing/2014/main" id="{62977932-2B03-4899-8306-5002CEE68E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5" name="Title 1">
            <a:extLst>
              <a:ext uri="{FF2B5EF4-FFF2-40B4-BE49-F238E27FC236}">
                <a16:creationId xmlns:a16="http://schemas.microsoft.com/office/drawing/2014/main" id="{D6EE584E-84BC-FC84-2A5F-A0E7AF1256B7}"/>
              </a:ext>
            </a:extLst>
          </p:cNvPr>
          <p:cNvSpPr txBox="1">
            <a:spLocks/>
          </p:cNvSpPr>
          <p:nvPr/>
        </p:nvSpPr>
        <p:spPr>
          <a:xfrm>
            <a:off x="10382250" y="3983"/>
            <a:ext cx="1809445" cy="44767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2000" dirty="0">
                <a:solidFill>
                  <a:schemeClr val="tx2"/>
                </a:solidFill>
              </a:rPr>
              <a:t>MISRA C -2012</a:t>
            </a:r>
          </a:p>
        </p:txBody>
      </p:sp>
      <p:sp>
        <p:nvSpPr>
          <p:cNvPr id="6" name="Subtitle 2">
            <a:extLst>
              <a:ext uri="{FF2B5EF4-FFF2-40B4-BE49-F238E27FC236}">
                <a16:creationId xmlns:a16="http://schemas.microsoft.com/office/drawing/2014/main" id="{C992C8E1-40D9-45CC-B67A-D8B86D2A381E}"/>
              </a:ext>
            </a:extLst>
          </p:cNvPr>
          <p:cNvSpPr txBox="1">
            <a:spLocks/>
          </p:cNvSpPr>
          <p:nvPr/>
        </p:nvSpPr>
        <p:spPr>
          <a:xfrm>
            <a:off x="3432265" y="853500"/>
            <a:ext cx="5188034" cy="682079"/>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115000"/>
              </a:lnSpc>
              <a:spcAft>
                <a:spcPts val="800"/>
              </a:spcAft>
            </a:pPr>
            <a:r>
              <a:rPr lang="en-IN" kern="100" dirty="0">
                <a:solidFill>
                  <a:srgbClr val="666666"/>
                </a:solidFill>
                <a:effectLst/>
                <a:highlight>
                  <a:srgbClr val="FFFF00"/>
                </a:highlight>
                <a:latin typeface="Times New Roman" panose="02020603050405020304" pitchFamily="18" charset="0"/>
                <a:ea typeface="Aptos" panose="020B0004020202020204" pitchFamily="34" charset="0"/>
                <a:cs typeface="Times New Roman" panose="02020603050405020304" pitchFamily="18" charset="0"/>
              </a:rPr>
              <a:t>Misra2012:Rule-</a:t>
            </a:r>
            <a:r>
              <a:rPr lang="en-IN" kern="100" dirty="0">
                <a:solidFill>
                  <a:srgbClr val="666666"/>
                </a:solidFill>
                <a:highlight>
                  <a:srgbClr val="FFFF00"/>
                </a:highlight>
                <a:latin typeface="Times New Roman" panose="02020603050405020304" pitchFamily="18" charset="0"/>
                <a:ea typeface="Aptos" panose="020B0004020202020204" pitchFamily="34" charset="0"/>
                <a:cs typeface="Times New Roman" panose="02020603050405020304" pitchFamily="18" charset="0"/>
              </a:rPr>
              <a:t>2</a:t>
            </a:r>
            <a:r>
              <a:rPr lang="en-IN" kern="100" dirty="0">
                <a:solidFill>
                  <a:srgbClr val="666666"/>
                </a:solidFill>
                <a:effectLst/>
                <a:highlight>
                  <a:srgbClr val="FFFF00"/>
                </a:highlight>
                <a:latin typeface="Times New Roman" panose="02020603050405020304" pitchFamily="18" charset="0"/>
                <a:ea typeface="Aptos" panose="020B0004020202020204" pitchFamily="34" charset="0"/>
                <a:cs typeface="Times New Roman" panose="02020603050405020304" pitchFamily="18" charset="0"/>
              </a:rPr>
              <a:t>.3</a:t>
            </a:r>
          </a:p>
        </p:txBody>
      </p:sp>
      <p:sp>
        <p:nvSpPr>
          <p:cNvPr id="3" name="TextBox 2">
            <a:extLst>
              <a:ext uri="{FF2B5EF4-FFF2-40B4-BE49-F238E27FC236}">
                <a16:creationId xmlns:a16="http://schemas.microsoft.com/office/drawing/2014/main" id="{F52B51FF-E201-359D-4743-DA9B627F1CC1}"/>
              </a:ext>
            </a:extLst>
          </p:cNvPr>
          <p:cNvSpPr txBox="1"/>
          <p:nvPr/>
        </p:nvSpPr>
        <p:spPr>
          <a:xfrm>
            <a:off x="1012953" y="1293946"/>
            <a:ext cx="9232149" cy="369332"/>
          </a:xfrm>
          <a:prstGeom prst="rect">
            <a:avLst/>
          </a:prstGeom>
          <a:noFill/>
        </p:spPr>
        <p:txBody>
          <a:bodyPr wrap="square">
            <a:spAutoFit/>
          </a:bodyPr>
          <a:lstStyle/>
          <a:p>
            <a:pPr marL="285750" indent="-285750" algn="l">
              <a:buFont typeface="Wingdings" panose="05000000000000000000" pitchFamily="2" charset="2"/>
              <a:buChar char="q"/>
            </a:pPr>
            <a:r>
              <a:rPr lang="en-US" sz="1800" b="1" i="0" u="none" strike="noStrike" baseline="0" dirty="0">
                <a:latin typeface="Times New Roman" panose="02020603050405020304" pitchFamily="18" charset="0"/>
                <a:cs typeface="Times New Roman" panose="02020603050405020304" pitchFamily="18" charset="0"/>
              </a:rPr>
              <a:t>A project should not contain unused type declarations</a:t>
            </a:r>
            <a:endParaRPr lang="en-IN" b="1" kern="100" dirty="0">
              <a:effectLst/>
              <a:highlight>
                <a:srgbClr val="FFFF00"/>
              </a:highlight>
              <a:latin typeface="Times New Roman" panose="02020603050405020304" pitchFamily="18" charset="0"/>
              <a:ea typeface="Aptos" panose="020B0004020202020204" pitchFamily="34" charset="0"/>
              <a:cs typeface="Times New Roman" panose="02020603050405020304" pitchFamily="18" charset="0"/>
            </a:endParaRPr>
          </a:p>
        </p:txBody>
      </p:sp>
      <p:sp>
        <p:nvSpPr>
          <p:cNvPr id="11" name="TextBox 10">
            <a:extLst>
              <a:ext uri="{FF2B5EF4-FFF2-40B4-BE49-F238E27FC236}">
                <a16:creationId xmlns:a16="http://schemas.microsoft.com/office/drawing/2014/main" id="{3BAF9C64-DAA2-791C-A360-DC870B79332D}"/>
              </a:ext>
            </a:extLst>
          </p:cNvPr>
          <p:cNvSpPr txBox="1"/>
          <p:nvPr/>
        </p:nvSpPr>
        <p:spPr>
          <a:xfrm>
            <a:off x="1295536" y="1632331"/>
            <a:ext cx="9642403" cy="369332"/>
          </a:xfrm>
          <a:prstGeom prst="rect">
            <a:avLst/>
          </a:prstGeom>
          <a:noFill/>
        </p:spPr>
        <p:txBody>
          <a:bodyPr wrap="square">
            <a:spAutoFit/>
          </a:bodyPr>
          <a:lstStyle/>
          <a:p>
            <a:pPr algn="l"/>
            <a:r>
              <a:rPr lang="en-IN" sz="1800" b="0" i="0" u="none" strike="noStrike" baseline="0" dirty="0">
                <a:latin typeface="OpenSans"/>
              </a:rPr>
              <a:t>Category –</a:t>
            </a:r>
            <a:r>
              <a:rPr lang="en-IN" sz="1800" b="0" i="0" u="none" strike="noStrike" baseline="0" dirty="0">
                <a:latin typeface="OpenSans-Light"/>
              </a:rPr>
              <a:t>Advisory    Analysis </a:t>
            </a:r>
            <a:r>
              <a:rPr lang="en-IN" sz="1800" b="0" i="0" u="none" strike="noStrike" baseline="0" dirty="0">
                <a:latin typeface="OpenSans"/>
              </a:rPr>
              <a:t> -</a:t>
            </a:r>
            <a:r>
              <a:rPr lang="en-IN" sz="1800" b="0" i="0" u="none" strike="noStrike" baseline="0" dirty="0">
                <a:latin typeface="OpenSans-Light"/>
              </a:rPr>
              <a:t> Decidable, System   </a:t>
            </a:r>
            <a:r>
              <a:rPr lang="en-IN" sz="1800" b="0" i="0" u="none" strike="noStrike" baseline="0" dirty="0">
                <a:latin typeface="OpenSans"/>
              </a:rPr>
              <a:t>Applies to -</a:t>
            </a:r>
            <a:r>
              <a:rPr lang="en-IN" sz="1800" b="0" i="0" u="none" strike="noStrike" baseline="0" dirty="0">
                <a:latin typeface="OpenSans-Light"/>
              </a:rPr>
              <a:t>C90, C99</a:t>
            </a:r>
            <a:endParaRPr lang="en-IN" dirty="0"/>
          </a:p>
        </p:txBody>
      </p:sp>
      <p:sp>
        <p:nvSpPr>
          <p:cNvPr id="12" name="TextBox 11">
            <a:extLst>
              <a:ext uri="{FF2B5EF4-FFF2-40B4-BE49-F238E27FC236}">
                <a16:creationId xmlns:a16="http://schemas.microsoft.com/office/drawing/2014/main" id="{3B6B20D6-4372-E7FE-5B7C-3A5C456054FD}"/>
              </a:ext>
            </a:extLst>
          </p:cNvPr>
          <p:cNvSpPr txBox="1"/>
          <p:nvPr/>
        </p:nvSpPr>
        <p:spPr>
          <a:xfrm>
            <a:off x="2571986" y="2933634"/>
            <a:ext cx="7419583" cy="3693319"/>
          </a:xfrm>
          <a:prstGeom prst="rect">
            <a:avLst/>
          </a:prstGeom>
          <a:noFill/>
        </p:spPr>
        <p:txBody>
          <a:bodyPr wrap="square">
            <a:spAutoFit/>
          </a:bodyPr>
          <a:lstStyle/>
          <a:p>
            <a:r>
              <a:rPr lang="en-US" b="0" i="0" dirty="0">
                <a:effectLst/>
                <a:latin typeface="Times New Roman" panose="02020603050405020304" pitchFamily="18" charset="0"/>
                <a:cs typeface="Times New Roman" panose="02020603050405020304" pitchFamily="18" charset="0"/>
              </a:rPr>
              <a:t> </a:t>
            </a:r>
            <a:r>
              <a:rPr lang="en-US" b="0" i="0" dirty="0">
                <a:effectLst/>
                <a:highlight>
                  <a:srgbClr val="FFFF00"/>
                </a:highlight>
                <a:latin typeface="Times New Roman" panose="02020603050405020304" pitchFamily="18" charset="0"/>
                <a:cs typeface="Times New Roman" panose="02020603050405020304" pitchFamily="18" charset="0"/>
              </a:rPr>
              <a:t>// Unused type declaration</a:t>
            </a:r>
          </a:p>
          <a:p>
            <a:r>
              <a:rPr lang="en-US" b="0" i="0" dirty="0">
                <a:effectLst/>
                <a:highlight>
                  <a:srgbClr val="FFFF00"/>
                </a:highlight>
                <a:latin typeface="Times New Roman" panose="02020603050405020304" pitchFamily="18" charset="0"/>
                <a:cs typeface="Times New Roman" panose="02020603050405020304" pitchFamily="18" charset="0"/>
              </a:rPr>
              <a:t>typedef struct {</a:t>
            </a:r>
          </a:p>
          <a:p>
            <a:r>
              <a:rPr lang="en-US" b="0" i="0" dirty="0">
                <a:effectLst/>
                <a:highlight>
                  <a:srgbClr val="FFFF00"/>
                </a:highlight>
                <a:latin typeface="Times New Roman" panose="02020603050405020304" pitchFamily="18" charset="0"/>
                <a:cs typeface="Times New Roman" panose="02020603050405020304" pitchFamily="18" charset="0"/>
              </a:rPr>
              <a:t>    int x;</a:t>
            </a:r>
          </a:p>
          <a:p>
            <a:r>
              <a:rPr lang="en-US" b="0" i="0" dirty="0">
                <a:effectLst/>
                <a:highlight>
                  <a:srgbClr val="FFFF00"/>
                </a:highlight>
                <a:latin typeface="Times New Roman" panose="02020603050405020304" pitchFamily="18" charset="0"/>
                <a:cs typeface="Times New Roman" panose="02020603050405020304" pitchFamily="18" charset="0"/>
              </a:rPr>
              <a:t>    int y;</a:t>
            </a:r>
          </a:p>
          <a:p>
            <a:r>
              <a:rPr lang="en-US" b="0" i="0" dirty="0">
                <a:effectLst/>
                <a:highlight>
                  <a:srgbClr val="FFFF00"/>
                </a:highlight>
                <a:latin typeface="Times New Roman" panose="02020603050405020304" pitchFamily="18" charset="0"/>
                <a:cs typeface="Times New Roman" panose="02020603050405020304" pitchFamily="18" charset="0"/>
              </a:rPr>
              <a:t>} Point;</a:t>
            </a:r>
          </a:p>
          <a:p>
            <a:r>
              <a:rPr lang="en-US" b="0" i="0" dirty="0">
                <a:effectLst/>
                <a:latin typeface="Times New Roman" panose="02020603050405020304" pitchFamily="18" charset="0"/>
                <a:cs typeface="Times New Roman" panose="02020603050405020304" pitchFamily="18" charset="0"/>
              </a:rPr>
              <a:t>int main() {</a:t>
            </a:r>
          </a:p>
          <a:p>
            <a:r>
              <a:rPr lang="en-US" b="0" i="0" dirty="0">
                <a:effectLst/>
                <a:latin typeface="Times New Roman" panose="02020603050405020304" pitchFamily="18" charset="0"/>
                <a:cs typeface="Times New Roman" panose="02020603050405020304" pitchFamily="18" charset="0"/>
              </a:rPr>
              <a:t>    int a = 10;</a:t>
            </a:r>
          </a:p>
          <a:p>
            <a:r>
              <a:rPr lang="en-US" b="0" i="0" dirty="0">
                <a:effectLst/>
                <a:latin typeface="Times New Roman" panose="02020603050405020304" pitchFamily="18" charset="0"/>
                <a:cs typeface="Times New Roman" panose="02020603050405020304" pitchFamily="18" charset="0"/>
              </a:rPr>
              <a:t>    int b = 20;</a:t>
            </a:r>
          </a:p>
          <a:p>
            <a:r>
              <a:rPr lang="en-US" b="0" i="0" dirty="0">
                <a:effectLst/>
                <a:latin typeface="Times New Roman" panose="02020603050405020304" pitchFamily="18" charset="0"/>
                <a:cs typeface="Times New Roman" panose="02020603050405020304" pitchFamily="18" charset="0"/>
              </a:rPr>
              <a:t>    int sum = a + b; </a:t>
            </a:r>
          </a:p>
          <a:p>
            <a:endParaRPr lang="en-US" b="0" i="0" dirty="0">
              <a:effectLst/>
              <a:latin typeface="Times New Roman" panose="02020603050405020304" pitchFamily="18" charset="0"/>
              <a:cs typeface="Times New Roman" panose="02020603050405020304" pitchFamily="18" charset="0"/>
            </a:endParaRPr>
          </a:p>
          <a:p>
            <a:r>
              <a:rPr lang="en-US" b="0" i="0" dirty="0">
                <a:effectLst/>
                <a:latin typeface="Times New Roman" panose="02020603050405020304" pitchFamily="18" charset="0"/>
                <a:cs typeface="Times New Roman" panose="02020603050405020304" pitchFamily="18" charset="0"/>
              </a:rPr>
              <a:t>    </a:t>
            </a:r>
            <a:r>
              <a:rPr lang="en-US" b="0" i="0" dirty="0" err="1">
                <a:effectLst/>
                <a:latin typeface="Times New Roman" panose="02020603050405020304" pitchFamily="18" charset="0"/>
                <a:cs typeface="Times New Roman" panose="02020603050405020304" pitchFamily="18" charset="0"/>
              </a:rPr>
              <a:t>printf</a:t>
            </a:r>
            <a:r>
              <a:rPr lang="en-US" b="0" i="0" dirty="0">
                <a:effectLst/>
                <a:latin typeface="Times New Roman" panose="02020603050405020304" pitchFamily="18" charset="0"/>
                <a:cs typeface="Times New Roman" panose="02020603050405020304" pitchFamily="18" charset="0"/>
              </a:rPr>
              <a:t>("Sum: %d\n", sum);</a:t>
            </a:r>
          </a:p>
          <a:p>
            <a:r>
              <a:rPr lang="en-US" b="0" i="0" dirty="0">
                <a:effectLst/>
                <a:latin typeface="Times New Roman" panose="02020603050405020304" pitchFamily="18" charset="0"/>
                <a:cs typeface="Times New Roman" panose="02020603050405020304" pitchFamily="18" charset="0"/>
              </a:rPr>
              <a:t>    return 0;</a:t>
            </a:r>
          </a:p>
          <a:p>
            <a:r>
              <a:rPr lang="en-US" b="0" i="0" dirty="0">
                <a:effectLst/>
                <a:latin typeface="Times New Roman" panose="02020603050405020304" pitchFamily="18" charset="0"/>
                <a:cs typeface="Times New Roman" panose="02020603050405020304" pitchFamily="18" charset="0"/>
              </a:rPr>
              <a:t>}</a:t>
            </a:r>
            <a:endParaRPr lang="en-IN" dirty="0">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3BEBAFEE-B117-F80A-3238-35883C77E34C}"/>
              </a:ext>
            </a:extLst>
          </p:cNvPr>
          <p:cNvSpPr txBox="1"/>
          <p:nvPr/>
        </p:nvSpPr>
        <p:spPr>
          <a:xfrm>
            <a:off x="1272356" y="1981343"/>
            <a:ext cx="10650070" cy="923330"/>
          </a:xfrm>
          <a:prstGeom prst="rect">
            <a:avLst/>
          </a:prstGeom>
          <a:noFill/>
        </p:spPr>
        <p:txBody>
          <a:bodyPr wrap="square">
            <a:spAutoFit/>
          </a:bodyPr>
          <a:lstStyle/>
          <a:p>
            <a:r>
              <a:rPr lang="en-US" b="0" i="0" dirty="0">
                <a:solidFill>
                  <a:srgbClr val="0D0D0D"/>
                </a:solidFill>
                <a:effectLst/>
                <a:latin typeface="Söhne"/>
              </a:rPr>
              <a:t>This refers to declarations of data types (e.g., structures, enums, typedefs) that are defined but not used anywhere in the project. These declarations may occur due to refactoring, changes in requirements, or oversight during development.</a:t>
            </a:r>
            <a:endParaRPr lang="en-IN"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9FEE7668-A474-DEF3-8878-66CE72726B41}"/>
              </a:ext>
            </a:extLst>
          </p:cNvPr>
          <p:cNvSpPr txBox="1"/>
          <p:nvPr/>
        </p:nvSpPr>
        <p:spPr>
          <a:xfrm>
            <a:off x="1295189" y="2902200"/>
            <a:ext cx="1046338" cy="369332"/>
          </a:xfrm>
          <a:prstGeom prst="rect">
            <a:avLst/>
          </a:prstGeom>
          <a:noFill/>
        </p:spPr>
        <p:txBody>
          <a:bodyPr wrap="square">
            <a:spAutoFit/>
          </a:bodyPr>
          <a:lstStyle/>
          <a:p>
            <a:pPr algn="l"/>
            <a:r>
              <a:rPr lang="en-IN" dirty="0">
                <a:highlight>
                  <a:srgbClr val="FFFF00"/>
                </a:highlight>
              </a:rPr>
              <a:t>Example</a:t>
            </a:r>
          </a:p>
        </p:txBody>
      </p:sp>
      <p:sp>
        <p:nvSpPr>
          <p:cNvPr id="9" name="Slide Number Placeholder 8">
            <a:extLst>
              <a:ext uri="{FF2B5EF4-FFF2-40B4-BE49-F238E27FC236}">
                <a16:creationId xmlns:a16="http://schemas.microsoft.com/office/drawing/2014/main" id="{B3A0EFB5-0FB5-DCCD-A9E0-6B74CFD03E4D}"/>
              </a:ext>
            </a:extLst>
          </p:cNvPr>
          <p:cNvSpPr>
            <a:spLocks noGrp="1"/>
          </p:cNvSpPr>
          <p:nvPr>
            <p:ph type="sldNum" sz="quarter" idx="12"/>
          </p:nvPr>
        </p:nvSpPr>
        <p:spPr/>
        <p:txBody>
          <a:bodyPr/>
          <a:lstStyle/>
          <a:p>
            <a:fld id="{91247CA1-BCEC-4DD4-9B23-E2AE1AEA27A6}" type="slidenum">
              <a:rPr lang="en-IN" smtClean="0"/>
              <a:t>16</a:t>
            </a:fld>
            <a:endParaRPr lang="en-IN"/>
          </a:p>
        </p:txBody>
      </p:sp>
      <p:sp>
        <p:nvSpPr>
          <p:cNvPr id="8" name="TextBox 7">
            <a:extLst>
              <a:ext uri="{FF2B5EF4-FFF2-40B4-BE49-F238E27FC236}">
                <a16:creationId xmlns:a16="http://schemas.microsoft.com/office/drawing/2014/main" id="{A057696E-A90B-672F-C142-366026B9262F}"/>
              </a:ext>
            </a:extLst>
          </p:cNvPr>
          <p:cNvSpPr txBox="1"/>
          <p:nvPr/>
        </p:nvSpPr>
        <p:spPr>
          <a:xfrm>
            <a:off x="10532532" y="526059"/>
            <a:ext cx="1451144" cy="369332"/>
          </a:xfrm>
          <a:prstGeom prst="rect">
            <a:avLst/>
          </a:prstGeom>
          <a:noFill/>
        </p:spPr>
        <p:txBody>
          <a:bodyPr wrap="square">
            <a:spAutoFit/>
          </a:bodyPr>
          <a:lstStyle/>
          <a:p>
            <a:r>
              <a:rPr lang="en-IN" dirty="0"/>
              <a:t>Session 1</a:t>
            </a:r>
          </a:p>
        </p:txBody>
      </p:sp>
    </p:spTree>
    <p:extLst>
      <p:ext uri="{BB962C8B-B14F-4D97-AF65-F5344CB8AC3E}">
        <p14:creationId xmlns:p14="http://schemas.microsoft.com/office/powerpoint/2010/main" val="199932338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5A292AEA-2528-46C0-B426-95822B6141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D8B7B198-E4DF-43CD-AD8C-1998843237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34" name="Freeform: Shape 33">
            <a:extLst>
              <a:ext uri="{FF2B5EF4-FFF2-40B4-BE49-F238E27FC236}">
                <a16:creationId xmlns:a16="http://schemas.microsoft.com/office/drawing/2014/main" id="{2BE67753-EA0E-4819-8D22-0B6600CF7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96934" y="3984"/>
            <a:ext cx="9376632" cy="6858000"/>
          </a:xfrm>
          <a:custGeom>
            <a:avLst/>
            <a:gdLst>
              <a:gd name="connsiteX0" fmla="*/ 1691615 w 9376632"/>
              <a:gd name="connsiteY0" fmla="*/ 0 h 6858000"/>
              <a:gd name="connsiteX1" fmla="*/ 7685017 w 9376632"/>
              <a:gd name="connsiteY1" fmla="*/ 0 h 6858000"/>
              <a:gd name="connsiteX2" fmla="*/ 7840634 w 9376632"/>
              <a:gd name="connsiteY2" fmla="*/ 134799 h 6858000"/>
              <a:gd name="connsiteX3" fmla="*/ 9376632 w 9376632"/>
              <a:gd name="connsiteY3" fmla="*/ 3605175 h 6858000"/>
              <a:gd name="connsiteX4" fmla="*/ 8158692 w 9376632"/>
              <a:gd name="connsiteY4" fmla="*/ 6757493 h 6858000"/>
              <a:gd name="connsiteX5" fmla="*/ 8062868 w 9376632"/>
              <a:gd name="connsiteY5" fmla="*/ 6858000 h 6858000"/>
              <a:gd name="connsiteX6" fmla="*/ 1313765 w 9376632"/>
              <a:gd name="connsiteY6" fmla="*/ 6858000 h 6858000"/>
              <a:gd name="connsiteX7" fmla="*/ 1217940 w 9376632"/>
              <a:gd name="connsiteY7" fmla="*/ 6757493 h 6858000"/>
              <a:gd name="connsiteX8" fmla="*/ 0 w 9376632"/>
              <a:gd name="connsiteY8" fmla="*/ 3605175 h 6858000"/>
              <a:gd name="connsiteX9" fmla="*/ 1535999 w 9376632"/>
              <a:gd name="connsiteY9" fmla="*/ 13479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376632" h="6858000">
                <a:moveTo>
                  <a:pt x="1691615" y="0"/>
                </a:moveTo>
                <a:lnTo>
                  <a:pt x="7685017" y="0"/>
                </a:lnTo>
                <a:lnTo>
                  <a:pt x="7840634" y="134799"/>
                </a:lnTo>
                <a:cubicBezTo>
                  <a:pt x="8784230" y="992423"/>
                  <a:pt x="9376632" y="2229618"/>
                  <a:pt x="9376632" y="3605175"/>
                </a:cubicBezTo>
                <a:cubicBezTo>
                  <a:pt x="9376632" y="4818903"/>
                  <a:pt x="8915419" y="5924908"/>
                  <a:pt x="8158692" y="6757493"/>
                </a:cubicBezTo>
                <a:lnTo>
                  <a:pt x="8062868" y="6858000"/>
                </a:lnTo>
                <a:lnTo>
                  <a:pt x="1313765" y="6858000"/>
                </a:lnTo>
                <a:lnTo>
                  <a:pt x="1217940" y="6757493"/>
                </a:lnTo>
                <a:cubicBezTo>
                  <a:pt x="461213" y="5924908"/>
                  <a:pt x="0" y="4818903"/>
                  <a:pt x="0" y="3605175"/>
                </a:cubicBezTo>
                <a:cubicBezTo>
                  <a:pt x="0" y="2229618"/>
                  <a:pt x="592403" y="992423"/>
                  <a:pt x="1535999" y="134799"/>
                </a:cubicBezTo>
                <a:close/>
              </a:path>
            </a:pathLst>
          </a:cu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5" name="Group 34">
            <a:extLst>
              <a:ext uri="{FF2B5EF4-FFF2-40B4-BE49-F238E27FC236}">
                <a16:creationId xmlns:a16="http://schemas.microsoft.com/office/drawing/2014/main" id="{D76D63AC-0421-45EC-B383-E79A61A78C6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303402" y="3985"/>
            <a:ext cx="9772765" cy="6858000"/>
            <a:chOff x="1303402" y="36937"/>
            <a:chExt cx="9772765" cy="6858000"/>
          </a:xfrm>
          <a:solidFill>
            <a:schemeClr val="bg1">
              <a:alpha val="30000"/>
            </a:schemeClr>
          </a:solidFill>
        </p:grpSpPr>
        <p:sp>
          <p:nvSpPr>
            <p:cNvPr id="15" name="Freeform: Shape 14">
              <a:extLst>
                <a:ext uri="{FF2B5EF4-FFF2-40B4-BE49-F238E27FC236}">
                  <a16:creationId xmlns:a16="http://schemas.microsoft.com/office/drawing/2014/main" id="{B997A32E-7032-4107-9C8B-99DB59EDD5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6937"/>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Shape 15">
              <a:extLst>
                <a:ext uri="{FF2B5EF4-FFF2-40B4-BE49-F238E27FC236}">
                  <a16:creationId xmlns:a16="http://schemas.microsoft.com/office/drawing/2014/main" id="{943BB27F-1470-42CA-91FF-D94BC691C8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6937"/>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Freeform: Shape 16">
              <a:extLst>
                <a:ext uri="{FF2B5EF4-FFF2-40B4-BE49-F238E27FC236}">
                  <a16:creationId xmlns:a16="http://schemas.microsoft.com/office/drawing/2014/main" id="{E997B002-17FD-47B3-A06A-76802FE15C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6937"/>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Freeform: Shape 17">
              <a:extLst>
                <a:ext uri="{FF2B5EF4-FFF2-40B4-BE49-F238E27FC236}">
                  <a16:creationId xmlns:a16="http://schemas.microsoft.com/office/drawing/2014/main" id="{E401EA35-9D2E-43B7-860F-EBB8A6C3E0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6937"/>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Freeform: Shape 18">
              <a:extLst>
                <a:ext uri="{FF2B5EF4-FFF2-40B4-BE49-F238E27FC236}">
                  <a16:creationId xmlns:a16="http://schemas.microsoft.com/office/drawing/2014/main" id="{F8C44827-3D81-4FF9-B4A5-5650D1B20A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6937"/>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Freeform: Shape 19">
              <a:extLst>
                <a:ext uri="{FF2B5EF4-FFF2-40B4-BE49-F238E27FC236}">
                  <a16:creationId xmlns:a16="http://schemas.microsoft.com/office/drawing/2014/main" id="{F613D97F-F6DF-4D32-AD91-209A80E7A2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8320" y="36937"/>
              <a:ext cx="9767847" cy="6858000"/>
            </a:xfrm>
            <a:custGeom>
              <a:avLst/>
              <a:gdLst>
                <a:gd name="connsiteX0" fmla="*/ 7151367 w 9767847"/>
                <a:gd name="connsiteY0" fmla="*/ 0 h 6858000"/>
                <a:gd name="connsiteX1" fmla="*/ 7881247 w 9767847"/>
                <a:gd name="connsiteY1" fmla="*/ 0 h 6858000"/>
                <a:gd name="connsiteX2" fmla="*/ 7990553 w 9767847"/>
                <a:gd name="connsiteY2" fmla="*/ 81317 h 6858000"/>
                <a:gd name="connsiteX3" fmla="*/ 9767847 w 9767847"/>
                <a:gd name="connsiteY3" fmla="*/ 3649031 h 6858000"/>
                <a:gd name="connsiteX4" fmla="*/ 8652597 w 9767847"/>
                <a:gd name="connsiteY4" fmla="*/ 6590005 h 6858000"/>
                <a:gd name="connsiteX5" fmla="*/ 8395306 w 9767847"/>
                <a:gd name="connsiteY5" fmla="*/ 6858000 h 6858000"/>
                <a:gd name="connsiteX6" fmla="*/ 6762603 w 9767847"/>
                <a:gd name="connsiteY6" fmla="*/ 6858000 h 6858000"/>
                <a:gd name="connsiteX7" fmla="*/ 6765962 w 9767847"/>
                <a:gd name="connsiteY7" fmla="*/ 6854844 h 6858000"/>
                <a:gd name="connsiteX8" fmla="*/ 6804586 w 9767847"/>
                <a:gd name="connsiteY8" fmla="*/ 6817103 h 6858000"/>
                <a:gd name="connsiteX9" fmla="*/ 6881735 w 9767847"/>
                <a:gd name="connsiteY9" fmla="*/ 6741197 h 6858000"/>
                <a:gd name="connsiteX10" fmla="*/ 6958883 w 9767847"/>
                <a:gd name="connsiteY10" fmla="*/ 6664822 h 6858000"/>
                <a:gd name="connsiteX11" fmla="*/ 7267925 w 9767847"/>
                <a:gd name="connsiteY11" fmla="*/ 6355694 h 6858000"/>
                <a:gd name="connsiteX12" fmla="*/ 7424360 w 9767847"/>
                <a:gd name="connsiteY12" fmla="*/ 6200685 h 6858000"/>
                <a:gd name="connsiteX13" fmla="*/ 7504938 w 9767847"/>
                <a:gd name="connsiteY13" fmla="*/ 6122708 h 6858000"/>
                <a:gd name="connsiteX14" fmla="*/ 7546396 w 9767847"/>
                <a:gd name="connsiteY14" fmla="*/ 6083697 h 6858000"/>
                <a:gd name="connsiteX15" fmla="*/ 7588002 w 9767847"/>
                <a:gd name="connsiteY15" fmla="*/ 6045532 h 6858000"/>
                <a:gd name="connsiteX16" fmla="*/ 7631000 w 9767847"/>
                <a:gd name="connsiteY16" fmla="*/ 6006709 h 6858000"/>
                <a:gd name="connsiteX17" fmla="*/ 7675440 w 9767847"/>
                <a:gd name="connsiteY17" fmla="*/ 5968309 h 6858000"/>
                <a:gd name="connsiteX18" fmla="*/ 7720626 w 9767847"/>
                <a:gd name="connsiteY18" fmla="*/ 5930851 h 6858000"/>
                <a:gd name="connsiteX19" fmla="*/ 7766458 w 9767847"/>
                <a:gd name="connsiteY19" fmla="*/ 5894334 h 6858000"/>
                <a:gd name="connsiteX20" fmla="*/ 7955254 w 9767847"/>
                <a:gd name="connsiteY20" fmla="*/ 5756828 h 6858000"/>
                <a:gd name="connsiteX21" fmla="*/ 8352678 w 9767847"/>
                <a:gd name="connsiteY21" fmla="*/ 5517630 h 6858000"/>
                <a:gd name="connsiteX22" fmla="*/ 8451350 w 9767847"/>
                <a:gd name="connsiteY22" fmla="*/ 5465254 h 6858000"/>
                <a:gd name="connsiteX23" fmla="*/ 8548532 w 9767847"/>
                <a:gd name="connsiteY23" fmla="*/ 5413395 h 6858000"/>
                <a:gd name="connsiteX24" fmla="*/ 8729473 w 9767847"/>
                <a:gd name="connsiteY24" fmla="*/ 5309961 h 6858000"/>
                <a:gd name="connsiteX25" fmla="*/ 8770781 w 9767847"/>
                <a:gd name="connsiteY25" fmla="*/ 5283232 h 6858000"/>
                <a:gd name="connsiteX26" fmla="*/ 8790964 w 9767847"/>
                <a:gd name="connsiteY26" fmla="*/ 5269492 h 6858000"/>
                <a:gd name="connsiteX27" fmla="*/ 8810499 w 9767847"/>
                <a:gd name="connsiteY27" fmla="*/ 5255703 h 6858000"/>
                <a:gd name="connsiteX28" fmla="*/ 8883571 w 9767847"/>
                <a:gd name="connsiteY28" fmla="*/ 5198479 h 6858000"/>
                <a:gd name="connsiteX29" fmla="*/ 9006651 w 9767847"/>
                <a:gd name="connsiteY29" fmla="*/ 5070527 h 6858000"/>
                <a:gd name="connsiteX30" fmla="*/ 9033494 w 9767847"/>
                <a:gd name="connsiteY30" fmla="*/ 5034105 h 6858000"/>
                <a:gd name="connsiteX31" fmla="*/ 9040305 w 9767847"/>
                <a:gd name="connsiteY31" fmla="*/ 5024551 h 6858000"/>
                <a:gd name="connsiteX32" fmla="*/ 9046568 w 9767847"/>
                <a:gd name="connsiteY32" fmla="*/ 5015281 h 6858000"/>
                <a:gd name="connsiteX33" fmla="*/ 9058846 w 9767847"/>
                <a:gd name="connsiteY33" fmla="*/ 4996645 h 6858000"/>
                <a:gd name="connsiteX34" fmla="*/ 9104529 w 9767847"/>
                <a:gd name="connsiteY34" fmla="*/ 4918105 h 6858000"/>
                <a:gd name="connsiteX35" fmla="*/ 9181081 w 9767847"/>
                <a:gd name="connsiteY35" fmla="*/ 4744694 h 6858000"/>
                <a:gd name="connsiteX36" fmla="*/ 9240731 w 9767847"/>
                <a:gd name="connsiteY36" fmla="*/ 4557872 h 6858000"/>
                <a:gd name="connsiteX37" fmla="*/ 9265388 w 9767847"/>
                <a:gd name="connsiteY37" fmla="*/ 4461073 h 6858000"/>
                <a:gd name="connsiteX38" fmla="*/ 9276571 w 9767847"/>
                <a:gd name="connsiteY38" fmla="*/ 4411943 h 6858000"/>
                <a:gd name="connsiteX39" fmla="*/ 9281841 w 9767847"/>
                <a:gd name="connsiteY39" fmla="*/ 4387379 h 6858000"/>
                <a:gd name="connsiteX40" fmla="*/ 9286513 w 9767847"/>
                <a:gd name="connsiteY40" fmla="*/ 4364838 h 6858000"/>
                <a:gd name="connsiteX41" fmla="*/ 9296754 w 9767847"/>
                <a:gd name="connsiteY41" fmla="*/ 4312038 h 6858000"/>
                <a:gd name="connsiteX42" fmla="*/ 9301029 w 9767847"/>
                <a:gd name="connsiteY42" fmla="*/ 4289074 h 6858000"/>
                <a:gd name="connsiteX43" fmla="*/ 9302818 w 9767847"/>
                <a:gd name="connsiteY43" fmla="*/ 4278581 h 6858000"/>
                <a:gd name="connsiteX44" fmla="*/ 9304658 w 9767847"/>
                <a:gd name="connsiteY44" fmla="*/ 4266816 h 6858000"/>
                <a:gd name="connsiteX45" fmla="*/ 9312810 w 9767847"/>
                <a:gd name="connsiteY45" fmla="*/ 4215945 h 6858000"/>
                <a:gd name="connsiteX46" fmla="*/ 9316887 w 9767847"/>
                <a:gd name="connsiteY46" fmla="*/ 4190486 h 6858000"/>
                <a:gd name="connsiteX47" fmla="*/ 9318923 w 9767847"/>
                <a:gd name="connsiteY47" fmla="*/ 4177780 h 6858000"/>
                <a:gd name="connsiteX48" fmla="*/ 9320515 w 9767847"/>
                <a:gd name="connsiteY48" fmla="*/ 4164886 h 6858000"/>
                <a:gd name="connsiteX49" fmla="*/ 9332445 w 9767847"/>
                <a:gd name="connsiteY49" fmla="*/ 4064981 h 6858000"/>
                <a:gd name="connsiteX50" fmla="*/ 9336173 w 9767847"/>
                <a:gd name="connsiteY50" fmla="*/ 4018676 h 6858000"/>
                <a:gd name="connsiteX51" fmla="*/ 9340199 w 9767847"/>
                <a:gd name="connsiteY51" fmla="*/ 3965171 h 6858000"/>
                <a:gd name="connsiteX52" fmla="*/ 9347557 w 9767847"/>
                <a:gd name="connsiteY52" fmla="*/ 3765972 h 6858000"/>
                <a:gd name="connsiteX53" fmla="*/ 9346364 w 9767847"/>
                <a:gd name="connsiteY53" fmla="*/ 3664938 h 6858000"/>
                <a:gd name="connsiteX54" fmla="*/ 9344921 w 9767847"/>
                <a:gd name="connsiteY54" fmla="*/ 3615243 h 6858000"/>
                <a:gd name="connsiteX55" fmla="*/ 9344524 w 9767847"/>
                <a:gd name="connsiteY55" fmla="*/ 3603526 h 6858000"/>
                <a:gd name="connsiteX56" fmla="*/ 9343728 w 9767847"/>
                <a:gd name="connsiteY56" fmla="*/ 3590774 h 6858000"/>
                <a:gd name="connsiteX57" fmla="*/ 9342188 w 9767847"/>
                <a:gd name="connsiteY57" fmla="*/ 3565268 h 6858000"/>
                <a:gd name="connsiteX58" fmla="*/ 9339056 w 9767847"/>
                <a:gd name="connsiteY58" fmla="*/ 3514256 h 6858000"/>
                <a:gd name="connsiteX59" fmla="*/ 9334334 w 9767847"/>
                <a:gd name="connsiteY59" fmla="*/ 3463057 h 6858000"/>
                <a:gd name="connsiteX60" fmla="*/ 9329363 w 9767847"/>
                <a:gd name="connsiteY60" fmla="*/ 3411810 h 6858000"/>
                <a:gd name="connsiteX61" fmla="*/ 9328319 w 9767847"/>
                <a:gd name="connsiteY61" fmla="*/ 3400657 h 6858000"/>
                <a:gd name="connsiteX62" fmla="*/ 9327177 w 9767847"/>
                <a:gd name="connsiteY62" fmla="*/ 3390116 h 6858000"/>
                <a:gd name="connsiteX63" fmla="*/ 9324293 w 9767847"/>
                <a:gd name="connsiteY63" fmla="*/ 3366774 h 6858000"/>
                <a:gd name="connsiteX64" fmla="*/ 9320763 w 9767847"/>
                <a:gd name="connsiteY64" fmla="*/ 3340329 h 6858000"/>
                <a:gd name="connsiteX65" fmla="*/ 9317184 w 9767847"/>
                <a:gd name="connsiteY65" fmla="*/ 3311245 h 6858000"/>
                <a:gd name="connsiteX66" fmla="*/ 9311021 w 9767847"/>
                <a:gd name="connsiteY66" fmla="*/ 3266211 h 6858000"/>
                <a:gd name="connsiteX67" fmla="*/ 9302719 w 9767847"/>
                <a:gd name="connsiteY67" fmla="*/ 3215717 h 6858000"/>
                <a:gd name="connsiteX68" fmla="*/ 9293970 w 9767847"/>
                <a:gd name="connsiteY68" fmla="*/ 3165789 h 6858000"/>
                <a:gd name="connsiteX69" fmla="*/ 9252065 w 9767847"/>
                <a:gd name="connsiteY69" fmla="*/ 2967107 h 6858000"/>
                <a:gd name="connsiteX70" fmla="*/ 9227211 w 9767847"/>
                <a:gd name="connsiteY70" fmla="*/ 2868473 h 6858000"/>
                <a:gd name="connsiteX71" fmla="*/ 9220699 w 9767847"/>
                <a:gd name="connsiteY71" fmla="*/ 2844426 h 6858000"/>
                <a:gd name="connsiteX72" fmla="*/ 9213740 w 9767847"/>
                <a:gd name="connsiteY72" fmla="*/ 2820191 h 6858000"/>
                <a:gd name="connsiteX73" fmla="*/ 9199374 w 9767847"/>
                <a:gd name="connsiteY73" fmla="*/ 2771438 h 6858000"/>
                <a:gd name="connsiteX74" fmla="*/ 9061829 w 9767847"/>
                <a:gd name="connsiteY74" fmla="*/ 2385418 h 6858000"/>
                <a:gd name="connsiteX75" fmla="*/ 8978865 w 9767847"/>
                <a:gd name="connsiteY75" fmla="*/ 2196855 h 6858000"/>
                <a:gd name="connsiteX76" fmla="*/ 8956694 w 9767847"/>
                <a:gd name="connsiteY76" fmla="*/ 2150219 h 6858000"/>
                <a:gd name="connsiteX77" fmla="*/ 8934176 w 9767847"/>
                <a:gd name="connsiteY77" fmla="*/ 2103914 h 6858000"/>
                <a:gd name="connsiteX78" fmla="*/ 8887151 w 9767847"/>
                <a:gd name="connsiteY78" fmla="*/ 2011350 h 6858000"/>
                <a:gd name="connsiteX79" fmla="*/ 8787533 w 9767847"/>
                <a:gd name="connsiteY79" fmla="*/ 1828527 h 6858000"/>
                <a:gd name="connsiteX80" fmla="*/ 8761485 w 9767847"/>
                <a:gd name="connsiteY80" fmla="*/ 1783398 h 6858000"/>
                <a:gd name="connsiteX81" fmla="*/ 8734791 w 9767847"/>
                <a:gd name="connsiteY81" fmla="*/ 1737893 h 6858000"/>
                <a:gd name="connsiteX82" fmla="*/ 8680808 w 9767847"/>
                <a:gd name="connsiteY82" fmla="*/ 1648812 h 6858000"/>
                <a:gd name="connsiteX83" fmla="*/ 8567024 w 9767847"/>
                <a:gd name="connsiteY83" fmla="*/ 1472906 h 6858000"/>
                <a:gd name="connsiteX84" fmla="*/ 8537446 w 9767847"/>
                <a:gd name="connsiteY84" fmla="*/ 1429330 h 6858000"/>
                <a:gd name="connsiteX85" fmla="*/ 8507423 w 9767847"/>
                <a:gd name="connsiteY85" fmla="*/ 1385896 h 6858000"/>
                <a:gd name="connsiteX86" fmla="*/ 8446529 w 9767847"/>
                <a:gd name="connsiteY86" fmla="*/ 1300295 h 6858000"/>
                <a:gd name="connsiteX87" fmla="*/ 8319224 w 9767847"/>
                <a:gd name="connsiteY87" fmla="*/ 1131026 h 6858000"/>
                <a:gd name="connsiteX88" fmla="*/ 8286366 w 9767847"/>
                <a:gd name="connsiteY88" fmla="*/ 1089050 h 6858000"/>
                <a:gd name="connsiteX89" fmla="*/ 8270161 w 9767847"/>
                <a:gd name="connsiteY89" fmla="*/ 1068439 h 6858000"/>
                <a:gd name="connsiteX90" fmla="*/ 8253856 w 9767847"/>
                <a:gd name="connsiteY90" fmla="*/ 1048156 h 6858000"/>
                <a:gd name="connsiteX91" fmla="*/ 8186352 w 9767847"/>
                <a:gd name="connsiteY91" fmla="*/ 966275 h 6858000"/>
                <a:gd name="connsiteX92" fmla="*/ 8046768 w 9767847"/>
                <a:gd name="connsiteY92" fmla="*/ 805429 h 6858000"/>
                <a:gd name="connsiteX93" fmla="*/ 8010927 w 9767847"/>
                <a:gd name="connsiteY93" fmla="*/ 765853 h 6858000"/>
                <a:gd name="connsiteX94" fmla="*/ 7974788 w 9767847"/>
                <a:gd name="connsiteY94" fmla="*/ 726653 h 6858000"/>
                <a:gd name="connsiteX95" fmla="*/ 7901070 w 9767847"/>
                <a:gd name="connsiteY95" fmla="*/ 648724 h 6858000"/>
                <a:gd name="connsiteX96" fmla="*/ 7750054 w 9767847"/>
                <a:gd name="connsiteY96" fmla="*/ 497008 h 6858000"/>
                <a:gd name="connsiteX97" fmla="*/ 7592277 w 9767847"/>
                <a:gd name="connsiteY97" fmla="*/ 351221 h 6858000"/>
                <a:gd name="connsiteX98" fmla="*/ 7257734 w 9767847"/>
                <a:gd name="connsiteY98" fmla="*/ 76964 h 6858000"/>
                <a:gd name="connsiteX99" fmla="*/ 1886601 w 9767847"/>
                <a:gd name="connsiteY99" fmla="*/ 0 h 6858000"/>
                <a:gd name="connsiteX100" fmla="*/ 2292926 w 9767847"/>
                <a:gd name="connsiteY100" fmla="*/ 0 h 6858000"/>
                <a:gd name="connsiteX101" fmla="*/ 2135542 w 9767847"/>
                <a:gd name="connsiteY101" fmla="*/ 117781 h 6858000"/>
                <a:gd name="connsiteX102" fmla="*/ 1969576 w 9767847"/>
                <a:gd name="connsiteY102" fmla="*/ 254986 h 6858000"/>
                <a:gd name="connsiteX103" fmla="*/ 1659938 w 9767847"/>
                <a:gd name="connsiteY103" fmla="*/ 549855 h 6858000"/>
                <a:gd name="connsiteX104" fmla="*/ 729383 w 9767847"/>
                <a:gd name="connsiteY104" fmla="*/ 1936480 h 6858000"/>
                <a:gd name="connsiteX105" fmla="*/ 578465 w 9767847"/>
                <a:gd name="connsiteY105" fmla="*/ 2320807 h 6858000"/>
                <a:gd name="connsiteX106" fmla="*/ 465080 w 9767847"/>
                <a:gd name="connsiteY106" fmla="*/ 2714875 h 6858000"/>
                <a:gd name="connsiteX107" fmla="*/ 423820 w 9767847"/>
                <a:gd name="connsiteY107" fmla="*/ 2915436 h 6858000"/>
                <a:gd name="connsiteX108" fmla="*/ 392355 w 9767847"/>
                <a:gd name="connsiteY108" fmla="*/ 3118071 h 6858000"/>
                <a:gd name="connsiteX109" fmla="*/ 358801 w 9767847"/>
                <a:gd name="connsiteY109" fmla="*/ 3526915 h 6858000"/>
                <a:gd name="connsiteX110" fmla="*/ 410350 w 9767847"/>
                <a:gd name="connsiteY110" fmla="*/ 4348226 h 6858000"/>
                <a:gd name="connsiteX111" fmla="*/ 449022 w 9767847"/>
                <a:gd name="connsiteY111" fmla="*/ 4551049 h 6858000"/>
                <a:gd name="connsiteX112" fmla="*/ 498882 w 9767847"/>
                <a:gd name="connsiteY112" fmla="*/ 4752365 h 6858000"/>
                <a:gd name="connsiteX113" fmla="*/ 559775 w 9767847"/>
                <a:gd name="connsiteY113" fmla="*/ 4951657 h 6858000"/>
                <a:gd name="connsiteX114" fmla="*/ 631406 w 9767847"/>
                <a:gd name="connsiteY114" fmla="*/ 5147986 h 6858000"/>
                <a:gd name="connsiteX115" fmla="*/ 1023461 w 9767847"/>
                <a:gd name="connsiteY115" fmla="*/ 5893957 h 6858000"/>
                <a:gd name="connsiteX116" fmla="*/ 1575880 w 9767847"/>
                <a:gd name="connsiteY116" fmla="*/ 6547646 h 6858000"/>
                <a:gd name="connsiteX117" fmla="*/ 1905228 w 9767847"/>
                <a:gd name="connsiteY117" fmla="*/ 6829468 h 6858000"/>
                <a:gd name="connsiteX118" fmla="*/ 1944230 w 9767847"/>
                <a:gd name="connsiteY118" fmla="*/ 6858000 h 6858000"/>
                <a:gd name="connsiteX119" fmla="*/ 1372541 w 9767847"/>
                <a:gd name="connsiteY119" fmla="*/ 6858000 h 6858000"/>
                <a:gd name="connsiteX120" fmla="*/ 1115251 w 9767847"/>
                <a:gd name="connsiteY120" fmla="*/ 6590005 h 6858000"/>
                <a:gd name="connsiteX121" fmla="*/ 0 w 9767847"/>
                <a:gd name="connsiteY121" fmla="*/ 3649031 h 6858000"/>
                <a:gd name="connsiteX122" fmla="*/ 1777294 w 9767847"/>
                <a:gd name="connsiteY122" fmla="*/ 813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9767847" h="6858000">
                  <a:moveTo>
                    <a:pt x="7151367" y="0"/>
                  </a:moveTo>
                  <a:lnTo>
                    <a:pt x="7881247" y="0"/>
                  </a:lnTo>
                  <a:lnTo>
                    <a:pt x="7990553" y="81317"/>
                  </a:lnTo>
                  <a:cubicBezTo>
                    <a:pt x="9075991" y="929334"/>
                    <a:pt x="9767847" y="2212695"/>
                    <a:pt x="9767847" y="3649031"/>
                  </a:cubicBezTo>
                  <a:cubicBezTo>
                    <a:pt x="9767847" y="4766182"/>
                    <a:pt x="9349317" y="5790792"/>
                    <a:pt x="8652597" y="6590005"/>
                  </a:cubicBezTo>
                  <a:lnTo>
                    <a:pt x="8395306" y="6858000"/>
                  </a:lnTo>
                  <a:lnTo>
                    <a:pt x="6762603" y="6858000"/>
                  </a:lnTo>
                  <a:lnTo>
                    <a:pt x="6765962" y="6854844"/>
                  </a:lnTo>
                  <a:cubicBezTo>
                    <a:pt x="6779036" y="6842703"/>
                    <a:pt x="6791663" y="6829621"/>
                    <a:pt x="6804586" y="6817103"/>
                  </a:cubicBezTo>
                  <a:lnTo>
                    <a:pt x="6881735" y="6741197"/>
                  </a:lnTo>
                  <a:cubicBezTo>
                    <a:pt x="6907435" y="6715881"/>
                    <a:pt x="6933134" y="6690798"/>
                    <a:pt x="6958883" y="6664822"/>
                  </a:cubicBezTo>
                  <a:lnTo>
                    <a:pt x="7267925" y="6355694"/>
                  </a:lnTo>
                  <a:lnTo>
                    <a:pt x="7424360" y="6200685"/>
                  </a:lnTo>
                  <a:cubicBezTo>
                    <a:pt x="7450754" y="6174802"/>
                    <a:pt x="7477598" y="6148731"/>
                    <a:pt x="7504938" y="6122708"/>
                  </a:cubicBezTo>
                  <a:lnTo>
                    <a:pt x="7546396" y="6083697"/>
                  </a:lnTo>
                  <a:cubicBezTo>
                    <a:pt x="7560264" y="6070803"/>
                    <a:pt x="7574780" y="6057532"/>
                    <a:pt x="7588002" y="6045532"/>
                  </a:cubicBezTo>
                  <a:lnTo>
                    <a:pt x="7631000" y="6006709"/>
                  </a:lnTo>
                  <a:lnTo>
                    <a:pt x="7675440" y="5968309"/>
                  </a:lnTo>
                  <a:cubicBezTo>
                    <a:pt x="7690404" y="5955698"/>
                    <a:pt x="7705564" y="5943321"/>
                    <a:pt x="7720626" y="5930851"/>
                  </a:cubicBezTo>
                  <a:cubicBezTo>
                    <a:pt x="7735738" y="5918427"/>
                    <a:pt x="7751197" y="5906521"/>
                    <a:pt x="7766458" y="5894334"/>
                  </a:cubicBezTo>
                  <a:cubicBezTo>
                    <a:pt x="7827949" y="5846192"/>
                    <a:pt x="7890979" y="5800499"/>
                    <a:pt x="7955254" y="5756828"/>
                  </a:cubicBezTo>
                  <a:cubicBezTo>
                    <a:pt x="8083800" y="5669534"/>
                    <a:pt x="8216872" y="5590336"/>
                    <a:pt x="8352678" y="5517630"/>
                  </a:cubicBezTo>
                  <a:lnTo>
                    <a:pt x="8451350" y="5465254"/>
                  </a:lnTo>
                  <a:lnTo>
                    <a:pt x="8548532" y="5413395"/>
                  </a:lnTo>
                  <a:cubicBezTo>
                    <a:pt x="8612110" y="5379090"/>
                    <a:pt x="8673251" y="5345208"/>
                    <a:pt x="8729473" y="5309961"/>
                  </a:cubicBezTo>
                  <a:cubicBezTo>
                    <a:pt x="8743591" y="5301115"/>
                    <a:pt x="8757161" y="5292361"/>
                    <a:pt x="8770781" y="5283232"/>
                  </a:cubicBezTo>
                  <a:cubicBezTo>
                    <a:pt x="8777591" y="5278667"/>
                    <a:pt x="8784451" y="5274103"/>
                    <a:pt x="8790964" y="5269492"/>
                  </a:cubicBezTo>
                  <a:cubicBezTo>
                    <a:pt x="8797574" y="5264879"/>
                    <a:pt x="8804235" y="5260314"/>
                    <a:pt x="8810499" y="5255703"/>
                  </a:cubicBezTo>
                  <a:cubicBezTo>
                    <a:pt x="8835999" y="5237303"/>
                    <a:pt x="8860407" y="5218291"/>
                    <a:pt x="8883571" y="5198479"/>
                  </a:cubicBezTo>
                  <a:cubicBezTo>
                    <a:pt x="8929900" y="5158856"/>
                    <a:pt x="8971258" y="5116315"/>
                    <a:pt x="9006651" y="5070527"/>
                  </a:cubicBezTo>
                  <a:cubicBezTo>
                    <a:pt x="9015351" y="5059328"/>
                    <a:pt x="9024398" y="5046857"/>
                    <a:pt x="9033494" y="5034105"/>
                  </a:cubicBezTo>
                  <a:lnTo>
                    <a:pt x="9040305" y="5024551"/>
                  </a:lnTo>
                  <a:lnTo>
                    <a:pt x="9046568" y="5015281"/>
                  </a:lnTo>
                  <a:cubicBezTo>
                    <a:pt x="9050743" y="5009163"/>
                    <a:pt x="9054819" y="5002952"/>
                    <a:pt x="9058846" y="4996645"/>
                  </a:cubicBezTo>
                  <a:cubicBezTo>
                    <a:pt x="9075002" y="4971517"/>
                    <a:pt x="9090212" y="4945305"/>
                    <a:pt x="9104529" y="4918105"/>
                  </a:cubicBezTo>
                  <a:cubicBezTo>
                    <a:pt x="9133211" y="4863752"/>
                    <a:pt x="9158313" y="4805447"/>
                    <a:pt x="9181081" y="4744694"/>
                  </a:cubicBezTo>
                  <a:cubicBezTo>
                    <a:pt x="9203748" y="4684178"/>
                    <a:pt x="9223383" y="4621778"/>
                    <a:pt x="9240731" y="4557872"/>
                  </a:cubicBezTo>
                  <a:cubicBezTo>
                    <a:pt x="9249481" y="4525966"/>
                    <a:pt x="9257682" y="4493684"/>
                    <a:pt x="9265388" y="4461073"/>
                  </a:cubicBezTo>
                  <a:cubicBezTo>
                    <a:pt x="9269215" y="4444744"/>
                    <a:pt x="9272943" y="4428367"/>
                    <a:pt x="9276571" y="4411943"/>
                  </a:cubicBezTo>
                  <a:lnTo>
                    <a:pt x="9281841" y="4387379"/>
                  </a:lnTo>
                  <a:lnTo>
                    <a:pt x="9286513" y="4364838"/>
                  </a:lnTo>
                  <a:lnTo>
                    <a:pt x="9296754" y="4312038"/>
                  </a:lnTo>
                  <a:lnTo>
                    <a:pt x="9301029" y="4289074"/>
                  </a:lnTo>
                  <a:lnTo>
                    <a:pt x="9302818" y="4278581"/>
                  </a:lnTo>
                  <a:lnTo>
                    <a:pt x="9304658" y="4266816"/>
                  </a:lnTo>
                  <a:lnTo>
                    <a:pt x="9312810" y="4215945"/>
                  </a:lnTo>
                  <a:lnTo>
                    <a:pt x="9316887" y="4190486"/>
                  </a:lnTo>
                  <a:lnTo>
                    <a:pt x="9318923" y="4177780"/>
                  </a:lnTo>
                  <a:cubicBezTo>
                    <a:pt x="9319570" y="4173546"/>
                    <a:pt x="9319969" y="4169169"/>
                    <a:pt x="9320515" y="4164886"/>
                  </a:cubicBezTo>
                  <a:lnTo>
                    <a:pt x="9332445" y="4064981"/>
                  </a:lnTo>
                  <a:cubicBezTo>
                    <a:pt x="9333836" y="4052370"/>
                    <a:pt x="9334880" y="4036888"/>
                    <a:pt x="9336173" y="4018676"/>
                  </a:cubicBezTo>
                  <a:lnTo>
                    <a:pt x="9340199" y="3965171"/>
                  </a:lnTo>
                  <a:cubicBezTo>
                    <a:pt x="9345071" y="3899806"/>
                    <a:pt x="9347358" y="3832983"/>
                    <a:pt x="9347557" y="3765972"/>
                  </a:cubicBezTo>
                  <a:cubicBezTo>
                    <a:pt x="9347656" y="3732420"/>
                    <a:pt x="9347209" y="3698773"/>
                    <a:pt x="9346364" y="3664938"/>
                  </a:cubicBezTo>
                  <a:lnTo>
                    <a:pt x="9344921" y="3615243"/>
                  </a:lnTo>
                  <a:lnTo>
                    <a:pt x="9344524" y="3603526"/>
                  </a:lnTo>
                  <a:lnTo>
                    <a:pt x="9343728" y="3590774"/>
                  </a:lnTo>
                  <a:lnTo>
                    <a:pt x="9342188" y="3565268"/>
                  </a:lnTo>
                  <a:lnTo>
                    <a:pt x="9339056" y="3514256"/>
                  </a:lnTo>
                  <a:cubicBezTo>
                    <a:pt x="9337914" y="3497221"/>
                    <a:pt x="9335874" y="3480138"/>
                    <a:pt x="9334334" y="3463057"/>
                  </a:cubicBezTo>
                  <a:lnTo>
                    <a:pt x="9329363" y="3411810"/>
                  </a:lnTo>
                  <a:lnTo>
                    <a:pt x="9328319" y="3400657"/>
                  </a:lnTo>
                  <a:lnTo>
                    <a:pt x="9327177" y="3390116"/>
                  </a:lnTo>
                  <a:lnTo>
                    <a:pt x="9324293" y="3366774"/>
                  </a:lnTo>
                  <a:lnTo>
                    <a:pt x="9320763" y="3340329"/>
                  </a:lnTo>
                  <a:lnTo>
                    <a:pt x="9317184" y="3311245"/>
                  </a:lnTo>
                  <a:cubicBezTo>
                    <a:pt x="9315594" y="3296893"/>
                    <a:pt x="9313506" y="3282306"/>
                    <a:pt x="9311021" y="3266211"/>
                  </a:cubicBezTo>
                  <a:lnTo>
                    <a:pt x="9302719" y="3215717"/>
                  </a:lnTo>
                  <a:cubicBezTo>
                    <a:pt x="9299936" y="3199059"/>
                    <a:pt x="9297003" y="3182400"/>
                    <a:pt x="9293970" y="3165789"/>
                  </a:cubicBezTo>
                  <a:cubicBezTo>
                    <a:pt x="9281891" y="3099295"/>
                    <a:pt x="9267674" y="3033084"/>
                    <a:pt x="9252065" y="2967107"/>
                  </a:cubicBezTo>
                  <a:cubicBezTo>
                    <a:pt x="9244261" y="2934167"/>
                    <a:pt x="9235959" y="2901273"/>
                    <a:pt x="9227211" y="2868473"/>
                  </a:cubicBezTo>
                  <a:lnTo>
                    <a:pt x="9220699" y="2844426"/>
                  </a:lnTo>
                  <a:lnTo>
                    <a:pt x="9213740" y="2820191"/>
                  </a:lnTo>
                  <a:cubicBezTo>
                    <a:pt x="9209216" y="2804049"/>
                    <a:pt x="9204345" y="2787768"/>
                    <a:pt x="9199374" y="2771438"/>
                  </a:cubicBezTo>
                  <a:cubicBezTo>
                    <a:pt x="9159855" y="2641086"/>
                    <a:pt x="9114272" y="2512099"/>
                    <a:pt x="9061829" y="2385418"/>
                  </a:cubicBezTo>
                  <a:cubicBezTo>
                    <a:pt x="9035582" y="2322077"/>
                    <a:pt x="9008043" y="2259160"/>
                    <a:pt x="8978865" y="2196855"/>
                  </a:cubicBezTo>
                  <a:lnTo>
                    <a:pt x="8956694" y="2150219"/>
                  </a:lnTo>
                  <a:lnTo>
                    <a:pt x="8934176" y="2103914"/>
                  </a:lnTo>
                  <a:cubicBezTo>
                    <a:pt x="8918915" y="2073091"/>
                    <a:pt x="8903157" y="2042032"/>
                    <a:pt x="8887151" y="2011350"/>
                  </a:cubicBezTo>
                  <a:cubicBezTo>
                    <a:pt x="8854988" y="1949891"/>
                    <a:pt x="8822082" y="1888810"/>
                    <a:pt x="8787533" y="1828527"/>
                  </a:cubicBezTo>
                  <a:lnTo>
                    <a:pt x="8761485" y="1783398"/>
                  </a:lnTo>
                  <a:lnTo>
                    <a:pt x="8734791" y="1737893"/>
                  </a:lnTo>
                  <a:cubicBezTo>
                    <a:pt x="8717047" y="1707823"/>
                    <a:pt x="8699200" y="1678363"/>
                    <a:pt x="8680808" y="1648812"/>
                  </a:cubicBezTo>
                  <a:cubicBezTo>
                    <a:pt x="8644322" y="1589658"/>
                    <a:pt x="8606194" y="1531118"/>
                    <a:pt x="8567024" y="1472906"/>
                  </a:cubicBezTo>
                  <a:lnTo>
                    <a:pt x="8537446" y="1429330"/>
                  </a:lnTo>
                  <a:lnTo>
                    <a:pt x="8507423" y="1385896"/>
                  </a:lnTo>
                  <a:cubicBezTo>
                    <a:pt x="8487390" y="1357284"/>
                    <a:pt x="8467158" y="1328719"/>
                    <a:pt x="8446529" y="1300295"/>
                  </a:cubicBezTo>
                  <a:cubicBezTo>
                    <a:pt x="8405271" y="1243496"/>
                    <a:pt x="8362718" y="1187120"/>
                    <a:pt x="8319224" y="1131026"/>
                  </a:cubicBezTo>
                  <a:lnTo>
                    <a:pt x="8286366" y="1089050"/>
                  </a:lnTo>
                  <a:lnTo>
                    <a:pt x="8270161" y="1068439"/>
                  </a:lnTo>
                  <a:lnTo>
                    <a:pt x="8253856" y="1048156"/>
                  </a:lnTo>
                  <a:cubicBezTo>
                    <a:pt x="8231636" y="1020675"/>
                    <a:pt x="8209117" y="993381"/>
                    <a:pt x="8186352" y="966275"/>
                  </a:cubicBezTo>
                  <a:cubicBezTo>
                    <a:pt x="8140917" y="911922"/>
                    <a:pt x="8094240" y="858417"/>
                    <a:pt x="8046768" y="805429"/>
                  </a:cubicBezTo>
                  <a:lnTo>
                    <a:pt x="8010927" y="765853"/>
                  </a:lnTo>
                  <a:lnTo>
                    <a:pt x="7974788" y="726653"/>
                  </a:lnTo>
                  <a:cubicBezTo>
                    <a:pt x="7950382" y="700489"/>
                    <a:pt x="7925824" y="674465"/>
                    <a:pt x="7901070" y="648724"/>
                  </a:cubicBezTo>
                  <a:cubicBezTo>
                    <a:pt x="7851510" y="597289"/>
                    <a:pt x="7801404" y="546514"/>
                    <a:pt x="7750054" y="497008"/>
                  </a:cubicBezTo>
                  <a:cubicBezTo>
                    <a:pt x="7698902" y="447644"/>
                    <a:pt x="7645913" y="398938"/>
                    <a:pt x="7592277" y="351221"/>
                  </a:cubicBezTo>
                  <a:cubicBezTo>
                    <a:pt x="7484856" y="255786"/>
                    <a:pt x="7373308" y="164304"/>
                    <a:pt x="7257734" y="76964"/>
                  </a:cubicBezTo>
                  <a:close/>
                  <a:moveTo>
                    <a:pt x="1886601" y="0"/>
                  </a:moveTo>
                  <a:lnTo>
                    <a:pt x="2292926" y="0"/>
                  </a:lnTo>
                  <a:lnTo>
                    <a:pt x="2135542" y="117781"/>
                  </a:lnTo>
                  <a:cubicBezTo>
                    <a:pt x="2078998" y="162280"/>
                    <a:pt x="2023659" y="208045"/>
                    <a:pt x="1969576" y="254986"/>
                  </a:cubicBezTo>
                  <a:cubicBezTo>
                    <a:pt x="1861309" y="348820"/>
                    <a:pt x="1758064" y="447314"/>
                    <a:pt x="1659938" y="549855"/>
                  </a:cubicBezTo>
                  <a:cubicBezTo>
                    <a:pt x="1266987" y="960346"/>
                    <a:pt x="953820" y="1431495"/>
                    <a:pt x="729383" y="1936480"/>
                  </a:cubicBezTo>
                  <a:cubicBezTo>
                    <a:pt x="673260" y="2062362"/>
                    <a:pt x="622855" y="2190972"/>
                    <a:pt x="578465" y="2320807"/>
                  </a:cubicBezTo>
                  <a:cubicBezTo>
                    <a:pt x="534125" y="2450687"/>
                    <a:pt x="496147" y="2582216"/>
                    <a:pt x="465080" y="2714875"/>
                  </a:cubicBezTo>
                  <a:cubicBezTo>
                    <a:pt x="449769" y="2780991"/>
                    <a:pt x="435850" y="2848191"/>
                    <a:pt x="423820" y="2915436"/>
                  </a:cubicBezTo>
                  <a:cubicBezTo>
                    <a:pt x="411840" y="2982731"/>
                    <a:pt x="401054" y="3050260"/>
                    <a:pt x="392355" y="3118071"/>
                  </a:cubicBezTo>
                  <a:cubicBezTo>
                    <a:pt x="374509" y="3253646"/>
                    <a:pt x="363424" y="3389880"/>
                    <a:pt x="358801" y="3526915"/>
                  </a:cubicBezTo>
                  <a:cubicBezTo>
                    <a:pt x="349009" y="3800843"/>
                    <a:pt x="366357" y="4075570"/>
                    <a:pt x="410350" y="4348226"/>
                  </a:cubicBezTo>
                  <a:cubicBezTo>
                    <a:pt x="421286" y="4416132"/>
                    <a:pt x="434209" y="4483660"/>
                    <a:pt x="449022" y="4551049"/>
                  </a:cubicBezTo>
                  <a:cubicBezTo>
                    <a:pt x="463737" y="4618436"/>
                    <a:pt x="480389" y="4685588"/>
                    <a:pt x="498882" y="4752365"/>
                  </a:cubicBezTo>
                  <a:cubicBezTo>
                    <a:pt x="517373" y="4819141"/>
                    <a:pt x="537704" y="4885635"/>
                    <a:pt x="559775" y="4951657"/>
                  </a:cubicBezTo>
                  <a:cubicBezTo>
                    <a:pt x="581946" y="5017775"/>
                    <a:pt x="605358" y="5083375"/>
                    <a:pt x="631406" y="5147986"/>
                  </a:cubicBezTo>
                  <a:cubicBezTo>
                    <a:pt x="734055" y="5407608"/>
                    <a:pt x="865188" y="5658570"/>
                    <a:pt x="1023461" y="5893957"/>
                  </a:cubicBezTo>
                  <a:cubicBezTo>
                    <a:pt x="1181487" y="6129578"/>
                    <a:pt x="1367051" y="6349247"/>
                    <a:pt x="1575880" y="6547646"/>
                  </a:cubicBezTo>
                  <a:cubicBezTo>
                    <a:pt x="1680269" y="6646916"/>
                    <a:pt x="1790338" y="6740939"/>
                    <a:pt x="1905228" y="6829468"/>
                  </a:cubicBezTo>
                  <a:lnTo>
                    <a:pt x="1944230" y="6858000"/>
                  </a:lnTo>
                  <a:lnTo>
                    <a:pt x="1372541" y="6858000"/>
                  </a:lnTo>
                  <a:lnTo>
                    <a:pt x="1115251" y="6590005"/>
                  </a:lnTo>
                  <a:cubicBezTo>
                    <a:pt x="418530" y="5790792"/>
                    <a:pt x="0" y="4766182"/>
                    <a:pt x="0" y="3649031"/>
                  </a:cubicBezTo>
                  <a:cubicBezTo>
                    <a:pt x="0" y="2212695"/>
                    <a:pt x="691856" y="929334"/>
                    <a:pt x="1777294" y="81317"/>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1" name="Freeform: Shape 20">
              <a:extLst>
                <a:ext uri="{FF2B5EF4-FFF2-40B4-BE49-F238E27FC236}">
                  <a16:creationId xmlns:a16="http://schemas.microsoft.com/office/drawing/2014/main" id="{82B0ED5C-927D-4C5F-8F27-1B403820B9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3402" y="36937"/>
              <a:ext cx="9767847" cy="6858000"/>
            </a:xfrm>
            <a:custGeom>
              <a:avLst/>
              <a:gdLst>
                <a:gd name="connsiteX0" fmla="*/ 7145704 w 9767847"/>
                <a:gd name="connsiteY0" fmla="*/ 0 h 6858000"/>
                <a:gd name="connsiteX1" fmla="*/ 7875738 w 9767847"/>
                <a:gd name="connsiteY1" fmla="*/ 0 h 6858000"/>
                <a:gd name="connsiteX2" fmla="*/ 7990553 w 9767847"/>
                <a:gd name="connsiteY2" fmla="*/ 85415 h 6858000"/>
                <a:gd name="connsiteX3" fmla="*/ 9767847 w 9767847"/>
                <a:gd name="connsiteY3" fmla="*/ 3653129 h 6858000"/>
                <a:gd name="connsiteX4" fmla="*/ 8652597 w 9767847"/>
                <a:gd name="connsiteY4" fmla="*/ 6594103 h 6858000"/>
                <a:gd name="connsiteX5" fmla="*/ 8399240 w 9767847"/>
                <a:gd name="connsiteY5" fmla="*/ 6858000 h 6858000"/>
                <a:gd name="connsiteX6" fmla="*/ 6766926 w 9767847"/>
                <a:gd name="connsiteY6" fmla="*/ 6858000 h 6858000"/>
                <a:gd name="connsiteX7" fmla="*/ 6804586 w 9767847"/>
                <a:gd name="connsiteY7" fmla="*/ 6821201 h 6858000"/>
                <a:gd name="connsiteX8" fmla="*/ 6881735 w 9767847"/>
                <a:gd name="connsiteY8" fmla="*/ 6745295 h 6858000"/>
                <a:gd name="connsiteX9" fmla="*/ 6958883 w 9767847"/>
                <a:gd name="connsiteY9" fmla="*/ 6668920 h 6858000"/>
                <a:gd name="connsiteX10" fmla="*/ 7267925 w 9767847"/>
                <a:gd name="connsiteY10" fmla="*/ 6359792 h 6858000"/>
                <a:gd name="connsiteX11" fmla="*/ 7424360 w 9767847"/>
                <a:gd name="connsiteY11" fmla="*/ 6204783 h 6858000"/>
                <a:gd name="connsiteX12" fmla="*/ 7504938 w 9767847"/>
                <a:gd name="connsiteY12" fmla="*/ 6126806 h 6858000"/>
                <a:gd name="connsiteX13" fmla="*/ 7546396 w 9767847"/>
                <a:gd name="connsiteY13" fmla="*/ 6087795 h 6858000"/>
                <a:gd name="connsiteX14" fmla="*/ 7588002 w 9767847"/>
                <a:gd name="connsiteY14" fmla="*/ 6049630 h 6858000"/>
                <a:gd name="connsiteX15" fmla="*/ 7631000 w 9767847"/>
                <a:gd name="connsiteY15" fmla="*/ 6010807 h 6858000"/>
                <a:gd name="connsiteX16" fmla="*/ 7675440 w 9767847"/>
                <a:gd name="connsiteY16" fmla="*/ 5972407 h 6858000"/>
                <a:gd name="connsiteX17" fmla="*/ 7720626 w 9767847"/>
                <a:gd name="connsiteY17" fmla="*/ 5934949 h 6858000"/>
                <a:gd name="connsiteX18" fmla="*/ 7766458 w 9767847"/>
                <a:gd name="connsiteY18" fmla="*/ 5898432 h 6858000"/>
                <a:gd name="connsiteX19" fmla="*/ 7955254 w 9767847"/>
                <a:gd name="connsiteY19" fmla="*/ 5760926 h 6858000"/>
                <a:gd name="connsiteX20" fmla="*/ 8352678 w 9767847"/>
                <a:gd name="connsiteY20" fmla="*/ 5521728 h 6858000"/>
                <a:gd name="connsiteX21" fmla="*/ 8451350 w 9767847"/>
                <a:gd name="connsiteY21" fmla="*/ 5469352 h 6858000"/>
                <a:gd name="connsiteX22" fmla="*/ 8548532 w 9767847"/>
                <a:gd name="connsiteY22" fmla="*/ 5417493 h 6858000"/>
                <a:gd name="connsiteX23" fmla="*/ 8729473 w 9767847"/>
                <a:gd name="connsiteY23" fmla="*/ 5314059 h 6858000"/>
                <a:gd name="connsiteX24" fmla="*/ 8770781 w 9767847"/>
                <a:gd name="connsiteY24" fmla="*/ 5287330 h 6858000"/>
                <a:gd name="connsiteX25" fmla="*/ 8790964 w 9767847"/>
                <a:gd name="connsiteY25" fmla="*/ 5273590 h 6858000"/>
                <a:gd name="connsiteX26" fmla="*/ 8810499 w 9767847"/>
                <a:gd name="connsiteY26" fmla="*/ 5259801 h 6858000"/>
                <a:gd name="connsiteX27" fmla="*/ 8883571 w 9767847"/>
                <a:gd name="connsiteY27" fmla="*/ 5202577 h 6858000"/>
                <a:gd name="connsiteX28" fmla="*/ 9006651 w 9767847"/>
                <a:gd name="connsiteY28" fmla="*/ 5074625 h 6858000"/>
                <a:gd name="connsiteX29" fmla="*/ 9033494 w 9767847"/>
                <a:gd name="connsiteY29" fmla="*/ 5038203 h 6858000"/>
                <a:gd name="connsiteX30" fmla="*/ 9040305 w 9767847"/>
                <a:gd name="connsiteY30" fmla="*/ 5028649 h 6858000"/>
                <a:gd name="connsiteX31" fmla="*/ 9046568 w 9767847"/>
                <a:gd name="connsiteY31" fmla="*/ 5019379 h 6858000"/>
                <a:gd name="connsiteX32" fmla="*/ 9058846 w 9767847"/>
                <a:gd name="connsiteY32" fmla="*/ 5000743 h 6858000"/>
                <a:gd name="connsiteX33" fmla="*/ 9104529 w 9767847"/>
                <a:gd name="connsiteY33" fmla="*/ 4922203 h 6858000"/>
                <a:gd name="connsiteX34" fmla="*/ 9181081 w 9767847"/>
                <a:gd name="connsiteY34" fmla="*/ 4748792 h 6858000"/>
                <a:gd name="connsiteX35" fmla="*/ 9240731 w 9767847"/>
                <a:gd name="connsiteY35" fmla="*/ 4561970 h 6858000"/>
                <a:gd name="connsiteX36" fmla="*/ 9265388 w 9767847"/>
                <a:gd name="connsiteY36" fmla="*/ 4465171 h 6858000"/>
                <a:gd name="connsiteX37" fmla="*/ 9276571 w 9767847"/>
                <a:gd name="connsiteY37" fmla="*/ 4416041 h 6858000"/>
                <a:gd name="connsiteX38" fmla="*/ 9281841 w 9767847"/>
                <a:gd name="connsiteY38" fmla="*/ 4391477 h 6858000"/>
                <a:gd name="connsiteX39" fmla="*/ 9286513 w 9767847"/>
                <a:gd name="connsiteY39" fmla="*/ 4368936 h 6858000"/>
                <a:gd name="connsiteX40" fmla="*/ 9296754 w 9767847"/>
                <a:gd name="connsiteY40" fmla="*/ 4316136 h 6858000"/>
                <a:gd name="connsiteX41" fmla="*/ 9301029 w 9767847"/>
                <a:gd name="connsiteY41" fmla="*/ 4293172 h 6858000"/>
                <a:gd name="connsiteX42" fmla="*/ 9302818 w 9767847"/>
                <a:gd name="connsiteY42" fmla="*/ 4282679 h 6858000"/>
                <a:gd name="connsiteX43" fmla="*/ 9304658 w 9767847"/>
                <a:gd name="connsiteY43" fmla="*/ 4270914 h 6858000"/>
                <a:gd name="connsiteX44" fmla="*/ 9312810 w 9767847"/>
                <a:gd name="connsiteY44" fmla="*/ 4220043 h 6858000"/>
                <a:gd name="connsiteX45" fmla="*/ 9316887 w 9767847"/>
                <a:gd name="connsiteY45" fmla="*/ 4194584 h 6858000"/>
                <a:gd name="connsiteX46" fmla="*/ 9318923 w 9767847"/>
                <a:gd name="connsiteY46" fmla="*/ 4181878 h 6858000"/>
                <a:gd name="connsiteX47" fmla="*/ 9320515 w 9767847"/>
                <a:gd name="connsiteY47" fmla="*/ 4168984 h 6858000"/>
                <a:gd name="connsiteX48" fmla="*/ 9332445 w 9767847"/>
                <a:gd name="connsiteY48" fmla="*/ 4069079 h 6858000"/>
                <a:gd name="connsiteX49" fmla="*/ 9336173 w 9767847"/>
                <a:gd name="connsiteY49" fmla="*/ 4022774 h 6858000"/>
                <a:gd name="connsiteX50" fmla="*/ 9340199 w 9767847"/>
                <a:gd name="connsiteY50" fmla="*/ 3969269 h 6858000"/>
                <a:gd name="connsiteX51" fmla="*/ 9347557 w 9767847"/>
                <a:gd name="connsiteY51" fmla="*/ 3770070 h 6858000"/>
                <a:gd name="connsiteX52" fmla="*/ 9346364 w 9767847"/>
                <a:gd name="connsiteY52" fmla="*/ 3669036 h 6858000"/>
                <a:gd name="connsiteX53" fmla="*/ 9344921 w 9767847"/>
                <a:gd name="connsiteY53" fmla="*/ 3619341 h 6858000"/>
                <a:gd name="connsiteX54" fmla="*/ 9344524 w 9767847"/>
                <a:gd name="connsiteY54" fmla="*/ 3607624 h 6858000"/>
                <a:gd name="connsiteX55" fmla="*/ 9343728 w 9767847"/>
                <a:gd name="connsiteY55" fmla="*/ 3594872 h 6858000"/>
                <a:gd name="connsiteX56" fmla="*/ 9342188 w 9767847"/>
                <a:gd name="connsiteY56" fmla="*/ 3569366 h 6858000"/>
                <a:gd name="connsiteX57" fmla="*/ 9339056 w 9767847"/>
                <a:gd name="connsiteY57" fmla="*/ 3518354 h 6858000"/>
                <a:gd name="connsiteX58" fmla="*/ 9334334 w 9767847"/>
                <a:gd name="connsiteY58" fmla="*/ 3467155 h 6858000"/>
                <a:gd name="connsiteX59" fmla="*/ 9329363 w 9767847"/>
                <a:gd name="connsiteY59" fmla="*/ 3415908 h 6858000"/>
                <a:gd name="connsiteX60" fmla="*/ 9328319 w 9767847"/>
                <a:gd name="connsiteY60" fmla="*/ 3404755 h 6858000"/>
                <a:gd name="connsiteX61" fmla="*/ 9327177 w 9767847"/>
                <a:gd name="connsiteY61" fmla="*/ 3394214 h 6858000"/>
                <a:gd name="connsiteX62" fmla="*/ 9324293 w 9767847"/>
                <a:gd name="connsiteY62" fmla="*/ 3370872 h 6858000"/>
                <a:gd name="connsiteX63" fmla="*/ 9320763 w 9767847"/>
                <a:gd name="connsiteY63" fmla="*/ 3344427 h 6858000"/>
                <a:gd name="connsiteX64" fmla="*/ 9317184 w 9767847"/>
                <a:gd name="connsiteY64" fmla="*/ 3315343 h 6858000"/>
                <a:gd name="connsiteX65" fmla="*/ 9311021 w 9767847"/>
                <a:gd name="connsiteY65" fmla="*/ 3270309 h 6858000"/>
                <a:gd name="connsiteX66" fmla="*/ 9302719 w 9767847"/>
                <a:gd name="connsiteY66" fmla="*/ 3219815 h 6858000"/>
                <a:gd name="connsiteX67" fmla="*/ 9293970 w 9767847"/>
                <a:gd name="connsiteY67" fmla="*/ 3169887 h 6858000"/>
                <a:gd name="connsiteX68" fmla="*/ 9252065 w 9767847"/>
                <a:gd name="connsiteY68" fmla="*/ 2971205 h 6858000"/>
                <a:gd name="connsiteX69" fmla="*/ 9227211 w 9767847"/>
                <a:gd name="connsiteY69" fmla="*/ 2872571 h 6858000"/>
                <a:gd name="connsiteX70" fmla="*/ 9220699 w 9767847"/>
                <a:gd name="connsiteY70" fmla="*/ 2848524 h 6858000"/>
                <a:gd name="connsiteX71" fmla="*/ 9213740 w 9767847"/>
                <a:gd name="connsiteY71" fmla="*/ 2824289 h 6858000"/>
                <a:gd name="connsiteX72" fmla="*/ 9199374 w 9767847"/>
                <a:gd name="connsiteY72" fmla="*/ 2775536 h 6858000"/>
                <a:gd name="connsiteX73" fmla="*/ 9061829 w 9767847"/>
                <a:gd name="connsiteY73" fmla="*/ 2389515 h 6858000"/>
                <a:gd name="connsiteX74" fmla="*/ 8978865 w 9767847"/>
                <a:gd name="connsiteY74" fmla="*/ 2200953 h 6858000"/>
                <a:gd name="connsiteX75" fmla="*/ 8956694 w 9767847"/>
                <a:gd name="connsiteY75" fmla="*/ 2154317 h 6858000"/>
                <a:gd name="connsiteX76" fmla="*/ 8934176 w 9767847"/>
                <a:gd name="connsiteY76" fmla="*/ 2108012 h 6858000"/>
                <a:gd name="connsiteX77" fmla="*/ 8887151 w 9767847"/>
                <a:gd name="connsiteY77" fmla="*/ 2015448 h 6858000"/>
                <a:gd name="connsiteX78" fmla="*/ 8787533 w 9767847"/>
                <a:gd name="connsiteY78" fmla="*/ 1832625 h 6858000"/>
                <a:gd name="connsiteX79" fmla="*/ 8761485 w 9767847"/>
                <a:gd name="connsiteY79" fmla="*/ 1787496 h 6858000"/>
                <a:gd name="connsiteX80" fmla="*/ 8734791 w 9767847"/>
                <a:gd name="connsiteY80" fmla="*/ 1741991 h 6858000"/>
                <a:gd name="connsiteX81" fmla="*/ 8680808 w 9767847"/>
                <a:gd name="connsiteY81" fmla="*/ 1652910 h 6858000"/>
                <a:gd name="connsiteX82" fmla="*/ 8567024 w 9767847"/>
                <a:gd name="connsiteY82" fmla="*/ 1477004 h 6858000"/>
                <a:gd name="connsiteX83" fmla="*/ 8537446 w 9767847"/>
                <a:gd name="connsiteY83" fmla="*/ 1433428 h 6858000"/>
                <a:gd name="connsiteX84" fmla="*/ 8507423 w 9767847"/>
                <a:gd name="connsiteY84" fmla="*/ 1389994 h 6858000"/>
                <a:gd name="connsiteX85" fmla="*/ 8446529 w 9767847"/>
                <a:gd name="connsiteY85" fmla="*/ 1304393 h 6858000"/>
                <a:gd name="connsiteX86" fmla="*/ 8319224 w 9767847"/>
                <a:gd name="connsiteY86" fmla="*/ 1135124 h 6858000"/>
                <a:gd name="connsiteX87" fmla="*/ 8286366 w 9767847"/>
                <a:gd name="connsiteY87" fmla="*/ 1093148 h 6858000"/>
                <a:gd name="connsiteX88" fmla="*/ 8270161 w 9767847"/>
                <a:gd name="connsiteY88" fmla="*/ 1072538 h 6858000"/>
                <a:gd name="connsiteX89" fmla="*/ 8253856 w 9767847"/>
                <a:gd name="connsiteY89" fmla="*/ 1052254 h 6858000"/>
                <a:gd name="connsiteX90" fmla="*/ 8186352 w 9767847"/>
                <a:gd name="connsiteY90" fmla="*/ 970373 h 6858000"/>
                <a:gd name="connsiteX91" fmla="*/ 8046768 w 9767847"/>
                <a:gd name="connsiteY91" fmla="*/ 809527 h 6858000"/>
                <a:gd name="connsiteX92" fmla="*/ 8010927 w 9767847"/>
                <a:gd name="connsiteY92" fmla="*/ 769951 h 6858000"/>
                <a:gd name="connsiteX93" fmla="*/ 7974788 w 9767847"/>
                <a:gd name="connsiteY93" fmla="*/ 730751 h 6858000"/>
                <a:gd name="connsiteX94" fmla="*/ 7901070 w 9767847"/>
                <a:gd name="connsiteY94" fmla="*/ 652823 h 6858000"/>
                <a:gd name="connsiteX95" fmla="*/ 7750054 w 9767847"/>
                <a:gd name="connsiteY95" fmla="*/ 501106 h 6858000"/>
                <a:gd name="connsiteX96" fmla="*/ 7592277 w 9767847"/>
                <a:gd name="connsiteY96" fmla="*/ 355319 h 6858000"/>
                <a:gd name="connsiteX97" fmla="*/ 7257734 w 9767847"/>
                <a:gd name="connsiteY97" fmla="*/ 81062 h 6858000"/>
                <a:gd name="connsiteX98" fmla="*/ 1892109 w 9767847"/>
                <a:gd name="connsiteY98" fmla="*/ 0 h 6858000"/>
                <a:gd name="connsiteX99" fmla="*/ 2298402 w 9767847"/>
                <a:gd name="connsiteY99" fmla="*/ 0 h 6858000"/>
                <a:gd name="connsiteX100" fmla="*/ 2135542 w 9767847"/>
                <a:gd name="connsiteY100" fmla="*/ 121879 h 6858000"/>
                <a:gd name="connsiteX101" fmla="*/ 1969576 w 9767847"/>
                <a:gd name="connsiteY101" fmla="*/ 259084 h 6858000"/>
                <a:gd name="connsiteX102" fmla="*/ 1659938 w 9767847"/>
                <a:gd name="connsiteY102" fmla="*/ 553953 h 6858000"/>
                <a:gd name="connsiteX103" fmla="*/ 729383 w 9767847"/>
                <a:gd name="connsiteY103" fmla="*/ 1940578 h 6858000"/>
                <a:gd name="connsiteX104" fmla="*/ 578465 w 9767847"/>
                <a:gd name="connsiteY104" fmla="*/ 2324905 h 6858000"/>
                <a:gd name="connsiteX105" fmla="*/ 465080 w 9767847"/>
                <a:gd name="connsiteY105" fmla="*/ 2718973 h 6858000"/>
                <a:gd name="connsiteX106" fmla="*/ 423820 w 9767847"/>
                <a:gd name="connsiteY106" fmla="*/ 2919535 h 6858000"/>
                <a:gd name="connsiteX107" fmla="*/ 392355 w 9767847"/>
                <a:gd name="connsiteY107" fmla="*/ 3122169 h 6858000"/>
                <a:gd name="connsiteX108" fmla="*/ 358801 w 9767847"/>
                <a:gd name="connsiteY108" fmla="*/ 3531013 h 6858000"/>
                <a:gd name="connsiteX109" fmla="*/ 410350 w 9767847"/>
                <a:gd name="connsiteY109" fmla="*/ 4352324 h 6858000"/>
                <a:gd name="connsiteX110" fmla="*/ 449022 w 9767847"/>
                <a:gd name="connsiteY110" fmla="*/ 4555147 h 6858000"/>
                <a:gd name="connsiteX111" fmla="*/ 498882 w 9767847"/>
                <a:gd name="connsiteY111" fmla="*/ 4756463 h 6858000"/>
                <a:gd name="connsiteX112" fmla="*/ 559775 w 9767847"/>
                <a:gd name="connsiteY112" fmla="*/ 4955755 h 6858000"/>
                <a:gd name="connsiteX113" fmla="*/ 631406 w 9767847"/>
                <a:gd name="connsiteY113" fmla="*/ 5152084 h 6858000"/>
                <a:gd name="connsiteX114" fmla="*/ 1023461 w 9767847"/>
                <a:gd name="connsiteY114" fmla="*/ 5898055 h 6858000"/>
                <a:gd name="connsiteX115" fmla="*/ 1575880 w 9767847"/>
                <a:gd name="connsiteY115" fmla="*/ 6551744 h 6858000"/>
                <a:gd name="connsiteX116" fmla="*/ 1905228 w 9767847"/>
                <a:gd name="connsiteY116" fmla="*/ 6833566 h 6858000"/>
                <a:gd name="connsiteX117" fmla="*/ 1938629 w 9767847"/>
                <a:gd name="connsiteY117" fmla="*/ 6858000 h 6858000"/>
                <a:gd name="connsiteX118" fmla="*/ 1368607 w 9767847"/>
                <a:gd name="connsiteY118" fmla="*/ 6858000 h 6858000"/>
                <a:gd name="connsiteX119" fmla="*/ 1115251 w 9767847"/>
                <a:gd name="connsiteY119" fmla="*/ 6594103 h 6858000"/>
                <a:gd name="connsiteX120" fmla="*/ 0 w 9767847"/>
                <a:gd name="connsiteY120" fmla="*/ 3653129 h 6858000"/>
                <a:gd name="connsiteX121" fmla="*/ 1777294 w 9767847"/>
                <a:gd name="connsiteY121" fmla="*/ 854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9767847" h="6858000">
                  <a:moveTo>
                    <a:pt x="7145704" y="0"/>
                  </a:moveTo>
                  <a:lnTo>
                    <a:pt x="7875738" y="0"/>
                  </a:lnTo>
                  <a:lnTo>
                    <a:pt x="7990553" y="85415"/>
                  </a:lnTo>
                  <a:cubicBezTo>
                    <a:pt x="9075991" y="933432"/>
                    <a:pt x="9767847" y="2216793"/>
                    <a:pt x="9767847" y="3653129"/>
                  </a:cubicBezTo>
                  <a:cubicBezTo>
                    <a:pt x="9767847" y="4770280"/>
                    <a:pt x="9349317" y="5794890"/>
                    <a:pt x="8652597" y="6594103"/>
                  </a:cubicBezTo>
                  <a:lnTo>
                    <a:pt x="8399240" y="6858000"/>
                  </a:lnTo>
                  <a:lnTo>
                    <a:pt x="6766926" y="6858000"/>
                  </a:lnTo>
                  <a:lnTo>
                    <a:pt x="6804586" y="6821201"/>
                  </a:lnTo>
                  <a:lnTo>
                    <a:pt x="6881735" y="6745295"/>
                  </a:lnTo>
                  <a:cubicBezTo>
                    <a:pt x="6907435" y="6719979"/>
                    <a:pt x="6933134" y="6694896"/>
                    <a:pt x="6958883" y="6668920"/>
                  </a:cubicBezTo>
                  <a:lnTo>
                    <a:pt x="7267925" y="6359792"/>
                  </a:lnTo>
                  <a:lnTo>
                    <a:pt x="7424360" y="6204783"/>
                  </a:lnTo>
                  <a:cubicBezTo>
                    <a:pt x="7450754" y="6178900"/>
                    <a:pt x="7477598" y="6152829"/>
                    <a:pt x="7504938" y="6126806"/>
                  </a:cubicBezTo>
                  <a:lnTo>
                    <a:pt x="7546396" y="6087795"/>
                  </a:lnTo>
                  <a:cubicBezTo>
                    <a:pt x="7560264" y="6074901"/>
                    <a:pt x="7574780" y="6061630"/>
                    <a:pt x="7588002" y="6049630"/>
                  </a:cubicBezTo>
                  <a:lnTo>
                    <a:pt x="7631000" y="6010807"/>
                  </a:lnTo>
                  <a:lnTo>
                    <a:pt x="7675440" y="5972407"/>
                  </a:lnTo>
                  <a:cubicBezTo>
                    <a:pt x="7690404" y="5959796"/>
                    <a:pt x="7705564" y="5947419"/>
                    <a:pt x="7720626" y="5934949"/>
                  </a:cubicBezTo>
                  <a:cubicBezTo>
                    <a:pt x="7735738" y="5922525"/>
                    <a:pt x="7751197" y="5910619"/>
                    <a:pt x="7766458" y="5898432"/>
                  </a:cubicBezTo>
                  <a:cubicBezTo>
                    <a:pt x="7827949" y="5850290"/>
                    <a:pt x="7890979" y="5804597"/>
                    <a:pt x="7955254" y="5760926"/>
                  </a:cubicBezTo>
                  <a:cubicBezTo>
                    <a:pt x="8083800" y="5673632"/>
                    <a:pt x="8216872" y="5594434"/>
                    <a:pt x="8352678" y="5521728"/>
                  </a:cubicBezTo>
                  <a:lnTo>
                    <a:pt x="8451350" y="5469352"/>
                  </a:lnTo>
                  <a:lnTo>
                    <a:pt x="8548532" y="5417493"/>
                  </a:lnTo>
                  <a:cubicBezTo>
                    <a:pt x="8612110" y="5383188"/>
                    <a:pt x="8673251" y="5349306"/>
                    <a:pt x="8729473" y="5314059"/>
                  </a:cubicBezTo>
                  <a:cubicBezTo>
                    <a:pt x="8743591" y="5305213"/>
                    <a:pt x="8757161" y="5296459"/>
                    <a:pt x="8770781" y="5287330"/>
                  </a:cubicBezTo>
                  <a:cubicBezTo>
                    <a:pt x="8777591" y="5282765"/>
                    <a:pt x="8784451" y="5278201"/>
                    <a:pt x="8790964" y="5273590"/>
                  </a:cubicBezTo>
                  <a:cubicBezTo>
                    <a:pt x="8797574" y="5268977"/>
                    <a:pt x="8804235" y="5264412"/>
                    <a:pt x="8810499" y="5259801"/>
                  </a:cubicBezTo>
                  <a:cubicBezTo>
                    <a:pt x="8835999" y="5241401"/>
                    <a:pt x="8860407" y="5222389"/>
                    <a:pt x="8883571" y="5202577"/>
                  </a:cubicBezTo>
                  <a:cubicBezTo>
                    <a:pt x="8929900" y="5162954"/>
                    <a:pt x="8971258" y="5120413"/>
                    <a:pt x="9006651" y="5074625"/>
                  </a:cubicBezTo>
                  <a:cubicBezTo>
                    <a:pt x="9015351" y="5063426"/>
                    <a:pt x="9024398" y="5050955"/>
                    <a:pt x="9033494" y="5038203"/>
                  </a:cubicBezTo>
                  <a:lnTo>
                    <a:pt x="9040305" y="5028649"/>
                  </a:lnTo>
                  <a:lnTo>
                    <a:pt x="9046568" y="5019379"/>
                  </a:lnTo>
                  <a:cubicBezTo>
                    <a:pt x="9050743" y="5013261"/>
                    <a:pt x="9054819" y="5007050"/>
                    <a:pt x="9058846" y="5000743"/>
                  </a:cubicBezTo>
                  <a:cubicBezTo>
                    <a:pt x="9075002" y="4975615"/>
                    <a:pt x="9090212" y="4949403"/>
                    <a:pt x="9104529" y="4922203"/>
                  </a:cubicBezTo>
                  <a:cubicBezTo>
                    <a:pt x="9133211" y="4867850"/>
                    <a:pt x="9158313" y="4809545"/>
                    <a:pt x="9181081" y="4748792"/>
                  </a:cubicBezTo>
                  <a:cubicBezTo>
                    <a:pt x="9203748" y="4688276"/>
                    <a:pt x="9223383" y="4625876"/>
                    <a:pt x="9240731" y="4561970"/>
                  </a:cubicBezTo>
                  <a:cubicBezTo>
                    <a:pt x="9249481" y="4530064"/>
                    <a:pt x="9257682" y="4497782"/>
                    <a:pt x="9265388" y="4465171"/>
                  </a:cubicBezTo>
                  <a:cubicBezTo>
                    <a:pt x="9269215" y="4448842"/>
                    <a:pt x="9272943" y="4432465"/>
                    <a:pt x="9276571" y="4416041"/>
                  </a:cubicBezTo>
                  <a:lnTo>
                    <a:pt x="9281841" y="4391477"/>
                  </a:lnTo>
                  <a:lnTo>
                    <a:pt x="9286513" y="4368936"/>
                  </a:lnTo>
                  <a:lnTo>
                    <a:pt x="9296754" y="4316136"/>
                  </a:lnTo>
                  <a:lnTo>
                    <a:pt x="9301029" y="4293172"/>
                  </a:lnTo>
                  <a:lnTo>
                    <a:pt x="9302818" y="4282679"/>
                  </a:lnTo>
                  <a:lnTo>
                    <a:pt x="9304658" y="4270914"/>
                  </a:lnTo>
                  <a:lnTo>
                    <a:pt x="9312810" y="4220043"/>
                  </a:lnTo>
                  <a:lnTo>
                    <a:pt x="9316887" y="4194584"/>
                  </a:lnTo>
                  <a:lnTo>
                    <a:pt x="9318923" y="4181878"/>
                  </a:lnTo>
                  <a:cubicBezTo>
                    <a:pt x="9319570" y="4177644"/>
                    <a:pt x="9319969" y="4173267"/>
                    <a:pt x="9320515" y="4168984"/>
                  </a:cubicBezTo>
                  <a:lnTo>
                    <a:pt x="9332445" y="4069079"/>
                  </a:lnTo>
                  <a:cubicBezTo>
                    <a:pt x="9333836" y="4056468"/>
                    <a:pt x="9334880" y="4040986"/>
                    <a:pt x="9336173" y="4022774"/>
                  </a:cubicBezTo>
                  <a:lnTo>
                    <a:pt x="9340199" y="3969269"/>
                  </a:lnTo>
                  <a:cubicBezTo>
                    <a:pt x="9345071" y="3903904"/>
                    <a:pt x="9347358" y="3837081"/>
                    <a:pt x="9347557" y="3770070"/>
                  </a:cubicBezTo>
                  <a:cubicBezTo>
                    <a:pt x="9347656" y="3736518"/>
                    <a:pt x="9347209" y="3702871"/>
                    <a:pt x="9346364" y="3669036"/>
                  </a:cubicBezTo>
                  <a:lnTo>
                    <a:pt x="9344921" y="3619341"/>
                  </a:lnTo>
                  <a:lnTo>
                    <a:pt x="9344524" y="3607624"/>
                  </a:lnTo>
                  <a:lnTo>
                    <a:pt x="9343728" y="3594872"/>
                  </a:lnTo>
                  <a:lnTo>
                    <a:pt x="9342188" y="3569366"/>
                  </a:lnTo>
                  <a:lnTo>
                    <a:pt x="9339056" y="3518354"/>
                  </a:lnTo>
                  <a:cubicBezTo>
                    <a:pt x="9337914" y="3501319"/>
                    <a:pt x="9335874" y="3484236"/>
                    <a:pt x="9334334" y="3467155"/>
                  </a:cubicBezTo>
                  <a:lnTo>
                    <a:pt x="9329363" y="3415908"/>
                  </a:lnTo>
                  <a:lnTo>
                    <a:pt x="9328319" y="3404755"/>
                  </a:lnTo>
                  <a:lnTo>
                    <a:pt x="9327177" y="3394214"/>
                  </a:lnTo>
                  <a:lnTo>
                    <a:pt x="9324293" y="3370872"/>
                  </a:lnTo>
                  <a:lnTo>
                    <a:pt x="9320763" y="3344427"/>
                  </a:lnTo>
                  <a:lnTo>
                    <a:pt x="9317184" y="3315343"/>
                  </a:lnTo>
                  <a:cubicBezTo>
                    <a:pt x="9315594" y="3300991"/>
                    <a:pt x="9313506" y="3286404"/>
                    <a:pt x="9311021" y="3270309"/>
                  </a:cubicBezTo>
                  <a:lnTo>
                    <a:pt x="9302719" y="3219815"/>
                  </a:lnTo>
                  <a:cubicBezTo>
                    <a:pt x="9299936" y="3203157"/>
                    <a:pt x="9297003" y="3186498"/>
                    <a:pt x="9293970" y="3169887"/>
                  </a:cubicBezTo>
                  <a:cubicBezTo>
                    <a:pt x="9281891" y="3103393"/>
                    <a:pt x="9267674" y="3037182"/>
                    <a:pt x="9252065" y="2971205"/>
                  </a:cubicBezTo>
                  <a:cubicBezTo>
                    <a:pt x="9244261" y="2938265"/>
                    <a:pt x="9235959" y="2905371"/>
                    <a:pt x="9227211" y="2872571"/>
                  </a:cubicBezTo>
                  <a:lnTo>
                    <a:pt x="9220699" y="2848524"/>
                  </a:lnTo>
                  <a:lnTo>
                    <a:pt x="9213740" y="2824289"/>
                  </a:lnTo>
                  <a:cubicBezTo>
                    <a:pt x="9209216" y="2808147"/>
                    <a:pt x="9204345" y="2791866"/>
                    <a:pt x="9199374" y="2775536"/>
                  </a:cubicBezTo>
                  <a:cubicBezTo>
                    <a:pt x="9159855" y="2645184"/>
                    <a:pt x="9114272" y="2516197"/>
                    <a:pt x="9061829" y="2389515"/>
                  </a:cubicBezTo>
                  <a:cubicBezTo>
                    <a:pt x="9035582" y="2326175"/>
                    <a:pt x="9008043" y="2263258"/>
                    <a:pt x="8978865" y="2200953"/>
                  </a:cubicBezTo>
                  <a:lnTo>
                    <a:pt x="8956694" y="2154317"/>
                  </a:lnTo>
                  <a:lnTo>
                    <a:pt x="8934176" y="2108012"/>
                  </a:lnTo>
                  <a:cubicBezTo>
                    <a:pt x="8918915" y="2077189"/>
                    <a:pt x="8903157" y="2046130"/>
                    <a:pt x="8887151" y="2015448"/>
                  </a:cubicBezTo>
                  <a:cubicBezTo>
                    <a:pt x="8854988" y="1953989"/>
                    <a:pt x="8822082" y="1892908"/>
                    <a:pt x="8787533" y="1832625"/>
                  </a:cubicBezTo>
                  <a:lnTo>
                    <a:pt x="8761485" y="1787496"/>
                  </a:lnTo>
                  <a:lnTo>
                    <a:pt x="8734791" y="1741991"/>
                  </a:lnTo>
                  <a:cubicBezTo>
                    <a:pt x="8717047" y="1711921"/>
                    <a:pt x="8699200" y="1682461"/>
                    <a:pt x="8680808" y="1652910"/>
                  </a:cubicBezTo>
                  <a:cubicBezTo>
                    <a:pt x="8644322" y="1593756"/>
                    <a:pt x="8606194" y="1535216"/>
                    <a:pt x="8567024" y="1477004"/>
                  </a:cubicBezTo>
                  <a:lnTo>
                    <a:pt x="8537446" y="1433428"/>
                  </a:lnTo>
                  <a:lnTo>
                    <a:pt x="8507423" y="1389994"/>
                  </a:lnTo>
                  <a:cubicBezTo>
                    <a:pt x="8487390" y="1361382"/>
                    <a:pt x="8467158" y="1332817"/>
                    <a:pt x="8446529" y="1304393"/>
                  </a:cubicBezTo>
                  <a:cubicBezTo>
                    <a:pt x="8405271" y="1247595"/>
                    <a:pt x="8362718" y="1191218"/>
                    <a:pt x="8319224" y="1135124"/>
                  </a:cubicBezTo>
                  <a:lnTo>
                    <a:pt x="8286366" y="1093148"/>
                  </a:lnTo>
                  <a:lnTo>
                    <a:pt x="8270161" y="1072538"/>
                  </a:lnTo>
                  <a:lnTo>
                    <a:pt x="8253856" y="1052254"/>
                  </a:lnTo>
                  <a:cubicBezTo>
                    <a:pt x="8231636" y="1024773"/>
                    <a:pt x="8209117" y="997479"/>
                    <a:pt x="8186352" y="970373"/>
                  </a:cubicBezTo>
                  <a:cubicBezTo>
                    <a:pt x="8140917" y="916020"/>
                    <a:pt x="8094240" y="862515"/>
                    <a:pt x="8046768" y="809527"/>
                  </a:cubicBezTo>
                  <a:lnTo>
                    <a:pt x="8010927" y="769951"/>
                  </a:lnTo>
                  <a:lnTo>
                    <a:pt x="7974788" y="730751"/>
                  </a:lnTo>
                  <a:cubicBezTo>
                    <a:pt x="7950382" y="704587"/>
                    <a:pt x="7925824" y="678563"/>
                    <a:pt x="7901070" y="652823"/>
                  </a:cubicBezTo>
                  <a:cubicBezTo>
                    <a:pt x="7851510" y="601387"/>
                    <a:pt x="7801404" y="550612"/>
                    <a:pt x="7750054" y="501106"/>
                  </a:cubicBezTo>
                  <a:cubicBezTo>
                    <a:pt x="7698902" y="451742"/>
                    <a:pt x="7645913" y="403036"/>
                    <a:pt x="7592277" y="355319"/>
                  </a:cubicBezTo>
                  <a:cubicBezTo>
                    <a:pt x="7484856" y="259884"/>
                    <a:pt x="7373308" y="168402"/>
                    <a:pt x="7257734" y="81062"/>
                  </a:cubicBezTo>
                  <a:close/>
                  <a:moveTo>
                    <a:pt x="1892109" y="0"/>
                  </a:moveTo>
                  <a:lnTo>
                    <a:pt x="2298402" y="0"/>
                  </a:lnTo>
                  <a:lnTo>
                    <a:pt x="2135542" y="121879"/>
                  </a:lnTo>
                  <a:cubicBezTo>
                    <a:pt x="2078998" y="166378"/>
                    <a:pt x="2023659" y="212143"/>
                    <a:pt x="1969576" y="259084"/>
                  </a:cubicBezTo>
                  <a:cubicBezTo>
                    <a:pt x="1861309" y="352918"/>
                    <a:pt x="1758064" y="451412"/>
                    <a:pt x="1659938" y="553953"/>
                  </a:cubicBezTo>
                  <a:cubicBezTo>
                    <a:pt x="1266987" y="964444"/>
                    <a:pt x="953820" y="1435593"/>
                    <a:pt x="729383" y="1940578"/>
                  </a:cubicBezTo>
                  <a:cubicBezTo>
                    <a:pt x="673260" y="2066459"/>
                    <a:pt x="622855" y="2195070"/>
                    <a:pt x="578465" y="2324905"/>
                  </a:cubicBezTo>
                  <a:cubicBezTo>
                    <a:pt x="534125" y="2454785"/>
                    <a:pt x="496147" y="2586314"/>
                    <a:pt x="465080" y="2718973"/>
                  </a:cubicBezTo>
                  <a:cubicBezTo>
                    <a:pt x="449769" y="2785089"/>
                    <a:pt x="435850" y="2852289"/>
                    <a:pt x="423820" y="2919535"/>
                  </a:cubicBezTo>
                  <a:cubicBezTo>
                    <a:pt x="411840" y="2986829"/>
                    <a:pt x="401054" y="3054358"/>
                    <a:pt x="392355" y="3122169"/>
                  </a:cubicBezTo>
                  <a:cubicBezTo>
                    <a:pt x="374509" y="3257744"/>
                    <a:pt x="363424" y="3393978"/>
                    <a:pt x="358801" y="3531013"/>
                  </a:cubicBezTo>
                  <a:cubicBezTo>
                    <a:pt x="349009" y="3804941"/>
                    <a:pt x="366357" y="4079668"/>
                    <a:pt x="410350" y="4352324"/>
                  </a:cubicBezTo>
                  <a:cubicBezTo>
                    <a:pt x="421286" y="4420230"/>
                    <a:pt x="434209" y="4487758"/>
                    <a:pt x="449022" y="4555147"/>
                  </a:cubicBezTo>
                  <a:cubicBezTo>
                    <a:pt x="463737" y="4622534"/>
                    <a:pt x="480389" y="4689686"/>
                    <a:pt x="498882" y="4756463"/>
                  </a:cubicBezTo>
                  <a:cubicBezTo>
                    <a:pt x="517373" y="4823239"/>
                    <a:pt x="537704" y="4889733"/>
                    <a:pt x="559775" y="4955755"/>
                  </a:cubicBezTo>
                  <a:cubicBezTo>
                    <a:pt x="581946" y="5021873"/>
                    <a:pt x="605358" y="5087473"/>
                    <a:pt x="631406" y="5152084"/>
                  </a:cubicBezTo>
                  <a:cubicBezTo>
                    <a:pt x="734055" y="5411706"/>
                    <a:pt x="865188" y="5662668"/>
                    <a:pt x="1023461" y="5898055"/>
                  </a:cubicBezTo>
                  <a:cubicBezTo>
                    <a:pt x="1181487" y="6133676"/>
                    <a:pt x="1367051" y="6353345"/>
                    <a:pt x="1575880" y="6551744"/>
                  </a:cubicBezTo>
                  <a:cubicBezTo>
                    <a:pt x="1680269" y="6651014"/>
                    <a:pt x="1790338" y="6745037"/>
                    <a:pt x="1905228" y="6833566"/>
                  </a:cubicBezTo>
                  <a:lnTo>
                    <a:pt x="1938629" y="6858000"/>
                  </a:lnTo>
                  <a:lnTo>
                    <a:pt x="1368607" y="6858000"/>
                  </a:lnTo>
                  <a:lnTo>
                    <a:pt x="1115251" y="6594103"/>
                  </a:lnTo>
                  <a:cubicBezTo>
                    <a:pt x="418530" y="5794890"/>
                    <a:pt x="0" y="4770280"/>
                    <a:pt x="0" y="3653129"/>
                  </a:cubicBezTo>
                  <a:cubicBezTo>
                    <a:pt x="0" y="2216793"/>
                    <a:pt x="691856" y="933432"/>
                    <a:pt x="1777294" y="85415"/>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grpSp>
      <p:sp>
        <p:nvSpPr>
          <p:cNvPr id="2" name="Title 1">
            <a:extLst>
              <a:ext uri="{FF2B5EF4-FFF2-40B4-BE49-F238E27FC236}">
                <a16:creationId xmlns:a16="http://schemas.microsoft.com/office/drawing/2014/main" id="{8FB44EAD-9809-7711-9716-CB8F557A1391}"/>
              </a:ext>
            </a:extLst>
          </p:cNvPr>
          <p:cNvSpPr>
            <a:spLocks noGrp="1"/>
          </p:cNvSpPr>
          <p:nvPr>
            <p:ph type="ctrTitle"/>
          </p:nvPr>
        </p:nvSpPr>
        <p:spPr>
          <a:xfrm>
            <a:off x="876300" y="45868"/>
            <a:ext cx="10263459" cy="923925"/>
          </a:xfrm>
        </p:spPr>
        <p:txBody>
          <a:bodyPr anchor="b">
            <a:normAutofit/>
          </a:bodyPr>
          <a:lstStyle/>
          <a:p>
            <a:r>
              <a:rPr lang="en-IN" sz="4000" dirty="0">
                <a:solidFill>
                  <a:schemeClr val="tx2"/>
                </a:solidFill>
                <a:latin typeface="Engravers MT" panose="02090707080505020304" pitchFamily="18" charset="0"/>
              </a:rPr>
              <a:t>History  of MISRA-C</a:t>
            </a:r>
            <a:endParaRPr lang="en-IN" sz="4000" dirty="0">
              <a:solidFill>
                <a:schemeClr val="tx2"/>
              </a:solidFill>
            </a:endParaRPr>
          </a:p>
        </p:txBody>
      </p:sp>
      <p:grpSp>
        <p:nvGrpSpPr>
          <p:cNvPr id="23" name="Group 22">
            <a:extLst>
              <a:ext uri="{FF2B5EF4-FFF2-40B4-BE49-F238E27FC236}">
                <a16:creationId xmlns:a16="http://schemas.microsoft.com/office/drawing/2014/main" id="{87F87F1B-42BA-4AC7-A4E2-41544DDB2CE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05" y="-4155"/>
            <a:ext cx="2514948" cy="2174333"/>
            <a:chOff x="-305" y="-4155"/>
            <a:chExt cx="2514948" cy="2174333"/>
          </a:xfrm>
        </p:grpSpPr>
        <p:sp>
          <p:nvSpPr>
            <p:cNvPr id="24" name="Freeform: Shape 23">
              <a:extLst>
                <a:ext uri="{FF2B5EF4-FFF2-40B4-BE49-F238E27FC236}">
                  <a16:creationId xmlns:a16="http://schemas.microsoft.com/office/drawing/2014/main" id="{68B53067-4E48-4E71-A6A9-A8CAABAFBF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Shape 24">
              <a:extLst>
                <a:ext uri="{FF2B5EF4-FFF2-40B4-BE49-F238E27FC236}">
                  <a16:creationId xmlns:a16="http://schemas.microsoft.com/office/drawing/2014/main" id="{06D1A0D3-4BB8-41D9-9CE7-2884C83F44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reeform: Shape 25">
              <a:extLst>
                <a:ext uri="{FF2B5EF4-FFF2-40B4-BE49-F238E27FC236}">
                  <a16:creationId xmlns:a16="http://schemas.microsoft.com/office/drawing/2014/main" id="{81E20F06-3B09-4B89-A36B-AB8BFBCCA5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27" name="Freeform: Shape 26">
              <a:extLst>
                <a:ext uri="{FF2B5EF4-FFF2-40B4-BE49-F238E27FC236}">
                  <a16:creationId xmlns:a16="http://schemas.microsoft.com/office/drawing/2014/main" id="{DAE6C3D7-7D5B-4926-877D-45F117BB6B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9" name="Group 28">
            <a:extLst>
              <a:ext uri="{FF2B5EF4-FFF2-40B4-BE49-F238E27FC236}">
                <a16:creationId xmlns:a16="http://schemas.microsoft.com/office/drawing/2014/main" id="{967346A5-7569-4F15-AB5D-BE3DADF192C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9685727" y="4683666"/>
            <a:ext cx="2514948" cy="2174333"/>
            <a:chOff x="-305" y="-4155"/>
            <a:chExt cx="2514948" cy="2174333"/>
          </a:xfrm>
        </p:grpSpPr>
        <p:sp>
          <p:nvSpPr>
            <p:cNvPr id="30" name="Freeform: Shape 29">
              <a:extLst>
                <a:ext uri="{FF2B5EF4-FFF2-40B4-BE49-F238E27FC236}">
                  <a16:creationId xmlns:a16="http://schemas.microsoft.com/office/drawing/2014/main" id="{E1951533-A568-4765-AB1F-F71D9AFDEA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reeform: Shape 30">
              <a:extLst>
                <a:ext uri="{FF2B5EF4-FFF2-40B4-BE49-F238E27FC236}">
                  <a16:creationId xmlns:a16="http://schemas.microsoft.com/office/drawing/2014/main" id="{A7214F52-4F3F-4C96-A62E-F1401D6C04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Freeform: Shape 31">
              <a:extLst>
                <a:ext uri="{FF2B5EF4-FFF2-40B4-BE49-F238E27FC236}">
                  <a16:creationId xmlns:a16="http://schemas.microsoft.com/office/drawing/2014/main" id="{023146A1-291C-4FA0-AB5B-EB04D42398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33" name="Freeform: Shape 32">
              <a:extLst>
                <a:ext uri="{FF2B5EF4-FFF2-40B4-BE49-F238E27FC236}">
                  <a16:creationId xmlns:a16="http://schemas.microsoft.com/office/drawing/2014/main" id="{62977932-2B03-4899-8306-5002CEE68E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5" name="Title 1">
            <a:extLst>
              <a:ext uri="{FF2B5EF4-FFF2-40B4-BE49-F238E27FC236}">
                <a16:creationId xmlns:a16="http://schemas.microsoft.com/office/drawing/2014/main" id="{D6EE584E-84BC-FC84-2A5F-A0E7AF1256B7}"/>
              </a:ext>
            </a:extLst>
          </p:cNvPr>
          <p:cNvSpPr txBox="1">
            <a:spLocks/>
          </p:cNvSpPr>
          <p:nvPr/>
        </p:nvSpPr>
        <p:spPr>
          <a:xfrm>
            <a:off x="10382250" y="3983"/>
            <a:ext cx="1809445" cy="44767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2000" dirty="0">
                <a:solidFill>
                  <a:schemeClr val="tx2"/>
                </a:solidFill>
              </a:rPr>
              <a:t>MISRA C -2012</a:t>
            </a:r>
          </a:p>
        </p:txBody>
      </p:sp>
      <p:sp>
        <p:nvSpPr>
          <p:cNvPr id="6" name="Subtitle 2">
            <a:extLst>
              <a:ext uri="{FF2B5EF4-FFF2-40B4-BE49-F238E27FC236}">
                <a16:creationId xmlns:a16="http://schemas.microsoft.com/office/drawing/2014/main" id="{C992C8E1-40D9-45CC-B67A-D8B86D2A381E}"/>
              </a:ext>
            </a:extLst>
          </p:cNvPr>
          <p:cNvSpPr txBox="1">
            <a:spLocks/>
          </p:cNvSpPr>
          <p:nvPr/>
        </p:nvSpPr>
        <p:spPr>
          <a:xfrm>
            <a:off x="3432265" y="853500"/>
            <a:ext cx="5188034" cy="682079"/>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115000"/>
              </a:lnSpc>
              <a:spcAft>
                <a:spcPts val="800"/>
              </a:spcAft>
            </a:pPr>
            <a:r>
              <a:rPr lang="en-IN" kern="100" dirty="0">
                <a:solidFill>
                  <a:srgbClr val="666666"/>
                </a:solidFill>
                <a:effectLst/>
                <a:highlight>
                  <a:srgbClr val="FFFF00"/>
                </a:highlight>
                <a:latin typeface="Times New Roman" panose="02020603050405020304" pitchFamily="18" charset="0"/>
                <a:ea typeface="Aptos" panose="020B0004020202020204" pitchFamily="34" charset="0"/>
                <a:cs typeface="Times New Roman" panose="02020603050405020304" pitchFamily="18" charset="0"/>
              </a:rPr>
              <a:t>Misra2012:Rule-</a:t>
            </a:r>
            <a:r>
              <a:rPr lang="en-IN" kern="100" dirty="0">
                <a:solidFill>
                  <a:srgbClr val="666666"/>
                </a:solidFill>
                <a:highlight>
                  <a:srgbClr val="FFFF00"/>
                </a:highlight>
                <a:latin typeface="Times New Roman" panose="02020603050405020304" pitchFamily="18" charset="0"/>
                <a:ea typeface="Aptos" panose="020B0004020202020204" pitchFamily="34" charset="0"/>
                <a:cs typeface="Times New Roman" panose="02020603050405020304" pitchFamily="18" charset="0"/>
              </a:rPr>
              <a:t>2</a:t>
            </a:r>
            <a:r>
              <a:rPr lang="en-IN" kern="100" dirty="0">
                <a:solidFill>
                  <a:srgbClr val="666666"/>
                </a:solidFill>
                <a:effectLst/>
                <a:highlight>
                  <a:srgbClr val="FFFF00"/>
                </a:highlight>
                <a:latin typeface="Times New Roman" panose="02020603050405020304" pitchFamily="18" charset="0"/>
                <a:ea typeface="Aptos" panose="020B0004020202020204" pitchFamily="34" charset="0"/>
                <a:cs typeface="Times New Roman" panose="02020603050405020304" pitchFamily="18" charset="0"/>
              </a:rPr>
              <a:t>.4</a:t>
            </a:r>
          </a:p>
        </p:txBody>
      </p:sp>
      <p:sp>
        <p:nvSpPr>
          <p:cNvPr id="3" name="TextBox 2">
            <a:extLst>
              <a:ext uri="{FF2B5EF4-FFF2-40B4-BE49-F238E27FC236}">
                <a16:creationId xmlns:a16="http://schemas.microsoft.com/office/drawing/2014/main" id="{F52B51FF-E201-359D-4743-DA9B627F1CC1}"/>
              </a:ext>
            </a:extLst>
          </p:cNvPr>
          <p:cNvSpPr txBox="1"/>
          <p:nvPr/>
        </p:nvSpPr>
        <p:spPr>
          <a:xfrm>
            <a:off x="1011383" y="1292987"/>
            <a:ext cx="9232149" cy="369332"/>
          </a:xfrm>
          <a:prstGeom prst="rect">
            <a:avLst/>
          </a:prstGeom>
          <a:noFill/>
        </p:spPr>
        <p:txBody>
          <a:bodyPr wrap="square">
            <a:spAutoFit/>
          </a:bodyPr>
          <a:lstStyle/>
          <a:p>
            <a:pPr marL="285750" indent="-285750" algn="l">
              <a:buFont typeface="Wingdings" panose="05000000000000000000" pitchFamily="2" charset="2"/>
              <a:buChar char="q"/>
            </a:pPr>
            <a:r>
              <a:rPr lang="en-US" sz="1800" b="1" i="0" u="none" strike="noStrike" baseline="0" dirty="0">
                <a:latin typeface="Times New Roman" panose="02020603050405020304" pitchFamily="18" charset="0"/>
                <a:cs typeface="Times New Roman" panose="02020603050405020304" pitchFamily="18" charset="0"/>
              </a:rPr>
              <a:t>A project should not contain unused tag declarations</a:t>
            </a:r>
            <a:endParaRPr lang="en-IN" b="1" kern="100" dirty="0">
              <a:effectLst/>
              <a:highlight>
                <a:srgbClr val="FFFF00"/>
              </a:highlight>
              <a:latin typeface="Times New Roman" panose="02020603050405020304" pitchFamily="18" charset="0"/>
              <a:ea typeface="Aptos" panose="020B0004020202020204" pitchFamily="34" charset="0"/>
              <a:cs typeface="Times New Roman" panose="02020603050405020304" pitchFamily="18" charset="0"/>
            </a:endParaRPr>
          </a:p>
        </p:txBody>
      </p:sp>
      <p:sp>
        <p:nvSpPr>
          <p:cNvPr id="11" name="TextBox 10">
            <a:extLst>
              <a:ext uri="{FF2B5EF4-FFF2-40B4-BE49-F238E27FC236}">
                <a16:creationId xmlns:a16="http://schemas.microsoft.com/office/drawing/2014/main" id="{3BAF9C64-DAA2-791C-A360-DC870B79332D}"/>
              </a:ext>
            </a:extLst>
          </p:cNvPr>
          <p:cNvSpPr txBox="1"/>
          <p:nvPr/>
        </p:nvSpPr>
        <p:spPr>
          <a:xfrm>
            <a:off x="1295207" y="1654462"/>
            <a:ext cx="9642403" cy="369332"/>
          </a:xfrm>
          <a:prstGeom prst="rect">
            <a:avLst/>
          </a:prstGeom>
          <a:noFill/>
        </p:spPr>
        <p:txBody>
          <a:bodyPr wrap="square">
            <a:spAutoFit/>
          </a:bodyPr>
          <a:lstStyle/>
          <a:p>
            <a:pPr algn="l"/>
            <a:r>
              <a:rPr lang="en-IN" sz="1800" b="0" i="0" u="none" strike="noStrike" baseline="0" dirty="0">
                <a:latin typeface="OpenSans"/>
              </a:rPr>
              <a:t>Category –</a:t>
            </a:r>
            <a:r>
              <a:rPr lang="en-IN" sz="1800" b="0" i="0" u="none" strike="noStrike" baseline="0" dirty="0">
                <a:latin typeface="OpenSans-Light"/>
              </a:rPr>
              <a:t>Advisory    Analysis </a:t>
            </a:r>
            <a:r>
              <a:rPr lang="en-IN" sz="1800" b="0" i="0" u="none" strike="noStrike" baseline="0" dirty="0">
                <a:latin typeface="OpenSans"/>
              </a:rPr>
              <a:t> -</a:t>
            </a:r>
            <a:r>
              <a:rPr lang="en-IN" sz="1800" b="0" i="0" u="none" strike="noStrike" baseline="0" dirty="0">
                <a:latin typeface="OpenSans-Light"/>
              </a:rPr>
              <a:t> Decidable, System   </a:t>
            </a:r>
            <a:r>
              <a:rPr lang="en-IN" sz="1800" b="0" i="0" u="none" strike="noStrike" baseline="0" dirty="0">
                <a:latin typeface="OpenSans"/>
              </a:rPr>
              <a:t>Applies to -</a:t>
            </a:r>
            <a:r>
              <a:rPr lang="en-IN" sz="1800" b="0" i="0" u="none" strike="noStrike" baseline="0" dirty="0">
                <a:latin typeface="OpenSans-Light"/>
              </a:rPr>
              <a:t>C90, C99</a:t>
            </a:r>
            <a:endParaRPr lang="en-IN" dirty="0"/>
          </a:p>
        </p:txBody>
      </p:sp>
      <p:sp>
        <p:nvSpPr>
          <p:cNvPr id="12" name="TextBox 11">
            <a:extLst>
              <a:ext uri="{FF2B5EF4-FFF2-40B4-BE49-F238E27FC236}">
                <a16:creationId xmlns:a16="http://schemas.microsoft.com/office/drawing/2014/main" id="{3B6B20D6-4372-E7FE-5B7C-3A5C456054FD}"/>
              </a:ext>
            </a:extLst>
          </p:cNvPr>
          <p:cNvSpPr txBox="1"/>
          <p:nvPr/>
        </p:nvSpPr>
        <p:spPr>
          <a:xfrm>
            <a:off x="2555562" y="2907716"/>
            <a:ext cx="7419583" cy="3693319"/>
          </a:xfrm>
          <a:prstGeom prst="rect">
            <a:avLst/>
          </a:prstGeom>
          <a:noFill/>
        </p:spPr>
        <p:txBody>
          <a:bodyPr wrap="square">
            <a:spAutoFit/>
          </a:bodyPr>
          <a:lstStyle/>
          <a:p>
            <a:r>
              <a:rPr lang="en-IN" dirty="0">
                <a:highlight>
                  <a:srgbClr val="FFFF00"/>
                </a:highlight>
                <a:latin typeface="Times New Roman" panose="02020603050405020304" pitchFamily="18" charset="0"/>
                <a:cs typeface="Times New Roman" panose="02020603050405020304" pitchFamily="18" charset="0"/>
              </a:rPr>
              <a:t>/ Unused union tag declaration</a:t>
            </a:r>
          </a:p>
          <a:p>
            <a:r>
              <a:rPr lang="en-IN" dirty="0">
                <a:highlight>
                  <a:srgbClr val="FFFF00"/>
                </a:highlight>
                <a:latin typeface="Times New Roman" panose="02020603050405020304" pitchFamily="18" charset="0"/>
                <a:cs typeface="Times New Roman" panose="02020603050405020304" pitchFamily="18" charset="0"/>
              </a:rPr>
              <a:t>union Data {</a:t>
            </a:r>
          </a:p>
          <a:p>
            <a:r>
              <a:rPr lang="en-IN" dirty="0">
                <a:highlight>
                  <a:srgbClr val="FFFF00"/>
                </a:highlight>
                <a:latin typeface="Times New Roman" panose="02020603050405020304" pitchFamily="18" charset="0"/>
                <a:cs typeface="Times New Roman" panose="02020603050405020304" pitchFamily="18" charset="0"/>
              </a:rPr>
              <a:t>    int </a:t>
            </a:r>
            <a:r>
              <a:rPr lang="en-IN" dirty="0" err="1">
                <a:highlight>
                  <a:srgbClr val="FFFF00"/>
                </a:highlight>
                <a:latin typeface="Times New Roman" panose="02020603050405020304" pitchFamily="18" charset="0"/>
                <a:cs typeface="Times New Roman" panose="02020603050405020304" pitchFamily="18" charset="0"/>
              </a:rPr>
              <a:t>i</a:t>
            </a:r>
            <a:r>
              <a:rPr lang="en-IN" dirty="0">
                <a:highlight>
                  <a:srgbClr val="FFFF00"/>
                </a:highlight>
                <a:latin typeface="Times New Roman" panose="02020603050405020304" pitchFamily="18" charset="0"/>
                <a:cs typeface="Times New Roman" panose="02020603050405020304" pitchFamily="18" charset="0"/>
              </a:rPr>
              <a:t>;</a:t>
            </a:r>
          </a:p>
          <a:p>
            <a:r>
              <a:rPr lang="en-IN" dirty="0">
                <a:highlight>
                  <a:srgbClr val="FFFF00"/>
                </a:highlight>
                <a:latin typeface="Times New Roman" panose="02020603050405020304" pitchFamily="18" charset="0"/>
                <a:cs typeface="Times New Roman" panose="02020603050405020304" pitchFamily="18" charset="0"/>
              </a:rPr>
              <a:t>    float f;</a:t>
            </a:r>
          </a:p>
          <a:p>
            <a:r>
              <a:rPr lang="en-IN" dirty="0">
                <a:highlight>
                  <a:srgbClr val="FFFF00"/>
                </a:highlight>
                <a:latin typeface="Times New Roman" panose="02020603050405020304" pitchFamily="18" charset="0"/>
                <a:cs typeface="Times New Roman" panose="02020603050405020304" pitchFamily="18" charset="0"/>
              </a:rPr>
              <a:t>};</a:t>
            </a:r>
          </a:p>
          <a:p>
            <a:r>
              <a:rPr lang="en-IN" dirty="0">
                <a:latin typeface="Times New Roman" panose="02020603050405020304" pitchFamily="18" charset="0"/>
                <a:cs typeface="Times New Roman" panose="02020603050405020304" pitchFamily="18" charset="0"/>
              </a:rPr>
              <a:t>int main() {</a:t>
            </a:r>
          </a:p>
          <a:p>
            <a:r>
              <a:rPr lang="en-IN" dirty="0">
                <a:latin typeface="Times New Roman" panose="02020603050405020304" pitchFamily="18" charset="0"/>
                <a:cs typeface="Times New Roman" panose="02020603050405020304" pitchFamily="18" charset="0"/>
              </a:rPr>
              <a:t>    int a = 10;</a:t>
            </a:r>
          </a:p>
          <a:p>
            <a:r>
              <a:rPr lang="en-IN" dirty="0">
                <a:latin typeface="Times New Roman" panose="02020603050405020304" pitchFamily="18" charset="0"/>
                <a:cs typeface="Times New Roman" panose="02020603050405020304" pitchFamily="18" charset="0"/>
              </a:rPr>
              <a:t>    int b = 20;</a:t>
            </a:r>
          </a:p>
          <a:p>
            <a:r>
              <a:rPr lang="en-IN" dirty="0">
                <a:latin typeface="Times New Roman" panose="02020603050405020304" pitchFamily="18" charset="0"/>
                <a:cs typeface="Times New Roman" panose="02020603050405020304" pitchFamily="18" charset="0"/>
              </a:rPr>
              <a:t>    int sum = a + b;</a:t>
            </a:r>
          </a:p>
          <a:p>
            <a:r>
              <a:rPr lang="en-IN" dirty="0">
                <a:latin typeface="Times New Roman" panose="02020603050405020304" pitchFamily="18" charset="0"/>
                <a:cs typeface="Times New Roman" panose="02020603050405020304" pitchFamily="18" charset="0"/>
              </a:rPr>
              <a:t>    </a:t>
            </a:r>
          </a:p>
          <a:p>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printf</a:t>
            </a:r>
            <a:r>
              <a:rPr lang="en-IN" dirty="0">
                <a:latin typeface="Times New Roman" panose="02020603050405020304" pitchFamily="18" charset="0"/>
                <a:cs typeface="Times New Roman" panose="02020603050405020304" pitchFamily="18" charset="0"/>
              </a:rPr>
              <a:t>("Sum: %d\n", sum);</a:t>
            </a:r>
          </a:p>
          <a:p>
            <a:r>
              <a:rPr lang="en-IN" dirty="0">
                <a:latin typeface="Times New Roman" panose="02020603050405020304" pitchFamily="18" charset="0"/>
                <a:cs typeface="Times New Roman" panose="02020603050405020304" pitchFamily="18" charset="0"/>
              </a:rPr>
              <a:t>    return 0;</a:t>
            </a:r>
          </a:p>
          <a:p>
            <a:r>
              <a:rPr lang="en-IN" dirty="0">
                <a:latin typeface="Times New Roman" panose="02020603050405020304" pitchFamily="18" charset="0"/>
                <a:cs typeface="Times New Roman" panose="02020603050405020304" pitchFamily="18" charset="0"/>
              </a:rPr>
              <a:t>}</a:t>
            </a:r>
          </a:p>
        </p:txBody>
      </p:sp>
      <p:sp>
        <p:nvSpPr>
          <p:cNvPr id="14" name="TextBox 13">
            <a:extLst>
              <a:ext uri="{FF2B5EF4-FFF2-40B4-BE49-F238E27FC236}">
                <a16:creationId xmlns:a16="http://schemas.microsoft.com/office/drawing/2014/main" id="{3BEBAFEE-B117-F80A-3238-35883C77E34C}"/>
              </a:ext>
            </a:extLst>
          </p:cNvPr>
          <p:cNvSpPr txBox="1"/>
          <p:nvPr/>
        </p:nvSpPr>
        <p:spPr>
          <a:xfrm>
            <a:off x="1217623" y="2019996"/>
            <a:ext cx="10650070" cy="923330"/>
          </a:xfrm>
          <a:prstGeom prst="rect">
            <a:avLst/>
          </a:prstGeom>
          <a:noFill/>
        </p:spPr>
        <p:txBody>
          <a:bodyPr wrap="square">
            <a:spAutoFit/>
          </a:bodyPr>
          <a:lstStyle/>
          <a:p>
            <a:r>
              <a:rPr lang="en-US" b="0" i="0" dirty="0">
                <a:solidFill>
                  <a:srgbClr val="0D0D0D"/>
                </a:solidFill>
                <a:effectLst/>
                <a:latin typeface="Söhne"/>
              </a:rPr>
              <a:t>This refers to declarations of data types (e.g., structures, enums, typedefs) that are defined but not used anywhere in the project. These declarations may occur due to refactoring, changes in requirements, or oversight during development.</a:t>
            </a:r>
            <a:endParaRPr lang="en-IN"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71848A23-6F31-0FCF-7535-9259107B63A0}"/>
              </a:ext>
            </a:extLst>
          </p:cNvPr>
          <p:cNvSpPr txBox="1"/>
          <p:nvPr/>
        </p:nvSpPr>
        <p:spPr>
          <a:xfrm>
            <a:off x="1298431" y="2904236"/>
            <a:ext cx="1046338" cy="369332"/>
          </a:xfrm>
          <a:prstGeom prst="rect">
            <a:avLst/>
          </a:prstGeom>
          <a:noFill/>
        </p:spPr>
        <p:txBody>
          <a:bodyPr wrap="square">
            <a:spAutoFit/>
          </a:bodyPr>
          <a:lstStyle/>
          <a:p>
            <a:pPr algn="l"/>
            <a:r>
              <a:rPr lang="en-IN" dirty="0">
                <a:highlight>
                  <a:srgbClr val="FFFF00"/>
                </a:highlight>
              </a:rPr>
              <a:t>Example</a:t>
            </a:r>
          </a:p>
        </p:txBody>
      </p:sp>
      <p:sp>
        <p:nvSpPr>
          <p:cNvPr id="9" name="Slide Number Placeholder 8">
            <a:extLst>
              <a:ext uri="{FF2B5EF4-FFF2-40B4-BE49-F238E27FC236}">
                <a16:creationId xmlns:a16="http://schemas.microsoft.com/office/drawing/2014/main" id="{0B383580-6771-EFD0-1C26-97A96F2A3C54}"/>
              </a:ext>
            </a:extLst>
          </p:cNvPr>
          <p:cNvSpPr>
            <a:spLocks noGrp="1"/>
          </p:cNvSpPr>
          <p:nvPr>
            <p:ph type="sldNum" sz="quarter" idx="12"/>
          </p:nvPr>
        </p:nvSpPr>
        <p:spPr/>
        <p:txBody>
          <a:bodyPr/>
          <a:lstStyle/>
          <a:p>
            <a:fld id="{91247CA1-BCEC-4DD4-9B23-E2AE1AEA27A6}" type="slidenum">
              <a:rPr lang="en-IN" smtClean="0"/>
              <a:t>17</a:t>
            </a:fld>
            <a:endParaRPr lang="en-IN"/>
          </a:p>
        </p:txBody>
      </p:sp>
      <p:sp>
        <p:nvSpPr>
          <p:cNvPr id="8" name="TextBox 7">
            <a:extLst>
              <a:ext uri="{FF2B5EF4-FFF2-40B4-BE49-F238E27FC236}">
                <a16:creationId xmlns:a16="http://schemas.microsoft.com/office/drawing/2014/main" id="{A895F33A-7C67-0DCE-032E-14943A8ECE4F}"/>
              </a:ext>
            </a:extLst>
          </p:cNvPr>
          <p:cNvSpPr txBox="1"/>
          <p:nvPr/>
        </p:nvSpPr>
        <p:spPr>
          <a:xfrm>
            <a:off x="10532532" y="526059"/>
            <a:ext cx="1451144" cy="369332"/>
          </a:xfrm>
          <a:prstGeom prst="rect">
            <a:avLst/>
          </a:prstGeom>
          <a:noFill/>
        </p:spPr>
        <p:txBody>
          <a:bodyPr wrap="square">
            <a:spAutoFit/>
          </a:bodyPr>
          <a:lstStyle/>
          <a:p>
            <a:r>
              <a:rPr lang="en-IN" dirty="0"/>
              <a:t>Session 1</a:t>
            </a:r>
          </a:p>
        </p:txBody>
      </p:sp>
    </p:spTree>
    <p:extLst>
      <p:ext uri="{BB962C8B-B14F-4D97-AF65-F5344CB8AC3E}">
        <p14:creationId xmlns:p14="http://schemas.microsoft.com/office/powerpoint/2010/main" val="319606302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5A292AEA-2528-46C0-B426-95822B6141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D8B7B198-E4DF-43CD-AD8C-1998843237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34" name="Freeform: Shape 33">
            <a:extLst>
              <a:ext uri="{FF2B5EF4-FFF2-40B4-BE49-F238E27FC236}">
                <a16:creationId xmlns:a16="http://schemas.microsoft.com/office/drawing/2014/main" id="{2BE67753-EA0E-4819-8D22-0B6600CF7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96934" y="3984"/>
            <a:ext cx="9376632" cy="6858000"/>
          </a:xfrm>
          <a:custGeom>
            <a:avLst/>
            <a:gdLst>
              <a:gd name="connsiteX0" fmla="*/ 1691615 w 9376632"/>
              <a:gd name="connsiteY0" fmla="*/ 0 h 6858000"/>
              <a:gd name="connsiteX1" fmla="*/ 7685017 w 9376632"/>
              <a:gd name="connsiteY1" fmla="*/ 0 h 6858000"/>
              <a:gd name="connsiteX2" fmla="*/ 7840634 w 9376632"/>
              <a:gd name="connsiteY2" fmla="*/ 134799 h 6858000"/>
              <a:gd name="connsiteX3" fmla="*/ 9376632 w 9376632"/>
              <a:gd name="connsiteY3" fmla="*/ 3605175 h 6858000"/>
              <a:gd name="connsiteX4" fmla="*/ 8158692 w 9376632"/>
              <a:gd name="connsiteY4" fmla="*/ 6757493 h 6858000"/>
              <a:gd name="connsiteX5" fmla="*/ 8062868 w 9376632"/>
              <a:gd name="connsiteY5" fmla="*/ 6858000 h 6858000"/>
              <a:gd name="connsiteX6" fmla="*/ 1313765 w 9376632"/>
              <a:gd name="connsiteY6" fmla="*/ 6858000 h 6858000"/>
              <a:gd name="connsiteX7" fmla="*/ 1217940 w 9376632"/>
              <a:gd name="connsiteY7" fmla="*/ 6757493 h 6858000"/>
              <a:gd name="connsiteX8" fmla="*/ 0 w 9376632"/>
              <a:gd name="connsiteY8" fmla="*/ 3605175 h 6858000"/>
              <a:gd name="connsiteX9" fmla="*/ 1535999 w 9376632"/>
              <a:gd name="connsiteY9" fmla="*/ 13479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376632" h="6858000">
                <a:moveTo>
                  <a:pt x="1691615" y="0"/>
                </a:moveTo>
                <a:lnTo>
                  <a:pt x="7685017" y="0"/>
                </a:lnTo>
                <a:lnTo>
                  <a:pt x="7840634" y="134799"/>
                </a:lnTo>
                <a:cubicBezTo>
                  <a:pt x="8784230" y="992423"/>
                  <a:pt x="9376632" y="2229618"/>
                  <a:pt x="9376632" y="3605175"/>
                </a:cubicBezTo>
                <a:cubicBezTo>
                  <a:pt x="9376632" y="4818903"/>
                  <a:pt x="8915419" y="5924908"/>
                  <a:pt x="8158692" y="6757493"/>
                </a:cubicBezTo>
                <a:lnTo>
                  <a:pt x="8062868" y="6858000"/>
                </a:lnTo>
                <a:lnTo>
                  <a:pt x="1313765" y="6858000"/>
                </a:lnTo>
                <a:lnTo>
                  <a:pt x="1217940" y="6757493"/>
                </a:lnTo>
                <a:cubicBezTo>
                  <a:pt x="461213" y="5924908"/>
                  <a:pt x="0" y="4818903"/>
                  <a:pt x="0" y="3605175"/>
                </a:cubicBezTo>
                <a:cubicBezTo>
                  <a:pt x="0" y="2229618"/>
                  <a:pt x="592403" y="992423"/>
                  <a:pt x="1535999" y="134799"/>
                </a:cubicBezTo>
                <a:close/>
              </a:path>
            </a:pathLst>
          </a:cu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5" name="Group 34">
            <a:extLst>
              <a:ext uri="{FF2B5EF4-FFF2-40B4-BE49-F238E27FC236}">
                <a16:creationId xmlns:a16="http://schemas.microsoft.com/office/drawing/2014/main" id="{D76D63AC-0421-45EC-B383-E79A61A78C6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303402" y="3985"/>
            <a:ext cx="9772765" cy="6858000"/>
            <a:chOff x="1303402" y="36937"/>
            <a:chExt cx="9772765" cy="6858000"/>
          </a:xfrm>
          <a:solidFill>
            <a:schemeClr val="bg1">
              <a:alpha val="30000"/>
            </a:schemeClr>
          </a:solidFill>
        </p:grpSpPr>
        <p:sp>
          <p:nvSpPr>
            <p:cNvPr id="15" name="Freeform: Shape 14">
              <a:extLst>
                <a:ext uri="{FF2B5EF4-FFF2-40B4-BE49-F238E27FC236}">
                  <a16:creationId xmlns:a16="http://schemas.microsoft.com/office/drawing/2014/main" id="{B997A32E-7032-4107-9C8B-99DB59EDD5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6937"/>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Shape 15">
              <a:extLst>
                <a:ext uri="{FF2B5EF4-FFF2-40B4-BE49-F238E27FC236}">
                  <a16:creationId xmlns:a16="http://schemas.microsoft.com/office/drawing/2014/main" id="{943BB27F-1470-42CA-91FF-D94BC691C8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6937"/>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Freeform: Shape 16">
              <a:extLst>
                <a:ext uri="{FF2B5EF4-FFF2-40B4-BE49-F238E27FC236}">
                  <a16:creationId xmlns:a16="http://schemas.microsoft.com/office/drawing/2014/main" id="{E997B002-17FD-47B3-A06A-76802FE15C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6937"/>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Freeform: Shape 17">
              <a:extLst>
                <a:ext uri="{FF2B5EF4-FFF2-40B4-BE49-F238E27FC236}">
                  <a16:creationId xmlns:a16="http://schemas.microsoft.com/office/drawing/2014/main" id="{E401EA35-9D2E-43B7-860F-EBB8A6C3E0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6937"/>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Freeform: Shape 18">
              <a:extLst>
                <a:ext uri="{FF2B5EF4-FFF2-40B4-BE49-F238E27FC236}">
                  <a16:creationId xmlns:a16="http://schemas.microsoft.com/office/drawing/2014/main" id="{F8C44827-3D81-4FF9-B4A5-5650D1B20A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6937"/>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Freeform: Shape 19">
              <a:extLst>
                <a:ext uri="{FF2B5EF4-FFF2-40B4-BE49-F238E27FC236}">
                  <a16:creationId xmlns:a16="http://schemas.microsoft.com/office/drawing/2014/main" id="{F613D97F-F6DF-4D32-AD91-209A80E7A2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8320" y="36937"/>
              <a:ext cx="9767847" cy="6858000"/>
            </a:xfrm>
            <a:custGeom>
              <a:avLst/>
              <a:gdLst>
                <a:gd name="connsiteX0" fmla="*/ 7151367 w 9767847"/>
                <a:gd name="connsiteY0" fmla="*/ 0 h 6858000"/>
                <a:gd name="connsiteX1" fmla="*/ 7881247 w 9767847"/>
                <a:gd name="connsiteY1" fmla="*/ 0 h 6858000"/>
                <a:gd name="connsiteX2" fmla="*/ 7990553 w 9767847"/>
                <a:gd name="connsiteY2" fmla="*/ 81317 h 6858000"/>
                <a:gd name="connsiteX3" fmla="*/ 9767847 w 9767847"/>
                <a:gd name="connsiteY3" fmla="*/ 3649031 h 6858000"/>
                <a:gd name="connsiteX4" fmla="*/ 8652597 w 9767847"/>
                <a:gd name="connsiteY4" fmla="*/ 6590005 h 6858000"/>
                <a:gd name="connsiteX5" fmla="*/ 8395306 w 9767847"/>
                <a:gd name="connsiteY5" fmla="*/ 6858000 h 6858000"/>
                <a:gd name="connsiteX6" fmla="*/ 6762603 w 9767847"/>
                <a:gd name="connsiteY6" fmla="*/ 6858000 h 6858000"/>
                <a:gd name="connsiteX7" fmla="*/ 6765962 w 9767847"/>
                <a:gd name="connsiteY7" fmla="*/ 6854844 h 6858000"/>
                <a:gd name="connsiteX8" fmla="*/ 6804586 w 9767847"/>
                <a:gd name="connsiteY8" fmla="*/ 6817103 h 6858000"/>
                <a:gd name="connsiteX9" fmla="*/ 6881735 w 9767847"/>
                <a:gd name="connsiteY9" fmla="*/ 6741197 h 6858000"/>
                <a:gd name="connsiteX10" fmla="*/ 6958883 w 9767847"/>
                <a:gd name="connsiteY10" fmla="*/ 6664822 h 6858000"/>
                <a:gd name="connsiteX11" fmla="*/ 7267925 w 9767847"/>
                <a:gd name="connsiteY11" fmla="*/ 6355694 h 6858000"/>
                <a:gd name="connsiteX12" fmla="*/ 7424360 w 9767847"/>
                <a:gd name="connsiteY12" fmla="*/ 6200685 h 6858000"/>
                <a:gd name="connsiteX13" fmla="*/ 7504938 w 9767847"/>
                <a:gd name="connsiteY13" fmla="*/ 6122708 h 6858000"/>
                <a:gd name="connsiteX14" fmla="*/ 7546396 w 9767847"/>
                <a:gd name="connsiteY14" fmla="*/ 6083697 h 6858000"/>
                <a:gd name="connsiteX15" fmla="*/ 7588002 w 9767847"/>
                <a:gd name="connsiteY15" fmla="*/ 6045532 h 6858000"/>
                <a:gd name="connsiteX16" fmla="*/ 7631000 w 9767847"/>
                <a:gd name="connsiteY16" fmla="*/ 6006709 h 6858000"/>
                <a:gd name="connsiteX17" fmla="*/ 7675440 w 9767847"/>
                <a:gd name="connsiteY17" fmla="*/ 5968309 h 6858000"/>
                <a:gd name="connsiteX18" fmla="*/ 7720626 w 9767847"/>
                <a:gd name="connsiteY18" fmla="*/ 5930851 h 6858000"/>
                <a:gd name="connsiteX19" fmla="*/ 7766458 w 9767847"/>
                <a:gd name="connsiteY19" fmla="*/ 5894334 h 6858000"/>
                <a:gd name="connsiteX20" fmla="*/ 7955254 w 9767847"/>
                <a:gd name="connsiteY20" fmla="*/ 5756828 h 6858000"/>
                <a:gd name="connsiteX21" fmla="*/ 8352678 w 9767847"/>
                <a:gd name="connsiteY21" fmla="*/ 5517630 h 6858000"/>
                <a:gd name="connsiteX22" fmla="*/ 8451350 w 9767847"/>
                <a:gd name="connsiteY22" fmla="*/ 5465254 h 6858000"/>
                <a:gd name="connsiteX23" fmla="*/ 8548532 w 9767847"/>
                <a:gd name="connsiteY23" fmla="*/ 5413395 h 6858000"/>
                <a:gd name="connsiteX24" fmla="*/ 8729473 w 9767847"/>
                <a:gd name="connsiteY24" fmla="*/ 5309961 h 6858000"/>
                <a:gd name="connsiteX25" fmla="*/ 8770781 w 9767847"/>
                <a:gd name="connsiteY25" fmla="*/ 5283232 h 6858000"/>
                <a:gd name="connsiteX26" fmla="*/ 8790964 w 9767847"/>
                <a:gd name="connsiteY26" fmla="*/ 5269492 h 6858000"/>
                <a:gd name="connsiteX27" fmla="*/ 8810499 w 9767847"/>
                <a:gd name="connsiteY27" fmla="*/ 5255703 h 6858000"/>
                <a:gd name="connsiteX28" fmla="*/ 8883571 w 9767847"/>
                <a:gd name="connsiteY28" fmla="*/ 5198479 h 6858000"/>
                <a:gd name="connsiteX29" fmla="*/ 9006651 w 9767847"/>
                <a:gd name="connsiteY29" fmla="*/ 5070527 h 6858000"/>
                <a:gd name="connsiteX30" fmla="*/ 9033494 w 9767847"/>
                <a:gd name="connsiteY30" fmla="*/ 5034105 h 6858000"/>
                <a:gd name="connsiteX31" fmla="*/ 9040305 w 9767847"/>
                <a:gd name="connsiteY31" fmla="*/ 5024551 h 6858000"/>
                <a:gd name="connsiteX32" fmla="*/ 9046568 w 9767847"/>
                <a:gd name="connsiteY32" fmla="*/ 5015281 h 6858000"/>
                <a:gd name="connsiteX33" fmla="*/ 9058846 w 9767847"/>
                <a:gd name="connsiteY33" fmla="*/ 4996645 h 6858000"/>
                <a:gd name="connsiteX34" fmla="*/ 9104529 w 9767847"/>
                <a:gd name="connsiteY34" fmla="*/ 4918105 h 6858000"/>
                <a:gd name="connsiteX35" fmla="*/ 9181081 w 9767847"/>
                <a:gd name="connsiteY35" fmla="*/ 4744694 h 6858000"/>
                <a:gd name="connsiteX36" fmla="*/ 9240731 w 9767847"/>
                <a:gd name="connsiteY36" fmla="*/ 4557872 h 6858000"/>
                <a:gd name="connsiteX37" fmla="*/ 9265388 w 9767847"/>
                <a:gd name="connsiteY37" fmla="*/ 4461073 h 6858000"/>
                <a:gd name="connsiteX38" fmla="*/ 9276571 w 9767847"/>
                <a:gd name="connsiteY38" fmla="*/ 4411943 h 6858000"/>
                <a:gd name="connsiteX39" fmla="*/ 9281841 w 9767847"/>
                <a:gd name="connsiteY39" fmla="*/ 4387379 h 6858000"/>
                <a:gd name="connsiteX40" fmla="*/ 9286513 w 9767847"/>
                <a:gd name="connsiteY40" fmla="*/ 4364838 h 6858000"/>
                <a:gd name="connsiteX41" fmla="*/ 9296754 w 9767847"/>
                <a:gd name="connsiteY41" fmla="*/ 4312038 h 6858000"/>
                <a:gd name="connsiteX42" fmla="*/ 9301029 w 9767847"/>
                <a:gd name="connsiteY42" fmla="*/ 4289074 h 6858000"/>
                <a:gd name="connsiteX43" fmla="*/ 9302818 w 9767847"/>
                <a:gd name="connsiteY43" fmla="*/ 4278581 h 6858000"/>
                <a:gd name="connsiteX44" fmla="*/ 9304658 w 9767847"/>
                <a:gd name="connsiteY44" fmla="*/ 4266816 h 6858000"/>
                <a:gd name="connsiteX45" fmla="*/ 9312810 w 9767847"/>
                <a:gd name="connsiteY45" fmla="*/ 4215945 h 6858000"/>
                <a:gd name="connsiteX46" fmla="*/ 9316887 w 9767847"/>
                <a:gd name="connsiteY46" fmla="*/ 4190486 h 6858000"/>
                <a:gd name="connsiteX47" fmla="*/ 9318923 w 9767847"/>
                <a:gd name="connsiteY47" fmla="*/ 4177780 h 6858000"/>
                <a:gd name="connsiteX48" fmla="*/ 9320515 w 9767847"/>
                <a:gd name="connsiteY48" fmla="*/ 4164886 h 6858000"/>
                <a:gd name="connsiteX49" fmla="*/ 9332445 w 9767847"/>
                <a:gd name="connsiteY49" fmla="*/ 4064981 h 6858000"/>
                <a:gd name="connsiteX50" fmla="*/ 9336173 w 9767847"/>
                <a:gd name="connsiteY50" fmla="*/ 4018676 h 6858000"/>
                <a:gd name="connsiteX51" fmla="*/ 9340199 w 9767847"/>
                <a:gd name="connsiteY51" fmla="*/ 3965171 h 6858000"/>
                <a:gd name="connsiteX52" fmla="*/ 9347557 w 9767847"/>
                <a:gd name="connsiteY52" fmla="*/ 3765972 h 6858000"/>
                <a:gd name="connsiteX53" fmla="*/ 9346364 w 9767847"/>
                <a:gd name="connsiteY53" fmla="*/ 3664938 h 6858000"/>
                <a:gd name="connsiteX54" fmla="*/ 9344921 w 9767847"/>
                <a:gd name="connsiteY54" fmla="*/ 3615243 h 6858000"/>
                <a:gd name="connsiteX55" fmla="*/ 9344524 w 9767847"/>
                <a:gd name="connsiteY55" fmla="*/ 3603526 h 6858000"/>
                <a:gd name="connsiteX56" fmla="*/ 9343728 w 9767847"/>
                <a:gd name="connsiteY56" fmla="*/ 3590774 h 6858000"/>
                <a:gd name="connsiteX57" fmla="*/ 9342188 w 9767847"/>
                <a:gd name="connsiteY57" fmla="*/ 3565268 h 6858000"/>
                <a:gd name="connsiteX58" fmla="*/ 9339056 w 9767847"/>
                <a:gd name="connsiteY58" fmla="*/ 3514256 h 6858000"/>
                <a:gd name="connsiteX59" fmla="*/ 9334334 w 9767847"/>
                <a:gd name="connsiteY59" fmla="*/ 3463057 h 6858000"/>
                <a:gd name="connsiteX60" fmla="*/ 9329363 w 9767847"/>
                <a:gd name="connsiteY60" fmla="*/ 3411810 h 6858000"/>
                <a:gd name="connsiteX61" fmla="*/ 9328319 w 9767847"/>
                <a:gd name="connsiteY61" fmla="*/ 3400657 h 6858000"/>
                <a:gd name="connsiteX62" fmla="*/ 9327177 w 9767847"/>
                <a:gd name="connsiteY62" fmla="*/ 3390116 h 6858000"/>
                <a:gd name="connsiteX63" fmla="*/ 9324293 w 9767847"/>
                <a:gd name="connsiteY63" fmla="*/ 3366774 h 6858000"/>
                <a:gd name="connsiteX64" fmla="*/ 9320763 w 9767847"/>
                <a:gd name="connsiteY64" fmla="*/ 3340329 h 6858000"/>
                <a:gd name="connsiteX65" fmla="*/ 9317184 w 9767847"/>
                <a:gd name="connsiteY65" fmla="*/ 3311245 h 6858000"/>
                <a:gd name="connsiteX66" fmla="*/ 9311021 w 9767847"/>
                <a:gd name="connsiteY66" fmla="*/ 3266211 h 6858000"/>
                <a:gd name="connsiteX67" fmla="*/ 9302719 w 9767847"/>
                <a:gd name="connsiteY67" fmla="*/ 3215717 h 6858000"/>
                <a:gd name="connsiteX68" fmla="*/ 9293970 w 9767847"/>
                <a:gd name="connsiteY68" fmla="*/ 3165789 h 6858000"/>
                <a:gd name="connsiteX69" fmla="*/ 9252065 w 9767847"/>
                <a:gd name="connsiteY69" fmla="*/ 2967107 h 6858000"/>
                <a:gd name="connsiteX70" fmla="*/ 9227211 w 9767847"/>
                <a:gd name="connsiteY70" fmla="*/ 2868473 h 6858000"/>
                <a:gd name="connsiteX71" fmla="*/ 9220699 w 9767847"/>
                <a:gd name="connsiteY71" fmla="*/ 2844426 h 6858000"/>
                <a:gd name="connsiteX72" fmla="*/ 9213740 w 9767847"/>
                <a:gd name="connsiteY72" fmla="*/ 2820191 h 6858000"/>
                <a:gd name="connsiteX73" fmla="*/ 9199374 w 9767847"/>
                <a:gd name="connsiteY73" fmla="*/ 2771438 h 6858000"/>
                <a:gd name="connsiteX74" fmla="*/ 9061829 w 9767847"/>
                <a:gd name="connsiteY74" fmla="*/ 2385418 h 6858000"/>
                <a:gd name="connsiteX75" fmla="*/ 8978865 w 9767847"/>
                <a:gd name="connsiteY75" fmla="*/ 2196855 h 6858000"/>
                <a:gd name="connsiteX76" fmla="*/ 8956694 w 9767847"/>
                <a:gd name="connsiteY76" fmla="*/ 2150219 h 6858000"/>
                <a:gd name="connsiteX77" fmla="*/ 8934176 w 9767847"/>
                <a:gd name="connsiteY77" fmla="*/ 2103914 h 6858000"/>
                <a:gd name="connsiteX78" fmla="*/ 8887151 w 9767847"/>
                <a:gd name="connsiteY78" fmla="*/ 2011350 h 6858000"/>
                <a:gd name="connsiteX79" fmla="*/ 8787533 w 9767847"/>
                <a:gd name="connsiteY79" fmla="*/ 1828527 h 6858000"/>
                <a:gd name="connsiteX80" fmla="*/ 8761485 w 9767847"/>
                <a:gd name="connsiteY80" fmla="*/ 1783398 h 6858000"/>
                <a:gd name="connsiteX81" fmla="*/ 8734791 w 9767847"/>
                <a:gd name="connsiteY81" fmla="*/ 1737893 h 6858000"/>
                <a:gd name="connsiteX82" fmla="*/ 8680808 w 9767847"/>
                <a:gd name="connsiteY82" fmla="*/ 1648812 h 6858000"/>
                <a:gd name="connsiteX83" fmla="*/ 8567024 w 9767847"/>
                <a:gd name="connsiteY83" fmla="*/ 1472906 h 6858000"/>
                <a:gd name="connsiteX84" fmla="*/ 8537446 w 9767847"/>
                <a:gd name="connsiteY84" fmla="*/ 1429330 h 6858000"/>
                <a:gd name="connsiteX85" fmla="*/ 8507423 w 9767847"/>
                <a:gd name="connsiteY85" fmla="*/ 1385896 h 6858000"/>
                <a:gd name="connsiteX86" fmla="*/ 8446529 w 9767847"/>
                <a:gd name="connsiteY86" fmla="*/ 1300295 h 6858000"/>
                <a:gd name="connsiteX87" fmla="*/ 8319224 w 9767847"/>
                <a:gd name="connsiteY87" fmla="*/ 1131026 h 6858000"/>
                <a:gd name="connsiteX88" fmla="*/ 8286366 w 9767847"/>
                <a:gd name="connsiteY88" fmla="*/ 1089050 h 6858000"/>
                <a:gd name="connsiteX89" fmla="*/ 8270161 w 9767847"/>
                <a:gd name="connsiteY89" fmla="*/ 1068439 h 6858000"/>
                <a:gd name="connsiteX90" fmla="*/ 8253856 w 9767847"/>
                <a:gd name="connsiteY90" fmla="*/ 1048156 h 6858000"/>
                <a:gd name="connsiteX91" fmla="*/ 8186352 w 9767847"/>
                <a:gd name="connsiteY91" fmla="*/ 966275 h 6858000"/>
                <a:gd name="connsiteX92" fmla="*/ 8046768 w 9767847"/>
                <a:gd name="connsiteY92" fmla="*/ 805429 h 6858000"/>
                <a:gd name="connsiteX93" fmla="*/ 8010927 w 9767847"/>
                <a:gd name="connsiteY93" fmla="*/ 765853 h 6858000"/>
                <a:gd name="connsiteX94" fmla="*/ 7974788 w 9767847"/>
                <a:gd name="connsiteY94" fmla="*/ 726653 h 6858000"/>
                <a:gd name="connsiteX95" fmla="*/ 7901070 w 9767847"/>
                <a:gd name="connsiteY95" fmla="*/ 648724 h 6858000"/>
                <a:gd name="connsiteX96" fmla="*/ 7750054 w 9767847"/>
                <a:gd name="connsiteY96" fmla="*/ 497008 h 6858000"/>
                <a:gd name="connsiteX97" fmla="*/ 7592277 w 9767847"/>
                <a:gd name="connsiteY97" fmla="*/ 351221 h 6858000"/>
                <a:gd name="connsiteX98" fmla="*/ 7257734 w 9767847"/>
                <a:gd name="connsiteY98" fmla="*/ 76964 h 6858000"/>
                <a:gd name="connsiteX99" fmla="*/ 1886601 w 9767847"/>
                <a:gd name="connsiteY99" fmla="*/ 0 h 6858000"/>
                <a:gd name="connsiteX100" fmla="*/ 2292926 w 9767847"/>
                <a:gd name="connsiteY100" fmla="*/ 0 h 6858000"/>
                <a:gd name="connsiteX101" fmla="*/ 2135542 w 9767847"/>
                <a:gd name="connsiteY101" fmla="*/ 117781 h 6858000"/>
                <a:gd name="connsiteX102" fmla="*/ 1969576 w 9767847"/>
                <a:gd name="connsiteY102" fmla="*/ 254986 h 6858000"/>
                <a:gd name="connsiteX103" fmla="*/ 1659938 w 9767847"/>
                <a:gd name="connsiteY103" fmla="*/ 549855 h 6858000"/>
                <a:gd name="connsiteX104" fmla="*/ 729383 w 9767847"/>
                <a:gd name="connsiteY104" fmla="*/ 1936480 h 6858000"/>
                <a:gd name="connsiteX105" fmla="*/ 578465 w 9767847"/>
                <a:gd name="connsiteY105" fmla="*/ 2320807 h 6858000"/>
                <a:gd name="connsiteX106" fmla="*/ 465080 w 9767847"/>
                <a:gd name="connsiteY106" fmla="*/ 2714875 h 6858000"/>
                <a:gd name="connsiteX107" fmla="*/ 423820 w 9767847"/>
                <a:gd name="connsiteY107" fmla="*/ 2915436 h 6858000"/>
                <a:gd name="connsiteX108" fmla="*/ 392355 w 9767847"/>
                <a:gd name="connsiteY108" fmla="*/ 3118071 h 6858000"/>
                <a:gd name="connsiteX109" fmla="*/ 358801 w 9767847"/>
                <a:gd name="connsiteY109" fmla="*/ 3526915 h 6858000"/>
                <a:gd name="connsiteX110" fmla="*/ 410350 w 9767847"/>
                <a:gd name="connsiteY110" fmla="*/ 4348226 h 6858000"/>
                <a:gd name="connsiteX111" fmla="*/ 449022 w 9767847"/>
                <a:gd name="connsiteY111" fmla="*/ 4551049 h 6858000"/>
                <a:gd name="connsiteX112" fmla="*/ 498882 w 9767847"/>
                <a:gd name="connsiteY112" fmla="*/ 4752365 h 6858000"/>
                <a:gd name="connsiteX113" fmla="*/ 559775 w 9767847"/>
                <a:gd name="connsiteY113" fmla="*/ 4951657 h 6858000"/>
                <a:gd name="connsiteX114" fmla="*/ 631406 w 9767847"/>
                <a:gd name="connsiteY114" fmla="*/ 5147986 h 6858000"/>
                <a:gd name="connsiteX115" fmla="*/ 1023461 w 9767847"/>
                <a:gd name="connsiteY115" fmla="*/ 5893957 h 6858000"/>
                <a:gd name="connsiteX116" fmla="*/ 1575880 w 9767847"/>
                <a:gd name="connsiteY116" fmla="*/ 6547646 h 6858000"/>
                <a:gd name="connsiteX117" fmla="*/ 1905228 w 9767847"/>
                <a:gd name="connsiteY117" fmla="*/ 6829468 h 6858000"/>
                <a:gd name="connsiteX118" fmla="*/ 1944230 w 9767847"/>
                <a:gd name="connsiteY118" fmla="*/ 6858000 h 6858000"/>
                <a:gd name="connsiteX119" fmla="*/ 1372541 w 9767847"/>
                <a:gd name="connsiteY119" fmla="*/ 6858000 h 6858000"/>
                <a:gd name="connsiteX120" fmla="*/ 1115251 w 9767847"/>
                <a:gd name="connsiteY120" fmla="*/ 6590005 h 6858000"/>
                <a:gd name="connsiteX121" fmla="*/ 0 w 9767847"/>
                <a:gd name="connsiteY121" fmla="*/ 3649031 h 6858000"/>
                <a:gd name="connsiteX122" fmla="*/ 1777294 w 9767847"/>
                <a:gd name="connsiteY122" fmla="*/ 813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9767847" h="6858000">
                  <a:moveTo>
                    <a:pt x="7151367" y="0"/>
                  </a:moveTo>
                  <a:lnTo>
                    <a:pt x="7881247" y="0"/>
                  </a:lnTo>
                  <a:lnTo>
                    <a:pt x="7990553" y="81317"/>
                  </a:lnTo>
                  <a:cubicBezTo>
                    <a:pt x="9075991" y="929334"/>
                    <a:pt x="9767847" y="2212695"/>
                    <a:pt x="9767847" y="3649031"/>
                  </a:cubicBezTo>
                  <a:cubicBezTo>
                    <a:pt x="9767847" y="4766182"/>
                    <a:pt x="9349317" y="5790792"/>
                    <a:pt x="8652597" y="6590005"/>
                  </a:cubicBezTo>
                  <a:lnTo>
                    <a:pt x="8395306" y="6858000"/>
                  </a:lnTo>
                  <a:lnTo>
                    <a:pt x="6762603" y="6858000"/>
                  </a:lnTo>
                  <a:lnTo>
                    <a:pt x="6765962" y="6854844"/>
                  </a:lnTo>
                  <a:cubicBezTo>
                    <a:pt x="6779036" y="6842703"/>
                    <a:pt x="6791663" y="6829621"/>
                    <a:pt x="6804586" y="6817103"/>
                  </a:cubicBezTo>
                  <a:lnTo>
                    <a:pt x="6881735" y="6741197"/>
                  </a:lnTo>
                  <a:cubicBezTo>
                    <a:pt x="6907435" y="6715881"/>
                    <a:pt x="6933134" y="6690798"/>
                    <a:pt x="6958883" y="6664822"/>
                  </a:cubicBezTo>
                  <a:lnTo>
                    <a:pt x="7267925" y="6355694"/>
                  </a:lnTo>
                  <a:lnTo>
                    <a:pt x="7424360" y="6200685"/>
                  </a:lnTo>
                  <a:cubicBezTo>
                    <a:pt x="7450754" y="6174802"/>
                    <a:pt x="7477598" y="6148731"/>
                    <a:pt x="7504938" y="6122708"/>
                  </a:cubicBezTo>
                  <a:lnTo>
                    <a:pt x="7546396" y="6083697"/>
                  </a:lnTo>
                  <a:cubicBezTo>
                    <a:pt x="7560264" y="6070803"/>
                    <a:pt x="7574780" y="6057532"/>
                    <a:pt x="7588002" y="6045532"/>
                  </a:cubicBezTo>
                  <a:lnTo>
                    <a:pt x="7631000" y="6006709"/>
                  </a:lnTo>
                  <a:lnTo>
                    <a:pt x="7675440" y="5968309"/>
                  </a:lnTo>
                  <a:cubicBezTo>
                    <a:pt x="7690404" y="5955698"/>
                    <a:pt x="7705564" y="5943321"/>
                    <a:pt x="7720626" y="5930851"/>
                  </a:cubicBezTo>
                  <a:cubicBezTo>
                    <a:pt x="7735738" y="5918427"/>
                    <a:pt x="7751197" y="5906521"/>
                    <a:pt x="7766458" y="5894334"/>
                  </a:cubicBezTo>
                  <a:cubicBezTo>
                    <a:pt x="7827949" y="5846192"/>
                    <a:pt x="7890979" y="5800499"/>
                    <a:pt x="7955254" y="5756828"/>
                  </a:cubicBezTo>
                  <a:cubicBezTo>
                    <a:pt x="8083800" y="5669534"/>
                    <a:pt x="8216872" y="5590336"/>
                    <a:pt x="8352678" y="5517630"/>
                  </a:cubicBezTo>
                  <a:lnTo>
                    <a:pt x="8451350" y="5465254"/>
                  </a:lnTo>
                  <a:lnTo>
                    <a:pt x="8548532" y="5413395"/>
                  </a:lnTo>
                  <a:cubicBezTo>
                    <a:pt x="8612110" y="5379090"/>
                    <a:pt x="8673251" y="5345208"/>
                    <a:pt x="8729473" y="5309961"/>
                  </a:cubicBezTo>
                  <a:cubicBezTo>
                    <a:pt x="8743591" y="5301115"/>
                    <a:pt x="8757161" y="5292361"/>
                    <a:pt x="8770781" y="5283232"/>
                  </a:cubicBezTo>
                  <a:cubicBezTo>
                    <a:pt x="8777591" y="5278667"/>
                    <a:pt x="8784451" y="5274103"/>
                    <a:pt x="8790964" y="5269492"/>
                  </a:cubicBezTo>
                  <a:cubicBezTo>
                    <a:pt x="8797574" y="5264879"/>
                    <a:pt x="8804235" y="5260314"/>
                    <a:pt x="8810499" y="5255703"/>
                  </a:cubicBezTo>
                  <a:cubicBezTo>
                    <a:pt x="8835999" y="5237303"/>
                    <a:pt x="8860407" y="5218291"/>
                    <a:pt x="8883571" y="5198479"/>
                  </a:cubicBezTo>
                  <a:cubicBezTo>
                    <a:pt x="8929900" y="5158856"/>
                    <a:pt x="8971258" y="5116315"/>
                    <a:pt x="9006651" y="5070527"/>
                  </a:cubicBezTo>
                  <a:cubicBezTo>
                    <a:pt x="9015351" y="5059328"/>
                    <a:pt x="9024398" y="5046857"/>
                    <a:pt x="9033494" y="5034105"/>
                  </a:cubicBezTo>
                  <a:lnTo>
                    <a:pt x="9040305" y="5024551"/>
                  </a:lnTo>
                  <a:lnTo>
                    <a:pt x="9046568" y="5015281"/>
                  </a:lnTo>
                  <a:cubicBezTo>
                    <a:pt x="9050743" y="5009163"/>
                    <a:pt x="9054819" y="5002952"/>
                    <a:pt x="9058846" y="4996645"/>
                  </a:cubicBezTo>
                  <a:cubicBezTo>
                    <a:pt x="9075002" y="4971517"/>
                    <a:pt x="9090212" y="4945305"/>
                    <a:pt x="9104529" y="4918105"/>
                  </a:cubicBezTo>
                  <a:cubicBezTo>
                    <a:pt x="9133211" y="4863752"/>
                    <a:pt x="9158313" y="4805447"/>
                    <a:pt x="9181081" y="4744694"/>
                  </a:cubicBezTo>
                  <a:cubicBezTo>
                    <a:pt x="9203748" y="4684178"/>
                    <a:pt x="9223383" y="4621778"/>
                    <a:pt x="9240731" y="4557872"/>
                  </a:cubicBezTo>
                  <a:cubicBezTo>
                    <a:pt x="9249481" y="4525966"/>
                    <a:pt x="9257682" y="4493684"/>
                    <a:pt x="9265388" y="4461073"/>
                  </a:cubicBezTo>
                  <a:cubicBezTo>
                    <a:pt x="9269215" y="4444744"/>
                    <a:pt x="9272943" y="4428367"/>
                    <a:pt x="9276571" y="4411943"/>
                  </a:cubicBezTo>
                  <a:lnTo>
                    <a:pt x="9281841" y="4387379"/>
                  </a:lnTo>
                  <a:lnTo>
                    <a:pt x="9286513" y="4364838"/>
                  </a:lnTo>
                  <a:lnTo>
                    <a:pt x="9296754" y="4312038"/>
                  </a:lnTo>
                  <a:lnTo>
                    <a:pt x="9301029" y="4289074"/>
                  </a:lnTo>
                  <a:lnTo>
                    <a:pt x="9302818" y="4278581"/>
                  </a:lnTo>
                  <a:lnTo>
                    <a:pt x="9304658" y="4266816"/>
                  </a:lnTo>
                  <a:lnTo>
                    <a:pt x="9312810" y="4215945"/>
                  </a:lnTo>
                  <a:lnTo>
                    <a:pt x="9316887" y="4190486"/>
                  </a:lnTo>
                  <a:lnTo>
                    <a:pt x="9318923" y="4177780"/>
                  </a:lnTo>
                  <a:cubicBezTo>
                    <a:pt x="9319570" y="4173546"/>
                    <a:pt x="9319969" y="4169169"/>
                    <a:pt x="9320515" y="4164886"/>
                  </a:cubicBezTo>
                  <a:lnTo>
                    <a:pt x="9332445" y="4064981"/>
                  </a:lnTo>
                  <a:cubicBezTo>
                    <a:pt x="9333836" y="4052370"/>
                    <a:pt x="9334880" y="4036888"/>
                    <a:pt x="9336173" y="4018676"/>
                  </a:cubicBezTo>
                  <a:lnTo>
                    <a:pt x="9340199" y="3965171"/>
                  </a:lnTo>
                  <a:cubicBezTo>
                    <a:pt x="9345071" y="3899806"/>
                    <a:pt x="9347358" y="3832983"/>
                    <a:pt x="9347557" y="3765972"/>
                  </a:cubicBezTo>
                  <a:cubicBezTo>
                    <a:pt x="9347656" y="3732420"/>
                    <a:pt x="9347209" y="3698773"/>
                    <a:pt x="9346364" y="3664938"/>
                  </a:cubicBezTo>
                  <a:lnTo>
                    <a:pt x="9344921" y="3615243"/>
                  </a:lnTo>
                  <a:lnTo>
                    <a:pt x="9344524" y="3603526"/>
                  </a:lnTo>
                  <a:lnTo>
                    <a:pt x="9343728" y="3590774"/>
                  </a:lnTo>
                  <a:lnTo>
                    <a:pt x="9342188" y="3565268"/>
                  </a:lnTo>
                  <a:lnTo>
                    <a:pt x="9339056" y="3514256"/>
                  </a:lnTo>
                  <a:cubicBezTo>
                    <a:pt x="9337914" y="3497221"/>
                    <a:pt x="9335874" y="3480138"/>
                    <a:pt x="9334334" y="3463057"/>
                  </a:cubicBezTo>
                  <a:lnTo>
                    <a:pt x="9329363" y="3411810"/>
                  </a:lnTo>
                  <a:lnTo>
                    <a:pt x="9328319" y="3400657"/>
                  </a:lnTo>
                  <a:lnTo>
                    <a:pt x="9327177" y="3390116"/>
                  </a:lnTo>
                  <a:lnTo>
                    <a:pt x="9324293" y="3366774"/>
                  </a:lnTo>
                  <a:lnTo>
                    <a:pt x="9320763" y="3340329"/>
                  </a:lnTo>
                  <a:lnTo>
                    <a:pt x="9317184" y="3311245"/>
                  </a:lnTo>
                  <a:cubicBezTo>
                    <a:pt x="9315594" y="3296893"/>
                    <a:pt x="9313506" y="3282306"/>
                    <a:pt x="9311021" y="3266211"/>
                  </a:cubicBezTo>
                  <a:lnTo>
                    <a:pt x="9302719" y="3215717"/>
                  </a:lnTo>
                  <a:cubicBezTo>
                    <a:pt x="9299936" y="3199059"/>
                    <a:pt x="9297003" y="3182400"/>
                    <a:pt x="9293970" y="3165789"/>
                  </a:cubicBezTo>
                  <a:cubicBezTo>
                    <a:pt x="9281891" y="3099295"/>
                    <a:pt x="9267674" y="3033084"/>
                    <a:pt x="9252065" y="2967107"/>
                  </a:cubicBezTo>
                  <a:cubicBezTo>
                    <a:pt x="9244261" y="2934167"/>
                    <a:pt x="9235959" y="2901273"/>
                    <a:pt x="9227211" y="2868473"/>
                  </a:cubicBezTo>
                  <a:lnTo>
                    <a:pt x="9220699" y="2844426"/>
                  </a:lnTo>
                  <a:lnTo>
                    <a:pt x="9213740" y="2820191"/>
                  </a:lnTo>
                  <a:cubicBezTo>
                    <a:pt x="9209216" y="2804049"/>
                    <a:pt x="9204345" y="2787768"/>
                    <a:pt x="9199374" y="2771438"/>
                  </a:cubicBezTo>
                  <a:cubicBezTo>
                    <a:pt x="9159855" y="2641086"/>
                    <a:pt x="9114272" y="2512099"/>
                    <a:pt x="9061829" y="2385418"/>
                  </a:cubicBezTo>
                  <a:cubicBezTo>
                    <a:pt x="9035582" y="2322077"/>
                    <a:pt x="9008043" y="2259160"/>
                    <a:pt x="8978865" y="2196855"/>
                  </a:cubicBezTo>
                  <a:lnTo>
                    <a:pt x="8956694" y="2150219"/>
                  </a:lnTo>
                  <a:lnTo>
                    <a:pt x="8934176" y="2103914"/>
                  </a:lnTo>
                  <a:cubicBezTo>
                    <a:pt x="8918915" y="2073091"/>
                    <a:pt x="8903157" y="2042032"/>
                    <a:pt x="8887151" y="2011350"/>
                  </a:cubicBezTo>
                  <a:cubicBezTo>
                    <a:pt x="8854988" y="1949891"/>
                    <a:pt x="8822082" y="1888810"/>
                    <a:pt x="8787533" y="1828527"/>
                  </a:cubicBezTo>
                  <a:lnTo>
                    <a:pt x="8761485" y="1783398"/>
                  </a:lnTo>
                  <a:lnTo>
                    <a:pt x="8734791" y="1737893"/>
                  </a:lnTo>
                  <a:cubicBezTo>
                    <a:pt x="8717047" y="1707823"/>
                    <a:pt x="8699200" y="1678363"/>
                    <a:pt x="8680808" y="1648812"/>
                  </a:cubicBezTo>
                  <a:cubicBezTo>
                    <a:pt x="8644322" y="1589658"/>
                    <a:pt x="8606194" y="1531118"/>
                    <a:pt x="8567024" y="1472906"/>
                  </a:cubicBezTo>
                  <a:lnTo>
                    <a:pt x="8537446" y="1429330"/>
                  </a:lnTo>
                  <a:lnTo>
                    <a:pt x="8507423" y="1385896"/>
                  </a:lnTo>
                  <a:cubicBezTo>
                    <a:pt x="8487390" y="1357284"/>
                    <a:pt x="8467158" y="1328719"/>
                    <a:pt x="8446529" y="1300295"/>
                  </a:cubicBezTo>
                  <a:cubicBezTo>
                    <a:pt x="8405271" y="1243496"/>
                    <a:pt x="8362718" y="1187120"/>
                    <a:pt x="8319224" y="1131026"/>
                  </a:cubicBezTo>
                  <a:lnTo>
                    <a:pt x="8286366" y="1089050"/>
                  </a:lnTo>
                  <a:lnTo>
                    <a:pt x="8270161" y="1068439"/>
                  </a:lnTo>
                  <a:lnTo>
                    <a:pt x="8253856" y="1048156"/>
                  </a:lnTo>
                  <a:cubicBezTo>
                    <a:pt x="8231636" y="1020675"/>
                    <a:pt x="8209117" y="993381"/>
                    <a:pt x="8186352" y="966275"/>
                  </a:cubicBezTo>
                  <a:cubicBezTo>
                    <a:pt x="8140917" y="911922"/>
                    <a:pt x="8094240" y="858417"/>
                    <a:pt x="8046768" y="805429"/>
                  </a:cubicBezTo>
                  <a:lnTo>
                    <a:pt x="8010927" y="765853"/>
                  </a:lnTo>
                  <a:lnTo>
                    <a:pt x="7974788" y="726653"/>
                  </a:lnTo>
                  <a:cubicBezTo>
                    <a:pt x="7950382" y="700489"/>
                    <a:pt x="7925824" y="674465"/>
                    <a:pt x="7901070" y="648724"/>
                  </a:cubicBezTo>
                  <a:cubicBezTo>
                    <a:pt x="7851510" y="597289"/>
                    <a:pt x="7801404" y="546514"/>
                    <a:pt x="7750054" y="497008"/>
                  </a:cubicBezTo>
                  <a:cubicBezTo>
                    <a:pt x="7698902" y="447644"/>
                    <a:pt x="7645913" y="398938"/>
                    <a:pt x="7592277" y="351221"/>
                  </a:cubicBezTo>
                  <a:cubicBezTo>
                    <a:pt x="7484856" y="255786"/>
                    <a:pt x="7373308" y="164304"/>
                    <a:pt x="7257734" y="76964"/>
                  </a:cubicBezTo>
                  <a:close/>
                  <a:moveTo>
                    <a:pt x="1886601" y="0"/>
                  </a:moveTo>
                  <a:lnTo>
                    <a:pt x="2292926" y="0"/>
                  </a:lnTo>
                  <a:lnTo>
                    <a:pt x="2135542" y="117781"/>
                  </a:lnTo>
                  <a:cubicBezTo>
                    <a:pt x="2078998" y="162280"/>
                    <a:pt x="2023659" y="208045"/>
                    <a:pt x="1969576" y="254986"/>
                  </a:cubicBezTo>
                  <a:cubicBezTo>
                    <a:pt x="1861309" y="348820"/>
                    <a:pt x="1758064" y="447314"/>
                    <a:pt x="1659938" y="549855"/>
                  </a:cubicBezTo>
                  <a:cubicBezTo>
                    <a:pt x="1266987" y="960346"/>
                    <a:pt x="953820" y="1431495"/>
                    <a:pt x="729383" y="1936480"/>
                  </a:cubicBezTo>
                  <a:cubicBezTo>
                    <a:pt x="673260" y="2062362"/>
                    <a:pt x="622855" y="2190972"/>
                    <a:pt x="578465" y="2320807"/>
                  </a:cubicBezTo>
                  <a:cubicBezTo>
                    <a:pt x="534125" y="2450687"/>
                    <a:pt x="496147" y="2582216"/>
                    <a:pt x="465080" y="2714875"/>
                  </a:cubicBezTo>
                  <a:cubicBezTo>
                    <a:pt x="449769" y="2780991"/>
                    <a:pt x="435850" y="2848191"/>
                    <a:pt x="423820" y="2915436"/>
                  </a:cubicBezTo>
                  <a:cubicBezTo>
                    <a:pt x="411840" y="2982731"/>
                    <a:pt x="401054" y="3050260"/>
                    <a:pt x="392355" y="3118071"/>
                  </a:cubicBezTo>
                  <a:cubicBezTo>
                    <a:pt x="374509" y="3253646"/>
                    <a:pt x="363424" y="3389880"/>
                    <a:pt x="358801" y="3526915"/>
                  </a:cubicBezTo>
                  <a:cubicBezTo>
                    <a:pt x="349009" y="3800843"/>
                    <a:pt x="366357" y="4075570"/>
                    <a:pt x="410350" y="4348226"/>
                  </a:cubicBezTo>
                  <a:cubicBezTo>
                    <a:pt x="421286" y="4416132"/>
                    <a:pt x="434209" y="4483660"/>
                    <a:pt x="449022" y="4551049"/>
                  </a:cubicBezTo>
                  <a:cubicBezTo>
                    <a:pt x="463737" y="4618436"/>
                    <a:pt x="480389" y="4685588"/>
                    <a:pt x="498882" y="4752365"/>
                  </a:cubicBezTo>
                  <a:cubicBezTo>
                    <a:pt x="517373" y="4819141"/>
                    <a:pt x="537704" y="4885635"/>
                    <a:pt x="559775" y="4951657"/>
                  </a:cubicBezTo>
                  <a:cubicBezTo>
                    <a:pt x="581946" y="5017775"/>
                    <a:pt x="605358" y="5083375"/>
                    <a:pt x="631406" y="5147986"/>
                  </a:cubicBezTo>
                  <a:cubicBezTo>
                    <a:pt x="734055" y="5407608"/>
                    <a:pt x="865188" y="5658570"/>
                    <a:pt x="1023461" y="5893957"/>
                  </a:cubicBezTo>
                  <a:cubicBezTo>
                    <a:pt x="1181487" y="6129578"/>
                    <a:pt x="1367051" y="6349247"/>
                    <a:pt x="1575880" y="6547646"/>
                  </a:cubicBezTo>
                  <a:cubicBezTo>
                    <a:pt x="1680269" y="6646916"/>
                    <a:pt x="1790338" y="6740939"/>
                    <a:pt x="1905228" y="6829468"/>
                  </a:cubicBezTo>
                  <a:lnTo>
                    <a:pt x="1944230" y="6858000"/>
                  </a:lnTo>
                  <a:lnTo>
                    <a:pt x="1372541" y="6858000"/>
                  </a:lnTo>
                  <a:lnTo>
                    <a:pt x="1115251" y="6590005"/>
                  </a:lnTo>
                  <a:cubicBezTo>
                    <a:pt x="418530" y="5790792"/>
                    <a:pt x="0" y="4766182"/>
                    <a:pt x="0" y="3649031"/>
                  </a:cubicBezTo>
                  <a:cubicBezTo>
                    <a:pt x="0" y="2212695"/>
                    <a:pt x="691856" y="929334"/>
                    <a:pt x="1777294" y="81317"/>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1" name="Freeform: Shape 20">
              <a:extLst>
                <a:ext uri="{FF2B5EF4-FFF2-40B4-BE49-F238E27FC236}">
                  <a16:creationId xmlns:a16="http://schemas.microsoft.com/office/drawing/2014/main" id="{82B0ED5C-927D-4C5F-8F27-1B403820B9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3402" y="36937"/>
              <a:ext cx="9767847" cy="6858000"/>
            </a:xfrm>
            <a:custGeom>
              <a:avLst/>
              <a:gdLst>
                <a:gd name="connsiteX0" fmla="*/ 7145704 w 9767847"/>
                <a:gd name="connsiteY0" fmla="*/ 0 h 6858000"/>
                <a:gd name="connsiteX1" fmla="*/ 7875738 w 9767847"/>
                <a:gd name="connsiteY1" fmla="*/ 0 h 6858000"/>
                <a:gd name="connsiteX2" fmla="*/ 7990553 w 9767847"/>
                <a:gd name="connsiteY2" fmla="*/ 85415 h 6858000"/>
                <a:gd name="connsiteX3" fmla="*/ 9767847 w 9767847"/>
                <a:gd name="connsiteY3" fmla="*/ 3653129 h 6858000"/>
                <a:gd name="connsiteX4" fmla="*/ 8652597 w 9767847"/>
                <a:gd name="connsiteY4" fmla="*/ 6594103 h 6858000"/>
                <a:gd name="connsiteX5" fmla="*/ 8399240 w 9767847"/>
                <a:gd name="connsiteY5" fmla="*/ 6858000 h 6858000"/>
                <a:gd name="connsiteX6" fmla="*/ 6766926 w 9767847"/>
                <a:gd name="connsiteY6" fmla="*/ 6858000 h 6858000"/>
                <a:gd name="connsiteX7" fmla="*/ 6804586 w 9767847"/>
                <a:gd name="connsiteY7" fmla="*/ 6821201 h 6858000"/>
                <a:gd name="connsiteX8" fmla="*/ 6881735 w 9767847"/>
                <a:gd name="connsiteY8" fmla="*/ 6745295 h 6858000"/>
                <a:gd name="connsiteX9" fmla="*/ 6958883 w 9767847"/>
                <a:gd name="connsiteY9" fmla="*/ 6668920 h 6858000"/>
                <a:gd name="connsiteX10" fmla="*/ 7267925 w 9767847"/>
                <a:gd name="connsiteY10" fmla="*/ 6359792 h 6858000"/>
                <a:gd name="connsiteX11" fmla="*/ 7424360 w 9767847"/>
                <a:gd name="connsiteY11" fmla="*/ 6204783 h 6858000"/>
                <a:gd name="connsiteX12" fmla="*/ 7504938 w 9767847"/>
                <a:gd name="connsiteY12" fmla="*/ 6126806 h 6858000"/>
                <a:gd name="connsiteX13" fmla="*/ 7546396 w 9767847"/>
                <a:gd name="connsiteY13" fmla="*/ 6087795 h 6858000"/>
                <a:gd name="connsiteX14" fmla="*/ 7588002 w 9767847"/>
                <a:gd name="connsiteY14" fmla="*/ 6049630 h 6858000"/>
                <a:gd name="connsiteX15" fmla="*/ 7631000 w 9767847"/>
                <a:gd name="connsiteY15" fmla="*/ 6010807 h 6858000"/>
                <a:gd name="connsiteX16" fmla="*/ 7675440 w 9767847"/>
                <a:gd name="connsiteY16" fmla="*/ 5972407 h 6858000"/>
                <a:gd name="connsiteX17" fmla="*/ 7720626 w 9767847"/>
                <a:gd name="connsiteY17" fmla="*/ 5934949 h 6858000"/>
                <a:gd name="connsiteX18" fmla="*/ 7766458 w 9767847"/>
                <a:gd name="connsiteY18" fmla="*/ 5898432 h 6858000"/>
                <a:gd name="connsiteX19" fmla="*/ 7955254 w 9767847"/>
                <a:gd name="connsiteY19" fmla="*/ 5760926 h 6858000"/>
                <a:gd name="connsiteX20" fmla="*/ 8352678 w 9767847"/>
                <a:gd name="connsiteY20" fmla="*/ 5521728 h 6858000"/>
                <a:gd name="connsiteX21" fmla="*/ 8451350 w 9767847"/>
                <a:gd name="connsiteY21" fmla="*/ 5469352 h 6858000"/>
                <a:gd name="connsiteX22" fmla="*/ 8548532 w 9767847"/>
                <a:gd name="connsiteY22" fmla="*/ 5417493 h 6858000"/>
                <a:gd name="connsiteX23" fmla="*/ 8729473 w 9767847"/>
                <a:gd name="connsiteY23" fmla="*/ 5314059 h 6858000"/>
                <a:gd name="connsiteX24" fmla="*/ 8770781 w 9767847"/>
                <a:gd name="connsiteY24" fmla="*/ 5287330 h 6858000"/>
                <a:gd name="connsiteX25" fmla="*/ 8790964 w 9767847"/>
                <a:gd name="connsiteY25" fmla="*/ 5273590 h 6858000"/>
                <a:gd name="connsiteX26" fmla="*/ 8810499 w 9767847"/>
                <a:gd name="connsiteY26" fmla="*/ 5259801 h 6858000"/>
                <a:gd name="connsiteX27" fmla="*/ 8883571 w 9767847"/>
                <a:gd name="connsiteY27" fmla="*/ 5202577 h 6858000"/>
                <a:gd name="connsiteX28" fmla="*/ 9006651 w 9767847"/>
                <a:gd name="connsiteY28" fmla="*/ 5074625 h 6858000"/>
                <a:gd name="connsiteX29" fmla="*/ 9033494 w 9767847"/>
                <a:gd name="connsiteY29" fmla="*/ 5038203 h 6858000"/>
                <a:gd name="connsiteX30" fmla="*/ 9040305 w 9767847"/>
                <a:gd name="connsiteY30" fmla="*/ 5028649 h 6858000"/>
                <a:gd name="connsiteX31" fmla="*/ 9046568 w 9767847"/>
                <a:gd name="connsiteY31" fmla="*/ 5019379 h 6858000"/>
                <a:gd name="connsiteX32" fmla="*/ 9058846 w 9767847"/>
                <a:gd name="connsiteY32" fmla="*/ 5000743 h 6858000"/>
                <a:gd name="connsiteX33" fmla="*/ 9104529 w 9767847"/>
                <a:gd name="connsiteY33" fmla="*/ 4922203 h 6858000"/>
                <a:gd name="connsiteX34" fmla="*/ 9181081 w 9767847"/>
                <a:gd name="connsiteY34" fmla="*/ 4748792 h 6858000"/>
                <a:gd name="connsiteX35" fmla="*/ 9240731 w 9767847"/>
                <a:gd name="connsiteY35" fmla="*/ 4561970 h 6858000"/>
                <a:gd name="connsiteX36" fmla="*/ 9265388 w 9767847"/>
                <a:gd name="connsiteY36" fmla="*/ 4465171 h 6858000"/>
                <a:gd name="connsiteX37" fmla="*/ 9276571 w 9767847"/>
                <a:gd name="connsiteY37" fmla="*/ 4416041 h 6858000"/>
                <a:gd name="connsiteX38" fmla="*/ 9281841 w 9767847"/>
                <a:gd name="connsiteY38" fmla="*/ 4391477 h 6858000"/>
                <a:gd name="connsiteX39" fmla="*/ 9286513 w 9767847"/>
                <a:gd name="connsiteY39" fmla="*/ 4368936 h 6858000"/>
                <a:gd name="connsiteX40" fmla="*/ 9296754 w 9767847"/>
                <a:gd name="connsiteY40" fmla="*/ 4316136 h 6858000"/>
                <a:gd name="connsiteX41" fmla="*/ 9301029 w 9767847"/>
                <a:gd name="connsiteY41" fmla="*/ 4293172 h 6858000"/>
                <a:gd name="connsiteX42" fmla="*/ 9302818 w 9767847"/>
                <a:gd name="connsiteY42" fmla="*/ 4282679 h 6858000"/>
                <a:gd name="connsiteX43" fmla="*/ 9304658 w 9767847"/>
                <a:gd name="connsiteY43" fmla="*/ 4270914 h 6858000"/>
                <a:gd name="connsiteX44" fmla="*/ 9312810 w 9767847"/>
                <a:gd name="connsiteY44" fmla="*/ 4220043 h 6858000"/>
                <a:gd name="connsiteX45" fmla="*/ 9316887 w 9767847"/>
                <a:gd name="connsiteY45" fmla="*/ 4194584 h 6858000"/>
                <a:gd name="connsiteX46" fmla="*/ 9318923 w 9767847"/>
                <a:gd name="connsiteY46" fmla="*/ 4181878 h 6858000"/>
                <a:gd name="connsiteX47" fmla="*/ 9320515 w 9767847"/>
                <a:gd name="connsiteY47" fmla="*/ 4168984 h 6858000"/>
                <a:gd name="connsiteX48" fmla="*/ 9332445 w 9767847"/>
                <a:gd name="connsiteY48" fmla="*/ 4069079 h 6858000"/>
                <a:gd name="connsiteX49" fmla="*/ 9336173 w 9767847"/>
                <a:gd name="connsiteY49" fmla="*/ 4022774 h 6858000"/>
                <a:gd name="connsiteX50" fmla="*/ 9340199 w 9767847"/>
                <a:gd name="connsiteY50" fmla="*/ 3969269 h 6858000"/>
                <a:gd name="connsiteX51" fmla="*/ 9347557 w 9767847"/>
                <a:gd name="connsiteY51" fmla="*/ 3770070 h 6858000"/>
                <a:gd name="connsiteX52" fmla="*/ 9346364 w 9767847"/>
                <a:gd name="connsiteY52" fmla="*/ 3669036 h 6858000"/>
                <a:gd name="connsiteX53" fmla="*/ 9344921 w 9767847"/>
                <a:gd name="connsiteY53" fmla="*/ 3619341 h 6858000"/>
                <a:gd name="connsiteX54" fmla="*/ 9344524 w 9767847"/>
                <a:gd name="connsiteY54" fmla="*/ 3607624 h 6858000"/>
                <a:gd name="connsiteX55" fmla="*/ 9343728 w 9767847"/>
                <a:gd name="connsiteY55" fmla="*/ 3594872 h 6858000"/>
                <a:gd name="connsiteX56" fmla="*/ 9342188 w 9767847"/>
                <a:gd name="connsiteY56" fmla="*/ 3569366 h 6858000"/>
                <a:gd name="connsiteX57" fmla="*/ 9339056 w 9767847"/>
                <a:gd name="connsiteY57" fmla="*/ 3518354 h 6858000"/>
                <a:gd name="connsiteX58" fmla="*/ 9334334 w 9767847"/>
                <a:gd name="connsiteY58" fmla="*/ 3467155 h 6858000"/>
                <a:gd name="connsiteX59" fmla="*/ 9329363 w 9767847"/>
                <a:gd name="connsiteY59" fmla="*/ 3415908 h 6858000"/>
                <a:gd name="connsiteX60" fmla="*/ 9328319 w 9767847"/>
                <a:gd name="connsiteY60" fmla="*/ 3404755 h 6858000"/>
                <a:gd name="connsiteX61" fmla="*/ 9327177 w 9767847"/>
                <a:gd name="connsiteY61" fmla="*/ 3394214 h 6858000"/>
                <a:gd name="connsiteX62" fmla="*/ 9324293 w 9767847"/>
                <a:gd name="connsiteY62" fmla="*/ 3370872 h 6858000"/>
                <a:gd name="connsiteX63" fmla="*/ 9320763 w 9767847"/>
                <a:gd name="connsiteY63" fmla="*/ 3344427 h 6858000"/>
                <a:gd name="connsiteX64" fmla="*/ 9317184 w 9767847"/>
                <a:gd name="connsiteY64" fmla="*/ 3315343 h 6858000"/>
                <a:gd name="connsiteX65" fmla="*/ 9311021 w 9767847"/>
                <a:gd name="connsiteY65" fmla="*/ 3270309 h 6858000"/>
                <a:gd name="connsiteX66" fmla="*/ 9302719 w 9767847"/>
                <a:gd name="connsiteY66" fmla="*/ 3219815 h 6858000"/>
                <a:gd name="connsiteX67" fmla="*/ 9293970 w 9767847"/>
                <a:gd name="connsiteY67" fmla="*/ 3169887 h 6858000"/>
                <a:gd name="connsiteX68" fmla="*/ 9252065 w 9767847"/>
                <a:gd name="connsiteY68" fmla="*/ 2971205 h 6858000"/>
                <a:gd name="connsiteX69" fmla="*/ 9227211 w 9767847"/>
                <a:gd name="connsiteY69" fmla="*/ 2872571 h 6858000"/>
                <a:gd name="connsiteX70" fmla="*/ 9220699 w 9767847"/>
                <a:gd name="connsiteY70" fmla="*/ 2848524 h 6858000"/>
                <a:gd name="connsiteX71" fmla="*/ 9213740 w 9767847"/>
                <a:gd name="connsiteY71" fmla="*/ 2824289 h 6858000"/>
                <a:gd name="connsiteX72" fmla="*/ 9199374 w 9767847"/>
                <a:gd name="connsiteY72" fmla="*/ 2775536 h 6858000"/>
                <a:gd name="connsiteX73" fmla="*/ 9061829 w 9767847"/>
                <a:gd name="connsiteY73" fmla="*/ 2389515 h 6858000"/>
                <a:gd name="connsiteX74" fmla="*/ 8978865 w 9767847"/>
                <a:gd name="connsiteY74" fmla="*/ 2200953 h 6858000"/>
                <a:gd name="connsiteX75" fmla="*/ 8956694 w 9767847"/>
                <a:gd name="connsiteY75" fmla="*/ 2154317 h 6858000"/>
                <a:gd name="connsiteX76" fmla="*/ 8934176 w 9767847"/>
                <a:gd name="connsiteY76" fmla="*/ 2108012 h 6858000"/>
                <a:gd name="connsiteX77" fmla="*/ 8887151 w 9767847"/>
                <a:gd name="connsiteY77" fmla="*/ 2015448 h 6858000"/>
                <a:gd name="connsiteX78" fmla="*/ 8787533 w 9767847"/>
                <a:gd name="connsiteY78" fmla="*/ 1832625 h 6858000"/>
                <a:gd name="connsiteX79" fmla="*/ 8761485 w 9767847"/>
                <a:gd name="connsiteY79" fmla="*/ 1787496 h 6858000"/>
                <a:gd name="connsiteX80" fmla="*/ 8734791 w 9767847"/>
                <a:gd name="connsiteY80" fmla="*/ 1741991 h 6858000"/>
                <a:gd name="connsiteX81" fmla="*/ 8680808 w 9767847"/>
                <a:gd name="connsiteY81" fmla="*/ 1652910 h 6858000"/>
                <a:gd name="connsiteX82" fmla="*/ 8567024 w 9767847"/>
                <a:gd name="connsiteY82" fmla="*/ 1477004 h 6858000"/>
                <a:gd name="connsiteX83" fmla="*/ 8537446 w 9767847"/>
                <a:gd name="connsiteY83" fmla="*/ 1433428 h 6858000"/>
                <a:gd name="connsiteX84" fmla="*/ 8507423 w 9767847"/>
                <a:gd name="connsiteY84" fmla="*/ 1389994 h 6858000"/>
                <a:gd name="connsiteX85" fmla="*/ 8446529 w 9767847"/>
                <a:gd name="connsiteY85" fmla="*/ 1304393 h 6858000"/>
                <a:gd name="connsiteX86" fmla="*/ 8319224 w 9767847"/>
                <a:gd name="connsiteY86" fmla="*/ 1135124 h 6858000"/>
                <a:gd name="connsiteX87" fmla="*/ 8286366 w 9767847"/>
                <a:gd name="connsiteY87" fmla="*/ 1093148 h 6858000"/>
                <a:gd name="connsiteX88" fmla="*/ 8270161 w 9767847"/>
                <a:gd name="connsiteY88" fmla="*/ 1072538 h 6858000"/>
                <a:gd name="connsiteX89" fmla="*/ 8253856 w 9767847"/>
                <a:gd name="connsiteY89" fmla="*/ 1052254 h 6858000"/>
                <a:gd name="connsiteX90" fmla="*/ 8186352 w 9767847"/>
                <a:gd name="connsiteY90" fmla="*/ 970373 h 6858000"/>
                <a:gd name="connsiteX91" fmla="*/ 8046768 w 9767847"/>
                <a:gd name="connsiteY91" fmla="*/ 809527 h 6858000"/>
                <a:gd name="connsiteX92" fmla="*/ 8010927 w 9767847"/>
                <a:gd name="connsiteY92" fmla="*/ 769951 h 6858000"/>
                <a:gd name="connsiteX93" fmla="*/ 7974788 w 9767847"/>
                <a:gd name="connsiteY93" fmla="*/ 730751 h 6858000"/>
                <a:gd name="connsiteX94" fmla="*/ 7901070 w 9767847"/>
                <a:gd name="connsiteY94" fmla="*/ 652823 h 6858000"/>
                <a:gd name="connsiteX95" fmla="*/ 7750054 w 9767847"/>
                <a:gd name="connsiteY95" fmla="*/ 501106 h 6858000"/>
                <a:gd name="connsiteX96" fmla="*/ 7592277 w 9767847"/>
                <a:gd name="connsiteY96" fmla="*/ 355319 h 6858000"/>
                <a:gd name="connsiteX97" fmla="*/ 7257734 w 9767847"/>
                <a:gd name="connsiteY97" fmla="*/ 81062 h 6858000"/>
                <a:gd name="connsiteX98" fmla="*/ 1892109 w 9767847"/>
                <a:gd name="connsiteY98" fmla="*/ 0 h 6858000"/>
                <a:gd name="connsiteX99" fmla="*/ 2298402 w 9767847"/>
                <a:gd name="connsiteY99" fmla="*/ 0 h 6858000"/>
                <a:gd name="connsiteX100" fmla="*/ 2135542 w 9767847"/>
                <a:gd name="connsiteY100" fmla="*/ 121879 h 6858000"/>
                <a:gd name="connsiteX101" fmla="*/ 1969576 w 9767847"/>
                <a:gd name="connsiteY101" fmla="*/ 259084 h 6858000"/>
                <a:gd name="connsiteX102" fmla="*/ 1659938 w 9767847"/>
                <a:gd name="connsiteY102" fmla="*/ 553953 h 6858000"/>
                <a:gd name="connsiteX103" fmla="*/ 729383 w 9767847"/>
                <a:gd name="connsiteY103" fmla="*/ 1940578 h 6858000"/>
                <a:gd name="connsiteX104" fmla="*/ 578465 w 9767847"/>
                <a:gd name="connsiteY104" fmla="*/ 2324905 h 6858000"/>
                <a:gd name="connsiteX105" fmla="*/ 465080 w 9767847"/>
                <a:gd name="connsiteY105" fmla="*/ 2718973 h 6858000"/>
                <a:gd name="connsiteX106" fmla="*/ 423820 w 9767847"/>
                <a:gd name="connsiteY106" fmla="*/ 2919535 h 6858000"/>
                <a:gd name="connsiteX107" fmla="*/ 392355 w 9767847"/>
                <a:gd name="connsiteY107" fmla="*/ 3122169 h 6858000"/>
                <a:gd name="connsiteX108" fmla="*/ 358801 w 9767847"/>
                <a:gd name="connsiteY108" fmla="*/ 3531013 h 6858000"/>
                <a:gd name="connsiteX109" fmla="*/ 410350 w 9767847"/>
                <a:gd name="connsiteY109" fmla="*/ 4352324 h 6858000"/>
                <a:gd name="connsiteX110" fmla="*/ 449022 w 9767847"/>
                <a:gd name="connsiteY110" fmla="*/ 4555147 h 6858000"/>
                <a:gd name="connsiteX111" fmla="*/ 498882 w 9767847"/>
                <a:gd name="connsiteY111" fmla="*/ 4756463 h 6858000"/>
                <a:gd name="connsiteX112" fmla="*/ 559775 w 9767847"/>
                <a:gd name="connsiteY112" fmla="*/ 4955755 h 6858000"/>
                <a:gd name="connsiteX113" fmla="*/ 631406 w 9767847"/>
                <a:gd name="connsiteY113" fmla="*/ 5152084 h 6858000"/>
                <a:gd name="connsiteX114" fmla="*/ 1023461 w 9767847"/>
                <a:gd name="connsiteY114" fmla="*/ 5898055 h 6858000"/>
                <a:gd name="connsiteX115" fmla="*/ 1575880 w 9767847"/>
                <a:gd name="connsiteY115" fmla="*/ 6551744 h 6858000"/>
                <a:gd name="connsiteX116" fmla="*/ 1905228 w 9767847"/>
                <a:gd name="connsiteY116" fmla="*/ 6833566 h 6858000"/>
                <a:gd name="connsiteX117" fmla="*/ 1938629 w 9767847"/>
                <a:gd name="connsiteY117" fmla="*/ 6858000 h 6858000"/>
                <a:gd name="connsiteX118" fmla="*/ 1368607 w 9767847"/>
                <a:gd name="connsiteY118" fmla="*/ 6858000 h 6858000"/>
                <a:gd name="connsiteX119" fmla="*/ 1115251 w 9767847"/>
                <a:gd name="connsiteY119" fmla="*/ 6594103 h 6858000"/>
                <a:gd name="connsiteX120" fmla="*/ 0 w 9767847"/>
                <a:gd name="connsiteY120" fmla="*/ 3653129 h 6858000"/>
                <a:gd name="connsiteX121" fmla="*/ 1777294 w 9767847"/>
                <a:gd name="connsiteY121" fmla="*/ 854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9767847" h="6858000">
                  <a:moveTo>
                    <a:pt x="7145704" y="0"/>
                  </a:moveTo>
                  <a:lnTo>
                    <a:pt x="7875738" y="0"/>
                  </a:lnTo>
                  <a:lnTo>
                    <a:pt x="7990553" y="85415"/>
                  </a:lnTo>
                  <a:cubicBezTo>
                    <a:pt x="9075991" y="933432"/>
                    <a:pt x="9767847" y="2216793"/>
                    <a:pt x="9767847" y="3653129"/>
                  </a:cubicBezTo>
                  <a:cubicBezTo>
                    <a:pt x="9767847" y="4770280"/>
                    <a:pt x="9349317" y="5794890"/>
                    <a:pt x="8652597" y="6594103"/>
                  </a:cubicBezTo>
                  <a:lnTo>
                    <a:pt x="8399240" y="6858000"/>
                  </a:lnTo>
                  <a:lnTo>
                    <a:pt x="6766926" y="6858000"/>
                  </a:lnTo>
                  <a:lnTo>
                    <a:pt x="6804586" y="6821201"/>
                  </a:lnTo>
                  <a:lnTo>
                    <a:pt x="6881735" y="6745295"/>
                  </a:lnTo>
                  <a:cubicBezTo>
                    <a:pt x="6907435" y="6719979"/>
                    <a:pt x="6933134" y="6694896"/>
                    <a:pt x="6958883" y="6668920"/>
                  </a:cubicBezTo>
                  <a:lnTo>
                    <a:pt x="7267925" y="6359792"/>
                  </a:lnTo>
                  <a:lnTo>
                    <a:pt x="7424360" y="6204783"/>
                  </a:lnTo>
                  <a:cubicBezTo>
                    <a:pt x="7450754" y="6178900"/>
                    <a:pt x="7477598" y="6152829"/>
                    <a:pt x="7504938" y="6126806"/>
                  </a:cubicBezTo>
                  <a:lnTo>
                    <a:pt x="7546396" y="6087795"/>
                  </a:lnTo>
                  <a:cubicBezTo>
                    <a:pt x="7560264" y="6074901"/>
                    <a:pt x="7574780" y="6061630"/>
                    <a:pt x="7588002" y="6049630"/>
                  </a:cubicBezTo>
                  <a:lnTo>
                    <a:pt x="7631000" y="6010807"/>
                  </a:lnTo>
                  <a:lnTo>
                    <a:pt x="7675440" y="5972407"/>
                  </a:lnTo>
                  <a:cubicBezTo>
                    <a:pt x="7690404" y="5959796"/>
                    <a:pt x="7705564" y="5947419"/>
                    <a:pt x="7720626" y="5934949"/>
                  </a:cubicBezTo>
                  <a:cubicBezTo>
                    <a:pt x="7735738" y="5922525"/>
                    <a:pt x="7751197" y="5910619"/>
                    <a:pt x="7766458" y="5898432"/>
                  </a:cubicBezTo>
                  <a:cubicBezTo>
                    <a:pt x="7827949" y="5850290"/>
                    <a:pt x="7890979" y="5804597"/>
                    <a:pt x="7955254" y="5760926"/>
                  </a:cubicBezTo>
                  <a:cubicBezTo>
                    <a:pt x="8083800" y="5673632"/>
                    <a:pt x="8216872" y="5594434"/>
                    <a:pt x="8352678" y="5521728"/>
                  </a:cubicBezTo>
                  <a:lnTo>
                    <a:pt x="8451350" y="5469352"/>
                  </a:lnTo>
                  <a:lnTo>
                    <a:pt x="8548532" y="5417493"/>
                  </a:lnTo>
                  <a:cubicBezTo>
                    <a:pt x="8612110" y="5383188"/>
                    <a:pt x="8673251" y="5349306"/>
                    <a:pt x="8729473" y="5314059"/>
                  </a:cubicBezTo>
                  <a:cubicBezTo>
                    <a:pt x="8743591" y="5305213"/>
                    <a:pt x="8757161" y="5296459"/>
                    <a:pt x="8770781" y="5287330"/>
                  </a:cubicBezTo>
                  <a:cubicBezTo>
                    <a:pt x="8777591" y="5282765"/>
                    <a:pt x="8784451" y="5278201"/>
                    <a:pt x="8790964" y="5273590"/>
                  </a:cubicBezTo>
                  <a:cubicBezTo>
                    <a:pt x="8797574" y="5268977"/>
                    <a:pt x="8804235" y="5264412"/>
                    <a:pt x="8810499" y="5259801"/>
                  </a:cubicBezTo>
                  <a:cubicBezTo>
                    <a:pt x="8835999" y="5241401"/>
                    <a:pt x="8860407" y="5222389"/>
                    <a:pt x="8883571" y="5202577"/>
                  </a:cubicBezTo>
                  <a:cubicBezTo>
                    <a:pt x="8929900" y="5162954"/>
                    <a:pt x="8971258" y="5120413"/>
                    <a:pt x="9006651" y="5074625"/>
                  </a:cubicBezTo>
                  <a:cubicBezTo>
                    <a:pt x="9015351" y="5063426"/>
                    <a:pt x="9024398" y="5050955"/>
                    <a:pt x="9033494" y="5038203"/>
                  </a:cubicBezTo>
                  <a:lnTo>
                    <a:pt x="9040305" y="5028649"/>
                  </a:lnTo>
                  <a:lnTo>
                    <a:pt x="9046568" y="5019379"/>
                  </a:lnTo>
                  <a:cubicBezTo>
                    <a:pt x="9050743" y="5013261"/>
                    <a:pt x="9054819" y="5007050"/>
                    <a:pt x="9058846" y="5000743"/>
                  </a:cubicBezTo>
                  <a:cubicBezTo>
                    <a:pt x="9075002" y="4975615"/>
                    <a:pt x="9090212" y="4949403"/>
                    <a:pt x="9104529" y="4922203"/>
                  </a:cubicBezTo>
                  <a:cubicBezTo>
                    <a:pt x="9133211" y="4867850"/>
                    <a:pt x="9158313" y="4809545"/>
                    <a:pt x="9181081" y="4748792"/>
                  </a:cubicBezTo>
                  <a:cubicBezTo>
                    <a:pt x="9203748" y="4688276"/>
                    <a:pt x="9223383" y="4625876"/>
                    <a:pt x="9240731" y="4561970"/>
                  </a:cubicBezTo>
                  <a:cubicBezTo>
                    <a:pt x="9249481" y="4530064"/>
                    <a:pt x="9257682" y="4497782"/>
                    <a:pt x="9265388" y="4465171"/>
                  </a:cubicBezTo>
                  <a:cubicBezTo>
                    <a:pt x="9269215" y="4448842"/>
                    <a:pt x="9272943" y="4432465"/>
                    <a:pt x="9276571" y="4416041"/>
                  </a:cubicBezTo>
                  <a:lnTo>
                    <a:pt x="9281841" y="4391477"/>
                  </a:lnTo>
                  <a:lnTo>
                    <a:pt x="9286513" y="4368936"/>
                  </a:lnTo>
                  <a:lnTo>
                    <a:pt x="9296754" y="4316136"/>
                  </a:lnTo>
                  <a:lnTo>
                    <a:pt x="9301029" y="4293172"/>
                  </a:lnTo>
                  <a:lnTo>
                    <a:pt x="9302818" y="4282679"/>
                  </a:lnTo>
                  <a:lnTo>
                    <a:pt x="9304658" y="4270914"/>
                  </a:lnTo>
                  <a:lnTo>
                    <a:pt x="9312810" y="4220043"/>
                  </a:lnTo>
                  <a:lnTo>
                    <a:pt x="9316887" y="4194584"/>
                  </a:lnTo>
                  <a:lnTo>
                    <a:pt x="9318923" y="4181878"/>
                  </a:lnTo>
                  <a:cubicBezTo>
                    <a:pt x="9319570" y="4177644"/>
                    <a:pt x="9319969" y="4173267"/>
                    <a:pt x="9320515" y="4168984"/>
                  </a:cubicBezTo>
                  <a:lnTo>
                    <a:pt x="9332445" y="4069079"/>
                  </a:lnTo>
                  <a:cubicBezTo>
                    <a:pt x="9333836" y="4056468"/>
                    <a:pt x="9334880" y="4040986"/>
                    <a:pt x="9336173" y="4022774"/>
                  </a:cubicBezTo>
                  <a:lnTo>
                    <a:pt x="9340199" y="3969269"/>
                  </a:lnTo>
                  <a:cubicBezTo>
                    <a:pt x="9345071" y="3903904"/>
                    <a:pt x="9347358" y="3837081"/>
                    <a:pt x="9347557" y="3770070"/>
                  </a:cubicBezTo>
                  <a:cubicBezTo>
                    <a:pt x="9347656" y="3736518"/>
                    <a:pt x="9347209" y="3702871"/>
                    <a:pt x="9346364" y="3669036"/>
                  </a:cubicBezTo>
                  <a:lnTo>
                    <a:pt x="9344921" y="3619341"/>
                  </a:lnTo>
                  <a:lnTo>
                    <a:pt x="9344524" y="3607624"/>
                  </a:lnTo>
                  <a:lnTo>
                    <a:pt x="9343728" y="3594872"/>
                  </a:lnTo>
                  <a:lnTo>
                    <a:pt x="9342188" y="3569366"/>
                  </a:lnTo>
                  <a:lnTo>
                    <a:pt x="9339056" y="3518354"/>
                  </a:lnTo>
                  <a:cubicBezTo>
                    <a:pt x="9337914" y="3501319"/>
                    <a:pt x="9335874" y="3484236"/>
                    <a:pt x="9334334" y="3467155"/>
                  </a:cubicBezTo>
                  <a:lnTo>
                    <a:pt x="9329363" y="3415908"/>
                  </a:lnTo>
                  <a:lnTo>
                    <a:pt x="9328319" y="3404755"/>
                  </a:lnTo>
                  <a:lnTo>
                    <a:pt x="9327177" y="3394214"/>
                  </a:lnTo>
                  <a:lnTo>
                    <a:pt x="9324293" y="3370872"/>
                  </a:lnTo>
                  <a:lnTo>
                    <a:pt x="9320763" y="3344427"/>
                  </a:lnTo>
                  <a:lnTo>
                    <a:pt x="9317184" y="3315343"/>
                  </a:lnTo>
                  <a:cubicBezTo>
                    <a:pt x="9315594" y="3300991"/>
                    <a:pt x="9313506" y="3286404"/>
                    <a:pt x="9311021" y="3270309"/>
                  </a:cubicBezTo>
                  <a:lnTo>
                    <a:pt x="9302719" y="3219815"/>
                  </a:lnTo>
                  <a:cubicBezTo>
                    <a:pt x="9299936" y="3203157"/>
                    <a:pt x="9297003" y="3186498"/>
                    <a:pt x="9293970" y="3169887"/>
                  </a:cubicBezTo>
                  <a:cubicBezTo>
                    <a:pt x="9281891" y="3103393"/>
                    <a:pt x="9267674" y="3037182"/>
                    <a:pt x="9252065" y="2971205"/>
                  </a:cubicBezTo>
                  <a:cubicBezTo>
                    <a:pt x="9244261" y="2938265"/>
                    <a:pt x="9235959" y="2905371"/>
                    <a:pt x="9227211" y="2872571"/>
                  </a:cubicBezTo>
                  <a:lnTo>
                    <a:pt x="9220699" y="2848524"/>
                  </a:lnTo>
                  <a:lnTo>
                    <a:pt x="9213740" y="2824289"/>
                  </a:lnTo>
                  <a:cubicBezTo>
                    <a:pt x="9209216" y="2808147"/>
                    <a:pt x="9204345" y="2791866"/>
                    <a:pt x="9199374" y="2775536"/>
                  </a:cubicBezTo>
                  <a:cubicBezTo>
                    <a:pt x="9159855" y="2645184"/>
                    <a:pt x="9114272" y="2516197"/>
                    <a:pt x="9061829" y="2389515"/>
                  </a:cubicBezTo>
                  <a:cubicBezTo>
                    <a:pt x="9035582" y="2326175"/>
                    <a:pt x="9008043" y="2263258"/>
                    <a:pt x="8978865" y="2200953"/>
                  </a:cubicBezTo>
                  <a:lnTo>
                    <a:pt x="8956694" y="2154317"/>
                  </a:lnTo>
                  <a:lnTo>
                    <a:pt x="8934176" y="2108012"/>
                  </a:lnTo>
                  <a:cubicBezTo>
                    <a:pt x="8918915" y="2077189"/>
                    <a:pt x="8903157" y="2046130"/>
                    <a:pt x="8887151" y="2015448"/>
                  </a:cubicBezTo>
                  <a:cubicBezTo>
                    <a:pt x="8854988" y="1953989"/>
                    <a:pt x="8822082" y="1892908"/>
                    <a:pt x="8787533" y="1832625"/>
                  </a:cubicBezTo>
                  <a:lnTo>
                    <a:pt x="8761485" y="1787496"/>
                  </a:lnTo>
                  <a:lnTo>
                    <a:pt x="8734791" y="1741991"/>
                  </a:lnTo>
                  <a:cubicBezTo>
                    <a:pt x="8717047" y="1711921"/>
                    <a:pt x="8699200" y="1682461"/>
                    <a:pt x="8680808" y="1652910"/>
                  </a:cubicBezTo>
                  <a:cubicBezTo>
                    <a:pt x="8644322" y="1593756"/>
                    <a:pt x="8606194" y="1535216"/>
                    <a:pt x="8567024" y="1477004"/>
                  </a:cubicBezTo>
                  <a:lnTo>
                    <a:pt x="8537446" y="1433428"/>
                  </a:lnTo>
                  <a:lnTo>
                    <a:pt x="8507423" y="1389994"/>
                  </a:lnTo>
                  <a:cubicBezTo>
                    <a:pt x="8487390" y="1361382"/>
                    <a:pt x="8467158" y="1332817"/>
                    <a:pt x="8446529" y="1304393"/>
                  </a:cubicBezTo>
                  <a:cubicBezTo>
                    <a:pt x="8405271" y="1247595"/>
                    <a:pt x="8362718" y="1191218"/>
                    <a:pt x="8319224" y="1135124"/>
                  </a:cubicBezTo>
                  <a:lnTo>
                    <a:pt x="8286366" y="1093148"/>
                  </a:lnTo>
                  <a:lnTo>
                    <a:pt x="8270161" y="1072538"/>
                  </a:lnTo>
                  <a:lnTo>
                    <a:pt x="8253856" y="1052254"/>
                  </a:lnTo>
                  <a:cubicBezTo>
                    <a:pt x="8231636" y="1024773"/>
                    <a:pt x="8209117" y="997479"/>
                    <a:pt x="8186352" y="970373"/>
                  </a:cubicBezTo>
                  <a:cubicBezTo>
                    <a:pt x="8140917" y="916020"/>
                    <a:pt x="8094240" y="862515"/>
                    <a:pt x="8046768" y="809527"/>
                  </a:cubicBezTo>
                  <a:lnTo>
                    <a:pt x="8010927" y="769951"/>
                  </a:lnTo>
                  <a:lnTo>
                    <a:pt x="7974788" y="730751"/>
                  </a:lnTo>
                  <a:cubicBezTo>
                    <a:pt x="7950382" y="704587"/>
                    <a:pt x="7925824" y="678563"/>
                    <a:pt x="7901070" y="652823"/>
                  </a:cubicBezTo>
                  <a:cubicBezTo>
                    <a:pt x="7851510" y="601387"/>
                    <a:pt x="7801404" y="550612"/>
                    <a:pt x="7750054" y="501106"/>
                  </a:cubicBezTo>
                  <a:cubicBezTo>
                    <a:pt x="7698902" y="451742"/>
                    <a:pt x="7645913" y="403036"/>
                    <a:pt x="7592277" y="355319"/>
                  </a:cubicBezTo>
                  <a:cubicBezTo>
                    <a:pt x="7484856" y="259884"/>
                    <a:pt x="7373308" y="168402"/>
                    <a:pt x="7257734" y="81062"/>
                  </a:cubicBezTo>
                  <a:close/>
                  <a:moveTo>
                    <a:pt x="1892109" y="0"/>
                  </a:moveTo>
                  <a:lnTo>
                    <a:pt x="2298402" y="0"/>
                  </a:lnTo>
                  <a:lnTo>
                    <a:pt x="2135542" y="121879"/>
                  </a:lnTo>
                  <a:cubicBezTo>
                    <a:pt x="2078998" y="166378"/>
                    <a:pt x="2023659" y="212143"/>
                    <a:pt x="1969576" y="259084"/>
                  </a:cubicBezTo>
                  <a:cubicBezTo>
                    <a:pt x="1861309" y="352918"/>
                    <a:pt x="1758064" y="451412"/>
                    <a:pt x="1659938" y="553953"/>
                  </a:cubicBezTo>
                  <a:cubicBezTo>
                    <a:pt x="1266987" y="964444"/>
                    <a:pt x="953820" y="1435593"/>
                    <a:pt x="729383" y="1940578"/>
                  </a:cubicBezTo>
                  <a:cubicBezTo>
                    <a:pt x="673260" y="2066459"/>
                    <a:pt x="622855" y="2195070"/>
                    <a:pt x="578465" y="2324905"/>
                  </a:cubicBezTo>
                  <a:cubicBezTo>
                    <a:pt x="534125" y="2454785"/>
                    <a:pt x="496147" y="2586314"/>
                    <a:pt x="465080" y="2718973"/>
                  </a:cubicBezTo>
                  <a:cubicBezTo>
                    <a:pt x="449769" y="2785089"/>
                    <a:pt x="435850" y="2852289"/>
                    <a:pt x="423820" y="2919535"/>
                  </a:cubicBezTo>
                  <a:cubicBezTo>
                    <a:pt x="411840" y="2986829"/>
                    <a:pt x="401054" y="3054358"/>
                    <a:pt x="392355" y="3122169"/>
                  </a:cubicBezTo>
                  <a:cubicBezTo>
                    <a:pt x="374509" y="3257744"/>
                    <a:pt x="363424" y="3393978"/>
                    <a:pt x="358801" y="3531013"/>
                  </a:cubicBezTo>
                  <a:cubicBezTo>
                    <a:pt x="349009" y="3804941"/>
                    <a:pt x="366357" y="4079668"/>
                    <a:pt x="410350" y="4352324"/>
                  </a:cubicBezTo>
                  <a:cubicBezTo>
                    <a:pt x="421286" y="4420230"/>
                    <a:pt x="434209" y="4487758"/>
                    <a:pt x="449022" y="4555147"/>
                  </a:cubicBezTo>
                  <a:cubicBezTo>
                    <a:pt x="463737" y="4622534"/>
                    <a:pt x="480389" y="4689686"/>
                    <a:pt x="498882" y="4756463"/>
                  </a:cubicBezTo>
                  <a:cubicBezTo>
                    <a:pt x="517373" y="4823239"/>
                    <a:pt x="537704" y="4889733"/>
                    <a:pt x="559775" y="4955755"/>
                  </a:cubicBezTo>
                  <a:cubicBezTo>
                    <a:pt x="581946" y="5021873"/>
                    <a:pt x="605358" y="5087473"/>
                    <a:pt x="631406" y="5152084"/>
                  </a:cubicBezTo>
                  <a:cubicBezTo>
                    <a:pt x="734055" y="5411706"/>
                    <a:pt x="865188" y="5662668"/>
                    <a:pt x="1023461" y="5898055"/>
                  </a:cubicBezTo>
                  <a:cubicBezTo>
                    <a:pt x="1181487" y="6133676"/>
                    <a:pt x="1367051" y="6353345"/>
                    <a:pt x="1575880" y="6551744"/>
                  </a:cubicBezTo>
                  <a:cubicBezTo>
                    <a:pt x="1680269" y="6651014"/>
                    <a:pt x="1790338" y="6745037"/>
                    <a:pt x="1905228" y="6833566"/>
                  </a:cubicBezTo>
                  <a:lnTo>
                    <a:pt x="1938629" y="6858000"/>
                  </a:lnTo>
                  <a:lnTo>
                    <a:pt x="1368607" y="6858000"/>
                  </a:lnTo>
                  <a:lnTo>
                    <a:pt x="1115251" y="6594103"/>
                  </a:lnTo>
                  <a:cubicBezTo>
                    <a:pt x="418530" y="5794890"/>
                    <a:pt x="0" y="4770280"/>
                    <a:pt x="0" y="3653129"/>
                  </a:cubicBezTo>
                  <a:cubicBezTo>
                    <a:pt x="0" y="2216793"/>
                    <a:pt x="691856" y="933432"/>
                    <a:pt x="1777294" y="85415"/>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grpSp>
      <p:sp>
        <p:nvSpPr>
          <p:cNvPr id="2" name="Title 1">
            <a:extLst>
              <a:ext uri="{FF2B5EF4-FFF2-40B4-BE49-F238E27FC236}">
                <a16:creationId xmlns:a16="http://schemas.microsoft.com/office/drawing/2014/main" id="{8FB44EAD-9809-7711-9716-CB8F557A1391}"/>
              </a:ext>
            </a:extLst>
          </p:cNvPr>
          <p:cNvSpPr>
            <a:spLocks noGrp="1"/>
          </p:cNvSpPr>
          <p:nvPr>
            <p:ph type="ctrTitle"/>
          </p:nvPr>
        </p:nvSpPr>
        <p:spPr>
          <a:xfrm>
            <a:off x="876300" y="45868"/>
            <a:ext cx="10263459" cy="923925"/>
          </a:xfrm>
        </p:spPr>
        <p:txBody>
          <a:bodyPr anchor="b">
            <a:normAutofit/>
          </a:bodyPr>
          <a:lstStyle/>
          <a:p>
            <a:r>
              <a:rPr lang="en-IN" sz="4000" dirty="0">
                <a:solidFill>
                  <a:schemeClr val="tx2"/>
                </a:solidFill>
                <a:latin typeface="Engravers MT" panose="02090707080505020304" pitchFamily="18" charset="0"/>
              </a:rPr>
              <a:t>History  of MISRA-C</a:t>
            </a:r>
            <a:endParaRPr lang="en-IN" sz="4000" dirty="0">
              <a:solidFill>
                <a:schemeClr val="tx2"/>
              </a:solidFill>
            </a:endParaRPr>
          </a:p>
        </p:txBody>
      </p:sp>
      <p:grpSp>
        <p:nvGrpSpPr>
          <p:cNvPr id="23" name="Group 22">
            <a:extLst>
              <a:ext uri="{FF2B5EF4-FFF2-40B4-BE49-F238E27FC236}">
                <a16:creationId xmlns:a16="http://schemas.microsoft.com/office/drawing/2014/main" id="{87F87F1B-42BA-4AC7-A4E2-41544DDB2CE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05" y="-4155"/>
            <a:ext cx="2514948" cy="2174333"/>
            <a:chOff x="-305" y="-4155"/>
            <a:chExt cx="2514948" cy="2174333"/>
          </a:xfrm>
        </p:grpSpPr>
        <p:sp>
          <p:nvSpPr>
            <p:cNvPr id="24" name="Freeform: Shape 23">
              <a:extLst>
                <a:ext uri="{FF2B5EF4-FFF2-40B4-BE49-F238E27FC236}">
                  <a16:creationId xmlns:a16="http://schemas.microsoft.com/office/drawing/2014/main" id="{68B53067-4E48-4E71-A6A9-A8CAABAFBF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Shape 24">
              <a:extLst>
                <a:ext uri="{FF2B5EF4-FFF2-40B4-BE49-F238E27FC236}">
                  <a16:creationId xmlns:a16="http://schemas.microsoft.com/office/drawing/2014/main" id="{06D1A0D3-4BB8-41D9-9CE7-2884C83F44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reeform: Shape 25">
              <a:extLst>
                <a:ext uri="{FF2B5EF4-FFF2-40B4-BE49-F238E27FC236}">
                  <a16:creationId xmlns:a16="http://schemas.microsoft.com/office/drawing/2014/main" id="{81E20F06-3B09-4B89-A36B-AB8BFBCCA5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27" name="Freeform: Shape 26">
              <a:extLst>
                <a:ext uri="{FF2B5EF4-FFF2-40B4-BE49-F238E27FC236}">
                  <a16:creationId xmlns:a16="http://schemas.microsoft.com/office/drawing/2014/main" id="{DAE6C3D7-7D5B-4926-877D-45F117BB6B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9" name="Group 28">
            <a:extLst>
              <a:ext uri="{FF2B5EF4-FFF2-40B4-BE49-F238E27FC236}">
                <a16:creationId xmlns:a16="http://schemas.microsoft.com/office/drawing/2014/main" id="{967346A5-7569-4F15-AB5D-BE3DADF192C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9685727" y="4683666"/>
            <a:ext cx="2514948" cy="2174333"/>
            <a:chOff x="-305" y="-4155"/>
            <a:chExt cx="2514948" cy="2174333"/>
          </a:xfrm>
        </p:grpSpPr>
        <p:sp>
          <p:nvSpPr>
            <p:cNvPr id="30" name="Freeform: Shape 29">
              <a:extLst>
                <a:ext uri="{FF2B5EF4-FFF2-40B4-BE49-F238E27FC236}">
                  <a16:creationId xmlns:a16="http://schemas.microsoft.com/office/drawing/2014/main" id="{E1951533-A568-4765-AB1F-F71D9AFDEA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reeform: Shape 30">
              <a:extLst>
                <a:ext uri="{FF2B5EF4-FFF2-40B4-BE49-F238E27FC236}">
                  <a16:creationId xmlns:a16="http://schemas.microsoft.com/office/drawing/2014/main" id="{A7214F52-4F3F-4C96-A62E-F1401D6C04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Freeform: Shape 31">
              <a:extLst>
                <a:ext uri="{FF2B5EF4-FFF2-40B4-BE49-F238E27FC236}">
                  <a16:creationId xmlns:a16="http://schemas.microsoft.com/office/drawing/2014/main" id="{023146A1-291C-4FA0-AB5B-EB04D42398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33" name="Freeform: Shape 32">
              <a:extLst>
                <a:ext uri="{FF2B5EF4-FFF2-40B4-BE49-F238E27FC236}">
                  <a16:creationId xmlns:a16="http://schemas.microsoft.com/office/drawing/2014/main" id="{62977932-2B03-4899-8306-5002CEE68E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5" name="Title 1">
            <a:extLst>
              <a:ext uri="{FF2B5EF4-FFF2-40B4-BE49-F238E27FC236}">
                <a16:creationId xmlns:a16="http://schemas.microsoft.com/office/drawing/2014/main" id="{D6EE584E-84BC-FC84-2A5F-A0E7AF1256B7}"/>
              </a:ext>
            </a:extLst>
          </p:cNvPr>
          <p:cNvSpPr txBox="1">
            <a:spLocks/>
          </p:cNvSpPr>
          <p:nvPr/>
        </p:nvSpPr>
        <p:spPr>
          <a:xfrm>
            <a:off x="10382250" y="3983"/>
            <a:ext cx="1809445" cy="44767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2000" dirty="0">
                <a:solidFill>
                  <a:schemeClr val="tx2"/>
                </a:solidFill>
              </a:rPr>
              <a:t>MISRA C -2012</a:t>
            </a:r>
          </a:p>
        </p:txBody>
      </p:sp>
      <p:sp>
        <p:nvSpPr>
          <p:cNvPr id="6" name="Subtitle 2">
            <a:extLst>
              <a:ext uri="{FF2B5EF4-FFF2-40B4-BE49-F238E27FC236}">
                <a16:creationId xmlns:a16="http://schemas.microsoft.com/office/drawing/2014/main" id="{C992C8E1-40D9-45CC-B67A-D8B86D2A381E}"/>
              </a:ext>
            </a:extLst>
          </p:cNvPr>
          <p:cNvSpPr txBox="1">
            <a:spLocks/>
          </p:cNvSpPr>
          <p:nvPr/>
        </p:nvSpPr>
        <p:spPr>
          <a:xfrm>
            <a:off x="3432265" y="853500"/>
            <a:ext cx="5188034" cy="682079"/>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115000"/>
              </a:lnSpc>
              <a:spcAft>
                <a:spcPts val="800"/>
              </a:spcAft>
            </a:pPr>
            <a:r>
              <a:rPr lang="en-IN" kern="100" dirty="0">
                <a:solidFill>
                  <a:srgbClr val="666666"/>
                </a:solidFill>
                <a:effectLst/>
                <a:highlight>
                  <a:srgbClr val="FFFF00"/>
                </a:highlight>
                <a:latin typeface="Times New Roman" panose="02020603050405020304" pitchFamily="18" charset="0"/>
                <a:ea typeface="Aptos" panose="020B0004020202020204" pitchFamily="34" charset="0"/>
                <a:cs typeface="Times New Roman" panose="02020603050405020304" pitchFamily="18" charset="0"/>
              </a:rPr>
              <a:t>Misra2012:Rule-</a:t>
            </a:r>
            <a:r>
              <a:rPr lang="en-IN" kern="100" dirty="0">
                <a:solidFill>
                  <a:srgbClr val="666666"/>
                </a:solidFill>
                <a:highlight>
                  <a:srgbClr val="FFFF00"/>
                </a:highlight>
                <a:latin typeface="Times New Roman" panose="02020603050405020304" pitchFamily="18" charset="0"/>
                <a:ea typeface="Aptos" panose="020B0004020202020204" pitchFamily="34" charset="0"/>
                <a:cs typeface="Times New Roman" panose="02020603050405020304" pitchFamily="18" charset="0"/>
              </a:rPr>
              <a:t>2</a:t>
            </a:r>
            <a:r>
              <a:rPr lang="en-IN" kern="100" dirty="0">
                <a:solidFill>
                  <a:srgbClr val="666666"/>
                </a:solidFill>
                <a:effectLst/>
                <a:highlight>
                  <a:srgbClr val="FFFF00"/>
                </a:highlight>
                <a:latin typeface="Times New Roman" panose="02020603050405020304" pitchFamily="18" charset="0"/>
                <a:ea typeface="Aptos" panose="020B0004020202020204" pitchFamily="34" charset="0"/>
                <a:cs typeface="Times New Roman" panose="02020603050405020304" pitchFamily="18" charset="0"/>
              </a:rPr>
              <a:t>.5</a:t>
            </a:r>
          </a:p>
        </p:txBody>
      </p:sp>
      <p:sp>
        <p:nvSpPr>
          <p:cNvPr id="3" name="TextBox 2">
            <a:extLst>
              <a:ext uri="{FF2B5EF4-FFF2-40B4-BE49-F238E27FC236}">
                <a16:creationId xmlns:a16="http://schemas.microsoft.com/office/drawing/2014/main" id="{F52B51FF-E201-359D-4743-DA9B627F1CC1}"/>
              </a:ext>
            </a:extLst>
          </p:cNvPr>
          <p:cNvSpPr txBox="1"/>
          <p:nvPr/>
        </p:nvSpPr>
        <p:spPr>
          <a:xfrm>
            <a:off x="1008380" y="1298141"/>
            <a:ext cx="9232149" cy="369332"/>
          </a:xfrm>
          <a:prstGeom prst="rect">
            <a:avLst/>
          </a:prstGeom>
          <a:noFill/>
        </p:spPr>
        <p:txBody>
          <a:bodyPr wrap="square">
            <a:spAutoFit/>
          </a:bodyPr>
          <a:lstStyle/>
          <a:p>
            <a:pPr marL="285750" indent="-285750" algn="l">
              <a:buFont typeface="Wingdings" panose="05000000000000000000" pitchFamily="2" charset="2"/>
              <a:buChar char="q"/>
            </a:pPr>
            <a:r>
              <a:rPr lang="en-US" sz="1800" b="1" i="0" u="none" strike="noStrike" baseline="0" dirty="0">
                <a:latin typeface="Times New Roman" panose="02020603050405020304" pitchFamily="18" charset="0"/>
                <a:cs typeface="Times New Roman" panose="02020603050405020304" pitchFamily="18" charset="0"/>
              </a:rPr>
              <a:t>A project should not contain unused macro declarations</a:t>
            </a:r>
            <a:endParaRPr lang="en-IN" b="1" kern="100" dirty="0">
              <a:effectLst/>
              <a:highlight>
                <a:srgbClr val="FFFF00"/>
              </a:highlight>
              <a:latin typeface="Times New Roman" panose="02020603050405020304" pitchFamily="18" charset="0"/>
              <a:ea typeface="Aptos" panose="020B0004020202020204" pitchFamily="34" charset="0"/>
              <a:cs typeface="Times New Roman" panose="02020603050405020304" pitchFamily="18" charset="0"/>
            </a:endParaRPr>
          </a:p>
        </p:txBody>
      </p:sp>
      <p:sp>
        <p:nvSpPr>
          <p:cNvPr id="11" name="TextBox 10">
            <a:extLst>
              <a:ext uri="{FF2B5EF4-FFF2-40B4-BE49-F238E27FC236}">
                <a16:creationId xmlns:a16="http://schemas.microsoft.com/office/drawing/2014/main" id="{3BAF9C64-DAA2-791C-A360-DC870B79332D}"/>
              </a:ext>
            </a:extLst>
          </p:cNvPr>
          <p:cNvSpPr txBox="1"/>
          <p:nvPr/>
        </p:nvSpPr>
        <p:spPr>
          <a:xfrm>
            <a:off x="1247866" y="1651137"/>
            <a:ext cx="9642403" cy="369332"/>
          </a:xfrm>
          <a:prstGeom prst="rect">
            <a:avLst/>
          </a:prstGeom>
          <a:noFill/>
        </p:spPr>
        <p:txBody>
          <a:bodyPr wrap="square">
            <a:spAutoFit/>
          </a:bodyPr>
          <a:lstStyle/>
          <a:p>
            <a:pPr algn="l"/>
            <a:r>
              <a:rPr lang="en-IN" sz="1800" b="0" i="0" u="none" strike="noStrike" baseline="0" dirty="0">
                <a:latin typeface="OpenSans"/>
              </a:rPr>
              <a:t>Category –</a:t>
            </a:r>
            <a:r>
              <a:rPr lang="en-IN" sz="1800" b="0" i="0" u="none" strike="noStrike" baseline="0" dirty="0">
                <a:latin typeface="OpenSans-Light"/>
              </a:rPr>
              <a:t>Advisory    Analysis </a:t>
            </a:r>
            <a:r>
              <a:rPr lang="en-IN" sz="1800" b="0" i="0" u="none" strike="noStrike" baseline="0" dirty="0">
                <a:latin typeface="OpenSans"/>
              </a:rPr>
              <a:t> -</a:t>
            </a:r>
            <a:r>
              <a:rPr lang="en-IN" sz="1800" b="0" i="0" u="none" strike="noStrike" baseline="0" dirty="0">
                <a:latin typeface="OpenSans-Light"/>
              </a:rPr>
              <a:t> Decidable, System   </a:t>
            </a:r>
            <a:r>
              <a:rPr lang="en-IN" sz="1800" b="0" i="0" u="none" strike="noStrike" baseline="0" dirty="0">
                <a:latin typeface="OpenSans"/>
              </a:rPr>
              <a:t>Applies to -</a:t>
            </a:r>
            <a:r>
              <a:rPr lang="en-IN" sz="1800" b="0" i="0" u="none" strike="noStrike" baseline="0" dirty="0">
                <a:latin typeface="OpenSans-Light"/>
              </a:rPr>
              <a:t>C90, C99</a:t>
            </a:r>
            <a:endParaRPr lang="en-IN" dirty="0"/>
          </a:p>
        </p:txBody>
      </p:sp>
      <p:sp>
        <p:nvSpPr>
          <p:cNvPr id="12" name="TextBox 11">
            <a:extLst>
              <a:ext uri="{FF2B5EF4-FFF2-40B4-BE49-F238E27FC236}">
                <a16:creationId xmlns:a16="http://schemas.microsoft.com/office/drawing/2014/main" id="{3B6B20D6-4372-E7FE-5B7C-3A5C456054FD}"/>
              </a:ext>
            </a:extLst>
          </p:cNvPr>
          <p:cNvSpPr txBox="1"/>
          <p:nvPr/>
        </p:nvSpPr>
        <p:spPr>
          <a:xfrm>
            <a:off x="2649312" y="2414912"/>
            <a:ext cx="7419583" cy="3693319"/>
          </a:xfrm>
          <a:prstGeom prst="rect">
            <a:avLst/>
          </a:prstGeom>
          <a:noFill/>
        </p:spPr>
        <p:txBody>
          <a:bodyPr wrap="square">
            <a:spAutoFit/>
          </a:bodyPr>
          <a:lstStyle/>
          <a:p>
            <a:r>
              <a:rPr lang="en-US" dirty="0">
                <a:latin typeface="Times New Roman" panose="02020603050405020304" pitchFamily="18" charset="0"/>
                <a:cs typeface="Times New Roman" panose="02020603050405020304" pitchFamily="18" charset="0"/>
              </a:rPr>
              <a:t>// Used macro declaration</a:t>
            </a:r>
          </a:p>
          <a:p>
            <a:r>
              <a:rPr lang="en-US" dirty="0">
                <a:latin typeface="Times New Roman" panose="02020603050405020304" pitchFamily="18" charset="0"/>
                <a:cs typeface="Times New Roman" panose="02020603050405020304" pitchFamily="18" charset="0"/>
              </a:rPr>
              <a:t>#define SQUARE(x) ((x) * (x))</a:t>
            </a:r>
          </a:p>
          <a:p>
            <a:endParaRPr lang="en-US" dirty="0">
              <a:latin typeface="Times New Roman" panose="02020603050405020304" pitchFamily="18" charset="0"/>
              <a:cs typeface="Times New Roman" panose="02020603050405020304" pitchFamily="18" charset="0"/>
            </a:endParaRPr>
          </a:p>
          <a:p>
            <a:r>
              <a:rPr lang="en-US" dirty="0">
                <a:highlight>
                  <a:srgbClr val="FFFF00"/>
                </a:highlight>
                <a:latin typeface="Times New Roman" panose="02020603050405020304" pitchFamily="18" charset="0"/>
                <a:cs typeface="Times New Roman" panose="02020603050405020304" pitchFamily="18" charset="0"/>
              </a:rPr>
              <a:t>// Unused macro declaration</a:t>
            </a:r>
          </a:p>
          <a:p>
            <a:r>
              <a:rPr lang="en-US" dirty="0">
                <a:highlight>
                  <a:srgbClr val="FFFF00"/>
                </a:highlight>
                <a:latin typeface="Times New Roman" panose="02020603050405020304" pitchFamily="18" charset="0"/>
                <a:cs typeface="Times New Roman" panose="02020603050405020304" pitchFamily="18" charset="0"/>
              </a:rPr>
              <a:t>#define UNUSED_MACRO 100</a:t>
            </a:r>
          </a:p>
          <a:p>
            <a:endParaRPr lang="en-US" dirty="0">
              <a:highlight>
                <a:srgbClr val="FFFF00"/>
              </a:highlight>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int main() {</a:t>
            </a:r>
          </a:p>
          <a:p>
            <a:r>
              <a:rPr lang="en-US" dirty="0">
                <a:latin typeface="Times New Roman" panose="02020603050405020304" pitchFamily="18" charset="0"/>
                <a:cs typeface="Times New Roman" panose="02020603050405020304" pitchFamily="18" charset="0"/>
              </a:rPr>
              <a:t>    int a = 5;</a:t>
            </a:r>
          </a:p>
          <a:p>
            <a:r>
              <a:rPr lang="en-US" dirty="0">
                <a:latin typeface="Times New Roman" panose="02020603050405020304" pitchFamily="18" charset="0"/>
                <a:cs typeface="Times New Roman" panose="02020603050405020304" pitchFamily="18" charset="0"/>
              </a:rPr>
              <a:t>    int b = SQUARE(a); // Macro is used</a:t>
            </a:r>
          </a:p>
          <a:p>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printf</a:t>
            </a:r>
            <a:r>
              <a:rPr lang="en-US" dirty="0">
                <a:latin typeface="Times New Roman" panose="02020603050405020304" pitchFamily="18" charset="0"/>
                <a:cs typeface="Times New Roman" panose="02020603050405020304" pitchFamily="18" charset="0"/>
              </a:rPr>
              <a:t>("Result: %d\n", b);</a:t>
            </a:r>
          </a:p>
          <a:p>
            <a:r>
              <a:rPr lang="en-US" dirty="0">
                <a:latin typeface="Times New Roman" panose="02020603050405020304" pitchFamily="18" charset="0"/>
                <a:cs typeface="Times New Roman" panose="02020603050405020304" pitchFamily="18" charset="0"/>
              </a:rPr>
              <a:t>    </a:t>
            </a:r>
          </a:p>
          <a:p>
            <a:r>
              <a:rPr lang="en-US" dirty="0">
                <a:latin typeface="Times New Roman" panose="02020603050405020304" pitchFamily="18" charset="0"/>
                <a:cs typeface="Times New Roman" panose="02020603050405020304" pitchFamily="18" charset="0"/>
              </a:rPr>
              <a:t>    return 0;</a:t>
            </a:r>
          </a:p>
          <a:p>
            <a:r>
              <a:rPr lang="en-US" dirty="0">
                <a:latin typeface="Times New Roman" panose="02020603050405020304" pitchFamily="18" charset="0"/>
                <a:cs typeface="Times New Roman" panose="02020603050405020304" pitchFamily="18" charset="0"/>
              </a:rPr>
              <a:t>}</a:t>
            </a:r>
            <a:endParaRPr lang="en-IN" dirty="0">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3BEBAFEE-B117-F80A-3238-35883C77E34C}"/>
              </a:ext>
            </a:extLst>
          </p:cNvPr>
          <p:cNvSpPr txBox="1"/>
          <p:nvPr/>
        </p:nvSpPr>
        <p:spPr>
          <a:xfrm>
            <a:off x="1245332" y="2006463"/>
            <a:ext cx="10650070" cy="369332"/>
          </a:xfrm>
          <a:prstGeom prst="rect">
            <a:avLst/>
          </a:prstGeom>
          <a:noFill/>
        </p:spPr>
        <p:txBody>
          <a:bodyPr wrap="square">
            <a:spAutoFit/>
          </a:bodyPr>
          <a:lstStyle/>
          <a:p>
            <a:r>
              <a:rPr lang="en-US" b="0" i="0" dirty="0">
                <a:solidFill>
                  <a:srgbClr val="0D0D0D"/>
                </a:solidFill>
                <a:effectLst/>
                <a:latin typeface="Times New Roman" panose="02020603050405020304" pitchFamily="18" charset="0"/>
                <a:cs typeface="Times New Roman" panose="02020603050405020304" pitchFamily="18" charset="0"/>
              </a:rPr>
              <a:t>This refers to the definitions of macros that are declared but not used anywhere in the project.</a:t>
            </a:r>
            <a:endParaRPr lang="en-IN"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C571CA19-A36B-7D93-981A-5F92A3EA59D7}"/>
              </a:ext>
            </a:extLst>
          </p:cNvPr>
          <p:cNvSpPr txBox="1"/>
          <p:nvPr/>
        </p:nvSpPr>
        <p:spPr>
          <a:xfrm>
            <a:off x="1288345" y="2414912"/>
            <a:ext cx="1046338" cy="369332"/>
          </a:xfrm>
          <a:prstGeom prst="rect">
            <a:avLst/>
          </a:prstGeom>
          <a:noFill/>
        </p:spPr>
        <p:txBody>
          <a:bodyPr wrap="square">
            <a:spAutoFit/>
          </a:bodyPr>
          <a:lstStyle/>
          <a:p>
            <a:pPr algn="l"/>
            <a:r>
              <a:rPr lang="en-IN" dirty="0">
                <a:highlight>
                  <a:srgbClr val="FFFF00"/>
                </a:highlight>
              </a:rPr>
              <a:t>Example</a:t>
            </a:r>
          </a:p>
        </p:txBody>
      </p:sp>
      <p:sp>
        <p:nvSpPr>
          <p:cNvPr id="9" name="Slide Number Placeholder 8">
            <a:extLst>
              <a:ext uri="{FF2B5EF4-FFF2-40B4-BE49-F238E27FC236}">
                <a16:creationId xmlns:a16="http://schemas.microsoft.com/office/drawing/2014/main" id="{558A6249-9438-2EAF-5314-4B1FFF8F2B21}"/>
              </a:ext>
            </a:extLst>
          </p:cNvPr>
          <p:cNvSpPr>
            <a:spLocks noGrp="1"/>
          </p:cNvSpPr>
          <p:nvPr>
            <p:ph type="sldNum" sz="quarter" idx="12"/>
          </p:nvPr>
        </p:nvSpPr>
        <p:spPr/>
        <p:txBody>
          <a:bodyPr/>
          <a:lstStyle/>
          <a:p>
            <a:fld id="{91247CA1-BCEC-4DD4-9B23-E2AE1AEA27A6}" type="slidenum">
              <a:rPr lang="en-IN" smtClean="0"/>
              <a:t>18</a:t>
            </a:fld>
            <a:endParaRPr lang="en-IN"/>
          </a:p>
        </p:txBody>
      </p:sp>
      <p:sp>
        <p:nvSpPr>
          <p:cNvPr id="8" name="TextBox 7">
            <a:extLst>
              <a:ext uri="{FF2B5EF4-FFF2-40B4-BE49-F238E27FC236}">
                <a16:creationId xmlns:a16="http://schemas.microsoft.com/office/drawing/2014/main" id="{19C17E9B-E2F7-31F8-3B1A-2933CC4D8AB8}"/>
              </a:ext>
            </a:extLst>
          </p:cNvPr>
          <p:cNvSpPr txBox="1"/>
          <p:nvPr/>
        </p:nvSpPr>
        <p:spPr>
          <a:xfrm>
            <a:off x="10532532" y="526059"/>
            <a:ext cx="1451144" cy="369332"/>
          </a:xfrm>
          <a:prstGeom prst="rect">
            <a:avLst/>
          </a:prstGeom>
          <a:noFill/>
        </p:spPr>
        <p:txBody>
          <a:bodyPr wrap="square">
            <a:spAutoFit/>
          </a:bodyPr>
          <a:lstStyle/>
          <a:p>
            <a:r>
              <a:rPr lang="en-IN" dirty="0"/>
              <a:t>Session 1</a:t>
            </a:r>
          </a:p>
        </p:txBody>
      </p:sp>
    </p:spTree>
    <p:extLst>
      <p:ext uri="{BB962C8B-B14F-4D97-AF65-F5344CB8AC3E}">
        <p14:creationId xmlns:p14="http://schemas.microsoft.com/office/powerpoint/2010/main" val="331084475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5A292AEA-2528-46C0-B426-95822B6141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D8B7B198-E4DF-43CD-AD8C-1998843237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34" name="Freeform: Shape 33">
            <a:extLst>
              <a:ext uri="{FF2B5EF4-FFF2-40B4-BE49-F238E27FC236}">
                <a16:creationId xmlns:a16="http://schemas.microsoft.com/office/drawing/2014/main" id="{2BE67753-EA0E-4819-8D22-0B6600CF7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96934" y="3984"/>
            <a:ext cx="9376632" cy="6858000"/>
          </a:xfrm>
          <a:custGeom>
            <a:avLst/>
            <a:gdLst>
              <a:gd name="connsiteX0" fmla="*/ 1691615 w 9376632"/>
              <a:gd name="connsiteY0" fmla="*/ 0 h 6858000"/>
              <a:gd name="connsiteX1" fmla="*/ 7685017 w 9376632"/>
              <a:gd name="connsiteY1" fmla="*/ 0 h 6858000"/>
              <a:gd name="connsiteX2" fmla="*/ 7840634 w 9376632"/>
              <a:gd name="connsiteY2" fmla="*/ 134799 h 6858000"/>
              <a:gd name="connsiteX3" fmla="*/ 9376632 w 9376632"/>
              <a:gd name="connsiteY3" fmla="*/ 3605175 h 6858000"/>
              <a:gd name="connsiteX4" fmla="*/ 8158692 w 9376632"/>
              <a:gd name="connsiteY4" fmla="*/ 6757493 h 6858000"/>
              <a:gd name="connsiteX5" fmla="*/ 8062868 w 9376632"/>
              <a:gd name="connsiteY5" fmla="*/ 6858000 h 6858000"/>
              <a:gd name="connsiteX6" fmla="*/ 1313765 w 9376632"/>
              <a:gd name="connsiteY6" fmla="*/ 6858000 h 6858000"/>
              <a:gd name="connsiteX7" fmla="*/ 1217940 w 9376632"/>
              <a:gd name="connsiteY7" fmla="*/ 6757493 h 6858000"/>
              <a:gd name="connsiteX8" fmla="*/ 0 w 9376632"/>
              <a:gd name="connsiteY8" fmla="*/ 3605175 h 6858000"/>
              <a:gd name="connsiteX9" fmla="*/ 1535999 w 9376632"/>
              <a:gd name="connsiteY9" fmla="*/ 13479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376632" h="6858000">
                <a:moveTo>
                  <a:pt x="1691615" y="0"/>
                </a:moveTo>
                <a:lnTo>
                  <a:pt x="7685017" y="0"/>
                </a:lnTo>
                <a:lnTo>
                  <a:pt x="7840634" y="134799"/>
                </a:lnTo>
                <a:cubicBezTo>
                  <a:pt x="8784230" y="992423"/>
                  <a:pt x="9376632" y="2229618"/>
                  <a:pt x="9376632" y="3605175"/>
                </a:cubicBezTo>
                <a:cubicBezTo>
                  <a:pt x="9376632" y="4818903"/>
                  <a:pt x="8915419" y="5924908"/>
                  <a:pt x="8158692" y="6757493"/>
                </a:cubicBezTo>
                <a:lnTo>
                  <a:pt x="8062868" y="6858000"/>
                </a:lnTo>
                <a:lnTo>
                  <a:pt x="1313765" y="6858000"/>
                </a:lnTo>
                <a:lnTo>
                  <a:pt x="1217940" y="6757493"/>
                </a:lnTo>
                <a:cubicBezTo>
                  <a:pt x="461213" y="5924908"/>
                  <a:pt x="0" y="4818903"/>
                  <a:pt x="0" y="3605175"/>
                </a:cubicBezTo>
                <a:cubicBezTo>
                  <a:pt x="0" y="2229618"/>
                  <a:pt x="592403" y="992423"/>
                  <a:pt x="1535999" y="134799"/>
                </a:cubicBezTo>
                <a:close/>
              </a:path>
            </a:pathLst>
          </a:cu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5" name="Group 34">
            <a:extLst>
              <a:ext uri="{FF2B5EF4-FFF2-40B4-BE49-F238E27FC236}">
                <a16:creationId xmlns:a16="http://schemas.microsoft.com/office/drawing/2014/main" id="{D76D63AC-0421-45EC-B383-E79A61A78C6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303402" y="3985"/>
            <a:ext cx="9772765" cy="6858000"/>
            <a:chOff x="1303402" y="36937"/>
            <a:chExt cx="9772765" cy="6858000"/>
          </a:xfrm>
          <a:solidFill>
            <a:schemeClr val="bg1">
              <a:alpha val="30000"/>
            </a:schemeClr>
          </a:solidFill>
        </p:grpSpPr>
        <p:sp>
          <p:nvSpPr>
            <p:cNvPr id="15" name="Freeform: Shape 14">
              <a:extLst>
                <a:ext uri="{FF2B5EF4-FFF2-40B4-BE49-F238E27FC236}">
                  <a16:creationId xmlns:a16="http://schemas.microsoft.com/office/drawing/2014/main" id="{B997A32E-7032-4107-9C8B-99DB59EDD5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6937"/>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Shape 15">
              <a:extLst>
                <a:ext uri="{FF2B5EF4-FFF2-40B4-BE49-F238E27FC236}">
                  <a16:creationId xmlns:a16="http://schemas.microsoft.com/office/drawing/2014/main" id="{943BB27F-1470-42CA-91FF-D94BC691C8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6937"/>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Freeform: Shape 16">
              <a:extLst>
                <a:ext uri="{FF2B5EF4-FFF2-40B4-BE49-F238E27FC236}">
                  <a16:creationId xmlns:a16="http://schemas.microsoft.com/office/drawing/2014/main" id="{E997B002-17FD-47B3-A06A-76802FE15C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6937"/>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Freeform: Shape 17">
              <a:extLst>
                <a:ext uri="{FF2B5EF4-FFF2-40B4-BE49-F238E27FC236}">
                  <a16:creationId xmlns:a16="http://schemas.microsoft.com/office/drawing/2014/main" id="{E401EA35-9D2E-43B7-860F-EBB8A6C3E0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6937"/>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Freeform: Shape 18">
              <a:extLst>
                <a:ext uri="{FF2B5EF4-FFF2-40B4-BE49-F238E27FC236}">
                  <a16:creationId xmlns:a16="http://schemas.microsoft.com/office/drawing/2014/main" id="{F8C44827-3D81-4FF9-B4A5-5650D1B20A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6937"/>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Freeform: Shape 19">
              <a:extLst>
                <a:ext uri="{FF2B5EF4-FFF2-40B4-BE49-F238E27FC236}">
                  <a16:creationId xmlns:a16="http://schemas.microsoft.com/office/drawing/2014/main" id="{F613D97F-F6DF-4D32-AD91-209A80E7A2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8320" y="36937"/>
              <a:ext cx="9767847" cy="6858000"/>
            </a:xfrm>
            <a:custGeom>
              <a:avLst/>
              <a:gdLst>
                <a:gd name="connsiteX0" fmla="*/ 7151367 w 9767847"/>
                <a:gd name="connsiteY0" fmla="*/ 0 h 6858000"/>
                <a:gd name="connsiteX1" fmla="*/ 7881247 w 9767847"/>
                <a:gd name="connsiteY1" fmla="*/ 0 h 6858000"/>
                <a:gd name="connsiteX2" fmla="*/ 7990553 w 9767847"/>
                <a:gd name="connsiteY2" fmla="*/ 81317 h 6858000"/>
                <a:gd name="connsiteX3" fmla="*/ 9767847 w 9767847"/>
                <a:gd name="connsiteY3" fmla="*/ 3649031 h 6858000"/>
                <a:gd name="connsiteX4" fmla="*/ 8652597 w 9767847"/>
                <a:gd name="connsiteY4" fmla="*/ 6590005 h 6858000"/>
                <a:gd name="connsiteX5" fmla="*/ 8395306 w 9767847"/>
                <a:gd name="connsiteY5" fmla="*/ 6858000 h 6858000"/>
                <a:gd name="connsiteX6" fmla="*/ 6762603 w 9767847"/>
                <a:gd name="connsiteY6" fmla="*/ 6858000 h 6858000"/>
                <a:gd name="connsiteX7" fmla="*/ 6765962 w 9767847"/>
                <a:gd name="connsiteY7" fmla="*/ 6854844 h 6858000"/>
                <a:gd name="connsiteX8" fmla="*/ 6804586 w 9767847"/>
                <a:gd name="connsiteY8" fmla="*/ 6817103 h 6858000"/>
                <a:gd name="connsiteX9" fmla="*/ 6881735 w 9767847"/>
                <a:gd name="connsiteY9" fmla="*/ 6741197 h 6858000"/>
                <a:gd name="connsiteX10" fmla="*/ 6958883 w 9767847"/>
                <a:gd name="connsiteY10" fmla="*/ 6664822 h 6858000"/>
                <a:gd name="connsiteX11" fmla="*/ 7267925 w 9767847"/>
                <a:gd name="connsiteY11" fmla="*/ 6355694 h 6858000"/>
                <a:gd name="connsiteX12" fmla="*/ 7424360 w 9767847"/>
                <a:gd name="connsiteY12" fmla="*/ 6200685 h 6858000"/>
                <a:gd name="connsiteX13" fmla="*/ 7504938 w 9767847"/>
                <a:gd name="connsiteY13" fmla="*/ 6122708 h 6858000"/>
                <a:gd name="connsiteX14" fmla="*/ 7546396 w 9767847"/>
                <a:gd name="connsiteY14" fmla="*/ 6083697 h 6858000"/>
                <a:gd name="connsiteX15" fmla="*/ 7588002 w 9767847"/>
                <a:gd name="connsiteY15" fmla="*/ 6045532 h 6858000"/>
                <a:gd name="connsiteX16" fmla="*/ 7631000 w 9767847"/>
                <a:gd name="connsiteY16" fmla="*/ 6006709 h 6858000"/>
                <a:gd name="connsiteX17" fmla="*/ 7675440 w 9767847"/>
                <a:gd name="connsiteY17" fmla="*/ 5968309 h 6858000"/>
                <a:gd name="connsiteX18" fmla="*/ 7720626 w 9767847"/>
                <a:gd name="connsiteY18" fmla="*/ 5930851 h 6858000"/>
                <a:gd name="connsiteX19" fmla="*/ 7766458 w 9767847"/>
                <a:gd name="connsiteY19" fmla="*/ 5894334 h 6858000"/>
                <a:gd name="connsiteX20" fmla="*/ 7955254 w 9767847"/>
                <a:gd name="connsiteY20" fmla="*/ 5756828 h 6858000"/>
                <a:gd name="connsiteX21" fmla="*/ 8352678 w 9767847"/>
                <a:gd name="connsiteY21" fmla="*/ 5517630 h 6858000"/>
                <a:gd name="connsiteX22" fmla="*/ 8451350 w 9767847"/>
                <a:gd name="connsiteY22" fmla="*/ 5465254 h 6858000"/>
                <a:gd name="connsiteX23" fmla="*/ 8548532 w 9767847"/>
                <a:gd name="connsiteY23" fmla="*/ 5413395 h 6858000"/>
                <a:gd name="connsiteX24" fmla="*/ 8729473 w 9767847"/>
                <a:gd name="connsiteY24" fmla="*/ 5309961 h 6858000"/>
                <a:gd name="connsiteX25" fmla="*/ 8770781 w 9767847"/>
                <a:gd name="connsiteY25" fmla="*/ 5283232 h 6858000"/>
                <a:gd name="connsiteX26" fmla="*/ 8790964 w 9767847"/>
                <a:gd name="connsiteY26" fmla="*/ 5269492 h 6858000"/>
                <a:gd name="connsiteX27" fmla="*/ 8810499 w 9767847"/>
                <a:gd name="connsiteY27" fmla="*/ 5255703 h 6858000"/>
                <a:gd name="connsiteX28" fmla="*/ 8883571 w 9767847"/>
                <a:gd name="connsiteY28" fmla="*/ 5198479 h 6858000"/>
                <a:gd name="connsiteX29" fmla="*/ 9006651 w 9767847"/>
                <a:gd name="connsiteY29" fmla="*/ 5070527 h 6858000"/>
                <a:gd name="connsiteX30" fmla="*/ 9033494 w 9767847"/>
                <a:gd name="connsiteY30" fmla="*/ 5034105 h 6858000"/>
                <a:gd name="connsiteX31" fmla="*/ 9040305 w 9767847"/>
                <a:gd name="connsiteY31" fmla="*/ 5024551 h 6858000"/>
                <a:gd name="connsiteX32" fmla="*/ 9046568 w 9767847"/>
                <a:gd name="connsiteY32" fmla="*/ 5015281 h 6858000"/>
                <a:gd name="connsiteX33" fmla="*/ 9058846 w 9767847"/>
                <a:gd name="connsiteY33" fmla="*/ 4996645 h 6858000"/>
                <a:gd name="connsiteX34" fmla="*/ 9104529 w 9767847"/>
                <a:gd name="connsiteY34" fmla="*/ 4918105 h 6858000"/>
                <a:gd name="connsiteX35" fmla="*/ 9181081 w 9767847"/>
                <a:gd name="connsiteY35" fmla="*/ 4744694 h 6858000"/>
                <a:gd name="connsiteX36" fmla="*/ 9240731 w 9767847"/>
                <a:gd name="connsiteY36" fmla="*/ 4557872 h 6858000"/>
                <a:gd name="connsiteX37" fmla="*/ 9265388 w 9767847"/>
                <a:gd name="connsiteY37" fmla="*/ 4461073 h 6858000"/>
                <a:gd name="connsiteX38" fmla="*/ 9276571 w 9767847"/>
                <a:gd name="connsiteY38" fmla="*/ 4411943 h 6858000"/>
                <a:gd name="connsiteX39" fmla="*/ 9281841 w 9767847"/>
                <a:gd name="connsiteY39" fmla="*/ 4387379 h 6858000"/>
                <a:gd name="connsiteX40" fmla="*/ 9286513 w 9767847"/>
                <a:gd name="connsiteY40" fmla="*/ 4364838 h 6858000"/>
                <a:gd name="connsiteX41" fmla="*/ 9296754 w 9767847"/>
                <a:gd name="connsiteY41" fmla="*/ 4312038 h 6858000"/>
                <a:gd name="connsiteX42" fmla="*/ 9301029 w 9767847"/>
                <a:gd name="connsiteY42" fmla="*/ 4289074 h 6858000"/>
                <a:gd name="connsiteX43" fmla="*/ 9302818 w 9767847"/>
                <a:gd name="connsiteY43" fmla="*/ 4278581 h 6858000"/>
                <a:gd name="connsiteX44" fmla="*/ 9304658 w 9767847"/>
                <a:gd name="connsiteY44" fmla="*/ 4266816 h 6858000"/>
                <a:gd name="connsiteX45" fmla="*/ 9312810 w 9767847"/>
                <a:gd name="connsiteY45" fmla="*/ 4215945 h 6858000"/>
                <a:gd name="connsiteX46" fmla="*/ 9316887 w 9767847"/>
                <a:gd name="connsiteY46" fmla="*/ 4190486 h 6858000"/>
                <a:gd name="connsiteX47" fmla="*/ 9318923 w 9767847"/>
                <a:gd name="connsiteY47" fmla="*/ 4177780 h 6858000"/>
                <a:gd name="connsiteX48" fmla="*/ 9320515 w 9767847"/>
                <a:gd name="connsiteY48" fmla="*/ 4164886 h 6858000"/>
                <a:gd name="connsiteX49" fmla="*/ 9332445 w 9767847"/>
                <a:gd name="connsiteY49" fmla="*/ 4064981 h 6858000"/>
                <a:gd name="connsiteX50" fmla="*/ 9336173 w 9767847"/>
                <a:gd name="connsiteY50" fmla="*/ 4018676 h 6858000"/>
                <a:gd name="connsiteX51" fmla="*/ 9340199 w 9767847"/>
                <a:gd name="connsiteY51" fmla="*/ 3965171 h 6858000"/>
                <a:gd name="connsiteX52" fmla="*/ 9347557 w 9767847"/>
                <a:gd name="connsiteY52" fmla="*/ 3765972 h 6858000"/>
                <a:gd name="connsiteX53" fmla="*/ 9346364 w 9767847"/>
                <a:gd name="connsiteY53" fmla="*/ 3664938 h 6858000"/>
                <a:gd name="connsiteX54" fmla="*/ 9344921 w 9767847"/>
                <a:gd name="connsiteY54" fmla="*/ 3615243 h 6858000"/>
                <a:gd name="connsiteX55" fmla="*/ 9344524 w 9767847"/>
                <a:gd name="connsiteY55" fmla="*/ 3603526 h 6858000"/>
                <a:gd name="connsiteX56" fmla="*/ 9343728 w 9767847"/>
                <a:gd name="connsiteY56" fmla="*/ 3590774 h 6858000"/>
                <a:gd name="connsiteX57" fmla="*/ 9342188 w 9767847"/>
                <a:gd name="connsiteY57" fmla="*/ 3565268 h 6858000"/>
                <a:gd name="connsiteX58" fmla="*/ 9339056 w 9767847"/>
                <a:gd name="connsiteY58" fmla="*/ 3514256 h 6858000"/>
                <a:gd name="connsiteX59" fmla="*/ 9334334 w 9767847"/>
                <a:gd name="connsiteY59" fmla="*/ 3463057 h 6858000"/>
                <a:gd name="connsiteX60" fmla="*/ 9329363 w 9767847"/>
                <a:gd name="connsiteY60" fmla="*/ 3411810 h 6858000"/>
                <a:gd name="connsiteX61" fmla="*/ 9328319 w 9767847"/>
                <a:gd name="connsiteY61" fmla="*/ 3400657 h 6858000"/>
                <a:gd name="connsiteX62" fmla="*/ 9327177 w 9767847"/>
                <a:gd name="connsiteY62" fmla="*/ 3390116 h 6858000"/>
                <a:gd name="connsiteX63" fmla="*/ 9324293 w 9767847"/>
                <a:gd name="connsiteY63" fmla="*/ 3366774 h 6858000"/>
                <a:gd name="connsiteX64" fmla="*/ 9320763 w 9767847"/>
                <a:gd name="connsiteY64" fmla="*/ 3340329 h 6858000"/>
                <a:gd name="connsiteX65" fmla="*/ 9317184 w 9767847"/>
                <a:gd name="connsiteY65" fmla="*/ 3311245 h 6858000"/>
                <a:gd name="connsiteX66" fmla="*/ 9311021 w 9767847"/>
                <a:gd name="connsiteY66" fmla="*/ 3266211 h 6858000"/>
                <a:gd name="connsiteX67" fmla="*/ 9302719 w 9767847"/>
                <a:gd name="connsiteY67" fmla="*/ 3215717 h 6858000"/>
                <a:gd name="connsiteX68" fmla="*/ 9293970 w 9767847"/>
                <a:gd name="connsiteY68" fmla="*/ 3165789 h 6858000"/>
                <a:gd name="connsiteX69" fmla="*/ 9252065 w 9767847"/>
                <a:gd name="connsiteY69" fmla="*/ 2967107 h 6858000"/>
                <a:gd name="connsiteX70" fmla="*/ 9227211 w 9767847"/>
                <a:gd name="connsiteY70" fmla="*/ 2868473 h 6858000"/>
                <a:gd name="connsiteX71" fmla="*/ 9220699 w 9767847"/>
                <a:gd name="connsiteY71" fmla="*/ 2844426 h 6858000"/>
                <a:gd name="connsiteX72" fmla="*/ 9213740 w 9767847"/>
                <a:gd name="connsiteY72" fmla="*/ 2820191 h 6858000"/>
                <a:gd name="connsiteX73" fmla="*/ 9199374 w 9767847"/>
                <a:gd name="connsiteY73" fmla="*/ 2771438 h 6858000"/>
                <a:gd name="connsiteX74" fmla="*/ 9061829 w 9767847"/>
                <a:gd name="connsiteY74" fmla="*/ 2385418 h 6858000"/>
                <a:gd name="connsiteX75" fmla="*/ 8978865 w 9767847"/>
                <a:gd name="connsiteY75" fmla="*/ 2196855 h 6858000"/>
                <a:gd name="connsiteX76" fmla="*/ 8956694 w 9767847"/>
                <a:gd name="connsiteY76" fmla="*/ 2150219 h 6858000"/>
                <a:gd name="connsiteX77" fmla="*/ 8934176 w 9767847"/>
                <a:gd name="connsiteY77" fmla="*/ 2103914 h 6858000"/>
                <a:gd name="connsiteX78" fmla="*/ 8887151 w 9767847"/>
                <a:gd name="connsiteY78" fmla="*/ 2011350 h 6858000"/>
                <a:gd name="connsiteX79" fmla="*/ 8787533 w 9767847"/>
                <a:gd name="connsiteY79" fmla="*/ 1828527 h 6858000"/>
                <a:gd name="connsiteX80" fmla="*/ 8761485 w 9767847"/>
                <a:gd name="connsiteY80" fmla="*/ 1783398 h 6858000"/>
                <a:gd name="connsiteX81" fmla="*/ 8734791 w 9767847"/>
                <a:gd name="connsiteY81" fmla="*/ 1737893 h 6858000"/>
                <a:gd name="connsiteX82" fmla="*/ 8680808 w 9767847"/>
                <a:gd name="connsiteY82" fmla="*/ 1648812 h 6858000"/>
                <a:gd name="connsiteX83" fmla="*/ 8567024 w 9767847"/>
                <a:gd name="connsiteY83" fmla="*/ 1472906 h 6858000"/>
                <a:gd name="connsiteX84" fmla="*/ 8537446 w 9767847"/>
                <a:gd name="connsiteY84" fmla="*/ 1429330 h 6858000"/>
                <a:gd name="connsiteX85" fmla="*/ 8507423 w 9767847"/>
                <a:gd name="connsiteY85" fmla="*/ 1385896 h 6858000"/>
                <a:gd name="connsiteX86" fmla="*/ 8446529 w 9767847"/>
                <a:gd name="connsiteY86" fmla="*/ 1300295 h 6858000"/>
                <a:gd name="connsiteX87" fmla="*/ 8319224 w 9767847"/>
                <a:gd name="connsiteY87" fmla="*/ 1131026 h 6858000"/>
                <a:gd name="connsiteX88" fmla="*/ 8286366 w 9767847"/>
                <a:gd name="connsiteY88" fmla="*/ 1089050 h 6858000"/>
                <a:gd name="connsiteX89" fmla="*/ 8270161 w 9767847"/>
                <a:gd name="connsiteY89" fmla="*/ 1068439 h 6858000"/>
                <a:gd name="connsiteX90" fmla="*/ 8253856 w 9767847"/>
                <a:gd name="connsiteY90" fmla="*/ 1048156 h 6858000"/>
                <a:gd name="connsiteX91" fmla="*/ 8186352 w 9767847"/>
                <a:gd name="connsiteY91" fmla="*/ 966275 h 6858000"/>
                <a:gd name="connsiteX92" fmla="*/ 8046768 w 9767847"/>
                <a:gd name="connsiteY92" fmla="*/ 805429 h 6858000"/>
                <a:gd name="connsiteX93" fmla="*/ 8010927 w 9767847"/>
                <a:gd name="connsiteY93" fmla="*/ 765853 h 6858000"/>
                <a:gd name="connsiteX94" fmla="*/ 7974788 w 9767847"/>
                <a:gd name="connsiteY94" fmla="*/ 726653 h 6858000"/>
                <a:gd name="connsiteX95" fmla="*/ 7901070 w 9767847"/>
                <a:gd name="connsiteY95" fmla="*/ 648724 h 6858000"/>
                <a:gd name="connsiteX96" fmla="*/ 7750054 w 9767847"/>
                <a:gd name="connsiteY96" fmla="*/ 497008 h 6858000"/>
                <a:gd name="connsiteX97" fmla="*/ 7592277 w 9767847"/>
                <a:gd name="connsiteY97" fmla="*/ 351221 h 6858000"/>
                <a:gd name="connsiteX98" fmla="*/ 7257734 w 9767847"/>
                <a:gd name="connsiteY98" fmla="*/ 76964 h 6858000"/>
                <a:gd name="connsiteX99" fmla="*/ 1886601 w 9767847"/>
                <a:gd name="connsiteY99" fmla="*/ 0 h 6858000"/>
                <a:gd name="connsiteX100" fmla="*/ 2292926 w 9767847"/>
                <a:gd name="connsiteY100" fmla="*/ 0 h 6858000"/>
                <a:gd name="connsiteX101" fmla="*/ 2135542 w 9767847"/>
                <a:gd name="connsiteY101" fmla="*/ 117781 h 6858000"/>
                <a:gd name="connsiteX102" fmla="*/ 1969576 w 9767847"/>
                <a:gd name="connsiteY102" fmla="*/ 254986 h 6858000"/>
                <a:gd name="connsiteX103" fmla="*/ 1659938 w 9767847"/>
                <a:gd name="connsiteY103" fmla="*/ 549855 h 6858000"/>
                <a:gd name="connsiteX104" fmla="*/ 729383 w 9767847"/>
                <a:gd name="connsiteY104" fmla="*/ 1936480 h 6858000"/>
                <a:gd name="connsiteX105" fmla="*/ 578465 w 9767847"/>
                <a:gd name="connsiteY105" fmla="*/ 2320807 h 6858000"/>
                <a:gd name="connsiteX106" fmla="*/ 465080 w 9767847"/>
                <a:gd name="connsiteY106" fmla="*/ 2714875 h 6858000"/>
                <a:gd name="connsiteX107" fmla="*/ 423820 w 9767847"/>
                <a:gd name="connsiteY107" fmla="*/ 2915436 h 6858000"/>
                <a:gd name="connsiteX108" fmla="*/ 392355 w 9767847"/>
                <a:gd name="connsiteY108" fmla="*/ 3118071 h 6858000"/>
                <a:gd name="connsiteX109" fmla="*/ 358801 w 9767847"/>
                <a:gd name="connsiteY109" fmla="*/ 3526915 h 6858000"/>
                <a:gd name="connsiteX110" fmla="*/ 410350 w 9767847"/>
                <a:gd name="connsiteY110" fmla="*/ 4348226 h 6858000"/>
                <a:gd name="connsiteX111" fmla="*/ 449022 w 9767847"/>
                <a:gd name="connsiteY111" fmla="*/ 4551049 h 6858000"/>
                <a:gd name="connsiteX112" fmla="*/ 498882 w 9767847"/>
                <a:gd name="connsiteY112" fmla="*/ 4752365 h 6858000"/>
                <a:gd name="connsiteX113" fmla="*/ 559775 w 9767847"/>
                <a:gd name="connsiteY113" fmla="*/ 4951657 h 6858000"/>
                <a:gd name="connsiteX114" fmla="*/ 631406 w 9767847"/>
                <a:gd name="connsiteY114" fmla="*/ 5147986 h 6858000"/>
                <a:gd name="connsiteX115" fmla="*/ 1023461 w 9767847"/>
                <a:gd name="connsiteY115" fmla="*/ 5893957 h 6858000"/>
                <a:gd name="connsiteX116" fmla="*/ 1575880 w 9767847"/>
                <a:gd name="connsiteY116" fmla="*/ 6547646 h 6858000"/>
                <a:gd name="connsiteX117" fmla="*/ 1905228 w 9767847"/>
                <a:gd name="connsiteY117" fmla="*/ 6829468 h 6858000"/>
                <a:gd name="connsiteX118" fmla="*/ 1944230 w 9767847"/>
                <a:gd name="connsiteY118" fmla="*/ 6858000 h 6858000"/>
                <a:gd name="connsiteX119" fmla="*/ 1372541 w 9767847"/>
                <a:gd name="connsiteY119" fmla="*/ 6858000 h 6858000"/>
                <a:gd name="connsiteX120" fmla="*/ 1115251 w 9767847"/>
                <a:gd name="connsiteY120" fmla="*/ 6590005 h 6858000"/>
                <a:gd name="connsiteX121" fmla="*/ 0 w 9767847"/>
                <a:gd name="connsiteY121" fmla="*/ 3649031 h 6858000"/>
                <a:gd name="connsiteX122" fmla="*/ 1777294 w 9767847"/>
                <a:gd name="connsiteY122" fmla="*/ 813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9767847" h="6858000">
                  <a:moveTo>
                    <a:pt x="7151367" y="0"/>
                  </a:moveTo>
                  <a:lnTo>
                    <a:pt x="7881247" y="0"/>
                  </a:lnTo>
                  <a:lnTo>
                    <a:pt x="7990553" y="81317"/>
                  </a:lnTo>
                  <a:cubicBezTo>
                    <a:pt x="9075991" y="929334"/>
                    <a:pt x="9767847" y="2212695"/>
                    <a:pt x="9767847" y="3649031"/>
                  </a:cubicBezTo>
                  <a:cubicBezTo>
                    <a:pt x="9767847" y="4766182"/>
                    <a:pt x="9349317" y="5790792"/>
                    <a:pt x="8652597" y="6590005"/>
                  </a:cubicBezTo>
                  <a:lnTo>
                    <a:pt x="8395306" y="6858000"/>
                  </a:lnTo>
                  <a:lnTo>
                    <a:pt x="6762603" y="6858000"/>
                  </a:lnTo>
                  <a:lnTo>
                    <a:pt x="6765962" y="6854844"/>
                  </a:lnTo>
                  <a:cubicBezTo>
                    <a:pt x="6779036" y="6842703"/>
                    <a:pt x="6791663" y="6829621"/>
                    <a:pt x="6804586" y="6817103"/>
                  </a:cubicBezTo>
                  <a:lnTo>
                    <a:pt x="6881735" y="6741197"/>
                  </a:lnTo>
                  <a:cubicBezTo>
                    <a:pt x="6907435" y="6715881"/>
                    <a:pt x="6933134" y="6690798"/>
                    <a:pt x="6958883" y="6664822"/>
                  </a:cubicBezTo>
                  <a:lnTo>
                    <a:pt x="7267925" y="6355694"/>
                  </a:lnTo>
                  <a:lnTo>
                    <a:pt x="7424360" y="6200685"/>
                  </a:lnTo>
                  <a:cubicBezTo>
                    <a:pt x="7450754" y="6174802"/>
                    <a:pt x="7477598" y="6148731"/>
                    <a:pt x="7504938" y="6122708"/>
                  </a:cubicBezTo>
                  <a:lnTo>
                    <a:pt x="7546396" y="6083697"/>
                  </a:lnTo>
                  <a:cubicBezTo>
                    <a:pt x="7560264" y="6070803"/>
                    <a:pt x="7574780" y="6057532"/>
                    <a:pt x="7588002" y="6045532"/>
                  </a:cubicBezTo>
                  <a:lnTo>
                    <a:pt x="7631000" y="6006709"/>
                  </a:lnTo>
                  <a:lnTo>
                    <a:pt x="7675440" y="5968309"/>
                  </a:lnTo>
                  <a:cubicBezTo>
                    <a:pt x="7690404" y="5955698"/>
                    <a:pt x="7705564" y="5943321"/>
                    <a:pt x="7720626" y="5930851"/>
                  </a:cubicBezTo>
                  <a:cubicBezTo>
                    <a:pt x="7735738" y="5918427"/>
                    <a:pt x="7751197" y="5906521"/>
                    <a:pt x="7766458" y="5894334"/>
                  </a:cubicBezTo>
                  <a:cubicBezTo>
                    <a:pt x="7827949" y="5846192"/>
                    <a:pt x="7890979" y="5800499"/>
                    <a:pt x="7955254" y="5756828"/>
                  </a:cubicBezTo>
                  <a:cubicBezTo>
                    <a:pt x="8083800" y="5669534"/>
                    <a:pt x="8216872" y="5590336"/>
                    <a:pt x="8352678" y="5517630"/>
                  </a:cubicBezTo>
                  <a:lnTo>
                    <a:pt x="8451350" y="5465254"/>
                  </a:lnTo>
                  <a:lnTo>
                    <a:pt x="8548532" y="5413395"/>
                  </a:lnTo>
                  <a:cubicBezTo>
                    <a:pt x="8612110" y="5379090"/>
                    <a:pt x="8673251" y="5345208"/>
                    <a:pt x="8729473" y="5309961"/>
                  </a:cubicBezTo>
                  <a:cubicBezTo>
                    <a:pt x="8743591" y="5301115"/>
                    <a:pt x="8757161" y="5292361"/>
                    <a:pt x="8770781" y="5283232"/>
                  </a:cubicBezTo>
                  <a:cubicBezTo>
                    <a:pt x="8777591" y="5278667"/>
                    <a:pt x="8784451" y="5274103"/>
                    <a:pt x="8790964" y="5269492"/>
                  </a:cubicBezTo>
                  <a:cubicBezTo>
                    <a:pt x="8797574" y="5264879"/>
                    <a:pt x="8804235" y="5260314"/>
                    <a:pt x="8810499" y="5255703"/>
                  </a:cubicBezTo>
                  <a:cubicBezTo>
                    <a:pt x="8835999" y="5237303"/>
                    <a:pt x="8860407" y="5218291"/>
                    <a:pt x="8883571" y="5198479"/>
                  </a:cubicBezTo>
                  <a:cubicBezTo>
                    <a:pt x="8929900" y="5158856"/>
                    <a:pt x="8971258" y="5116315"/>
                    <a:pt x="9006651" y="5070527"/>
                  </a:cubicBezTo>
                  <a:cubicBezTo>
                    <a:pt x="9015351" y="5059328"/>
                    <a:pt x="9024398" y="5046857"/>
                    <a:pt x="9033494" y="5034105"/>
                  </a:cubicBezTo>
                  <a:lnTo>
                    <a:pt x="9040305" y="5024551"/>
                  </a:lnTo>
                  <a:lnTo>
                    <a:pt x="9046568" y="5015281"/>
                  </a:lnTo>
                  <a:cubicBezTo>
                    <a:pt x="9050743" y="5009163"/>
                    <a:pt x="9054819" y="5002952"/>
                    <a:pt x="9058846" y="4996645"/>
                  </a:cubicBezTo>
                  <a:cubicBezTo>
                    <a:pt x="9075002" y="4971517"/>
                    <a:pt x="9090212" y="4945305"/>
                    <a:pt x="9104529" y="4918105"/>
                  </a:cubicBezTo>
                  <a:cubicBezTo>
                    <a:pt x="9133211" y="4863752"/>
                    <a:pt x="9158313" y="4805447"/>
                    <a:pt x="9181081" y="4744694"/>
                  </a:cubicBezTo>
                  <a:cubicBezTo>
                    <a:pt x="9203748" y="4684178"/>
                    <a:pt x="9223383" y="4621778"/>
                    <a:pt x="9240731" y="4557872"/>
                  </a:cubicBezTo>
                  <a:cubicBezTo>
                    <a:pt x="9249481" y="4525966"/>
                    <a:pt x="9257682" y="4493684"/>
                    <a:pt x="9265388" y="4461073"/>
                  </a:cubicBezTo>
                  <a:cubicBezTo>
                    <a:pt x="9269215" y="4444744"/>
                    <a:pt x="9272943" y="4428367"/>
                    <a:pt x="9276571" y="4411943"/>
                  </a:cubicBezTo>
                  <a:lnTo>
                    <a:pt x="9281841" y="4387379"/>
                  </a:lnTo>
                  <a:lnTo>
                    <a:pt x="9286513" y="4364838"/>
                  </a:lnTo>
                  <a:lnTo>
                    <a:pt x="9296754" y="4312038"/>
                  </a:lnTo>
                  <a:lnTo>
                    <a:pt x="9301029" y="4289074"/>
                  </a:lnTo>
                  <a:lnTo>
                    <a:pt x="9302818" y="4278581"/>
                  </a:lnTo>
                  <a:lnTo>
                    <a:pt x="9304658" y="4266816"/>
                  </a:lnTo>
                  <a:lnTo>
                    <a:pt x="9312810" y="4215945"/>
                  </a:lnTo>
                  <a:lnTo>
                    <a:pt x="9316887" y="4190486"/>
                  </a:lnTo>
                  <a:lnTo>
                    <a:pt x="9318923" y="4177780"/>
                  </a:lnTo>
                  <a:cubicBezTo>
                    <a:pt x="9319570" y="4173546"/>
                    <a:pt x="9319969" y="4169169"/>
                    <a:pt x="9320515" y="4164886"/>
                  </a:cubicBezTo>
                  <a:lnTo>
                    <a:pt x="9332445" y="4064981"/>
                  </a:lnTo>
                  <a:cubicBezTo>
                    <a:pt x="9333836" y="4052370"/>
                    <a:pt x="9334880" y="4036888"/>
                    <a:pt x="9336173" y="4018676"/>
                  </a:cubicBezTo>
                  <a:lnTo>
                    <a:pt x="9340199" y="3965171"/>
                  </a:lnTo>
                  <a:cubicBezTo>
                    <a:pt x="9345071" y="3899806"/>
                    <a:pt x="9347358" y="3832983"/>
                    <a:pt x="9347557" y="3765972"/>
                  </a:cubicBezTo>
                  <a:cubicBezTo>
                    <a:pt x="9347656" y="3732420"/>
                    <a:pt x="9347209" y="3698773"/>
                    <a:pt x="9346364" y="3664938"/>
                  </a:cubicBezTo>
                  <a:lnTo>
                    <a:pt x="9344921" y="3615243"/>
                  </a:lnTo>
                  <a:lnTo>
                    <a:pt x="9344524" y="3603526"/>
                  </a:lnTo>
                  <a:lnTo>
                    <a:pt x="9343728" y="3590774"/>
                  </a:lnTo>
                  <a:lnTo>
                    <a:pt x="9342188" y="3565268"/>
                  </a:lnTo>
                  <a:lnTo>
                    <a:pt x="9339056" y="3514256"/>
                  </a:lnTo>
                  <a:cubicBezTo>
                    <a:pt x="9337914" y="3497221"/>
                    <a:pt x="9335874" y="3480138"/>
                    <a:pt x="9334334" y="3463057"/>
                  </a:cubicBezTo>
                  <a:lnTo>
                    <a:pt x="9329363" y="3411810"/>
                  </a:lnTo>
                  <a:lnTo>
                    <a:pt x="9328319" y="3400657"/>
                  </a:lnTo>
                  <a:lnTo>
                    <a:pt x="9327177" y="3390116"/>
                  </a:lnTo>
                  <a:lnTo>
                    <a:pt x="9324293" y="3366774"/>
                  </a:lnTo>
                  <a:lnTo>
                    <a:pt x="9320763" y="3340329"/>
                  </a:lnTo>
                  <a:lnTo>
                    <a:pt x="9317184" y="3311245"/>
                  </a:lnTo>
                  <a:cubicBezTo>
                    <a:pt x="9315594" y="3296893"/>
                    <a:pt x="9313506" y="3282306"/>
                    <a:pt x="9311021" y="3266211"/>
                  </a:cubicBezTo>
                  <a:lnTo>
                    <a:pt x="9302719" y="3215717"/>
                  </a:lnTo>
                  <a:cubicBezTo>
                    <a:pt x="9299936" y="3199059"/>
                    <a:pt x="9297003" y="3182400"/>
                    <a:pt x="9293970" y="3165789"/>
                  </a:cubicBezTo>
                  <a:cubicBezTo>
                    <a:pt x="9281891" y="3099295"/>
                    <a:pt x="9267674" y="3033084"/>
                    <a:pt x="9252065" y="2967107"/>
                  </a:cubicBezTo>
                  <a:cubicBezTo>
                    <a:pt x="9244261" y="2934167"/>
                    <a:pt x="9235959" y="2901273"/>
                    <a:pt x="9227211" y="2868473"/>
                  </a:cubicBezTo>
                  <a:lnTo>
                    <a:pt x="9220699" y="2844426"/>
                  </a:lnTo>
                  <a:lnTo>
                    <a:pt x="9213740" y="2820191"/>
                  </a:lnTo>
                  <a:cubicBezTo>
                    <a:pt x="9209216" y="2804049"/>
                    <a:pt x="9204345" y="2787768"/>
                    <a:pt x="9199374" y="2771438"/>
                  </a:cubicBezTo>
                  <a:cubicBezTo>
                    <a:pt x="9159855" y="2641086"/>
                    <a:pt x="9114272" y="2512099"/>
                    <a:pt x="9061829" y="2385418"/>
                  </a:cubicBezTo>
                  <a:cubicBezTo>
                    <a:pt x="9035582" y="2322077"/>
                    <a:pt x="9008043" y="2259160"/>
                    <a:pt x="8978865" y="2196855"/>
                  </a:cubicBezTo>
                  <a:lnTo>
                    <a:pt x="8956694" y="2150219"/>
                  </a:lnTo>
                  <a:lnTo>
                    <a:pt x="8934176" y="2103914"/>
                  </a:lnTo>
                  <a:cubicBezTo>
                    <a:pt x="8918915" y="2073091"/>
                    <a:pt x="8903157" y="2042032"/>
                    <a:pt x="8887151" y="2011350"/>
                  </a:cubicBezTo>
                  <a:cubicBezTo>
                    <a:pt x="8854988" y="1949891"/>
                    <a:pt x="8822082" y="1888810"/>
                    <a:pt x="8787533" y="1828527"/>
                  </a:cubicBezTo>
                  <a:lnTo>
                    <a:pt x="8761485" y="1783398"/>
                  </a:lnTo>
                  <a:lnTo>
                    <a:pt x="8734791" y="1737893"/>
                  </a:lnTo>
                  <a:cubicBezTo>
                    <a:pt x="8717047" y="1707823"/>
                    <a:pt x="8699200" y="1678363"/>
                    <a:pt x="8680808" y="1648812"/>
                  </a:cubicBezTo>
                  <a:cubicBezTo>
                    <a:pt x="8644322" y="1589658"/>
                    <a:pt x="8606194" y="1531118"/>
                    <a:pt x="8567024" y="1472906"/>
                  </a:cubicBezTo>
                  <a:lnTo>
                    <a:pt x="8537446" y="1429330"/>
                  </a:lnTo>
                  <a:lnTo>
                    <a:pt x="8507423" y="1385896"/>
                  </a:lnTo>
                  <a:cubicBezTo>
                    <a:pt x="8487390" y="1357284"/>
                    <a:pt x="8467158" y="1328719"/>
                    <a:pt x="8446529" y="1300295"/>
                  </a:cubicBezTo>
                  <a:cubicBezTo>
                    <a:pt x="8405271" y="1243496"/>
                    <a:pt x="8362718" y="1187120"/>
                    <a:pt x="8319224" y="1131026"/>
                  </a:cubicBezTo>
                  <a:lnTo>
                    <a:pt x="8286366" y="1089050"/>
                  </a:lnTo>
                  <a:lnTo>
                    <a:pt x="8270161" y="1068439"/>
                  </a:lnTo>
                  <a:lnTo>
                    <a:pt x="8253856" y="1048156"/>
                  </a:lnTo>
                  <a:cubicBezTo>
                    <a:pt x="8231636" y="1020675"/>
                    <a:pt x="8209117" y="993381"/>
                    <a:pt x="8186352" y="966275"/>
                  </a:cubicBezTo>
                  <a:cubicBezTo>
                    <a:pt x="8140917" y="911922"/>
                    <a:pt x="8094240" y="858417"/>
                    <a:pt x="8046768" y="805429"/>
                  </a:cubicBezTo>
                  <a:lnTo>
                    <a:pt x="8010927" y="765853"/>
                  </a:lnTo>
                  <a:lnTo>
                    <a:pt x="7974788" y="726653"/>
                  </a:lnTo>
                  <a:cubicBezTo>
                    <a:pt x="7950382" y="700489"/>
                    <a:pt x="7925824" y="674465"/>
                    <a:pt x="7901070" y="648724"/>
                  </a:cubicBezTo>
                  <a:cubicBezTo>
                    <a:pt x="7851510" y="597289"/>
                    <a:pt x="7801404" y="546514"/>
                    <a:pt x="7750054" y="497008"/>
                  </a:cubicBezTo>
                  <a:cubicBezTo>
                    <a:pt x="7698902" y="447644"/>
                    <a:pt x="7645913" y="398938"/>
                    <a:pt x="7592277" y="351221"/>
                  </a:cubicBezTo>
                  <a:cubicBezTo>
                    <a:pt x="7484856" y="255786"/>
                    <a:pt x="7373308" y="164304"/>
                    <a:pt x="7257734" y="76964"/>
                  </a:cubicBezTo>
                  <a:close/>
                  <a:moveTo>
                    <a:pt x="1886601" y="0"/>
                  </a:moveTo>
                  <a:lnTo>
                    <a:pt x="2292926" y="0"/>
                  </a:lnTo>
                  <a:lnTo>
                    <a:pt x="2135542" y="117781"/>
                  </a:lnTo>
                  <a:cubicBezTo>
                    <a:pt x="2078998" y="162280"/>
                    <a:pt x="2023659" y="208045"/>
                    <a:pt x="1969576" y="254986"/>
                  </a:cubicBezTo>
                  <a:cubicBezTo>
                    <a:pt x="1861309" y="348820"/>
                    <a:pt x="1758064" y="447314"/>
                    <a:pt x="1659938" y="549855"/>
                  </a:cubicBezTo>
                  <a:cubicBezTo>
                    <a:pt x="1266987" y="960346"/>
                    <a:pt x="953820" y="1431495"/>
                    <a:pt x="729383" y="1936480"/>
                  </a:cubicBezTo>
                  <a:cubicBezTo>
                    <a:pt x="673260" y="2062362"/>
                    <a:pt x="622855" y="2190972"/>
                    <a:pt x="578465" y="2320807"/>
                  </a:cubicBezTo>
                  <a:cubicBezTo>
                    <a:pt x="534125" y="2450687"/>
                    <a:pt x="496147" y="2582216"/>
                    <a:pt x="465080" y="2714875"/>
                  </a:cubicBezTo>
                  <a:cubicBezTo>
                    <a:pt x="449769" y="2780991"/>
                    <a:pt x="435850" y="2848191"/>
                    <a:pt x="423820" y="2915436"/>
                  </a:cubicBezTo>
                  <a:cubicBezTo>
                    <a:pt x="411840" y="2982731"/>
                    <a:pt x="401054" y="3050260"/>
                    <a:pt x="392355" y="3118071"/>
                  </a:cubicBezTo>
                  <a:cubicBezTo>
                    <a:pt x="374509" y="3253646"/>
                    <a:pt x="363424" y="3389880"/>
                    <a:pt x="358801" y="3526915"/>
                  </a:cubicBezTo>
                  <a:cubicBezTo>
                    <a:pt x="349009" y="3800843"/>
                    <a:pt x="366357" y="4075570"/>
                    <a:pt x="410350" y="4348226"/>
                  </a:cubicBezTo>
                  <a:cubicBezTo>
                    <a:pt x="421286" y="4416132"/>
                    <a:pt x="434209" y="4483660"/>
                    <a:pt x="449022" y="4551049"/>
                  </a:cubicBezTo>
                  <a:cubicBezTo>
                    <a:pt x="463737" y="4618436"/>
                    <a:pt x="480389" y="4685588"/>
                    <a:pt x="498882" y="4752365"/>
                  </a:cubicBezTo>
                  <a:cubicBezTo>
                    <a:pt x="517373" y="4819141"/>
                    <a:pt x="537704" y="4885635"/>
                    <a:pt x="559775" y="4951657"/>
                  </a:cubicBezTo>
                  <a:cubicBezTo>
                    <a:pt x="581946" y="5017775"/>
                    <a:pt x="605358" y="5083375"/>
                    <a:pt x="631406" y="5147986"/>
                  </a:cubicBezTo>
                  <a:cubicBezTo>
                    <a:pt x="734055" y="5407608"/>
                    <a:pt x="865188" y="5658570"/>
                    <a:pt x="1023461" y="5893957"/>
                  </a:cubicBezTo>
                  <a:cubicBezTo>
                    <a:pt x="1181487" y="6129578"/>
                    <a:pt x="1367051" y="6349247"/>
                    <a:pt x="1575880" y="6547646"/>
                  </a:cubicBezTo>
                  <a:cubicBezTo>
                    <a:pt x="1680269" y="6646916"/>
                    <a:pt x="1790338" y="6740939"/>
                    <a:pt x="1905228" y="6829468"/>
                  </a:cubicBezTo>
                  <a:lnTo>
                    <a:pt x="1944230" y="6858000"/>
                  </a:lnTo>
                  <a:lnTo>
                    <a:pt x="1372541" y="6858000"/>
                  </a:lnTo>
                  <a:lnTo>
                    <a:pt x="1115251" y="6590005"/>
                  </a:lnTo>
                  <a:cubicBezTo>
                    <a:pt x="418530" y="5790792"/>
                    <a:pt x="0" y="4766182"/>
                    <a:pt x="0" y="3649031"/>
                  </a:cubicBezTo>
                  <a:cubicBezTo>
                    <a:pt x="0" y="2212695"/>
                    <a:pt x="691856" y="929334"/>
                    <a:pt x="1777294" y="81317"/>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1" name="Freeform: Shape 20">
              <a:extLst>
                <a:ext uri="{FF2B5EF4-FFF2-40B4-BE49-F238E27FC236}">
                  <a16:creationId xmlns:a16="http://schemas.microsoft.com/office/drawing/2014/main" id="{82B0ED5C-927D-4C5F-8F27-1B403820B9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3402" y="36937"/>
              <a:ext cx="9767847" cy="6858000"/>
            </a:xfrm>
            <a:custGeom>
              <a:avLst/>
              <a:gdLst>
                <a:gd name="connsiteX0" fmla="*/ 7145704 w 9767847"/>
                <a:gd name="connsiteY0" fmla="*/ 0 h 6858000"/>
                <a:gd name="connsiteX1" fmla="*/ 7875738 w 9767847"/>
                <a:gd name="connsiteY1" fmla="*/ 0 h 6858000"/>
                <a:gd name="connsiteX2" fmla="*/ 7990553 w 9767847"/>
                <a:gd name="connsiteY2" fmla="*/ 85415 h 6858000"/>
                <a:gd name="connsiteX3" fmla="*/ 9767847 w 9767847"/>
                <a:gd name="connsiteY3" fmla="*/ 3653129 h 6858000"/>
                <a:gd name="connsiteX4" fmla="*/ 8652597 w 9767847"/>
                <a:gd name="connsiteY4" fmla="*/ 6594103 h 6858000"/>
                <a:gd name="connsiteX5" fmla="*/ 8399240 w 9767847"/>
                <a:gd name="connsiteY5" fmla="*/ 6858000 h 6858000"/>
                <a:gd name="connsiteX6" fmla="*/ 6766926 w 9767847"/>
                <a:gd name="connsiteY6" fmla="*/ 6858000 h 6858000"/>
                <a:gd name="connsiteX7" fmla="*/ 6804586 w 9767847"/>
                <a:gd name="connsiteY7" fmla="*/ 6821201 h 6858000"/>
                <a:gd name="connsiteX8" fmla="*/ 6881735 w 9767847"/>
                <a:gd name="connsiteY8" fmla="*/ 6745295 h 6858000"/>
                <a:gd name="connsiteX9" fmla="*/ 6958883 w 9767847"/>
                <a:gd name="connsiteY9" fmla="*/ 6668920 h 6858000"/>
                <a:gd name="connsiteX10" fmla="*/ 7267925 w 9767847"/>
                <a:gd name="connsiteY10" fmla="*/ 6359792 h 6858000"/>
                <a:gd name="connsiteX11" fmla="*/ 7424360 w 9767847"/>
                <a:gd name="connsiteY11" fmla="*/ 6204783 h 6858000"/>
                <a:gd name="connsiteX12" fmla="*/ 7504938 w 9767847"/>
                <a:gd name="connsiteY12" fmla="*/ 6126806 h 6858000"/>
                <a:gd name="connsiteX13" fmla="*/ 7546396 w 9767847"/>
                <a:gd name="connsiteY13" fmla="*/ 6087795 h 6858000"/>
                <a:gd name="connsiteX14" fmla="*/ 7588002 w 9767847"/>
                <a:gd name="connsiteY14" fmla="*/ 6049630 h 6858000"/>
                <a:gd name="connsiteX15" fmla="*/ 7631000 w 9767847"/>
                <a:gd name="connsiteY15" fmla="*/ 6010807 h 6858000"/>
                <a:gd name="connsiteX16" fmla="*/ 7675440 w 9767847"/>
                <a:gd name="connsiteY16" fmla="*/ 5972407 h 6858000"/>
                <a:gd name="connsiteX17" fmla="*/ 7720626 w 9767847"/>
                <a:gd name="connsiteY17" fmla="*/ 5934949 h 6858000"/>
                <a:gd name="connsiteX18" fmla="*/ 7766458 w 9767847"/>
                <a:gd name="connsiteY18" fmla="*/ 5898432 h 6858000"/>
                <a:gd name="connsiteX19" fmla="*/ 7955254 w 9767847"/>
                <a:gd name="connsiteY19" fmla="*/ 5760926 h 6858000"/>
                <a:gd name="connsiteX20" fmla="*/ 8352678 w 9767847"/>
                <a:gd name="connsiteY20" fmla="*/ 5521728 h 6858000"/>
                <a:gd name="connsiteX21" fmla="*/ 8451350 w 9767847"/>
                <a:gd name="connsiteY21" fmla="*/ 5469352 h 6858000"/>
                <a:gd name="connsiteX22" fmla="*/ 8548532 w 9767847"/>
                <a:gd name="connsiteY22" fmla="*/ 5417493 h 6858000"/>
                <a:gd name="connsiteX23" fmla="*/ 8729473 w 9767847"/>
                <a:gd name="connsiteY23" fmla="*/ 5314059 h 6858000"/>
                <a:gd name="connsiteX24" fmla="*/ 8770781 w 9767847"/>
                <a:gd name="connsiteY24" fmla="*/ 5287330 h 6858000"/>
                <a:gd name="connsiteX25" fmla="*/ 8790964 w 9767847"/>
                <a:gd name="connsiteY25" fmla="*/ 5273590 h 6858000"/>
                <a:gd name="connsiteX26" fmla="*/ 8810499 w 9767847"/>
                <a:gd name="connsiteY26" fmla="*/ 5259801 h 6858000"/>
                <a:gd name="connsiteX27" fmla="*/ 8883571 w 9767847"/>
                <a:gd name="connsiteY27" fmla="*/ 5202577 h 6858000"/>
                <a:gd name="connsiteX28" fmla="*/ 9006651 w 9767847"/>
                <a:gd name="connsiteY28" fmla="*/ 5074625 h 6858000"/>
                <a:gd name="connsiteX29" fmla="*/ 9033494 w 9767847"/>
                <a:gd name="connsiteY29" fmla="*/ 5038203 h 6858000"/>
                <a:gd name="connsiteX30" fmla="*/ 9040305 w 9767847"/>
                <a:gd name="connsiteY30" fmla="*/ 5028649 h 6858000"/>
                <a:gd name="connsiteX31" fmla="*/ 9046568 w 9767847"/>
                <a:gd name="connsiteY31" fmla="*/ 5019379 h 6858000"/>
                <a:gd name="connsiteX32" fmla="*/ 9058846 w 9767847"/>
                <a:gd name="connsiteY32" fmla="*/ 5000743 h 6858000"/>
                <a:gd name="connsiteX33" fmla="*/ 9104529 w 9767847"/>
                <a:gd name="connsiteY33" fmla="*/ 4922203 h 6858000"/>
                <a:gd name="connsiteX34" fmla="*/ 9181081 w 9767847"/>
                <a:gd name="connsiteY34" fmla="*/ 4748792 h 6858000"/>
                <a:gd name="connsiteX35" fmla="*/ 9240731 w 9767847"/>
                <a:gd name="connsiteY35" fmla="*/ 4561970 h 6858000"/>
                <a:gd name="connsiteX36" fmla="*/ 9265388 w 9767847"/>
                <a:gd name="connsiteY36" fmla="*/ 4465171 h 6858000"/>
                <a:gd name="connsiteX37" fmla="*/ 9276571 w 9767847"/>
                <a:gd name="connsiteY37" fmla="*/ 4416041 h 6858000"/>
                <a:gd name="connsiteX38" fmla="*/ 9281841 w 9767847"/>
                <a:gd name="connsiteY38" fmla="*/ 4391477 h 6858000"/>
                <a:gd name="connsiteX39" fmla="*/ 9286513 w 9767847"/>
                <a:gd name="connsiteY39" fmla="*/ 4368936 h 6858000"/>
                <a:gd name="connsiteX40" fmla="*/ 9296754 w 9767847"/>
                <a:gd name="connsiteY40" fmla="*/ 4316136 h 6858000"/>
                <a:gd name="connsiteX41" fmla="*/ 9301029 w 9767847"/>
                <a:gd name="connsiteY41" fmla="*/ 4293172 h 6858000"/>
                <a:gd name="connsiteX42" fmla="*/ 9302818 w 9767847"/>
                <a:gd name="connsiteY42" fmla="*/ 4282679 h 6858000"/>
                <a:gd name="connsiteX43" fmla="*/ 9304658 w 9767847"/>
                <a:gd name="connsiteY43" fmla="*/ 4270914 h 6858000"/>
                <a:gd name="connsiteX44" fmla="*/ 9312810 w 9767847"/>
                <a:gd name="connsiteY44" fmla="*/ 4220043 h 6858000"/>
                <a:gd name="connsiteX45" fmla="*/ 9316887 w 9767847"/>
                <a:gd name="connsiteY45" fmla="*/ 4194584 h 6858000"/>
                <a:gd name="connsiteX46" fmla="*/ 9318923 w 9767847"/>
                <a:gd name="connsiteY46" fmla="*/ 4181878 h 6858000"/>
                <a:gd name="connsiteX47" fmla="*/ 9320515 w 9767847"/>
                <a:gd name="connsiteY47" fmla="*/ 4168984 h 6858000"/>
                <a:gd name="connsiteX48" fmla="*/ 9332445 w 9767847"/>
                <a:gd name="connsiteY48" fmla="*/ 4069079 h 6858000"/>
                <a:gd name="connsiteX49" fmla="*/ 9336173 w 9767847"/>
                <a:gd name="connsiteY49" fmla="*/ 4022774 h 6858000"/>
                <a:gd name="connsiteX50" fmla="*/ 9340199 w 9767847"/>
                <a:gd name="connsiteY50" fmla="*/ 3969269 h 6858000"/>
                <a:gd name="connsiteX51" fmla="*/ 9347557 w 9767847"/>
                <a:gd name="connsiteY51" fmla="*/ 3770070 h 6858000"/>
                <a:gd name="connsiteX52" fmla="*/ 9346364 w 9767847"/>
                <a:gd name="connsiteY52" fmla="*/ 3669036 h 6858000"/>
                <a:gd name="connsiteX53" fmla="*/ 9344921 w 9767847"/>
                <a:gd name="connsiteY53" fmla="*/ 3619341 h 6858000"/>
                <a:gd name="connsiteX54" fmla="*/ 9344524 w 9767847"/>
                <a:gd name="connsiteY54" fmla="*/ 3607624 h 6858000"/>
                <a:gd name="connsiteX55" fmla="*/ 9343728 w 9767847"/>
                <a:gd name="connsiteY55" fmla="*/ 3594872 h 6858000"/>
                <a:gd name="connsiteX56" fmla="*/ 9342188 w 9767847"/>
                <a:gd name="connsiteY56" fmla="*/ 3569366 h 6858000"/>
                <a:gd name="connsiteX57" fmla="*/ 9339056 w 9767847"/>
                <a:gd name="connsiteY57" fmla="*/ 3518354 h 6858000"/>
                <a:gd name="connsiteX58" fmla="*/ 9334334 w 9767847"/>
                <a:gd name="connsiteY58" fmla="*/ 3467155 h 6858000"/>
                <a:gd name="connsiteX59" fmla="*/ 9329363 w 9767847"/>
                <a:gd name="connsiteY59" fmla="*/ 3415908 h 6858000"/>
                <a:gd name="connsiteX60" fmla="*/ 9328319 w 9767847"/>
                <a:gd name="connsiteY60" fmla="*/ 3404755 h 6858000"/>
                <a:gd name="connsiteX61" fmla="*/ 9327177 w 9767847"/>
                <a:gd name="connsiteY61" fmla="*/ 3394214 h 6858000"/>
                <a:gd name="connsiteX62" fmla="*/ 9324293 w 9767847"/>
                <a:gd name="connsiteY62" fmla="*/ 3370872 h 6858000"/>
                <a:gd name="connsiteX63" fmla="*/ 9320763 w 9767847"/>
                <a:gd name="connsiteY63" fmla="*/ 3344427 h 6858000"/>
                <a:gd name="connsiteX64" fmla="*/ 9317184 w 9767847"/>
                <a:gd name="connsiteY64" fmla="*/ 3315343 h 6858000"/>
                <a:gd name="connsiteX65" fmla="*/ 9311021 w 9767847"/>
                <a:gd name="connsiteY65" fmla="*/ 3270309 h 6858000"/>
                <a:gd name="connsiteX66" fmla="*/ 9302719 w 9767847"/>
                <a:gd name="connsiteY66" fmla="*/ 3219815 h 6858000"/>
                <a:gd name="connsiteX67" fmla="*/ 9293970 w 9767847"/>
                <a:gd name="connsiteY67" fmla="*/ 3169887 h 6858000"/>
                <a:gd name="connsiteX68" fmla="*/ 9252065 w 9767847"/>
                <a:gd name="connsiteY68" fmla="*/ 2971205 h 6858000"/>
                <a:gd name="connsiteX69" fmla="*/ 9227211 w 9767847"/>
                <a:gd name="connsiteY69" fmla="*/ 2872571 h 6858000"/>
                <a:gd name="connsiteX70" fmla="*/ 9220699 w 9767847"/>
                <a:gd name="connsiteY70" fmla="*/ 2848524 h 6858000"/>
                <a:gd name="connsiteX71" fmla="*/ 9213740 w 9767847"/>
                <a:gd name="connsiteY71" fmla="*/ 2824289 h 6858000"/>
                <a:gd name="connsiteX72" fmla="*/ 9199374 w 9767847"/>
                <a:gd name="connsiteY72" fmla="*/ 2775536 h 6858000"/>
                <a:gd name="connsiteX73" fmla="*/ 9061829 w 9767847"/>
                <a:gd name="connsiteY73" fmla="*/ 2389515 h 6858000"/>
                <a:gd name="connsiteX74" fmla="*/ 8978865 w 9767847"/>
                <a:gd name="connsiteY74" fmla="*/ 2200953 h 6858000"/>
                <a:gd name="connsiteX75" fmla="*/ 8956694 w 9767847"/>
                <a:gd name="connsiteY75" fmla="*/ 2154317 h 6858000"/>
                <a:gd name="connsiteX76" fmla="*/ 8934176 w 9767847"/>
                <a:gd name="connsiteY76" fmla="*/ 2108012 h 6858000"/>
                <a:gd name="connsiteX77" fmla="*/ 8887151 w 9767847"/>
                <a:gd name="connsiteY77" fmla="*/ 2015448 h 6858000"/>
                <a:gd name="connsiteX78" fmla="*/ 8787533 w 9767847"/>
                <a:gd name="connsiteY78" fmla="*/ 1832625 h 6858000"/>
                <a:gd name="connsiteX79" fmla="*/ 8761485 w 9767847"/>
                <a:gd name="connsiteY79" fmla="*/ 1787496 h 6858000"/>
                <a:gd name="connsiteX80" fmla="*/ 8734791 w 9767847"/>
                <a:gd name="connsiteY80" fmla="*/ 1741991 h 6858000"/>
                <a:gd name="connsiteX81" fmla="*/ 8680808 w 9767847"/>
                <a:gd name="connsiteY81" fmla="*/ 1652910 h 6858000"/>
                <a:gd name="connsiteX82" fmla="*/ 8567024 w 9767847"/>
                <a:gd name="connsiteY82" fmla="*/ 1477004 h 6858000"/>
                <a:gd name="connsiteX83" fmla="*/ 8537446 w 9767847"/>
                <a:gd name="connsiteY83" fmla="*/ 1433428 h 6858000"/>
                <a:gd name="connsiteX84" fmla="*/ 8507423 w 9767847"/>
                <a:gd name="connsiteY84" fmla="*/ 1389994 h 6858000"/>
                <a:gd name="connsiteX85" fmla="*/ 8446529 w 9767847"/>
                <a:gd name="connsiteY85" fmla="*/ 1304393 h 6858000"/>
                <a:gd name="connsiteX86" fmla="*/ 8319224 w 9767847"/>
                <a:gd name="connsiteY86" fmla="*/ 1135124 h 6858000"/>
                <a:gd name="connsiteX87" fmla="*/ 8286366 w 9767847"/>
                <a:gd name="connsiteY87" fmla="*/ 1093148 h 6858000"/>
                <a:gd name="connsiteX88" fmla="*/ 8270161 w 9767847"/>
                <a:gd name="connsiteY88" fmla="*/ 1072538 h 6858000"/>
                <a:gd name="connsiteX89" fmla="*/ 8253856 w 9767847"/>
                <a:gd name="connsiteY89" fmla="*/ 1052254 h 6858000"/>
                <a:gd name="connsiteX90" fmla="*/ 8186352 w 9767847"/>
                <a:gd name="connsiteY90" fmla="*/ 970373 h 6858000"/>
                <a:gd name="connsiteX91" fmla="*/ 8046768 w 9767847"/>
                <a:gd name="connsiteY91" fmla="*/ 809527 h 6858000"/>
                <a:gd name="connsiteX92" fmla="*/ 8010927 w 9767847"/>
                <a:gd name="connsiteY92" fmla="*/ 769951 h 6858000"/>
                <a:gd name="connsiteX93" fmla="*/ 7974788 w 9767847"/>
                <a:gd name="connsiteY93" fmla="*/ 730751 h 6858000"/>
                <a:gd name="connsiteX94" fmla="*/ 7901070 w 9767847"/>
                <a:gd name="connsiteY94" fmla="*/ 652823 h 6858000"/>
                <a:gd name="connsiteX95" fmla="*/ 7750054 w 9767847"/>
                <a:gd name="connsiteY95" fmla="*/ 501106 h 6858000"/>
                <a:gd name="connsiteX96" fmla="*/ 7592277 w 9767847"/>
                <a:gd name="connsiteY96" fmla="*/ 355319 h 6858000"/>
                <a:gd name="connsiteX97" fmla="*/ 7257734 w 9767847"/>
                <a:gd name="connsiteY97" fmla="*/ 81062 h 6858000"/>
                <a:gd name="connsiteX98" fmla="*/ 1892109 w 9767847"/>
                <a:gd name="connsiteY98" fmla="*/ 0 h 6858000"/>
                <a:gd name="connsiteX99" fmla="*/ 2298402 w 9767847"/>
                <a:gd name="connsiteY99" fmla="*/ 0 h 6858000"/>
                <a:gd name="connsiteX100" fmla="*/ 2135542 w 9767847"/>
                <a:gd name="connsiteY100" fmla="*/ 121879 h 6858000"/>
                <a:gd name="connsiteX101" fmla="*/ 1969576 w 9767847"/>
                <a:gd name="connsiteY101" fmla="*/ 259084 h 6858000"/>
                <a:gd name="connsiteX102" fmla="*/ 1659938 w 9767847"/>
                <a:gd name="connsiteY102" fmla="*/ 553953 h 6858000"/>
                <a:gd name="connsiteX103" fmla="*/ 729383 w 9767847"/>
                <a:gd name="connsiteY103" fmla="*/ 1940578 h 6858000"/>
                <a:gd name="connsiteX104" fmla="*/ 578465 w 9767847"/>
                <a:gd name="connsiteY104" fmla="*/ 2324905 h 6858000"/>
                <a:gd name="connsiteX105" fmla="*/ 465080 w 9767847"/>
                <a:gd name="connsiteY105" fmla="*/ 2718973 h 6858000"/>
                <a:gd name="connsiteX106" fmla="*/ 423820 w 9767847"/>
                <a:gd name="connsiteY106" fmla="*/ 2919535 h 6858000"/>
                <a:gd name="connsiteX107" fmla="*/ 392355 w 9767847"/>
                <a:gd name="connsiteY107" fmla="*/ 3122169 h 6858000"/>
                <a:gd name="connsiteX108" fmla="*/ 358801 w 9767847"/>
                <a:gd name="connsiteY108" fmla="*/ 3531013 h 6858000"/>
                <a:gd name="connsiteX109" fmla="*/ 410350 w 9767847"/>
                <a:gd name="connsiteY109" fmla="*/ 4352324 h 6858000"/>
                <a:gd name="connsiteX110" fmla="*/ 449022 w 9767847"/>
                <a:gd name="connsiteY110" fmla="*/ 4555147 h 6858000"/>
                <a:gd name="connsiteX111" fmla="*/ 498882 w 9767847"/>
                <a:gd name="connsiteY111" fmla="*/ 4756463 h 6858000"/>
                <a:gd name="connsiteX112" fmla="*/ 559775 w 9767847"/>
                <a:gd name="connsiteY112" fmla="*/ 4955755 h 6858000"/>
                <a:gd name="connsiteX113" fmla="*/ 631406 w 9767847"/>
                <a:gd name="connsiteY113" fmla="*/ 5152084 h 6858000"/>
                <a:gd name="connsiteX114" fmla="*/ 1023461 w 9767847"/>
                <a:gd name="connsiteY114" fmla="*/ 5898055 h 6858000"/>
                <a:gd name="connsiteX115" fmla="*/ 1575880 w 9767847"/>
                <a:gd name="connsiteY115" fmla="*/ 6551744 h 6858000"/>
                <a:gd name="connsiteX116" fmla="*/ 1905228 w 9767847"/>
                <a:gd name="connsiteY116" fmla="*/ 6833566 h 6858000"/>
                <a:gd name="connsiteX117" fmla="*/ 1938629 w 9767847"/>
                <a:gd name="connsiteY117" fmla="*/ 6858000 h 6858000"/>
                <a:gd name="connsiteX118" fmla="*/ 1368607 w 9767847"/>
                <a:gd name="connsiteY118" fmla="*/ 6858000 h 6858000"/>
                <a:gd name="connsiteX119" fmla="*/ 1115251 w 9767847"/>
                <a:gd name="connsiteY119" fmla="*/ 6594103 h 6858000"/>
                <a:gd name="connsiteX120" fmla="*/ 0 w 9767847"/>
                <a:gd name="connsiteY120" fmla="*/ 3653129 h 6858000"/>
                <a:gd name="connsiteX121" fmla="*/ 1777294 w 9767847"/>
                <a:gd name="connsiteY121" fmla="*/ 854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9767847" h="6858000">
                  <a:moveTo>
                    <a:pt x="7145704" y="0"/>
                  </a:moveTo>
                  <a:lnTo>
                    <a:pt x="7875738" y="0"/>
                  </a:lnTo>
                  <a:lnTo>
                    <a:pt x="7990553" y="85415"/>
                  </a:lnTo>
                  <a:cubicBezTo>
                    <a:pt x="9075991" y="933432"/>
                    <a:pt x="9767847" y="2216793"/>
                    <a:pt x="9767847" y="3653129"/>
                  </a:cubicBezTo>
                  <a:cubicBezTo>
                    <a:pt x="9767847" y="4770280"/>
                    <a:pt x="9349317" y="5794890"/>
                    <a:pt x="8652597" y="6594103"/>
                  </a:cubicBezTo>
                  <a:lnTo>
                    <a:pt x="8399240" y="6858000"/>
                  </a:lnTo>
                  <a:lnTo>
                    <a:pt x="6766926" y="6858000"/>
                  </a:lnTo>
                  <a:lnTo>
                    <a:pt x="6804586" y="6821201"/>
                  </a:lnTo>
                  <a:lnTo>
                    <a:pt x="6881735" y="6745295"/>
                  </a:lnTo>
                  <a:cubicBezTo>
                    <a:pt x="6907435" y="6719979"/>
                    <a:pt x="6933134" y="6694896"/>
                    <a:pt x="6958883" y="6668920"/>
                  </a:cubicBezTo>
                  <a:lnTo>
                    <a:pt x="7267925" y="6359792"/>
                  </a:lnTo>
                  <a:lnTo>
                    <a:pt x="7424360" y="6204783"/>
                  </a:lnTo>
                  <a:cubicBezTo>
                    <a:pt x="7450754" y="6178900"/>
                    <a:pt x="7477598" y="6152829"/>
                    <a:pt x="7504938" y="6126806"/>
                  </a:cubicBezTo>
                  <a:lnTo>
                    <a:pt x="7546396" y="6087795"/>
                  </a:lnTo>
                  <a:cubicBezTo>
                    <a:pt x="7560264" y="6074901"/>
                    <a:pt x="7574780" y="6061630"/>
                    <a:pt x="7588002" y="6049630"/>
                  </a:cubicBezTo>
                  <a:lnTo>
                    <a:pt x="7631000" y="6010807"/>
                  </a:lnTo>
                  <a:lnTo>
                    <a:pt x="7675440" y="5972407"/>
                  </a:lnTo>
                  <a:cubicBezTo>
                    <a:pt x="7690404" y="5959796"/>
                    <a:pt x="7705564" y="5947419"/>
                    <a:pt x="7720626" y="5934949"/>
                  </a:cubicBezTo>
                  <a:cubicBezTo>
                    <a:pt x="7735738" y="5922525"/>
                    <a:pt x="7751197" y="5910619"/>
                    <a:pt x="7766458" y="5898432"/>
                  </a:cubicBezTo>
                  <a:cubicBezTo>
                    <a:pt x="7827949" y="5850290"/>
                    <a:pt x="7890979" y="5804597"/>
                    <a:pt x="7955254" y="5760926"/>
                  </a:cubicBezTo>
                  <a:cubicBezTo>
                    <a:pt x="8083800" y="5673632"/>
                    <a:pt x="8216872" y="5594434"/>
                    <a:pt x="8352678" y="5521728"/>
                  </a:cubicBezTo>
                  <a:lnTo>
                    <a:pt x="8451350" y="5469352"/>
                  </a:lnTo>
                  <a:lnTo>
                    <a:pt x="8548532" y="5417493"/>
                  </a:lnTo>
                  <a:cubicBezTo>
                    <a:pt x="8612110" y="5383188"/>
                    <a:pt x="8673251" y="5349306"/>
                    <a:pt x="8729473" y="5314059"/>
                  </a:cubicBezTo>
                  <a:cubicBezTo>
                    <a:pt x="8743591" y="5305213"/>
                    <a:pt x="8757161" y="5296459"/>
                    <a:pt x="8770781" y="5287330"/>
                  </a:cubicBezTo>
                  <a:cubicBezTo>
                    <a:pt x="8777591" y="5282765"/>
                    <a:pt x="8784451" y="5278201"/>
                    <a:pt x="8790964" y="5273590"/>
                  </a:cubicBezTo>
                  <a:cubicBezTo>
                    <a:pt x="8797574" y="5268977"/>
                    <a:pt x="8804235" y="5264412"/>
                    <a:pt x="8810499" y="5259801"/>
                  </a:cubicBezTo>
                  <a:cubicBezTo>
                    <a:pt x="8835999" y="5241401"/>
                    <a:pt x="8860407" y="5222389"/>
                    <a:pt x="8883571" y="5202577"/>
                  </a:cubicBezTo>
                  <a:cubicBezTo>
                    <a:pt x="8929900" y="5162954"/>
                    <a:pt x="8971258" y="5120413"/>
                    <a:pt x="9006651" y="5074625"/>
                  </a:cubicBezTo>
                  <a:cubicBezTo>
                    <a:pt x="9015351" y="5063426"/>
                    <a:pt x="9024398" y="5050955"/>
                    <a:pt x="9033494" y="5038203"/>
                  </a:cubicBezTo>
                  <a:lnTo>
                    <a:pt x="9040305" y="5028649"/>
                  </a:lnTo>
                  <a:lnTo>
                    <a:pt x="9046568" y="5019379"/>
                  </a:lnTo>
                  <a:cubicBezTo>
                    <a:pt x="9050743" y="5013261"/>
                    <a:pt x="9054819" y="5007050"/>
                    <a:pt x="9058846" y="5000743"/>
                  </a:cubicBezTo>
                  <a:cubicBezTo>
                    <a:pt x="9075002" y="4975615"/>
                    <a:pt x="9090212" y="4949403"/>
                    <a:pt x="9104529" y="4922203"/>
                  </a:cubicBezTo>
                  <a:cubicBezTo>
                    <a:pt x="9133211" y="4867850"/>
                    <a:pt x="9158313" y="4809545"/>
                    <a:pt x="9181081" y="4748792"/>
                  </a:cubicBezTo>
                  <a:cubicBezTo>
                    <a:pt x="9203748" y="4688276"/>
                    <a:pt x="9223383" y="4625876"/>
                    <a:pt x="9240731" y="4561970"/>
                  </a:cubicBezTo>
                  <a:cubicBezTo>
                    <a:pt x="9249481" y="4530064"/>
                    <a:pt x="9257682" y="4497782"/>
                    <a:pt x="9265388" y="4465171"/>
                  </a:cubicBezTo>
                  <a:cubicBezTo>
                    <a:pt x="9269215" y="4448842"/>
                    <a:pt x="9272943" y="4432465"/>
                    <a:pt x="9276571" y="4416041"/>
                  </a:cubicBezTo>
                  <a:lnTo>
                    <a:pt x="9281841" y="4391477"/>
                  </a:lnTo>
                  <a:lnTo>
                    <a:pt x="9286513" y="4368936"/>
                  </a:lnTo>
                  <a:lnTo>
                    <a:pt x="9296754" y="4316136"/>
                  </a:lnTo>
                  <a:lnTo>
                    <a:pt x="9301029" y="4293172"/>
                  </a:lnTo>
                  <a:lnTo>
                    <a:pt x="9302818" y="4282679"/>
                  </a:lnTo>
                  <a:lnTo>
                    <a:pt x="9304658" y="4270914"/>
                  </a:lnTo>
                  <a:lnTo>
                    <a:pt x="9312810" y="4220043"/>
                  </a:lnTo>
                  <a:lnTo>
                    <a:pt x="9316887" y="4194584"/>
                  </a:lnTo>
                  <a:lnTo>
                    <a:pt x="9318923" y="4181878"/>
                  </a:lnTo>
                  <a:cubicBezTo>
                    <a:pt x="9319570" y="4177644"/>
                    <a:pt x="9319969" y="4173267"/>
                    <a:pt x="9320515" y="4168984"/>
                  </a:cubicBezTo>
                  <a:lnTo>
                    <a:pt x="9332445" y="4069079"/>
                  </a:lnTo>
                  <a:cubicBezTo>
                    <a:pt x="9333836" y="4056468"/>
                    <a:pt x="9334880" y="4040986"/>
                    <a:pt x="9336173" y="4022774"/>
                  </a:cubicBezTo>
                  <a:lnTo>
                    <a:pt x="9340199" y="3969269"/>
                  </a:lnTo>
                  <a:cubicBezTo>
                    <a:pt x="9345071" y="3903904"/>
                    <a:pt x="9347358" y="3837081"/>
                    <a:pt x="9347557" y="3770070"/>
                  </a:cubicBezTo>
                  <a:cubicBezTo>
                    <a:pt x="9347656" y="3736518"/>
                    <a:pt x="9347209" y="3702871"/>
                    <a:pt x="9346364" y="3669036"/>
                  </a:cubicBezTo>
                  <a:lnTo>
                    <a:pt x="9344921" y="3619341"/>
                  </a:lnTo>
                  <a:lnTo>
                    <a:pt x="9344524" y="3607624"/>
                  </a:lnTo>
                  <a:lnTo>
                    <a:pt x="9343728" y="3594872"/>
                  </a:lnTo>
                  <a:lnTo>
                    <a:pt x="9342188" y="3569366"/>
                  </a:lnTo>
                  <a:lnTo>
                    <a:pt x="9339056" y="3518354"/>
                  </a:lnTo>
                  <a:cubicBezTo>
                    <a:pt x="9337914" y="3501319"/>
                    <a:pt x="9335874" y="3484236"/>
                    <a:pt x="9334334" y="3467155"/>
                  </a:cubicBezTo>
                  <a:lnTo>
                    <a:pt x="9329363" y="3415908"/>
                  </a:lnTo>
                  <a:lnTo>
                    <a:pt x="9328319" y="3404755"/>
                  </a:lnTo>
                  <a:lnTo>
                    <a:pt x="9327177" y="3394214"/>
                  </a:lnTo>
                  <a:lnTo>
                    <a:pt x="9324293" y="3370872"/>
                  </a:lnTo>
                  <a:lnTo>
                    <a:pt x="9320763" y="3344427"/>
                  </a:lnTo>
                  <a:lnTo>
                    <a:pt x="9317184" y="3315343"/>
                  </a:lnTo>
                  <a:cubicBezTo>
                    <a:pt x="9315594" y="3300991"/>
                    <a:pt x="9313506" y="3286404"/>
                    <a:pt x="9311021" y="3270309"/>
                  </a:cubicBezTo>
                  <a:lnTo>
                    <a:pt x="9302719" y="3219815"/>
                  </a:lnTo>
                  <a:cubicBezTo>
                    <a:pt x="9299936" y="3203157"/>
                    <a:pt x="9297003" y="3186498"/>
                    <a:pt x="9293970" y="3169887"/>
                  </a:cubicBezTo>
                  <a:cubicBezTo>
                    <a:pt x="9281891" y="3103393"/>
                    <a:pt x="9267674" y="3037182"/>
                    <a:pt x="9252065" y="2971205"/>
                  </a:cubicBezTo>
                  <a:cubicBezTo>
                    <a:pt x="9244261" y="2938265"/>
                    <a:pt x="9235959" y="2905371"/>
                    <a:pt x="9227211" y="2872571"/>
                  </a:cubicBezTo>
                  <a:lnTo>
                    <a:pt x="9220699" y="2848524"/>
                  </a:lnTo>
                  <a:lnTo>
                    <a:pt x="9213740" y="2824289"/>
                  </a:lnTo>
                  <a:cubicBezTo>
                    <a:pt x="9209216" y="2808147"/>
                    <a:pt x="9204345" y="2791866"/>
                    <a:pt x="9199374" y="2775536"/>
                  </a:cubicBezTo>
                  <a:cubicBezTo>
                    <a:pt x="9159855" y="2645184"/>
                    <a:pt x="9114272" y="2516197"/>
                    <a:pt x="9061829" y="2389515"/>
                  </a:cubicBezTo>
                  <a:cubicBezTo>
                    <a:pt x="9035582" y="2326175"/>
                    <a:pt x="9008043" y="2263258"/>
                    <a:pt x="8978865" y="2200953"/>
                  </a:cubicBezTo>
                  <a:lnTo>
                    <a:pt x="8956694" y="2154317"/>
                  </a:lnTo>
                  <a:lnTo>
                    <a:pt x="8934176" y="2108012"/>
                  </a:lnTo>
                  <a:cubicBezTo>
                    <a:pt x="8918915" y="2077189"/>
                    <a:pt x="8903157" y="2046130"/>
                    <a:pt x="8887151" y="2015448"/>
                  </a:cubicBezTo>
                  <a:cubicBezTo>
                    <a:pt x="8854988" y="1953989"/>
                    <a:pt x="8822082" y="1892908"/>
                    <a:pt x="8787533" y="1832625"/>
                  </a:cubicBezTo>
                  <a:lnTo>
                    <a:pt x="8761485" y="1787496"/>
                  </a:lnTo>
                  <a:lnTo>
                    <a:pt x="8734791" y="1741991"/>
                  </a:lnTo>
                  <a:cubicBezTo>
                    <a:pt x="8717047" y="1711921"/>
                    <a:pt x="8699200" y="1682461"/>
                    <a:pt x="8680808" y="1652910"/>
                  </a:cubicBezTo>
                  <a:cubicBezTo>
                    <a:pt x="8644322" y="1593756"/>
                    <a:pt x="8606194" y="1535216"/>
                    <a:pt x="8567024" y="1477004"/>
                  </a:cubicBezTo>
                  <a:lnTo>
                    <a:pt x="8537446" y="1433428"/>
                  </a:lnTo>
                  <a:lnTo>
                    <a:pt x="8507423" y="1389994"/>
                  </a:lnTo>
                  <a:cubicBezTo>
                    <a:pt x="8487390" y="1361382"/>
                    <a:pt x="8467158" y="1332817"/>
                    <a:pt x="8446529" y="1304393"/>
                  </a:cubicBezTo>
                  <a:cubicBezTo>
                    <a:pt x="8405271" y="1247595"/>
                    <a:pt x="8362718" y="1191218"/>
                    <a:pt x="8319224" y="1135124"/>
                  </a:cubicBezTo>
                  <a:lnTo>
                    <a:pt x="8286366" y="1093148"/>
                  </a:lnTo>
                  <a:lnTo>
                    <a:pt x="8270161" y="1072538"/>
                  </a:lnTo>
                  <a:lnTo>
                    <a:pt x="8253856" y="1052254"/>
                  </a:lnTo>
                  <a:cubicBezTo>
                    <a:pt x="8231636" y="1024773"/>
                    <a:pt x="8209117" y="997479"/>
                    <a:pt x="8186352" y="970373"/>
                  </a:cubicBezTo>
                  <a:cubicBezTo>
                    <a:pt x="8140917" y="916020"/>
                    <a:pt x="8094240" y="862515"/>
                    <a:pt x="8046768" y="809527"/>
                  </a:cubicBezTo>
                  <a:lnTo>
                    <a:pt x="8010927" y="769951"/>
                  </a:lnTo>
                  <a:lnTo>
                    <a:pt x="7974788" y="730751"/>
                  </a:lnTo>
                  <a:cubicBezTo>
                    <a:pt x="7950382" y="704587"/>
                    <a:pt x="7925824" y="678563"/>
                    <a:pt x="7901070" y="652823"/>
                  </a:cubicBezTo>
                  <a:cubicBezTo>
                    <a:pt x="7851510" y="601387"/>
                    <a:pt x="7801404" y="550612"/>
                    <a:pt x="7750054" y="501106"/>
                  </a:cubicBezTo>
                  <a:cubicBezTo>
                    <a:pt x="7698902" y="451742"/>
                    <a:pt x="7645913" y="403036"/>
                    <a:pt x="7592277" y="355319"/>
                  </a:cubicBezTo>
                  <a:cubicBezTo>
                    <a:pt x="7484856" y="259884"/>
                    <a:pt x="7373308" y="168402"/>
                    <a:pt x="7257734" y="81062"/>
                  </a:cubicBezTo>
                  <a:close/>
                  <a:moveTo>
                    <a:pt x="1892109" y="0"/>
                  </a:moveTo>
                  <a:lnTo>
                    <a:pt x="2298402" y="0"/>
                  </a:lnTo>
                  <a:lnTo>
                    <a:pt x="2135542" y="121879"/>
                  </a:lnTo>
                  <a:cubicBezTo>
                    <a:pt x="2078998" y="166378"/>
                    <a:pt x="2023659" y="212143"/>
                    <a:pt x="1969576" y="259084"/>
                  </a:cubicBezTo>
                  <a:cubicBezTo>
                    <a:pt x="1861309" y="352918"/>
                    <a:pt x="1758064" y="451412"/>
                    <a:pt x="1659938" y="553953"/>
                  </a:cubicBezTo>
                  <a:cubicBezTo>
                    <a:pt x="1266987" y="964444"/>
                    <a:pt x="953820" y="1435593"/>
                    <a:pt x="729383" y="1940578"/>
                  </a:cubicBezTo>
                  <a:cubicBezTo>
                    <a:pt x="673260" y="2066459"/>
                    <a:pt x="622855" y="2195070"/>
                    <a:pt x="578465" y="2324905"/>
                  </a:cubicBezTo>
                  <a:cubicBezTo>
                    <a:pt x="534125" y="2454785"/>
                    <a:pt x="496147" y="2586314"/>
                    <a:pt x="465080" y="2718973"/>
                  </a:cubicBezTo>
                  <a:cubicBezTo>
                    <a:pt x="449769" y="2785089"/>
                    <a:pt x="435850" y="2852289"/>
                    <a:pt x="423820" y="2919535"/>
                  </a:cubicBezTo>
                  <a:cubicBezTo>
                    <a:pt x="411840" y="2986829"/>
                    <a:pt x="401054" y="3054358"/>
                    <a:pt x="392355" y="3122169"/>
                  </a:cubicBezTo>
                  <a:cubicBezTo>
                    <a:pt x="374509" y="3257744"/>
                    <a:pt x="363424" y="3393978"/>
                    <a:pt x="358801" y="3531013"/>
                  </a:cubicBezTo>
                  <a:cubicBezTo>
                    <a:pt x="349009" y="3804941"/>
                    <a:pt x="366357" y="4079668"/>
                    <a:pt x="410350" y="4352324"/>
                  </a:cubicBezTo>
                  <a:cubicBezTo>
                    <a:pt x="421286" y="4420230"/>
                    <a:pt x="434209" y="4487758"/>
                    <a:pt x="449022" y="4555147"/>
                  </a:cubicBezTo>
                  <a:cubicBezTo>
                    <a:pt x="463737" y="4622534"/>
                    <a:pt x="480389" y="4689686"/>
                    <a:pt x="498882" y="4756463"/>
                  </a:cubicBezTo>
                  <a:cubicBezTo>
                    <a:pt x="517373" y="4823239"/>
                    <a:pt x="537704" y="4889733"/>
                    <a:pt x="559775" y="4955755"/>
                  </a:cubicBezTo>
                  <a:cubicBezTo>
                    <a:pt x="581946" y="5021873"/>
                    <a:pt x="605358" y="5087473"/>
                    <a:pt x="631406" y="5152084"/>
                  </a:cubicBezTo>
                  <a:cubicBezTo>
                    <a:pt x="734055" y="5411706"/>
                    <a:pt x="865188" y="5662668"/>
                    <a:pt x="1023461" y="5898055"/>
                  </a:cubicBezTo>
                  <a:cubicBezTo>
                    <a:pt x="1181487" y="6133676"/>
                    <a:pt x="1367051" y="6353345"/>
                    <a:pt x="1575880" y="6551744"/>
                  </a:cubicBezTo>
                  <a:cubicBezTo>
                    <a:pt x="1680269" y="6651014"/>
                    <a:pt x="1790338" y="6745037"/>
                    <a:pt x="1905228" y="6833566"/>
                  </a:cubicBezTo>
                  <a:lnTo>
                    <a:pt x="1938629" y="6858000"/>
                  </a:lnTo>
                  <a:lnTo>
                    <a:pt x="1368607" y="6858000"/>
                  </a:lnTo>
                  <a:lnTo>
                    <a:pt x="1115251" y="6594103"/>
                  </a:lnTo>
                  <a:cubicBezTo>
                    <a:pt x="418530" y="5794890"/>
                    <a:pt x="0" y="4770280"/>
                    <a:pt x="0" y="3653129"/>
                  </a:cubicBezTo>
                  <a:cubicBezTo>
                    <a:pt x="0" y="2216793"/>
                    <a:pt x="691856" y="933432"/>
                    <a:pt x="1777294" y="85415"/>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grpSp>
      <p:sp>
        <p:nvSpPr>
          <p:cNvPr id="2" name="Title 1">
            <a:extLst>
              <a:ext uri="{FF2B5EF4-FFF2-40B4-BE49-F238E27FC236}">
                <a16:creationId xmlns:a16="http://schemas.microsoft.com/office/drawing/2014/main" id="{8FB44EAD-9809-7711-9716-CB8F557A1391}"/>
              </a:ext>
            </a:extLst>
          </p:cNvPr>
          <p:cNvSpPr>
            <a:spLocks noGrp="1"/>
          </p:cNvSpPr>
          <p:nvPr>
            <p:ph type="ctrTitle"/>
          </p:nvPr>
        </p:nvSpPr>
        <p:spPr>
          <a:xfrm>
            <a:off x="876300" y="45868"/>
            <a:ext cx="10263459" cy="923925"/>
          </a:xfrm>
        </p:spPr>
        <p:txBody>
          <a:bodyPr anchor="b">
            <a:normAutofit/>
          </a:bodyPr>
          <a:lstStyle/>
          <a:p>
            <a:r>
              <a:rPr lang="en-IN" sz="4000" dirty="0">
                <a:solidFill>
                  <a:schemeClr val="tx2"/>
                </a:solidFill>
                <a:latin typeface="Engravers MT" panose="02090707080505020304" pitchFamily="18" charset="0"/>
              </a:rPr>
              <a:t>History  of MISRA-C</a:t>
            </a:r>
            <a:endParaRPr lang="en-IN" sz="4000" dirty="0">
              <a:solidFill>
                <a:schemeClr val="tx2"/>
              </a:solidFill>
            </a:endParaRPr>
          </a:p>
        </p:txBody>
      </p:sp>
      <p:grpSp>
        <p:nvGrpSpPr>
          <p:cNvPr id="23" name="Group 22">
            <a:extLst>
              <a:ext uri="{FF2B5EF4-FFF2-40B4-BE49-F238E27FC236}">
                <a16:creationId xmlns:a16="http://schemas.microsoft.com/office/drawing/2014/main" id="{87F87F1B-42BA-4AC7-A4E2-41544DDB2CE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05" y="-4155"/>
            <a:ext cx="2514948" cy="2174333"/>
            <a:chOff x="-305" y="-4155"/>
            <a:chExt cx="2514948" cy="2174333"/>
          </a:xfrm>
        </p:grpSpPr>
        <p:sp>
          <p:nvSpPr>
            <p:cNvPr id="24" name="Freeform: Shape 23">
              <a:extLst>
                <a:ext uri="{FF2B5EF4-FFF2-40B4-BE49-F238E27FC236}">
                  <a16:creationId xmlns:a16="http://schemas.microsoft.com/office/drawing/2014/main" id="{68B53067-4E48-4E71-A6A9-A8CAABAFBF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Shape 24">
              <a:extLst>
                <a:ext uri="{FF2B5EF4-FFF2-40B4-BE49-F238E27FC236}">
                  <a16:creationId xmlns:a16="http://schemas.microsoft.com/office/drawing/2014/main" id="{06D1A0D3-4BB8-41D9-9CE7-2884C83F44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reeform: Shape 25">
              <a:extLst>
                <a:ext uri="{FF2B5EF4-FFF2-40B4-BE49-F238E27FC236}">
                  <a16:creationId xmlns:a16="http://schemas.microsoft.com/office/drawing/2014/main" id="{81E20F06-3B09-4B89-A36B-AB8BFBCCA5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27" name="Freeform: Shape 26">
              <a:extLst>
                <a:ext uri="{FF2B5EF4-FFF2-40B4-BE49-F238E27FC236}">
                  <a16:creationId xmlns:a16="http://schemas.microsoft.com/office/drawing/2014/main" id="{DAE6C3D7-7D5B-4926-877D-45F117BB6B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9" name="Group 28">
            <a:extLst>
              <a:ext uri="{FF2B5EF4-FFF2-40B4-BE49-F238E27FC236}">
                <a16:creationId xmlns:a16="http://schemas.microsoft.com/office/drawing/2014/main" id="{967346A5-7569-4F15-AB5D-BE3DADF192C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9685727" y="4683666"/>
            <a:ext cx="2514948" cy="2174333"/>
            <a:chOff x="-305" y="-4155"/>
            <a:chExt cx="2514948" cy="2174333"/>
          </a:xfrm>
        </p:grpSpPr>
        <p:sp>
          <p:nvSpPr>
            <p:cNvPr id="30" name="Freeform: Shape 29">
              <a:extLst>
                <a:ext uri="{FF2B5EF4-FFF2-40B4-BE49-F238E27FC236}">
                  <a16:creationId xmlns:a16="http://schemas.microsoft.com/office/drawing/2014/main" id="{E1951533-A568-4765-AB1F-F71D9AFDEA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reeform: Shape 30">
              <a:extLst>
                <a:ext uri="{FF2B5EF4-FFF2-40B4-BE49-F238E27FC236}">
                  <a16:creationId xmlns:a16="http://schemas.microsoft.com/office/drawing/2014/main" id="{A7214F52-4F3F-4C96-A62E-F1401D6C04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Freeform: Shape 31">
              <a:extLst>
                <a:ext uri="{FF2B5EF4-FFF2-40B4-BE49-F238E27FC236}">
                  <a16:creationId xmlns:a16="http://schemas.microsoft.com/office/drawing/2014/main" id="{023146A1-291C-4FA0-AB5B-EB04D42398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33" name="Freeform: Shape 32">
              <a:extLst>
                <a:ext uri="{FF2B5EF4-FFF2-40B4-BE49-F238E27FC236}">
                  <a16:creationId xmlns:a16="http://schemas.microsoft.com/office/drawing/2014/main" id="{62977932-2B03-4899-8306-5002CEE68E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5" name="Title 1">
            <a:extLst>
              <a:ext uri="{FF2B5EF4-FFF2-40B4-BE49-F238E27FC236}">
                <a16:creationId xmlns:a16="http://schemas.microsoft.com/office/drawing/2014/main" id="{D6EE584E-84BC-FC84-2A5F-A0E7AF1256B7}"/>
              </a:ext>
            </a:extLst>
          </p:cNvPr>
          <p:cNvSpPr txBox="1">
            <a:spLocks/>
          </p:cNvSpPr>
          <p:nvPr/>
        </p:nvSpPr>
        <p:spPr>
          <a:xfrm>
            <a:off x="10382250" y="3983"/>
            <a:ext cx="1809445" cy="44767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2000" dirty="0">
                <a:solidFill>
                  <a:schemeClr val="tx2"/>
                </a:solidFill>
              </a:rPr>
              <a:t>MISRA C -2012</a:t>
            </a:r>
          </a:p>
        </p:txBody>
      </p:sp>
      <p:sp>
        <p:nvSpPr>
          <p:cNvPr id="6" name="Subtitle 2">
            <a:extLst>
              <a:ext uri="{FF2B5EF4-FFF2-40B4-BE49-F238E27FC236}">
                <a16:creationId xmlns:a16="http://schemas.microsoft.com/office/drawing/2014/main" id="{C992C8E1-40D9-45CC-B67A-D8B86D2A381E}"/>
              </a:ext>
            </a:extLst>
          </p:cNvPr>
          <p:cNvSpPr txBox="1">
            <a:spLocks/>
          </p:cNvSpPr>
          <p:nvPr/>
        </p:nvSpPr>
        <p:spPr>
          <a:xfrm>
            <a:off x="3432265" y="853500"/>
            <a:ext cx="5188034" cy="682079"/>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115000"/>
              </a:lnSpc>
              <a:spcAft>
                <a:spcPts val="800"/>
              </a:spcAft>
            </a:pPr>
            <a:r>
              <a:rPr lang="en-IN" kern="100" dirty="0">
                <a:solidFill>
                  <a:srgbClr val="666666"/>
                </a:solidFill>
                <a:effectLst/>
                <a:highlight>
                  <a:srgbClr val="FFFF00"/>
                </a:highlight>
                <a:latin typeface="Times New Roman" panose="02020603050405020304" pitchFamily="18" charset="0"/>
                <a:ea typeface="Aptos" panose="020B0004020202020204" pitchFamily="34" charset="0"/>
                <a:cs typeface="Times New Roman" panose="02020603050405020304" pitchFamily="18" charset="0"/>
              </a:rPr>
              <a:t>Misra2012:Rule-</a:t>
            </a:r>
            <a:r>
              <a:rPr lang="en-IN" kern="100" dirty="0">
                <a:solidFill>
                  <a:srgbClr val="666666"/>
                </a:solidFill>
                <a:highlight>
                  <a:srgbClr val="FFFF00"/>
                </a:highlight>
                <a:latin typeface="Times New Roman" panose="02020603050405020304" pitchFamily="18" charset="0"/>
                <a:ea typeface="Aptos" panose="020B0004020202020204" pitchFamily="34" charset="0"/>
                <a:cs typeface="Times New Roman" panose="02020603050405020304" pitchFamily="18" charset="0"/>
              </a:rPr>
              <a:t>2</a:t>
            </a:r>
            <a:r>
              <a:rPr lang="en-IN" kern="100" dirty="0">
                <a:solidFill>
                  <a:srgbClr val="666666"/>
                </a:solidFill>
                <a:effectLst/>
                <a:highlight>
                  <a:srgbClr val="FFFF00"/>
                </a:highlight>
                <a:latin typeface="Times New Roman" panose="02020603050405020304" pitchFamily="18" charset="0"/>
                <a:ea typeface="Aptos" panose="020B0004020202020204" pitchFamily="34" charset="0"/>
                <a:cs typeface="Times New Roman" panose="02020603050405020304" pitchFamily="18" charset="0"/>
              </a:rPr>
              <a:t>.6</a:t>
            </a:r>
          </a:p>
        </p:txBody>
      </p:sp>
      <p:sp>
        <p:nvSpPr>
          <p:cNvPr id="3" name="TextBox 2">
            <a:extLst>
              <a:ext uri="{FF2B5EF4-FFF2-40B4-BE49-F238E27FC236}">
                <a16:creationId xmlns:a16="http://schemas.microsoft.com/office/drawing/2014/main" id="{F52B51FF-E201-359D-4743-DA9B627F1CC1}"/>
              </a:ext>
            </a:extLst>
          </p:cNvPr>
          <p:cNvSpPr txBox="1"/>
          <p:nvPr/>
        </p:nvSpPr>
        <p:spPr>
          <a:xfrm>
            <a:off x="1018540" y="1289908"/>
            <a:ext cx="9232149" cy="369332"/>
          </a:xfrm>
          <a:prstGeom prst="rect">
            <a:avLst/>
          </a:prstGeom>
          <a:noFill/>
        </p:spPr>
        <p:txBody>
          <a:bodyPr wrap="square">
            <a:spAutoFit/>
          </a:bodyPr>
          <a:lstStyle/>
          <a:p>
            <a:pPr marL="285750" indent="-285750" algn="l">
              <a:buFont typeface="Wingdings" panose="05000000000000000000" pitchFamily="2" charset="2"/>
              <a:buChar char="q"/>
            </a:pPr>
            <a:r>
              <a:rPr lang="en-US" sz="1800" b="1" i="0" u="none" strike="noStrike" baseline="0" dirty="0">
                <a:latin typeface="Times New Roman" panose="02020603050405020304" pitchFamily="18" charset="0"/>
                <a:cs typeface="Times New Roman" panose="02020603050405020304" pitchFamily="18" charset="0"/>
              </a:rPr>
              <a:t>A function should not contain unused label declarations</a:t>
            </a:r>
            <a:endParaRPr lang="en-IN" b="1" kern="100" dirty="0">
              <a:effectLst/>
              <a:highlight>
                <a:srgbClr val="FFFF00"/>
              </a:highlight>
              <a:latin typeface="Times New Roman" panose="02020603050405020304" pitchFamily="18" charset="0"/>
              <a:ea typeface="Aptos" panose="020B0004020202020204" pitchFamily="34" charset="0"/>
              <a:cs typeface="Times New Roman" panose="02020603050405020304" pitchFamily="18" charset="0"/>
            </a:endParaRPr>
          </a:p>
        </p:txBody>
      </p:sp>
      <p:sp>
        <p:nvSpPr>
          <p:cNvPr id="11" name="TextBox 10">
            <a:extLst>
              <a:ext uri="{FF2B5EF4-FFF2-40B4-BE49-F238E27FC236}">
                <a16:creationId xmlns:a16="http://schemas.microsoft.com/office/drawing/2014/main" id="{3BAF9C64-DAA2-791C-A360-DC870B79332D}"/>
              </a:ext>
            </a:extLst>
          </p:cNvPr>
          <p:cNvSpPr txBox="1"/>
          <p:nvPr/>
        </p:nvSpPr>
        <p:spPr>
          <a:xfrm>
            <a:off x="1305546" y="1642267"/>
            <a:ext cx="9642403" cy="369332"/>
          </a:xfrm>
          <a:prstGeom prst="rect">
            <a:avLst/>
          </a:prstGeom>
          <a:noFill/>
        </p:spPr>
        <p:txBody>
          <a:bodyPr wrap="square">
            <a:spAutoFit/>
          </a:bodyPr>
          <a:lstStyle/>
          <a:p>
            <a:pPr algn="l"/>
            <a:r>
              <a:rPr lang="en-IN" sz="1800" b="0" i="0" u="none" strike="noStrike" baseline="0" dirty="0">
                <a:latin typeface="OpenSans"/>
              </a:rPr>
              <a:t>Category –</a:t>
            </a:r>
            <a:r>
              <a:rPr lang="en-IN" sz="1800" b="0" i="0" u="none" strike="noStrike" baseline="0" dirty="0">
                <a:latin typeface="OpenSans-Light"/>
              </a:rPr>
              <a:t>Advisory    Analysis </a:t>
            </a:r>
            <a:r>
              <a:rPr lang="en-IN" sz="1800" b="0" i="0" u="none" strike="noStrike" baseline="0" dirty="0">
                <a:latin typeface="OpenSans"/>
              </a:rPr>
              <a:t> -</a:t>
            </a:r>
            <a:r>
              <a:rPr lang="en-IN" sz="1800" b="0" i="0" u="none" strike="noStrike" baseline="0" dirty="0">
                <a:latin typeface="OpenSans-Light"/>
              </a:rPr>
              <a:t> Decidable, Single Translation Unit </a:t>
            </a:r>
            <a:r>
              <a:rPr lang="en-IN" sz="1800" b="0" i="0" u="none" strike="noStrike" baseline="0" dirty="0">
                <a:latin typeface="OpenSans"/>
              </a:rPr>
              <a:t>Applies to -</a:t>
            </a:r>
            <a:r>
              <a:rPr lang="en-IN" sz="1800" b="0" i="0" u="none" strike="noStrike" baseline="0" dirty="0">
                <a:latin typeface="OpenSans-Light"/>
              </a:rPr>
              <a:t>C90, C99</a:t>
            </a:r>
            <a:endParaRPr lang="en-IN" dirty="0"/>
          </a:p>
        </p:txBody>
      </p:sp>
      <p:sp>
        <p:nvSpPr>
          <p:cNvPr id="12" name="TextBox 11">
            <a:extLst>
              <a:ext uri="{FF2B5EF4-FFF2-40B4-BE49-F238E27FC236}">
                <a16:creationId xmlns:a16="http://schemas.microsoft.com/office/drawing/2014/main" id="{3B6B20D6-4372-E7FE-5B7C-3A5C456054FD}"/>
              </a:ext>
            </a:extLst>
          </p:cNvPr>
          <p:cNvSpPr txBox="1"/>
          <p:nvPr/>
        </p:nvSpPr>
        <p:spPr>
          <a:xfrm>
            <a:off x="2718620" y="2643895"/>
            <a:ext cx="7419583" cy="3970318"/>
          </a:xfrm>
          <a:prstGeom prst="rect">
            <a:avLst/>
          </a:prstGeom>
          <a:noFill/>
        </p:spPr>
        <p:txBody>
          <a:bodyPr wrap="square">
            <a:spAutoFit/>
          </a:bodyPr>
          <a:lstStyle/>
          <a:p>
            <a:r>
              <a:rPr lang="en-US" dirty="0">
                <a:latin typeface="Times New Roman" panose="02020603050405020304" pitchFamily="18" charset="0"/>
                <a:cs typeface="Times New Roman" panose="02020603050405020304" pitchFamily="18" charset="0"/>
              </a:rPr>
              <a:t>#include &lt;</a:t>
            </a:r>
            <a:r>
              <a:rPr lang="en-US" dirty="0" err="1">
                <a:latin typeface="Times New Roman" panose="02020603050405020304" pitchFamily="18" charset="0"/>
                <a:cs typeface="Times New Roman" panose="02020603050405020304" pitchFamily="18" charset="0"/>
              </a:rPr>
              <a:t>stdio.h</a:t>
            </a:r>
            <a:r>
              <a:rPr lang="en-US" dirty="0">
                <a:latin typeface="Times New Roman" panose="02020603050405020304" pitchFamily="18" charset="0"/>
                <a:cs typeface="Times New Roman" panose="02020603050405020304" pitchFamily="18" charset="0"/>
              </a:rPr>
              <a:t>&gt;</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void </a:t>
            </a:r>
            <a:r>
              <a:rPr lang="en-US" dirty="0" err="1">
                <a:latin typeface="Times New Roman" panose="02020603050405020304" pitchFamily="18" charset="0"/>
                <a:cs typeface="Times New Roman" panose="02020603050405020304" pitchFamily="18" charset="0"/>
              </a:rPr>
              <a:t>exampleFunction</a:t>
            </a:r>
            <a:r>
              <a:rPr lang="en-US" dirty="0">
                <a:latin typeface="Times New Roman" panose="02020603050405020304" pitchFamily="18" charset="0"/>
                <a:cs typeface="Times New Roman" panose="02020603050405020304" pitchFamily="18" charset="0"/>
              </a:rPr>
              <a:t>() {</a:t>
            </a:r>
          </a:p>
          <a:p>
            <a:r>
              <a:rPr lang="en-US" dirty="0">
                <a:latin typeface="Times New Roman" panose="02020603050405020304" pitchFamily="18" charset="0"/>
                <a:cs typeface="Times New Roman" panose="02020603050405020304" pitchFamily="18" charset="0"/>
              </a:rPr>
              <a:t>    int x = 10;</a:t>
            </a:r>
          </a:p>
          <a:p>
            <a:r>
              <a:rPr lang="en-US" dirty="0">
                <a:latin typeface="Times New Roman" panose="02020603050405020304" pitchFamily="18" charset="0"/>
                <a:cs typeface="Times New Roman" panose="02020603050405020304" pitchFamily="18" charset="0"/>
              </a:rPr>
              <a:t>    </a:t>
            </a:r>
          </a:p>
          <a:p>
            <a:r>
              <a:rPr lang="en-US" dirty="0">
                <a:latin typeface="Times New Roman" panose="02020603050405020304" pitchFamily="18" charset="0"/>
                <a:cs typeface="Times New Roman" panose="02020603050405020304" pitchFamily="18" charset="0"/>
              </a:rPr>
              <a:t>    </a:t>
            </a:r>
            <a:r>
              <a:rPr lang="en-US" dirty="0">
                <a:highlight>
                  <a:srgbClr val="FFFF00"/>
                </a:highlight>
                <a:latin typeface="Times New Roman" panose="02020603050405020304" pitchFamily="18" charset="0"/>
                <a:cs typeface="Times New Roman" panose="02020603050405020304" pitchFamily="18" charset="0"/>
              </a:rPr>
              <a:t>// Unused label declaration</a:t>
            </a:r>
          </a:p>
          <a:p>
            <a:r>
              <a:rPr lang="en-US" dirty="0">
                <a:highlight>
                  <a:srgbClr val="FFFF00"/>
                </a:highlight>
                <a:latin typeface="Times New Roman" panose="02020603050405020304" pitchFamily="18" charset="0"/>
                <a:cs typeface="Times New Roman" panose="02020603050405020304" pitchFamily="18" charset="0"/>
              </a:rPr>
              <a:t>    </a:t>
            </a:r>
            <a:r>
              <a:rPr lang="en-US" dirty="0" err="1">
                <a:highlight>
                  <a:srgbClr val="FFFF00"/>
                </a:highlight>
                <a:latin typeface="Times New Roman" panose="02020603050405020304" pitchFamily="18" charset="0"/>
                <a:cs typeface="Times New Roman" panose="02020603050405020304" pitchFamily="18" charset="0"/>
              </a:rPr>
              <a:t>unused_label</a:t>
            </a:r>
            <a:r>
              <a:rPr lang="en-US" dirty="0">
                <a:highlight>
                  <a:srgbClr val="FFFF00"/>
                </a:highlight>
                <a:latin typeface="Times New Roman" panose="02020603050405020304" pitchFamily="18" charset="0"/>
                <a:cs typeface="Times New Roman" panose="02020603050405020304" pitchFamily="18" charset="0"/>
              </a:rPr>
              <a:t>:</a:t>
            </a:r>
          </a:p>
          <a:p>
            <a:r>
              <a:rPr lang="en-US" dirty="0">
                <a:highlight>
                  <a:srgbClr val="FFFF00"/>
                </a:highlight>
                <a:latin typeface="Times New Roman" panose="02020603050405020304" pitchFamily="18" charset="0"/>
                <a:cs typeface="Times New Roman" panose="02020603050405020304" pitchFamily="18" charset="0"/>
              </a:rPr>
              <a:t>        </a:t>
            </a:r>
            <a:r>
              <a:rPr lang="en-US" dirty="0" err="1">
                <a:highlight>
                  <a:srgbClr val="FFFF00"/>
                </a:highlight>
                <a:latin typeface="Times New Roman" panose="02020603050405020304" pitchFamily="18" charset="0"/>
                <a:cs typeface="Times New Roman" panose="02020603050405020304" pitchFamily="18" charset="0"/>
              </a:rPr>
              <a:t>printf</a:t>
            </a:r>
            <a:r>
              <a:rPr lang="en-US" dirty="0">
                <a:highlight>
                  <a:srgbClr val="FFFF00"/>
                </a:highlight>
                <a:latin typeface="Times New Roman" panose="02020603050405020304" pitchFamily="18" charset="0"/>
                <a:cs typeface="Times New Roman" panose="02020603050405020304" pitchFamily="18" charset="0"/>
              </a:rPr>
              <a:t>("Value of x: %d\n", x);</a:t>
            </a:r>
          </a:p>
          <a:p>
            <a:r>
              <a:rPr lang="en-US" dirty="0">
                <a:latin typeface="Times New Roman" panose="02020603050405020304" pitchFamily="18" charset="0"/>
                <a:cs typeface="Times New Roman" panose="02020603050405020304" pitchFamily="18" charset="0"/>
              </a:rPr>
              <a:t>}</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int main() {</a:t>
            </a:r>
          </a:p>
          <a:p>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exampleFunction</a:t>
            </a:r>
            <a:r>
              <a:rPr lang="en-US" dirty="0">
                <a:latin typeface="Times New Roman" panose="02020603050405020304" pitchFamily="18" charset="0"/>
                <a:cs typeface="Times New Roman" panose="02020603050405020304" pitchFamily="18" charset="0"/>
              </a:rPr>
              <a:t>();</a:t>
            </a:r>
          </a:p>
          <a:p>
            <a:r>
              <a:rPr lang="en-US" dirty="0">
                <a:latin typeface="Times New Roman" panose="02020603050405020304" pitchFamily="18" charset="0"/>
                <a:cs typeface="Times New Roman" panose="02020603050405020304" pitchFamily="18" charset="0"/>
              </a:rPr>
              <a:t>    return 0;</a:t>
            </a:r>
          </a:p>
          <a:p>
            <a:r>
              <a:rPr lang="en-US" dirty="0">
                <a:latin typeface="Times New Roman" panose="02020603050405020304" pitchFamily="18" charset="0"/>
                <a:cs typeface="Times New Roman" panose="02020603050405020304" pitchFamily="18" charset="0"/>
              </a:rPr>
              <a:t>}</a:t>
            </a:r>
            <a:endParaRPr lang="en-IN" dirty="0">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3BEBAFEE-B117-F80A-3238-35883C77E34C}"/>
              </a:ext>
            </a:extLst>
          </p:cNvPr>
          <p:cNvSpPr txBox="1"/>
          <p:nvPr/>
        </p:nvSpPr>
        <p:spPr>
          <a:xfrm>
            <a:off x="1261783" y="1985079"/>
            <a:ext cx="10650070" cy="646331"/>
          </a:xfrm>
          <a:prstGeom prst="rect">
            <a:avLst/>
          </a:prstGeom>
          <a:noFill/>
        </p:spPr>
        <p:txBody>
          <a:bodyPr wrap="square">
            <a:spAutoFit/>
          </a:bodyPr>
          <a:lstStyle/>
          <a:p>
            <a:r>
              <a:rPr lang="en-US" b="0" i="0" dirty="0">
                <a:solidFill>
                  <a:srgbClr val="0D0D0D"/>
                </a:solidFill>
                <a:effectLst/>
                <a:latin typeface="Times New Roman" panose="02020603050405020304" pitchFamily="18" charset="0"/>
                <a:cs typeface="Times New Roman" panose="02020603050405020304" pitchFamily="18" charset="0"/>
              </a:rPr>
              <a:t>To comply with the rule, the unused label declaration should be removed or used as a target for control flow within the function.</a:t>
            </a:r>
            <a:endParaRPr lang="en-IN"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C571CA19-A36B-7D93-981A-5F92A3EA59D7}"/>
              </a:ext>
            </a:extLst>
          </p:cNvPr>
          <p:cNvSpPr txBox="1"/>
          <p:nvPr/>
        </p:nvSpPr>
        <p:spPr>
          <a:xfrm>
            <a:off x="1291941" y="2653575"/>
            <a:ext cx="1046338" cy="369332"/>
          </a:xfrm>
          <a:prstGeom prst="rect">
            <a:avLst/>
          </a:prstGeom>
          <a:noFill/>
        </p:spPr>
        <p:txBody>
          <a:bodyPr wrap="square">
            <a:spAutoFit/>
          </a:bodyPr>
          <a:lstStyle/>
          <a:p>
            <a:pPr algn="l"/>
            <a:r>
              <a:rPr lang="en-IN" dirty="0">
                <a:highlight>
                  <a:srgbClr val="FFFF00"/>
                </a:highlight>
              </a:rPr>
              <a:t>Example</a:t>
            </a:r>
          </a:p>
        </p:txBody>
      </p:sp>
      <p:sp>
        <p:nvSpPr>
          <p:cNvPr id="9" name="Slide Number Placeholder 8">
            <a:extLst>
              <a:ext uri="{FF2B5EF4-FFF2-40B4-BE49-F238E27FC236}">
                <a16:creationId xmlns:a16="http://schemas.microsoft.com/office/drawing/2014/main" id="{E94F96E0-3298-B435-8D58-E8260D026B3C}"/>
              </a:ext>
            </a:extLst>
          </p:cNvPr>
          <p:cNvSpPr>
            <a:spLocks noGrp="1"/>
          </p:cNvSpPr>
          <p:nvPr>
            <p:ph type="sldNum" sz="quarter" idx="12"/>
          </p:nvPr>
        </p:nvSpPr>
        <p:spPr/>
        <p:txBody>
          <a:bodyPr/>
          <a:lstStyle/>
          <a:p>
            <a:fld id="{91247CA1-BCEC-4DD4-9B23-E2AE1AEA27A6}" type="slidenum">
              <a:rPr lang="en-IN" smtClean="0"/>
              <a:t>19</a:t>
            </a:fld>
            <a:endParaRPr lang="en-IN"/>
          </a:p>
        </p:txBody>
      </p:sp>
      <p:sp>
        <p:nvSpPr>
          <p:cNvPr id="8" name="TextBox 7">
            <a:extLst>
              <a:ext uri="{FF2B5EF4-FFF2-40B4-BE49-F238E27FC236}">
                <a16:creationId xmlns:a16="http://schemas.microsoft.com/office/drawing/2014/main" id="{98AE5DBC-00E2-3D04-9104-C5D02CD62F11}"/>
              </a:ext>
            </a:extLst>
          </p:cNvPr>
          <p:cNvSpPr txBox="1"/>
          <p:nvPr/>
        </p:nvSpPr>
        <p:spPr>
          <a:xfrm>
            <a:off x="10532532" y="526059"/>
            <a:ext cx="1451144" cy="369332"/>
          </a:xfrm>
          <a:prstGeom prst="rect">
            <a:avLst/>
          </a:prstGeom>
          <a:noFill/>
        </p:spPr>
        <p:txBody>
          <a:bodyPr wrap="square">
            <a:spAutoFit/>
          </a:bodyPr>
          <a:lstStyle/>
          <a:p>
            <a:r>
              <a:rPr lang="en-IN" dirty="0"/>
              <a:t>Session 1</a:t>
            </a:r>
          </a:p>
        </p:txBody>
      </p:sp>
    </p:spTree>
    <p:extLst>
      <p:ext uri="{BB962C8B-B14F-4D97-AF65-F5344CB8AC3E}">
        <p14:creationId xmlns:p14="http://schemas.microsoft.com/office/powerpoint/2010/main" val="33937988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5A292AEA-2528-46C0-B426-95822B6141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D8B7B198-E4DF-43CD-AD8C-1998843237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34" name="Freeform: Shape 33">
            <a:extLst>
              <a:ext uri="{FF2B5EF4-FFF2-40B4-BE49-F238E27FC236}">
                <a16:creationId xmlns:a16="http://schemas.microsoft.com/office/drawing/2014/main" id="{2BE67753-EA0E-4819-8D22-0B6600CF7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96934" y="3984"/>
            <a:ext cx="9376632" cy="6858000"/>
          </a:xfrm>
          <a:custGeom>
            <a:avLst/>
            <a:gdLst>
              <a:gd name="connsiteX0" fmla="*/ 1691615 w 9376632"/>
              <a:gd name="connsiteY0" fmla="*/ 0 h 6858000"/>
              <a:gd name="connsiteX1" fmla="*/ 7685017 w 9376632"/>
              <a:gd name="connsiteY1" fmla="*/ 0 h 6858000"/>
              <a:gd name="connsiteX2" fmla="*/ 7840634 w 9376632"/>
              <a:gd name="connsiteY2" fmla="*/ 134799 h 6858000"/>
              <a:gd name="connsiteX3" fmla="*/ 9376632 w 9376632"/>
              <a:gd name="connsiteY3" fmla="*/ 3605175 h 6858000"/>
              <a:gd name="connsiteX4" fmla="*/ 8158692 w 9376632"/>
              <a:gd name="connsiteY4" fmla="*/ 6757493 h 6858000"/>
              <a:gd name="connsiteX5" fmla="*/ 8062868 w 9376632"/>
              <a:gd name="connsiteY5" fmla="*/ 6858000 h 6858000"/>
              <a:gd name="connsiteX6" fmla="*/ 1313765 w 9376632"/>
              <a:gd name="connsiteY6" fmla="*/ 6858000 h 6858000"/>
              <a:gd name="connsiteX7" fmla="*/ 1217940 w 9376632"/>
              <a:gd name="connsiteY7" fmla="*/ 6757493 h 6858000"/>
              <a:gd name="connsiteX8" fmla="*/ 0 w 9376632"/>
              <a:gd name="connsiteY8" fmla="*/ 3605175 h 6858000"/>
              <a:gd name="connsiteX9" fmla="*/ 1535999 w 9376632"/>
              <a:gd name="connsiteY9" fmla="*/ 13479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376632" h="6858000">
                <a:moveTo>
                  <a:pt x="1691615" y="0"/>
                </a:moveTo>
                <a:lnTo>
                  <a:pt x="7685017" y="0"/>
                </a:lnTo>
                <a:lnTo>
                  <a:pt x="7840634" y="134799"/>
                </a:lnTo>
                <a:cubicBezTo>
                  <a:pt x="8784230" y="992423"/>
                  <a:pt x="9376632" y="2229618"/>
                  <a:pt x="9376632" y="3605175"/>
                </a:cubicBezTo>
                <a:cubicBezTo>
                  <a:pt x="9376632" y="4818903"/>
                  <a:pt x="8915419" y="5924908"/>
                  <a:pt x="8158692" y="6757493"/>
                </a:cubicBezTo>
                <a:lnTo>
                  <a:pt x="8062868" y="6858000"/>
                </a:lnTo>
                <a:lnTo>
                  <a:pt x="1313765" y="6858000"/>
                </a:lnTo>
                <a:lnTo>
                  <a:pt x="1217940" y="6757493"/>
                </a:lnTo>
                <a:cubicBezTo>
                  <a:pt x="461213" y="5924908"/>
                  <a:pt x="0" y="4818903"/>
                  <a:pt x="0" y="3605175"/>
                </a:cubicBezTo>
                <a:cubicBezTo>
                  <a:pt x="0" y="2229618"/>
                  <a:pt x="592403" y="992423"/>
                  <a:pt x="1535999" y="134799"/>
                </a:cubicBezTo>
                <a:close/>
              </a:path>
            </a:pathLst>
          </a:cu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5" name="Group 34">
            <a:extLst>
              <a:ext uri="{FF2B5EF4-FFF2-40B4-BE49-F238E27FC236}">
                <a16:creationId xmlns:a16="http://schemas.microsoft.com/office/drawing/2014/main" id="{D76D63AC-0421-45EC-B383-E79A61A78C6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303402" y="3985"/>
            <a:ext cx="9772765" cy="6858000"/>
            <a:chOff x="1303402" y="36937"/>
            <a:chExt cx="9772765" cy="6858000"/>
          </a:xfrm>
          <a:solidFill>
            <a:schemeClr val="bg1">
              <a:alpha val="30000"/>
            </a:schemeClr>
          </a:solidFill>
        </p:grpSpPr>
        <p:sp>
          <p:nvSpPr>
            <p:cNvPr id="15" name="Freeform: Shape 14">
              <a:extLst>
                <a:ext uri="{FF2B5EF4-FFF2-40B4-BE49-F238E27FC236}">
                  <a16:creationId xmlns:a16="http://schemas.microsoft.com/office/drawing/2014/main" id="{B997A32E-7032-4107-9C8B-99DB59EDD5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6937"/>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Shape 15">
              <a:extLst>
                <a:ext uri="{FF2B5EF4-FFF2-40B4-BE49-F238E27FC236}">
                  <a16:creationId xmlns:a16="http://schemas.microsoft.com/office/drawing/2014/main" id="{943BB27F-1470-42CA-91FF-D94BC691C8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6937"/>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Freeform: Shape 16">
              <a:extLst>
                <a:ext uri="{FF2B5EF4-FFF2-40B4-BE49-F238E27FC236}">
                  <a16:creationId xmlns:a16="http://schemas.microsoft.com/office/drawing/2014/main" id="{E997B002-17FD-47B3-A06A-76802FE15C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6937"/>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Freeform: Shape 17">
              <a:extLst>
                <a:ext uri="{FF2B5EF4-FFF2-40B4-BE49-F238E27FC236}">
                  <a16:creationId xmlns:a16="http://schemas.microsoft.com/office/drawing/2014/main" id="{E401EA35-9D2E-43B7-860F-EBB8A6C3E0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6937"/>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Freeform: Shape 18">
              <a:extLst>
                <a:ext uri="{FF2B5EF4-FFF2-40B4-BE49-F238E27FC236}">
                  <a16:creationId xmlns:a16="http://schemas.microsoft.com/office/drawing/2014/main" id="{F8C44827-3D81-4FF9-B4A5-5650D1B20A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6937"/>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Freeform: Shape 19">
              <a:extLst>
                <a:ext uri="{FF2B5EF4-FFF2-40B4-BE49-F238E27FC236}">
                  <a16:creationId xmlns:a16="http://schemas.microsoft.com/office/drawing/2014/main" id="{F613D97F-F6DF-4D32-AD91-209A80E7A2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8320" y="36937"/>
              <a:ext cx="9767847" cy="6858000"/>
            </a:xfrm>
            <a:custGeom>
              <a:avLst/>
              <a:gdLst>
                <a:gd name="connsiteX0" fmla="*/ 7151367 w 9767847"/>
                <a:gd name="connsiteY0" fmla="*/ 0 h 6858000"/>
                <a:gd name="connsiteX1" fmla="*/ 7881247 w 9767847"/>
                <a:gd name="connsiteY1" fmla="*/ 0 h 6858000"/>
                <a:gd name="connsiteX2" fmla="*/ 7990553 w 9767847"/>
                <a:gd name="connsiteY2" fmla="*/ 81317 h 6858000"/>
                <a:gd name="connsiteX3" fmla="*/ 9767847 w 9767847"/>
                <a:gd name="connsiteY3" fmla="*/ 3649031 h 6858000"/>
                <a:gd name="connsiteX4" fmla="*/ 8652597 w 9767847"/>
                <a:gd name="connsiteY4" fmla="*/ 6590005 h 6858000"/>
                <a:gd name="connsiteX5" fmla="*/ 8395306 w 9767847"/>
                <a:gd name="connsiteY5" fmla="*/ 6858000 h 6858000"/>
                <a:gd name="connsiteX6" fmla="*/ 6762603 w 9767847"/>
                <a:gd name="connsiteY6" fmla="*/ 6858000 h 6858000"/>
                <a:gd name="connsiteX7" fmla="*/ 6765962 w 9767847"/>
                <a:gd name="connsiteY7" fmla="*/ 6854844 h 6858000"/>
                <a:gd name="connsiteX8" fmla="*/ 6804586 w 9767847"/>
                <a:gd name="connsiteY8" fmla="*/ 6817103 h 6858000"/>
                <a:gd name="connsiteX9" fmla="*/ 6881735 w 9767847"/>
                <a:gd name="connsiteY9" fmla="*/ 6741197 h 6858000"/>
                <a:gd name="connsiteX10" fmla="*/ 6958883 w 9767847"/>
                <a:gd name="connsiteY10" fmla="*/ 6664822 h 6858000"/>
                <a:gd name="connsiteX11" fmla="*/ 7267925 w 9767847"/>
                <a:gd name="connsiteY11" fmla="*/ 6355694 h 6858000"/>
                <a:gd name="connsiteX12" fmla="*/ 7424360 w 9767847"/>
                <a:gd name="connsiteY12" fmla="*/ 6200685 h 6858000"/>
                <a:gd name="connsiteX13" fmla="*/ 7504938 w 9767847"/>
                <a:gd name="connsiteY13" fmla="*/ 6122708 h 6858000"/>
                <a:gd name="connsiteX14" fmla="*/ 7546396 w 9767847"/>
                <a:gd name="connsiteY14" fmla="*/ 6083697 h 6858000"/>
                <a:gd name="connsiteX15" fmla="*/ 7588002 w 9767847"/>
                <a:gd name="connsiteY15" fmla="*/ 6045532 h 6858000"/>
                <a:gd name="connsiteX16" fmla="*/ 7631000 w 9767847"/>
                <a:gd name="connsiteY16" fmla="*/ 6006709 h 6858000"/>
                <a:gd name="connsiteX17" fmla="*/ 7675440 w 9767847"/>
                <a:gd name="connsiteY17" fmla="*/ 5968309 h 6858000"/>
                <a:gd name="connsiteX18" fmla="*/ 7720626 w 9767847"/>
                <a:gd name="connsiteY18" fmla="*/ 5930851 h 6858000"/>
                <a:gd name="connsiteX19" fmla="*/ 7766458 w 9767847"/>
                <a:gd name="connsiteY19" fmla="*/ 5894334 h 6858000"/>
                <a:gd name="connsiteX20" fmla="*/ 7955254 w 9767847"/>
                <a:gd name="connsiteY20" fmla="*/ 5756828 h 6858000"/>
                <a:gd name="connsiteX21" fmla="*/ 8352678 w 9767847"/>
                <a:gd name="connsiteY21" fmla="*/ 5517630 h 6858000"/>
                <a:gd name="connsiteX22" fmla="*/ 8451350 w 9767847"/>
                <a:gd name="connsiteY22" fmla="*/ 5465254 h 6858000"/>
                <a:gd name="connsiteX23" fmla="*/ 8548532 w 9767847"/>
                <a:gd name="connsiteY23" fmla="*/ 5413395 h 6858000"/>
                <a:gd name="connsiteX24" fmla="*/ 8729473 w 9767847"/>
                <a:gd name="connsiteY24" fmla="*/ 5309961 h 6858000"/>
                <a:gd name="connsiteX25" fmla="*/ 8770781 w 9767847"/>
                <a:gd name="connsiteY25" fmla="*/ 5283232 h 6858000"/>
                <a:gd name="connsiteX26" fmla="*/ 8790964 w 9767847"/>
                <a:gd name="connsiteY26" fmla="*/ 5269492 h 6858000"/>
                <a:gd name="connsiteX27" fmla="*/ 8810499 w 9767847"/>
                <a:gd name="connsiteY27" fmla="*/ 5255703 h 6858000"/>
                <a:gd name="connsiteX28" fmla="*/ 8883571 w 9767847"/>
                <a:gd name="connsiteY28" fmla="*/ 5198479 h 6858000"/>
                <a:gd name="connsiteX29" fmla="*/ 9006651 w 9767847"/>
                <a:gd name="connsiteY29" fmla="*/ 5070527 h 6858000"/>
                <a:gd name="connsiteX30" fmla="*/ 9033494 w 9767847"/>
                <a:gd name="connsiteY30" fmla="*/ 5034105 h 6858000"/>
                <a:gd name="connsiteX31" fmla="*/ 9040305 w 9767847"/>
                <a:gd name="connsiteY31" fmla="*/ 5024551 h 6858000"/>
                <a:gd name="connsiteX32" fmla="*/ 9046568 w 9767847"/>
                <a:gd name="connsiteY32" fmla="*/ 5015281 h 6858000"/>
                <a:gd name="connsiteX33" fmla="*/ 9058846 w 9767847"/>
                <a:gd name="connsiteY33" fmla="*/ 4996645 h 6858000"/>
                <a:gd name="connsiteX34" fmla="*/ 9104529 w 9767847"/>
                <a:gd name="connsiteY34" fmla="*/ 4918105 h 6858000"/>
                <a:gd name="connsiteX35" fmla="*/ 9181081 w 9767847"/>
                <a:gd name="connsiteY35" fmla="*/ 4744694 h 6858000"/>
                <a:gd name="connsiteX36" fmla="*/ 9240731 w 9767847"/>
                <a:gd name="connsiteY36" fmla="*/ 4557872 h 6858000"/>
                <a:gd name="connsiteX37" fmla="*/ 9265388 w 9767847"/>
                <a:gd name="connsiteY37" fmla="*/ 4461073 h 6858000"/>
                <a:gd name="connsiteX38" fmla="*/ 9276571 w 9767847"/>
                <a:gd name="connsiteY38" fmla="*/ 4411943 h 6858000"/>
                <a:gd name="connsiteX39" fmla="*/ 9281841 w 9767847"/>
                <a:gd name="connsiteY39" fmla="*/ 4387379 h 6858000"/>
                <a:gd name="connsiteX40" fmla="*/ 9286513 w 9767847"/>
                <a:gd name="connsiteY40" fmla="*/ 4364838 h 6858000"/>
                <a:gd name="connsiteX41" fmla="*/ 9296754 w 9767847"/>
                <a:gd name="connsiteY41" fmla="*/ 4312038 h 6858000"/>
                <a:gd name="connsiteX42" fmla="*/ 9301029 w 9767847"/>
                <a:gd name="connsiteY42" fmla="*/ 4289074 h 6858000"/>
                <a:gd name="connsiteX43" fmla="*/ 9302818 w 9767847"/>
                <a:gd name="connsiteY43" fmla="*/ 4278581 h 6858000"/>
                <a:gd name="connsiteX44" fmla="*/ 9304658 w 9767847"/>
                <a:gd name="connsiteY44" fmla="*/ 4266816 h 6858000"/>
                <a:gd name="connsiteX45" fmla="*/ 9312810 w 9767847"/>
                <a:gd name="connsiteY45" fmla="*/ 4215945 h 6858000"/>
                <a:gd name="connsiteX46" fmla="*/ 9316887 w 9767847"/>
                <a:gd name="connsiteY46" fmla="*/ 4190486 h 6858000"/>
                <a:gd name="connsiteX47" fmla="*/ 9318923 w 9767847"/>
                <a:gd name="connsiteY47" fmla="*/ 4177780 h 6858000"/>
                <a:gd name="connsiteX48" fmla="*/ 9320515 w 9767847"/>
                <a:gd name="connsiteY48" fmla="*/ 4164886 h 6858000"/>
                <a:gd name="connsiteX49" fmla="*/ 9332445 w 9767847"/>
                <a:gd name="connsiteY49" fmla="*/ 4064981 h 6858000"/>
                <a:gd name="connsiteX50" fmla="*/ 9336173 w 9767847"/>
                <a:gd name="connsiteY50" fmla="*/ 4018676 h 6858000"/>
                <a:gd name="connsiteX51" fmla="*/ 9340199 w 9767847"/>
                <a:gd name="connsiteY51" fmla="*/ 3965171 h 6858000"/>
                <a:gd name="connsiteX52" fmla="*/ 9347557 w 9767847"/>
                <a:gd name="connsiteY52" fmla="*/ 3765972 h 6858000"/>
                <a:gd name="connsiteX53" fmla="*/ 9346364 w 9767847"/>
                <a:gd name="connsiteY53" fmla="*/ 3664938 h 6858000"/>
                <a:gd name="connsiteX54" fmla="*/ 9344921 w 9767847"/>
                <a:gd name="connsiteY54" fmla="*/ 3615243 h 6858000"/>
                <a:gd name="connsiteX55" fmla="*/ 9344524 w 9767847"/>
                <a:gd name="connsiteY55" fmla="*/ 3603526 h 6858000"/>
                <a:gd name="connsiteX56" fmla="*/ 9343728 w 9767847"/>
                <a:gd name="connsiteY56" fmla="*/ 3590774 h 6858000"/>
                <a:gd name="connsiteX57" fmla="*/ 9342188 w 9767847"/>
                <a:gd name="connsiteY57" fmla="*/ 3565268 h 6858000"/>
                <a:gd name="connsiteX58" fmla="*/ 9339056 w 9767847"/>
                <a:gd name="connsiteY58" fmla="*/ 3514256 h 6858000"/>
                <a:gd name="connsiteX59" fmla="*/ 9334334 w 9767847"/>
                <a:gd name="connsiteY59" fmla="*/ 3463057 h 6858000"/>
                <a:gd name="connsiteX60" fmla="*/ 9329363 w 9767847"/>
                <a:gd name="connsiteY60" fmla="*/ 3411810 h 6858000"/>
                <a:gd name="connsiteX61" fmla="*/ 9328319 w 9767847"/>
                <a:gd name="connsiteY61" fmla="*/ 3400657 h 6858000"/>
                <a:gd name="connsiteX62" fmla="*/ 9327177 w 9767847"/>
                <a:gd name="connsiteY62" fmla="*/ 3390116 h 6858000"/>
                <a:gd name="connsiteX63" fmla="*/ 9324293 w 9767847"/>
                <a:gd name="connsiteY63" fmla="*/ 3366774 h 6858000"/>
                <a:gd name="connsiteX64" fmla="*/ 9320763 w 9767847"/>
                <a:gd name="connsiteY64" fmla="*/ 3340329 h 6858000"/>
                <a:gd name="connsiteX65" fmla="*/ 9317184 w 9767847"/>
                <a:gd name="connsiteY65" fmla="*/ 3311245 h 6858000"/>
                <a:gd name="connsiteX66" fmla="*/ 9311021 w 9767847"/>
                <a:gd name="connsiteY66" fmla="*/ 3266211 h 6858000"/>
                <a:gd name="connsiteX67" fmla="*/ 9302719 w 9767847"/>
                <a:gd name="connsiteY67" fmla="*/ 3215717 h 6858000"/>
                <a:gd name="connsiteX68" fmla="*/ 9293970 w 9767847"/>
                <a:gd name="connsiteY68" fmla="*/ 3165789 h 6858000"/>
                <a:gd name="connsiteX69" fmla="*/ 9252065 w 9767847"/>
                <a:gd name="connsiteY69" fmla="*/ 2967107 h 6858000"/>
                <a:gd name="connsiteX70" fmla="*/ 9227211 w 9767847"/>
                <a:gd name="connsiteY70" fmla="*/ 2868473 h 6858000"/>
                <a:gd name="connsiteX71" fmla="*/ 9220699 w 9767847"/>
                <a:gd name="connsiteY71" fmla="*/ 2844426 h 6858000"/>
                <a:gd name="connsiteX72" fmla="*/ 9213740 w 9767847"/>
                <a:gd name="connsiteY72" fmla="*/ 2820191 h 6858000"/>
                <a:gd name="connsiteX73" fmla="*/ 9199374 w 9767847"/>
                <a:gd name="connsiteY73" fmla="*/ 2771438 h 6858000"/>
                <a:gd name="connsiteX74" fmla="*/ 9061829 w 9767847"/>
                <a:gd name="connsiteY74" fmla="*/ 2385418 h 6858000"/>
                <a:gd name="connsiteX75" fmla="*/ 8978865 w 9767847"/>
                <a:gd name="connsiteY75" fmla="*/ 2196855 h 6858000"/>
                <a:gd name="connsiteX76" fmla="*/ 8956694 w 9767847"/>
                <a:gd name="connsiteY76" fmla="*/ 2150219 h 6858000"/>
                <a:gd name="connsiteX77" fmla="*/ 8934176 w 9767847"/>
                <a:gd name="connsiteY77" fmla="*/ 2103914 h 6858000"/>
                <a:gd name="connsiteX78" fmla="*/ 8887151 w 9767847"/>
                <a:gd name="connsiteY78" fmla="*/ 2011350 h 6858000"/>
                <a:gd name="connsiteX79" fmla="*/ 8787533 w 9767847"/>
                <a:gd name="connsiteY79" fmla="*/ 1828527 h 6858000"/>
                <a:gd name="connsiteX80" fmla="*/ 8761485 w 9767847"/>
                <a:gd name="connsiteY80" fmla="*/ 1783398 h 6858000"/>
                <a:gd name="connsiteX81" fmla="*/ 8734791 w 9767847"/>
                <a:gd name="connsiteY81" fmla="*/ 1737893 h 6858000"/>
                <a:gd name="connsiteX82" fmla="*/ 8680808 w 9767847"/>
                <a:gd name="connsiteY82" fmla="*/ 1648812 h 6858000"/>
                <a:gd name="connsiteX83" fmla="*/ 8567024 w 9767847"/>
                <a:gd name="connsiteY83" fmla="*/ 1472906 h 6858000"/>
                <a:gd name="connsiteX84" fmla="*/ 8537446 w 9767847"/>
                <a:gd name="connsiteY84" fmla="*/ 1429330 h 6858000"/>
                <a:gd name="connsiteX85" fmla="*/ 8507423 w 9767847"/>
                <a:gd name="connsiteY85" fmla="*/ 1385896 h 6858000"/>
                <a:gd name="connsiteX86" fmla="*/ 8446529 w 9767847"/>
                <a:gd name="connsiteY86" fmla="*/ 1300295 h 6858000"/>
                <a:gd name="connsiteX87" fmla="*/ 8319224 w 9767847"/>
                <a:gd name="connsiteY87" fmla="*/ 1131026 h 6858000"/>
                <a:gd name="connsiteX88" fmla="*/ 8286366 w 9767847"/>
                <a:gd name="connsiteY88" fmla="*/ 1089050 h 6858000"/>
                <a:gd name="connsiteX89" fmla="*/ 8270161 w 9767847"/>
                <a:gd name="connsiteY89" fmla="*/ 1068439 h 6858000"/>
                <a:gd name="connsiteX90" fmla="*/ 8253856 w 9767847"/>
                <a:gd name="connsiteY90" fmla="*/ 1048156 h 6858000"/>
                <a:gd name="connsiteX91" fmla="*/ 8186352 w 9767847"/>
                <a:gd name="connsiteY91" fmla="*/ 966275 h 6858000"/>
                <a:gd name="connsiteX92" fmla="*/ 8046768 w 9767847"/>
                <a:gd name="connsiteY92" fmla="*/ 805429 h 6858000"/>
                <a:gd name="connsiteX93" fmla="*/ 8010927 w 9767847"/>
                <a:gd name="connsiteY93" fmla="*/ 765853 h 6858000"/>
                <a:gd name="connsiteX94" fmla="*/ 7974788 w 9767847"/>
                <a:gd name="connsiteY94" fmla="*/ 726653 h 6858000"/>
                <a:gd name="connsiteX95" fmla="*/ 7901070 w 9767847"/>
                <a:gd name="connsiteY95" fmla="*/ 648724 h 6858000"/>
                <a:gd name="connsiteX96" fmla="*/ 7750054 w 9767847"/>
                <a:gd name="connsiteY96" fmla="*/ 497008 h 6858000"/>
                <a:gd name="connsiteX97" fmla="*/ 7592277 w 9767847"/>
                <a:gd name="connsiteY97" fmla="*/ 351221 h 6858000"/>
                <a:gd name="connsiteX98" fmla="*/ 7257734 w 9767847"/>
                <a:gd name="connsiteY98" fmla="*/ 76964 h 6858000"/>
                <a:gd name="connsiteX99" fmla="*/ 1886601 w 9767847"/>
                <a:gd name="connsiteY99" fmla="*/ 0 h 6858000"/>
                <a:gd name="connsiteX100" fmla="*/ 2292926 w 9767847"/>
                <a:gd name="connsiteY100" fmla="*/ 0 h 6858000"/>
                <a:gd name="connsiteX101" fmla="*/ 2135542 w 9767847"/>
                <a:gd name="connsiteY101" fmla="*/ 117781 h 6858000"/>
                <a:gd name="connsiteX102" fmla="*/ 1969576 w 9767847"/>
                <a:gd name="connsiteY102" fmla="*/ 254986 h 6858000"/>
                <a:gd name="connsiteX103" fmla="*/ 1659938 w 9767847"/>
                <a:gd name="connsiteY103" fmla="*/ 549855 h 6858000"/>
                <a:gd name="connsiteX104" fmla="*/ 729383 w 9767847"/>
                <a:gd name="connsiteY104" fmla="*/ 1936480 h 6858000"/>
                <a:gd name="connsiteX105" fmla="*/ 578465 w 9767847"/>
                <a:gd name="connsiteY105" fmla="*/ 2320807 h 6858000"/>
                <a:gd name="connsiteX106" fmla="*/ 465080 w 9767847"/>
                <a:gd name="connsiteY106" fmla="*/ 2714875 h 6858000"/>
                <a:gd name="connsiteX107" fmla="*/ 423820 w 9767847"/>
                <a:gd name="connsiteY107" fmla="*/ 2915436 h 6858000"/>
                <a:gd name="connsiteX108" fmla="*/ 392355 w 9767847"/>
                <a:gd name="connsiteY108" fmla="*/ 3118071 h 6858000"/>
                <a:gd name="connsiteX109" fmla="*/ 358801 w 9767847"/>
                <a:gd name="connsiteY109" fmla="*/ 3526915 h 6858000"/>
                <a:gd name="connsiteX110" fmla="*/ 410350 w 9767847"/>
                <a:gd name="connsiteY110" fmla="*/ 4348226 h 6858000"/>
                <a:gd name="connsiteX111" fmla="*/ 449022 w 9767847"/>
                <a:gd name="connsiteY111" fmla="*/ 4551049 h 6858000"/>
                <a:gd name="connsiteX112" fmla="*/ 498882 w 9767847"/>
                <a:gd name="connsiteY112" fmla="*/ 4752365 h 6858000"/>
                <a:gd name="connsiteX113" fmla="*/ 559775 w 9767847"/>
                <a:gd name="connsiteY113" fmla="*/ 4951657 h 6858000"/>
                <a:gd name="connsiteX114" fmla="*/ 631406 w 9767847"/>
                <a:gd name="connsiteY114" fmla="*/ 5147986 h 6858000"/>
                <a:gd name="connsiteX115" fmla="*/ 1023461 w 9767847"/>
                <a:gd name="connsiteY115" fmla="*/ 5893957 h 6858000"/>
                <a:gd name="connsiteX116" fmla="*/ 1575880 w 9767847"/>
                <a:gd name="connsiteY116" fmla="*/ 6547646 h 6858000"/>
                <a:gd name="connsiteX117" fmla="*/ 1905228 w 9767847"/>
                <a:gd name="connsiteY117" fmla="*/ 6829468 h 6858000"/>
                <a:gd name="connsiteX118" fmla="*/ 1944230 w 9767847"/>
                <a:gd name="connsiteY118" fmla="*/ 6858000 h 6858000"/>
                <a:gd name="connsiteX119" fmla="*/ 1372541 w 9767847"/>
                <a:gd name="connsiteY119" fmla="*/ 6858000 h 6858000"/>
                <a:gd name="connsiteX120" fmla="*/ 1115251 w 9767847"/>
                <a:gd name="connsiteY120" fmla="*/ 6590005 h 6858000"/>
                <a:gd name="connsiteX121" fmla="*/ 0 w 9767847"/>
                <a:gd name="connsiteY121" fmla="*/ 3649031 h 6858000"/>
                <a:gd name="connsiteX122" fmla="*/ 1777294 w 9767847"/>
                <a:gd name="connsiteY122" fmla="*/ 813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9767847" h="6858000">
                  <a:moveTo>
                    <a:pt x="7151367" y="0"/>
                  </a:moveTo>
                  <a:lnTo>
                    <a:pt x="7881247" y="0"/>
                  </a:lnTo>
                  <a:lnTo>
                    <a:pt x="7990553" y="81317"/>
                  </a:lnTo>
                  <a:cubicBezTo>
                    <a:pt x="9075991" y="929334"/>
                    <a:pt x="9767847" y="2212695"/>
                    <a:pt x="9767847" y="3649031"/>
                  </a:cubicBezTo>
                  <a:cubicBezTo>
                    <a:pt x="9767847" y="4766182"/>
                    <a:pt x="9349317" y="5790792"/>
                    <a:pt x="8652597" y="6590005"/>
                  </a:cubicBezTo>
                  <a:lnTo>
                    <a:pt x="8395306" y="6858000"/>
                  </a:lnTo>
                  <a:lnTo>
                    <a:pt x="6762603" y="6858000"/>
                  </a:lnTo>
                  <a:lnTo>
                    <a:pt x="6765962" y="6854844"/>
                  </a:lnTo>
                  <a:cubicBezTo>
                    <a:pt x="6779036" y="6842703"/>
                    <a:pt x="6791663" y="6829621"/>
                    <a:pt x="6804586" y="6817103"/>
                  </a:cubicBezTo>
                  <a:lnTo>
                    <a:pt x="6881735" y="6741197"/>
                  </a:lnTo>
                  <a:cubicBezTo>
                    <a:pt x="6907435" y="6715881"/>
                    <a:pt x="6933134" y="6690798"/>
                    <a:pt x="6958883" y="6664822"/>
                  </a:cubicBezTo>
                  <a:lnTo>
                    <a:pt x="7267925" y="6355694"/>
                  </a:lnTo>
                  <a:lnTo>
                    <a:pt x="7424360" y="6200685"/>
                  </a:lnTo>
                  <a:cubicBezTo>
                    <a:pt x="7450754" y="6174802"/>
                    <a:pt x="7477598" y="6148731"/>
                    <a:pt x="7504938" y="6122708"/>
                  </a:cubicBezTo>
                  <a:lnTo>
                    <a:pt x="7546396" y="6083697"/>
                  </a:lnTo>
                  <a:cubicBezTo>
                    <a:pt x="7560264" y="6070803"/>
                    <a:pt x="7574780" y="6057532"/>
                    <a:pt x="7588002" y="6045532"/>
                  </a:cubicBezTo>
                  <a:lnTo>
                    <a:pt x="7631000" y="6006709"/>
                  </a:lnTo>
                  <a:lnTo>
                    <a:pt x="7675440" y="5968309"/>
                  </a:lnTo>
                  <a:cubicBezTo>
                    <a:pt x="7690404" y="5955698"/>
                    <a:pt x="7705564" y="5943321"/>
                    <a:pt x="7720626" y="5930851"/>
                  </a:cubicBezTo>
                  <a:cubicBezTo>
                    <a:pt x="7735738" y="5918427"/>
                    <a:pt x="7751197" y="5906521"/>
                    <a:pt x="7766458" y="5894334"/>
                  </a:cubicBezTo>
                  <a:cubicBezTo>
                    <a:pt x="7827949" y="5846192"/>
                    <a:pt x="7890979" y="5800499"/>
                    <a:pt x="7955254" y="5756828"/>
                  </a:cubicBezTo>
                  <a:cubicBezTo>
                    <a:pt x="8083800" y="5669534"/>
                    <a:pt x="8216872" y="5590336"/>
                    <a:pt x="8352678" y="5517630"/>
                  </a:cubicBezTo>
                  <a:lnTo>
                    <a:pt x="8451350" y="5465254"/>
                  </a:lnTo>
                  <a:lnTo>
                    <a:pt x="8548532" y="5413395"/>
                  </a:lnTo>
                  <a:cubicBezTo>
                    <a:pt x="8612110" y="5379090"/>
                    <a:pt x="8673251" y="5345208"/>
                    <a:pt x="8729473" y="5309961"/>
                  </a:cubicBezTo>
                  <a:cubicBezTo>
                    <a:pt x="8743591" y="5301115"/>
                    <a:pt x="8757161" y="5292361"/>
                    <a:pt x="8770781" y="5283232"/>
                  </a:cubicBezTo>
                  <a:cubicBezTo>
                    <a:pt x="8777591" y="5278667"/>
                    <a:pt x="8784451" y="5274103"/>
                    <a:pt x="8790964" y="5269492"/>
                  </a:cubicBezTo>
                  <a:cubicBezTo>
                    <a:pt x="8797574" y="5264879"/>
                    <a:pt x="8804235" y="5260314"/>
                    <a:pt x="8810499" y="5255703"/>
                  </a:cubicBezTo>
                  <a:cubicBezTo>
                    <a:pt x="8835999" y="5237303"/>
                    <a:pt x="8860407" y="5218291"/>
                    <a:pt x="8883571" y="5198479"/>
                  </a:cubicBezTo>
                  <a:cubicBezTo>
                    <a:pt x="8929900" y="5158856"/>
                    <a:pt x="8971258" y="5116315"/>
                    <a:pt x="9006651" y="5070527"/>
                  </a:cubicBezTo>
                  <a:cubicBezTo>
                    <a:pt x="9015351" y="5059328"/>
                    <a:pt x="9024398" y="5046857"/>
                    <a:pt x="9033494" y="5034105"/>
                  </a:cubicBezTo>
                  <a:lnTo>
                    <a:pt x="9040305" y="5024551"/>
                  </a:lnTo>
                  <a:lnTo>
                    <a:pt x="9046568" y="5015281"/>
                  </a:lnTo>
                  <a:cubicBezTo>
                    <a:pt x="9050743" y="5009163"/>
                    <a:pt x="9054819" y="5002952"/>
                    <a:pt x="9058846" y="4996645"/>
                  </a:cubicBezTo>
                  <a:cubicBezTo>
                    <a:pt x="9075002" y="4971517"/>
                    <a:pt x="9090212" y="4945305"/>
                    <a:pt x="9104529" y="4918105"/>
                  </a:cubicBezTo>
                  <a:cubicBezTo>
                    <a:pt x="9133211" y="4863752"/>
                    <a:pt x="9158313" y="4805447"/>
                    <a:pt x="9181081" y="4744694"/>
                  </a:cubicBezTo>
                  <a:cubicBezTo>
                    <a:pt x="9203748" y="4684178"/>
                    <a:pt x="9223383" y="4621778"/>
                    <a:pt x="9240731" y="4557872"/>
                  </a:cubicBezTo>
                  <a:cubicBezTo>
                    <a:pt x="9249481" y="4525966"/>
                    <a:pt x="9257682" y="4493684"/>
                    <a:pt x="9265388" y="4461073"/>
                  </a:cubicBezTo>
                  <a:cubicBezTo>
                    <a:pt x="9269215" y="4444744"/>
                    <a:pt x="9272943" y="4428367"/>
                    <a:pt x="9276571" y="4411943"/>
                  </a:cubicBezTo>
                  <a:lnTo>
                    <a:pt x="9281841" y="4387379"/>
                  </a:lnTo>
                  <a:lnTo>
                    <a:pt x="9286513" y="4364838"/>
                  </a:lnTo>
                  <a:lnTo>
                    <a:pt x="9296754" y="4312038"/>
                  </a:lnTo>
                  <a:lnTo>
                    <a:pt x="9301029" y="4289074"/>
                  </a:lnTo>
                  <a:lnTo>
                    <a:pt x="9302818" y="4278581"/>
                  </a:lnTo>
                  <a:lnTo>
                    <a:pt x="9304658" y="4266816"/>
                  </a:lnTo>
                  <a:lnTo>
                    <a:pt x="9312810" y="4215945"/>
                  </a:lnTo>
                  <a:lnTo>
                    <a:pt x="9316887" y="4190486"/>
                  </a:lnTo>
                  <a:lnTo>
                    <a:pt x="9318923" y="4177780"/>
                  </a:lnTo>
                  <a:cubicBezTo>
                    <a:pt x="9319570" y="4173546"/>
                    <a:pt x="9319969" y="4169169"/>
                    <a:pt x="9320515" y="4164886"/>
                  </a:cubicBezTo>
                  <a:lnTo>
                    <a:pt x="9332445" y="4064981"/>
                  </a:lnTo>
                  <a:cubicBezTo>
                    <a:pt x="9333836" y="4052370"/>
                    <a:pt x="9334880" y="4036888"/>
                    <a:pt x="9336173" y="4018676"/>
                  </a:cubicBezTo>
                  <a:lnTo>
                    <a:pt x="9340199" y="3965171"/>
                  </a:lnTo>
                  <a:cubicBezTo>
                    <a:pt x="9345071" y="3899806"/>
                    <a:pt x="9347358" y="3832983"/>
                    <a:pt x="9347557" y="3765972"/>
                  </a:cubicBezTo>
                  <a:cubicBezTo>
                    <a:pt x="9347656" y="3732420"/>
                    <a:pt x="9347209" y="3698773"/>
                    <a:pt x="9346364" y="3664938"/>
                  </a:cubicBezTo>
                  <a:lnTo>
                    <a:pt x="9344921" y="3615243"/>
                  </a:lnTo>
                  <a:lnTo>
                    <a:pt x="9344524" y="3603526"/>
                  </a:lnTo>
                  <a:lnTo>
                    <a:pt x="9343728" y="3590774"/>
                  </a:lnTo>
                  <a:lnTo>
                    <a:pt x="9342188" y="3565268"/>
                  </a:lnTo>
                  <a:lnTo>
                    <a:pt x="9339056" y="3514256"/>
                  </a:lnTo>
                  <a:cubicBezTo>
                    <a:pt x="9337914" y="3497221"/>
                    <a:pt x="9335874" y="3480138"/>
                    <a:pt x="9334334" y="3463057"/>
                  </a:cubicBezTo>
                  <a:lnTo>
                    <a:pt x="9329363" y="3411810"/>
                  </a:lnTo>
                  <a:lnTo>
                    <a:pt x="9328319" y="3400657"/>
                  </a:lnTo>
                  <a:lnTo>
                    <a:pt x="9327177" y="3390116"/>
                  </a:lnTo>
                  <a:lnTo>
                    <a:pt x="9324293" y="3366774"/>
                  </a:lnTo>
                  <a:lnTo>
                    <a:pt x="9320763" y="3340329"/>
                  </a:lnTo>
                  <a:lnTo>
                    <a:pt x="9317184" y="3311245"/>
                  </a:lnTo>
                  <a:cubicBezTo>
                    <a:pt x="9315594" y="3296893"/>
                    <a:pt x="9313506" y="3282306"/>
                    <a:pt x="9311021" y="3266211"/>
                  </a:cubicBezTo>
                  <a:lnTo>
                    <a:pt x="9302719" y="3215717"/>
                  </a:lnTo>
                  <a:cubicBezTo>
                    <a:pt x="9299936" y="3199059"/>
                    <a:pt x="9297003" y="3182400"/>
                    <a:pt x="9293970" y="3165789"/>
                  </a:cubicBezTo>
                  <a:cubicBezTo>
                    <a:pt x="9281891" y="3099295"/>
                    <a:pt x="9267674" y="3033084"/>
                    <a:pt x="9252065" y="2967107"/>
                  </a:cubicBezTo>
                  <a:cubicBezTo>
                    <a:pt x="9244261" y="2934167"/>
                    <a:pt x="9235959" y="2901273"/>
                    <a:pt x="9227211" y="2868473"/>
                  </a:cubicBezTo>
                  <a:lnTo>
                    <a:pt x="9220699" y="2844426"/>
                  </a:lnTo>
                  <a:lnTo>
                    <a:pt x="9213740" y="2820191"/>
                  </a:lnTo>
                  <a:cubicBezTo>
                    <a:pt x="9209216" y="2804049"/>
                    <a:pt x="9204345" y="2787768"/>
                    <a:pt x="9199374" y="2771438"/>
                  </a:cubicBezTo>
                  <a:cubicBezTo>
                    <a:pt x="9159855" y="2641086"/>
                    <a:pt x="9114272" y="2512099"/>
                    <a:pt x="9061829" y="2385418"/>
                  </a:cubicBezTo>
                  <a:cubicBezTo>
                    <a:pt x="9035582" y="2322077"/>
                    <a:pt x="9008043" y="2259160"/>
                    <a:pt x="8978865" y="2196855"/>
                  </a:cubicBezTo>
                  <a:lnTo>
                    <a:pt x="8956694" y="2150219"/>
                  </a:lnTo>
                  <a:lnTo>
                    <a:pt x="8934176" y="2103914"/>
                  </a:lnTo>
                  <a:cubicBezTo>
                    <a:pt x="8918915" y="2073091"/>
                    <a:pt x="8903157" y="2042032"/>
                    <a:pt x="8887151" y="2011350"/>
                  </a:cubicBezTo>
                  <a:cubicBezTo>
                    <a:pt x="8854988" y="1949891"/>
                    <a:pt x="8822082" y="1888810"/>
                    <a:pt x="8787533" y="1828527"/>
                  </a:cubicBezTo>
                  <a:lnTo>
                    <a:pt x="8761485" y="1783398"/>
                  </a:lnTo>
                  <a:lnTo>
                    <a:pt x="8734791" y="1737893"/>
                  </a:lnTo>
                  <a:cubicBezTo>
                    <a:pt x="8717047" y="1707823"/>
                    <a:pt x="8699200" y="1678363"/>
                    <a:pt x="8680808" y="1648812"/>
                  </a:cubicBezTo>
                  <a:cubicBezTo>
                    <a:pt x="8644322" y="1589658"/>
                    <a:pt x="8606194" y="1531118"/>
                    <a:pt x="8567024" y="1472906"/>
                  </a:cubicBezTo>
                  <a:lnTo>
                    <a:pt x="8537446" y="1429330"/>
                  </a:lnTo>
                  <a:lnTo>
                    <a:pt x="8507423" y="1385896"/>
                  </a:lnTo>
                  <a:cubicBezTo>
                    <a:pt x="8487390" y="1357284"/>
                    <a:pt x="8467158" y="1328719"/>
                    <a:pt x="8446529" y="1300295"/>
                  </a:cubicBezTo>
                  <a:cubicBezTo>
                    <a:pt x="8405271" y="1243496"/>
                    <a:pt x="8362718" y="1187120"/>
                    <a:pt x="8319224" y="1131026"/>
                  </a:cubicBezTo>
                  <a:lnTo>
                    <a:pt x="8286366" y="1089050"/>
                  </a:lnTo>
                  <a:lnTo>
                    <a:pt x="8270161" y="1068439"/>
                  </a:lnTo>
                  <a:lnTo>
                    <a:pt x="8253856" y="1048156"/>
                  </a:lnTo>
                  <a:cubicBezTo>
                    <a:pt x="8231636" y="1020675"/>
                    <a:pt x="8209117" y="993381"/>
                    <a:pt x="8186352" y="966275"/>
                  </a:cubicBezTo>
                  <a:cubicBezTo>
                    <a:pt x="8140917" y="911922"/>
                    <a:pt x="8094240" y="858417"/>
                    <a:pt x="8046768" y="805429"/>
                  </a:cubicBezTo>
                  <a:lnTo>
                    <a:pt x="8010927" y="765853"/>
                  </a:lnTo>
                  <a:lnTo>
                    <a:pt x="7974788" y="726653"/>
                  </a:lnTo>
                  <a:cubicBezTo>
                    <a:pt x="7950382" y="700489"/>
                    <a:pt x="7925824" y="674465"/>
                    <a:pt x="7901070" y="648724"/>
                  </a:cubicBezTo>
                  <a:cubicBezTo>
                    <a:pt x="7851510" y="597289"/>
                    <a:pt x="7801404" y="546514"/>
                    <a:pt x="7750054" y="497008"/>
                  </a:cubicBezTo>
                  <a:cubicBezTo>
                    <a:pt x="7698902" y="447644"/>
                    <a:pt x="7645913" y="398938"/>
                    <a:pt x="7592277" y="351221"/>
                  </a:cubicBezTo>
                  <a:cubicBezTo>
                    <a:pt x="7484856" y="255786"/>
                    <a:pt x="7373308" y="164304"/>
                    <a:pt x="7257734" y="76964"/>
                  </a:cubicBezTo>
                  <a:close/>
                  <a:moveTo>
                    <a:pt x="1886601" y="0"/>
                  </a:moveTo>
                  <a:lnTo>
                    <a:pt x="2292926" y="0"/>
                  </a:lnTo>
                  <a:lnTo>
                    <a:pt x="2135542" y="117781"/>
                  </a:lnTo>
                  <a:cubicBezTo>
                    <a:pt x="2078998" y="162280"/>
                    <a:pt x="2023659" y="208045"/>
                    <a:pt x="1969576" y="254986"/>
                  </a:cubicBezTo>
                  <a:cubicBezTo>
                    <a:pt x="1861309" y="348820"/>
                    <a:pt x="1758064" y="447314"/>
                    <a:pt x="1659938" y="549855"/>
                  </a:cubicBezTo>
                  <a:cubicBezTo>
                    <a:pt x="1266987" y="960346"/>
                    <a:pt x="953820" y="1431495"/>
                    <a:pt x="729383" y="1936480"/>
                  </a:cubicBezTo>
                  <a:cubicBezTo>
                    <a:pt x="673260" y="2062362"/>
                    <a:pt x="622855" y="2190972"/>
                    <a:pt x="578465" y="2320807"/>
                  </a:cubicBezTo>
                  <a:cubicBezTo>
                    <a:pt x="534125" y="2450687"/>
                    <a:pt x="496147" y="2582216"/>
                    <a:pt x="465080" y="2714875"/>
                  </a:cubicBezTo>
                  <a:cubicBezTo>
                    <a:pt x="449769" y="2780991"/>
                    <a:pt x="435850" y="2848191"/>
                    <a:pt x="423820" y="2915436"/>
                  </a:cubicBezTo>
                  <a:cubicBezTo>
                    <a:pt x="411840" y="2982731"/>
                    <a:pt x="401054" y="3050260"/>
                    <a:pt x="392355" y="3118071"/>
                  </a:cubicBezTo>
                  <a:cubicBezTo>
                    <a:pt x="374509" y="3253646"/>
                    <a:pt x="363424" y="3389880"/>
                    <a:pt x="358801" y="3526915"/>
                  </a:cubicBezTo>
                  <a:cubicBezTo>
                    <a:pt x="349009" y="3800843"/>
                    <a:pt x="366357" y="4075570"/>
                    <a:pt x="410350" y="4348226"/>
                  </a:cubicBezTo>
                  <a:cubicBezTo>
                    <a:pt x="421286" y="4416132"/>
                    <a:pt x="434209" y="4483660"/>
                    <a:pt x="449022" y="4551049"/>
                  </a:cubicBezTo>
                  <a:cubicBezTo>
                    <a:pt x="463737" y="4618436"/>
                    <a:pt x="480389" y="4685588"/>
                    <a:pt x="498882" y="4752365"/>
                  </a:cubicBezTo>
                  <a:cubicBezTo>
                    <a:pt x="517373" y="4819141"/>
                    <a:pt x="537704" y="4885635"/>
                    <a:pt x="559775" y="4951657"/>
                  </a:cubicBezTo>
                  <a:cubicBezTo>
                    <a:pt x="581946" y="5017775"/>
                    <a:pt x="605358" y="5083375"/>
                    <a:pt x="631406" y="5147986"/>
                  </a:cubicBezTo>
                  <a:cubicBezTo>
                    <a:pt x="734055" y="5407608"/>
                    <a:pt x="865188" y="5658570"/>
                    <a:pt x="1023461" y="5893957"/>
                  </a:cubicBezTo>
                  <a:cubicBezTo>
                    <a:pt x="1181487" y="6129578"/>
                    <a:pt x="1367051" y="6349247"/>
                    <a:pt x="1575880" y="6547646"/>
                  </a:cubicBezTo>
                  <a:cubicBezTo>
                    <a:pt x="1680269" y="6646916"/>
                    <a:pt x="1790338" y="6740939"/>
                    <a:pt x="1905228" y="6829468"/>
                  </a:cubicBezTo>
                  <a:lnTo>
                    <a:pt x="1944230" y="6858000"/>
                  </a:lnTo>
                  <a:lnTo>
                    <a:pt x="1372541" y="6858000"/>
                  </a:lnTo>
                  <a:lnTo>
                    <a:pt x="1115251" y="6590005"/>
                  </a:lnTo>
                  <a:cubicBezTo>
                    <a:pt x="418530" y="5790792"/>
                    <a:pt x="0" y="4766182"/>
                    <a:pt x="0" y="3649031"/>
                  </a:cubicBezTo>
                  <a:cubicBezTo>
                    <a:pt x="0" y="2212695"/>
                    <a:pt x="691856" y="929334"/>
                    <a:pt x="1777294" y="81317"/>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1" name="Freeform: Shape 20">
              <a:extLst>
                <a:ext uri="{FF2B5EF4-FFF2-40B4-BE49-F238E27FC236}">
                  <a16:creationId xmlns:a16="http://schemas.microsoft.com/office/drawing/2014/main" id="{82B0ED5C-927D-4C5F-8F27-1B403820B9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3402" y="36937"/>
              <a:ext cx="9767847" cy="6858000"/>
            </a:xfrm>
            <a:custGeom>
              <a:avLst/>
              <a:gdLst>
                <a:gd name="connsiteX0" fmla="*/ 7145704 w 9767847"/>
                <a:gd name="connsiteY0" fmla="*/ 0 h 6858000"/>
                <a:gd name="connsiteX1" fmla="*/ 7875738 w 9767847"/>
                <a:gd name="connsiteY1" fmla="*/ 0 h 6858000"/>
                <a:gd name="connsiteX2" fmla="*/ 7990553 w 9767847"/>
                <a:gd name="connsiteY2" fmla="*/ 85415 h 6858000"/>
                <a:gd name="connsiteX3" fmla="*/ 9767847 w 9767847"/>
                <a:gd name="connsiteY3" fmla="*/ 3653129 h 6858000"/>
                <a:gd name="connsiteX4" fmla="*/ 8652597 w 9767847"/>
                <a:gd name="connsiteY4" fmla="*/ 6594103 h 6858000"/>
                <a:gd name="connsiteX5" fmla="*/ 8399240 w 9767847"/>
                <a:gd name="connsiteY5" fmla="*/ 6858000 h 6858000"/>
                <a:gd name="connsiteX6" fmla="*/ 6766926 w 9767847"/>
                <a:gd name="connsiteY6" fmla="*/ 6858000 h 6858000"/>
                <a:gd name="connsiteX7" fmla="*/ 6804586 w 9767847"/>
                <a:gd name="connsiteY7" fmla="*/ 6821201 h 6858000"/>
                <a:gd name="connsiteX8" fmla="*/ 6881735 w 9767847"/>
                <a:gd name="connsiteY8" fmla="*/ 6745295 h 6858000"/>
                <a:gd name="connsiteX9" fmla="*/ 6958883 w 9767847"/>
                <a:gd name="connsiteY9" fmla="*/ 6668920 h 6858000"/>
                <a:gd name="connsiteX10" fmla="*/ 7267925 w 9767847"/>
                <a:gd name="connsiteY10" fmla="*/ 6359792 h 6858000"/>
                <a:gd name="connsiteX11" fmla="*/ 7424360 w 9767847"/>
                <a:gd name="connsiteY11" fmla="*/ 6204783 h 6858000"/>
                <a:gd name="connsiteX12" fmla="*/ 7504938 w 9767847"/>
                <a:gd name="connsiteY12" fmla="*/ 6126806 h 6858000"/>
                <a:gd name="connsiteX13" fmla="*/ 7546396 w 9767847"/>
                <a:gd name="connsiteY13" fmla="*/ 6087795 h 6858000"/>
                <a:gd name="connsiteX14" fmla="*/ 7588002 w 9767847"/>
                <a:gd name="connsiteY14" fmla="*/ 6049630 h 6858000"/>
                <a:gd name="connsiteX15" fmla="*/ 7631000 w 9767847"/>
                <a:gd name="connsiteY15" fmla="*/ 6010807 h 6858000"/>
                <a:gd name="connsiteX16" fmla="*/ 7675440 w 9767847"/>
                <a:gd name="connsiteY16" fmla="*/ 5972407 h 6858000"/>
                <a:gd name="connsiteX17" fmla="*/ 7720626 w 9767847"/>
                <a:gd name="connsiteY17" fmla="*/ 5934949 h 6858000"/>
                <a:gd name="connsiteX18" fmla="*/ 7766458 w 9767847"/>
                <a:gd name="connsiteY18" fmla="*/ 5898432 h 6858000"/>
                <a:gd name="connsiteX19" fmla="*/ 7955254 w 9767847"/>
                <a:gd name="connsiteY19" fmla="*/ 5760926 h 6858000"/>
                <a:gd name="connsiteX20" fmla="*/ 8352678 w 9767847"/>
                <a:gd name="connsiteY20" fmla="*/ 5521728 h 6858000"/>
                <a:gd name="connsiteX21" fmla="*/ 8451350 w 9767847"/>
                <a:gd name="connsiteY21" fmla="*/ 5469352 h 6858000"/>
                <a:gd name="connsiteX22" fmla="*/ 8548532 w 9767847"/>
                <a:gd name="connsiteY22" fmla="*/ 5417493 h 6858000"/>
                <a:gd name="connsiteX23" fmla="*/ 8729473 w 9767847"/>
                <a:gd name="connsiteY23" fmla="*/ 5314059 h 6858000"/>
                <a:gd name="connsiteX24" fmla="*/ 8770781 w 9767847"/>
                <a:gd name="connsiteY24" fmla="*/ 5287330 h 6858000"/>
                <a:gd name="connsiteX25" fmla="*/ 8790964 w 9767847"/>
                <a:gd name="connsiteY25" fmla="*/ 5273590 h 6858000"/>
                <a:gd name="connsiteX26" fmla="*/ 8810499 w 9767847"/>
                <a:gd name="connsiteY26" fmla="*/ 5259801 h 6858000"/>
                <a:gd name="connsiteX27" fmla="*/ 8883571 w 9767847"/>
                <a:gd name="connsiteY27" fmla="*/ 5202577 h 6858000"/>
                <a:gd name="connsiteX28" fmla="*/ 9006651 w 9767847"/>
                <a:gd name="connsiteY28" fmla="*/ 5074625 h 6858000"/>
                <a:gd name="connsiteX29" fmla="*/ 9033494 w 9767847"/>
                <a:gd name="connsiteY29" fmla="*/ 5038203 h 6858000"/>
                <a:gd name="connsiteX30" fmla="*/ 9040305 w 9767847"/>
                <a:gd name="connsiteY30" fmla="*/ 5028649 h 6858000"/>
                <a:gd name="connsiteX31" fmla="*/ 9046568 w 9767847"/>
                <a:gd name="connsiteY31" fmla="*/ 5019379 h 6858000"/>
                <a:gd name="connsiteX32" fmla="*/ 9058846 w 9767847"/>
                <a:gd name="connsiteY32" fmla="*/ 5000743 h 6858000"/>
                <a:gd name="connsiteX33" fmla="*/ 9104529 w 9767847"/>
                <a:gd name="connsiteY33" fmla="*/ 4922203 h 6858000"/>
                <a:gd name="connsiteX34" fmla="*/ 9181081 w 9767847"/>
                <a:gd name="connsiteY34" fmla="*/ 4748792 h 6858000"/>
                <a:gd name="connsiteX35" fmla="*/ 9240731 w 9767847"/>
                <a:gd name="connsiteY35" fmla="*/ 4561970 h 6858000"/>
                <a:gd name="connsiteX36" fmla="*/ 9265388 w 9767847"/>
                <a:gd name="connsiteY36" fmla="*/ 4465171 h 6858000"/>
                <a:gd name="connsiteX37" fmla="*/ 9276571 w 9767847"/>
                <a:gd name="connsiteY37" fmla="*/ 4416041 h 6858000"/>
                <a:gd name="connsiteX38" fmla="*/ 9281841 w 9767847"/>
                <a:gd name="connsiteY38" fmla="*/ 4391477 h 6858000"/>
                <a:gd name="connsiteX39" fmla="*/ 9286513 w 9767847"/>
                <a:gd name="connsiteY39" fmla="*/ 4368936 h 6858000"/>
                <a:gd name="connsiteX40" fmla="*/ 9296754 w 9767847"/>
                <a:gd name="connsiteY40" fmla="*/ 4316136 h 6858000"/>
                <a:gd name="connsiteX41" fmla="*/ 9301029 w 9767847"/>
                <a:gd name="connsiteY41" fmla="*/ 4293172 h 6858000"/>
                <a:gd name="connsiteX42" fmla="*/ 9302818 w 9767847"/>
                <a:gd name="connsiteY42" fmla="*/ 4282679 h 6858000"/>
                <a:gd name="connsiteX43" fmla="*/ 9304658 w 9767847"/>
                <a:gd name="connsiteY43" fmla="*/ 4270914 h 6858000"/>
                <a:gd name="connsiteX44" fmla="*/ 9312810 w 9767847"/>
                <a:gd name="connsiteY44" fmla="*/ 4220043 h 6858000"/>
                <a:gd name="connsiteX45" fmla="*/ 9316887 w 9767847"/>
                <a:gd name="connsiteY45" fmla="*/ 4194584 h 6858000"/>
                <a:gd name="connsiteX46" fmla="*/ 9318923 w 9767847"/>
                <a:gd name="connsiteY46" fmla="*/ 4181878 h 6858000"/>
                <a:gd name="connsiteX47" fmla="*/ 9320515 w 9767847"/>
                <a:gd name="connsiteY47" fmla="*/ 4168984 h 6858000"/>
                <a:gd name="connsiteX48" fmla="*/ 9332445 w 9767847"/>
                <a:gd name="connsiteY48" fmla="*/ 4069079 h 6858000"/>
                <a:gd name="connsiteX49" fmla="*/ 9336173 w 9767847"/>
                <a:gd name="connsiteY49" fmla="*/ 4022774 h 6858000"/>
                <a:gd name="connsiteX50" fmla="*/ 9340199 w 9767847"/>
                <a:gd name="connsiteY50" fmla="*/ 3969269 h 6858000"/>
                <a:gd name="connsiteX51" fmla="*/ 9347557 w 9767847"/>
                <a:gd name="connsiteY51" fmla="*/ 3770070 h 6858000"/>
                <a:gd name="connsiteX52" fmla="*/ 9346364 w 9767847"/>
                <a:gd name="connsiteY52" fmla="*/ 3669036 h 6858000"/>
                <a:gd name="connsiteX53" fmla="*/ 9344921 w 9767847"/>
                <a:gd name="connsiteY53" fmla="*/ 3619341 h 6858000"/>
                <a:gd name="connsiteX54" fmla="*/ 9344524 w 9767847"/>
                <a:gd name="connsiteY54" fmla="*/ 3607624 h 6858000"/>
                <a:gd name="connsiteX55" fmla="*/ 9343728 w 9767847"/>
                <a:gd name="connsiteY55" fmla="*/ 3594872 h 6858000"/>
                <a:gd name="connsiteX56" fmla="*/ 9342188 w 9767847"/>
                <a:gd name="connsiteY56" fmla="*/ 3569366 h 6858000"/>
                <a:gd name="connsiteX57" fmla="*/ 9339056 w 9767847"/>
                <a:gd name="connsiteY57" fmla="*/ 3518354 h 6858000"/>
                <a:gd name="connsiteX58" fmla="*/ 9334334 w 9767847"/>
                <a:gd name="connsiteY58" fmla="*/ 3467155 h 6858000"/>
                <a:gd name="connsiteX59" fmla="*/ 9329363 w 9767847"/>
                <a:gd name="connsiteY59" fmla="*/ 3415908 h 6858000"/>
                <a:gd name="connsiteX60" fmla="*/ 9328319 w 9767847"/>
                <a:gd name="connsiteY60" fmla="*/ 3404755 h 6858000"/>
                <a:gd name="connsiteX61" fmla="*/ 9327177 w 9767847"/>
                <a:gd name="connsiteY61" fmla="*/ 3394214 h 6858000"/>
                <a:gd name="connsiteX62" fmla="*/ 9324293 w 9767847"/>
                <a:gd name="connsiteY62" fmla="*/ 3370872 h 6858000"/>
                <a:gd name="connsiteX63" fmla="*/ 9320763 w 9767847"/>
                <a:gd name="connsiteY63" fmla="*/ 3344427 h 6858000"/>
                <a:gd name="connsiteX64" fmla="*/ 9317184 w 9767847"/>
                <a:gd name="connsiteY64" fmla="*/ 3315343 h 6858000"/>
                <a:gd name="connsiteX65" fmla="*/ 9311021 w 9767847"/>
                <a:gd name="connsiteY65" fmla="*/ 3270309 h 6858000"/>
                <a:gd name="connsiteX66" fmla="*/ 9302719 w 9767847"/>
                <a:gd name="connsiteY66" fmla="*/ 3219815 h 6858000"/>
                <a:gd name="connsiteX67" fmla="*/ 9293970 w 9767847"/>
                <a:gd name="connsiteY67" fmla="*/ 3169887 h 6858000"/>
                <a:gd name="connsiteX68" fmla="*/ 9252065 w 9767847"/>
                <a:gd name="connsiteY68" fmla="*/ 2971205 h 6858000"/>
                <a:gd name="connsiteX69" fmla="*/ 9227211 w 9767847"/>
                <a:gd name="connsiteY69" fmla="*/ 2872571 h 6858000"/>
                <a:gd name="connsiteX70" fmla="*/ 9220699 w 9767847"/>
                <a:gd name="connsiteY70" fmla="*/ 2848524 h 6858000"/>
                <a:gd name="connsiteX71" fmla="*/ 9213740 w 9767847"/>
                <a:gd name="connsiteY71" fmla="*/ 2824289 h 6858000"/>
                <a:gd name="connsiteX72" fmla="*/ 9199374 w 9767847"/>
                <a:gd name="connsiteY72" fmla="*/ 2775536 h 6858000"/>
                <a:gd name="connsiteX73" fmla="*/ 9061829 w 9767847"/>
                <a:gd name="connsiteY73" fmla="*/ 2389515 h 6858000"/>
                <a:gd name="connsiteX74" fmla="*/ 8978865 w 9767847"/>
                <a:gd name="connsiteY74" fmla="*/ 2200953 h 6858000"/>
                <a:gd name="connsiteX75" fmla="*/ 8956694 w 9767847"/>
                <a:gd name="connsiteY75" fmla="*/ 2154317 h 6858000"/>
                <a:gd name="connsiteX76" fmla="*/ 8934176 w 9767847"/>
                <a:gd name="connsiteY76" fmla="*/ 2108012 h 6858000"/>
                <a:gd name="connsiteX77" fmla="*/ 8887151 w 9767847"/>
                <a:gd name="connsiteY77" fmla="*/ 2015448 h 6858000"/>
                <a:gd name="connsiteX78" fmla="*/ 8787533 w 9767847"/>
                <a:gd name="connsiteY78" fmla="*/ 1832625 h 6858000"/>
                <a:gd name="connsiteX79" fmla="*/ 8761485 w 9767847"/>
                <a:gd name="connsiteY79" fmla="*/ 1787496 h 6858000"/>
                <a:gd name="connsiteX80" fmla="*/ 8734791 w 9767847"/>
                <a:gd name="connsiteY80" fmla="*/ 1741991 h 6858000"/>
                <a:gd name="connsiteX81" fmla="*/ 8680808 w 9767847"/>
                <a:gd name="connsiteY81" fmla="*/ 1652910 h 6858000"/>
                <a:gd name="connsiteX82" fmla="*/ 8567024 w 9767847"/>
                <a:gd name="connsiteY82" fmla="*/ 1477004 h 6858000"/>
                <a:gd name="connsiteX83" fmla="*/ 8537446 w 9767847"/>
                <a:gd name="connsiteY83" fmla="*/ 1433428 h 6858000"/>
                <a:gd name="connsiteX84" fmla="*/ 8507423 w 9767847"/>
                <a:gd name="connsiteY84" fmla="*/ 1389994 h 6858000"/>
                <a:gd name="connsiteX85" fmla="*/ 8446529 w 9767847"/>
                <a:gd name="connsiteY85" fmla="*/ 1304393 h 6858000"/>
                <a:gd name="connsiteX86" fmla="*/ 8319224 w 9767847"/>
                <a:gd name="connsiteY86" fmla="*/ 1135124 h 6858000"/>
                <a:gd name="connsiteX87" fmla="*/ 8286366 w 9767847"/>
                <a:gd name="connsiteY87" fmla="*/ 1093148 h 6858000"/>
                <a:gd name="connsiteX88" fmla="*/ 8270161 w 9767847"/>
                <a:gd name="connsiteY88" fmla="*/ 1072538 h 6858000"/>
                <a:gd name="connsiteX89" fmla="*/ 8253856 w 9767847"/>
                <a:gd name="connsiteY89" fmla="*/ 1052254 h 6858000"/>
                <a:gd name="connsiteX90" fmla="*/ 8186352 w 9767847"/>
                <a:gd name="connsiteY90" fmla="*/ 970373 h 6858000"/>
                <a:gd name="connsiteX91" fmla="*/ 8046768 w 9767847"/>
                <a:gd name="connsiteY91" fmla="*/ 809527 h 6858000"/>
                <a:gd name="connsiteX92" fmla="*/ 8010927 w 9767847"/>
                <a:gd name="connsiteY92" fmla="*/ 769951 h 6858000"/>
                <a:gd name="connsiteX93" fmla="*/ 7974788 w 9767847"/>
                <a:gd name="connsiteY93" fmla="*/ 730751 h 6858000"/>
                <a:gd name="connsiteX94" fmla="*/ 7901070 w 9767847"/>
                <a:gd name="connsiteY94" fmla="*/ 652823 h 6858000"/>
                <a:gd name="connsiteX95" fmla="*/ 7750054 w 9767847"/>
                <a:gd name="connsiteY95" fmla="*/ 501106 h 6858000"/>
                <a:gd name="connsiteX96" fmla="*/ 7592277 w 9767847"/>
                <a:gd name="connsiteY96" fmla="*/ 355319 h 6858000"/>
                <a:gd name="connsiteX97" fmla="*/ 7257734 w 9767847"/>
                <a:gd name="connsiteY97" fmla="*/ 81062 h 6858000"/>
                <a:gd name="connsiteX98" fmla="*/ 1892109 w 9767847"/>
                <a:gd name="connsiteY98" fmla="*/ 0 h 6858000"/>
                <a:gd name="connsiteX99" fmla="*/ 2298402 w 9767847"/>
                <a:gd name="connsiteY99" fmla="*/ 0 h 6858000"/>
                <a:gd name="connsiteX100" fmla="*/ 2135542 w 9767847"/>
                <a:gd name="connsiteY100" fmla="*/ 121879 h 6858000"/>
                <a:gd name="connsiteX101" fmla="*/ 1969576 w 9767847"/>
                <a:gd name="connsiteY101" fmla="*/ 259084 h 6858000"/>
                <a:gd name="connsiteX102" fmla="*/ 1659938 w 9767847"/>
                <a:gd name="connsiteY102" fmla="*/ 553953 h 6858000"/>
                <a:gd name="connsiteX103" fmla="*/ 729383 w 9767847"/>
                <a:gd name="connsiteY103" fmla="*/ 1940578 h 6858000"/>
                <a:gd name="connsiteX104" fmla="*/ 578465 w 9767847"/>
                <a:gd name="connsiteY104" fmla="*/ 2324905 h 6858000"/>
                <a:gd name="connsiteX105" fmla="*/ 465080 w 9767847"/>
                <a:gd name="connsiteY105" fmla="*/ 2718973 h 6858000"/>
                <a:gd name="connsiteX106" fmla="*/ 423820 w 9767847"/>
                <a:gd name="connsiteY106" fmla="*/ 2919535 h 6858000"/>
                <a:gd name="connsiteX107" fmla="*/ 392355 w 9767847"/>
                <a:gd name="connsiteY107" fmla="*/ 3122169 h 6858000"/>
                <a:gd name="connsiteX108" fmla="*/ 358801 w 9767847"/>
                <a:gd name="connsiteY108" fmla="*/ 3531013 h 6858000"/>
                <a:gd name="connsiteX109" fmla="*/ 410350 w 9767847"/>
                <a:gd name="connsiteY109" fmla="*/ 4352324 h 6858000"/>
                <a:gd name="connsiteX110" fmla="*/ 449022 w 9767847"/>
                <a:gd name="connsiteY110" fmla="*/ 4555147 h 6858000"/>
                <a:gd name="connsiteX111" fmla="*/ 498882 w 9767847"/>
                <a:gd name="connsiteY111" fmla="*/ 4756463 h 6858000"/>
                <a:gd name="connsiteX112" fmla="*/ 559775 w 9767847"/>
                <a:gd name="connsiteY112" fmla="*/ 4955755 h 6858000"/>
                <a:gd name="connsiteX113" fmla="*/ 631406 w 9767847"/>
                <a:gd name="connsiteY113" fmla="*/ 5152084 h 6858000"/>
                <a:gd name="connsiteX114" fmla="*/ 1023461 w 9767847"/>
                <a:gd name="connsiteY114" fmla="*/ 5898055 h 6858000"/>
                <a:gd name="connsiteX115" fmla="*/ 1575880 w 9767847"/>
                <a:gd name="connsiteY115" fmla="*/ 6551744 h 6858000"/>
                <a:gd name="connsiteX116" fmla="*/ 1905228 w 9767847"/>
                <a:gd name="connsiteY116" fmla="*/ 6833566 h 6858000"/>
                <a:gd name="connsiteX117" fmla="*/ 1938629 w 9767847"/>
                <a:gd name="connsiteY117" fmla="*/ 6858000 h 6858000"/>
                <a:gd name="connsiteX118" fmla="*/ 1368607 w 9767847"/>
                <a:gd name="connsiteY118" fmla="*/ 6858000 h 6858000"/>
                <a:gd name="connsiteX119" fmla="*/ 1115251 w 9767847"/>
                <a:gd name="connsiteY119" fmla="*/ 6594103 h 6858000"/>
                <a:gd name="connsiteX120" fmla="*/ 0 w 9767847"/>
                <a:gd name="connsiteY120" fmla="*/ 3653129 h 6858000"/>
                <a:gd name="connsiteX121" fmla="*/ 1777294 w 9767847"/>
                <a:gd name="connsiteY121" fmla="*/ 854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9767847" h="6858000">
                  <a:moveTo>
                    <a:pt x="7145704" y="0"/>
                  </a:moveTo>
                  <a:lnTo>
                    <a:pt x="7875738" y="0"/>
                  </a:lnTo>
                  <a:lnTo>
                    <a:pt x="7990553" y="85415"/>
                  </a:lnTo>
                  <a:cubicBezTo>
                    <a:pt x="9075991" y="933432"/>
                    <a:pt x="9767847" y="2216793"/>
                    <a:pt x="9767847" y="3653129"/>
                  </a:cubicBezTo>
                  <a:cubicBezTo>
                    <a:pt x="9767847" y="4770280"/>
                    <a:pt x="9349317" y="5794890"/>
                    <a:pt x="8652597" y="6594103"/>
                  </a:cubicBezTo>
                  <a:lnTo>
                    <a:pt x="8399240" y="6858000"/>
                  </a:lnTo>
                  <a:lnTo>
                    <a:pt x="6766926" y="6858000"/>
                  </a:lnTo>
                  <a:lnTo>
                    <a:pt x="6804586" y="6821201"/>
                  </a:lnTo>
                  <a:lnTo>
                    <a:pt x="6881735" y="6745295"/>
                  </a:lnTo>
                  <a:cubicBezTo>
                    <a:pt x="6907435" y="6719979"/>
                    <a:pt x="6933134" y="6694896"/>
                    <a:pt x="6958883" y="6668920"/>
                  </a:cubicBezTo>
                  <a:lnTo>
                    <a:pt x="7267925" y="6359792"/>
                  </a:lnTo>
                  <a:lnTo>
                    <a:pt x="7424360" y="6204783"/>
                  </a:lnTo>
                  <a:cubicBezTo>
                    <a:pt x="7450754" y="6178900"/>
                    <a:pt x="7477598" y="6152829"/>
                    <a:pt x="7504938" y="6126806"/>
                  </a:cubicBezTo>
                  <a:lnTo>
                    <a:pt x="7546396" y="6087795"/>
                  </a:lnTo>
                  <a:cubicBezTo>
                    <a:pt x="7560264" y="6074901"/>
                    <a:pt x="7574780" y="6061630"/>
                    <a:pt x="7588002" y="6049630"/>
                  </a:cubicBezTo>
                  <a:lnTo>
                    <a:pt x="7631000" y="6010807"/>
                  </a:lnTo>
                  <a:lnTo>
                    <a:pt x="7675440" y="5972407"/>
                  </a:lnTo>
                  <a:cubicBezTo>
                    <a:pt x="7690404" y="5959796"/>
                    <a:pt x="7705564" y="5947419"/>
                    <a:pt x="7720626" y="5934949"/>
                  </a:cubicBezTo>
                  <a:cubicBezTo>
                    <a:pt x="7735738" y="5922525"/>
                    <a:pt x="7751197" y="5910619"/>
                    <a:pt x="7766458" y="5898432"/>
                  </a:cubicBezTo>
                  <a:cubicBezTo>
                    <a:pt x="7827949" y="5850290"/>
                    <a:pt x="7890979" y="5804597"/>
                    <a:pt x="7955254" y="5760926"/>
                  </a:cubicBezTo>
                  <a:cubicBezTo>
                    <a:pt x="8083800" y="5673632"/>
                    <a:pt x="8216872" y="5594434"/>
                    <a:pt x="8352678" y="5521728"/>
                  </a:cubicBezTo>
                  <a:lnTo>
                    <a:pt x="8451350" y="5469352"/>
                  </a:lnTo>
                  <a:lnTo>
                    <a:pt x="8548532" y="5417493"/>
                  </a:lnTo>
                  <a:cubicBezTo>
                    <a:pt x="8612110" y="5383188"/>
                    <a:pt x="8673251" y="5349306"/>
                    <a:pt x="8729473" y="5314059"/>
                  </a:cubicBezTo>
                  <a:cubicBezTo>
                    <a:pt x="8743591" y="5305213"/>
                    <a:pt x="8757161" y="5296459"/>
                    <a:pt x="8770781" y="5287330"/>
                  </a:cubicBezTo>
                  <a:cubicBezTo>
                    <a:pt x="8777591" y="5282765"/>
                    <a:pt x="8784451" y="5278201"/>
                    <a:pt x="8790964" y="5273590"/>
                  </a:cubicBezTo>
                  <a:cubicBezTo>
                    <a:pt x="8797574" y="5268977"/>
                    <a:pt x="8804235" y="5264412"/>
                    <a:pt x="8810499" y="5259801"/>
                  </a:cubicBezTo>
                  <a:cubicBezTo>
                    <a:pt x="8835999" y="5241401"/>
                    <a:pt x="8860407" y="5222389"/>
                    <a:pt x="8883571" y="5202577"/>
                  </a:cubicBezTo>
                  <a:cubicBezTo>
                    <a:pt x="8929900" y="5162954"/>
                    <a:pt x="8971258" y="5120413"/>
                    <a:pt x="9006651" y="5074625"/>
                  </a:cubicBezTo>
                  <a:cubicBezTo>
                    <a:pt x="9015351" y="5063426"/>
                    <a:pt x="9024398" y="5050955"/>
                    <a:pt x="9033494" y="5038203"/>
                  </a:cubicBezTo>
                  <a:lnTo>
                    <a:pt x="9040305" y="5028649"/>
                  </a:lnTo>
                  <a:lnTo>
                    <a:pt x="9046568" y="5019379"/>
                  </a:lnTo>
                  <a:cubicBezTo>
                    <a:pt x="9050743" y="5013261"/>
                    <a:pt x="9054819" y="5007050"/>
                    <a:pt x="9058846" y="5000743"/>
                  </a:cubicBezTo>
                  <a:cubicBezTo>
                    <a:pt x="9075002" y="4975615"/>
                    <a:pt x="9090212" y="4949403"/>
                    <a:pt x="9104529" y="4922203"/>
                  </a:cubicBezTo>
                  <a:cubicBezTo>
                    <a:pt x="9133211" y="4867850"/>
                    <a:pt x="9158313" y="4809545"/>
                    <a:pt x="9181081" y="4748792"/>
                  </a:cubicBezTo>
                  <a:cubicBezTo>
                    <a:pt x="9203748" y="4688276"/>
                    <a:pt x="9223383" y="4625876"/>
                    <a:pt x="9240731" y="4561970"/>
                  </a:cubicBezTo>
                  <a:cubicBezTo>
                    <a:pt x="9249481" y="4530064"/>
                    <a:pt x="9257682" y="4497782"/>
                    <a:pt x="9265388" y="4465171"/>
                  </a:cubicBezTo>
                  <a:cubicBezTo>
                    <a:pt x="9269215" y="4448842"/>
                    <a:pt x="9272943" y="4432465"/>
                    <a:pt x="9276571" y="4416041"/>
                  </a:cubicBezTo>
                  <a:lnTo>
                    <a:pt x="9281841" y="4391477"/>
                  </a:lnTo>
                  <a:lnTo>
                    <a:pt x="9286513" y="4368936"/>
                  </a:lnTo>
                  <a:lnTo>
                    <a:pt x="9296754" y="4316136"/>
                  </a:lnTo>
                  <a:lnTo>
                    <a:pt x="9301029" y="4293172"/>
                  </a:lnTo>
                  <a:lnTo>
                    <a:pt x="9302818" y="4282679"/>
                  </a:lnTo>
                  <a:lnTo>
                    <a:pt x="9304658" y="4270914"/>
                  </a:lnTo>
                  <a:lnTo>
                    <a:pt x="9312810" y="4220043"/>
                  </a:lnTo>
                  <a:lnTo>
                    <a:pt x="9316887" y="4194584"/>
                  </a:lnTo>
                  <a:lnTo>
                    <a:pt x="9318923" y="4181878"/>
                  </a:lnTo>
                  <a:cubicBezTo>
                    <a:pt x="9319570" y="4177644"/>
                    <a:pt x="9319969" y="4173267"/>
                    <a:pt x="9320515" y="4168984"/>
                  </a:cubicBezTo>
                  <a:lnTo>
                    <a:pt x="9332445" y="4069079"/>
                  </a:lnTo>
                  <a:cubicBezTo>
                    <a:pt x="9333836" y="4056468"/>
                    <a:pt x="9334880" y="4040986"/>
                    <a:pt x="9336173" y="4022774"/>
                  </a:cubicBezTo>
                  <a:lnTo>
                    <a:pt x="9340199" y="3969269"/>
                  </a:lnTo>
                  <a:cubicBezTo>
                    <a:pt x="9345071" y="3903904"/>
                    <a:pt x="9347358" y="3837081"/>
                    <a:pt x="9347557" y="3770070"/>
                  </a:cubicBezTo>
                  <a:cubicBezTo>
                    <a:pt x="9347656" y="3736518"/>
                    <a:pt x="9347209" y="3702871"/>
                    <a:pt x="9346364" y="3669036"/>
                  </a:cubicBezTo>
                  <a:lnTo>
                    <a:pt x="9344921" y="3619341"/>
                  </a:lnTo>
                  <a:lnTo>
                    <a:pt x="9344524" y="3607624"/>
                  </a:lnTo>
                  <a:lnTo>
                    <a:pt x="9343728" y="3594872"/>
                  </a:lnTo>
                  <a:lnTo>
                    <a:pt x="9342188" y="3569366"/>
                  </a:lnTo>
                  <a:lnTo>
                    <a:pt x="9339056" y="3518354"/>
                  </a:lnTo>
                  <a:cubicBezTo>
                    <a:pt x="9337914" y="3501319"/>
                    <a:pt x="9335874" y="3484236"/>
                    <a:pt x="9334334" y="3467155"/>
                  </a:cubicBezTo>
                  <a:lnTo>
                    <a:pt x="9329363" y="3415908"/>
                  </a:lnTo>
                  <a:lnTo>
                    <a:pt x="9328319" y="3404755"/>
                  </a:lnTo>
                  <a:lnTo>
                    <a:pt x="9327177" y="3394214"/>
                  </a:lnTo>
                  <a:lnTo>
                    <a:pt x="9324293" y="3370872"/>
                  </a:lnTo>
                  <a:lnTo>
                    <a:pt x="9320763" y="3344427"/>
                  </a:lnTo>
                  <a:lnTo>
                    <a:pt x="9317184" y="3315343"/>
                  </a:lnTo>
                  <a:cubicBezTo>
                    <a:pt x="9315594" y="3300991"/>
                    <a:pt x="9313506" y="3286404"/>
                    <a:pt x="9311021" y="3270309"/>
                  </a:cubicBezTo>
                  <a:lnTo>
                    <a:pt x="9302719" y="3219815"/>
                  </a:lnTo>
                  <a:cubicBezTo>
                    <a:pt x="9299936" y="3203157"/>
                    <a:pt x="9297003" y="3186498"/>
                    <a:pt x="9293970" y="3169887"/>
                  </a:cubicBezTo>
                  <a:cubicBezTo>
                    <a:pt x="9281891" y="3103393"/>
                    <a:pt x="9267674" y="3037182"/>
                    <a:pt x="9252065" y="2971205"/>
                  </a:cubicBezTo>
                  <a:cubicBezTo>
                    <a:pt x="9244261" y="2938265"/>
                    <a:pt x="9235959" y="2905371"/>
                    <a:pt x="9227211" y="2872571"/>
                  </a:cubicBezTo>
                  <a:lnTo>
                    <a:pt x="9220699" y="2848524"/>
                  </a:lnTo>
                  <a:lnTo>
                    <a:pt x="9213740" y="2824289"/>
                  </a:lnTo>
                  <a:cubicBezTo>
                    <a:pt x="9209216" y="2808147"/>
                    <a:pt x="9204345" y="2791866"/>
                    <a:pt x="9199374" y="2775536"/>
                  </a:cubicBezTo>
                  <a:cubicBezTo>
                    <a:pt x="9159855" y="2645184"/>
                    <a:pt x="9114272" y="2516197"/>
                    <a:pt x="9061829" y="2389515"/>
                  </a:cubicBezTo>
                  <a:cubicBezTo>
                    <a:pt x="9035582" y="2326175"/>
                    <a:pt x="9008043" y="2263258"/>
                    <a:pt x="8978865" y="2200953"/>
                  </a:cubicBezTo>
                  <a:lnTo>
                    <a:pt x="8956694" y="2154317"/>
                  </a:lnTo>
                  <a:lnTo>
                    <a:pt x="8934176" y="2108012"/>
                  </a:lnTo>
                  <a:cubicBezTo>
                    <a:pt x="8918915" y="2077189"/>
                    <a:pt x="8903157" y="2046130"/>
                    <a:pt x="8887151" y="2015448"/>
                  </a:cubicBezTo>
                  <a:cubicBezTo>
                    <a:pt x="8854988" y="1953989"/>
                    <a:pt x="8822082" y="1892908"/>
                    <a:pt x="8787533" y="1832625"/>
                  </a:cubicBezTo>
                  <a:lnTo>
                    <a:pt x="8761485" y="1787496"/>
                  </a:lnTo>
                  <a:lnTo>
                    <a:pt x="8734791" y="1741991"/>
                  </a:lnTo>
                  <a:cubicBezTo>
                    <a:pt x="8717047" y="1711921"/>
                    <a:pt x="8699200" y="1682461"/>
                    <a:pt x="8680808" y="1652910"/>
                  </a:cubicBezTo>
                  <a:cubicBezTo>
                    <a:pt x="8644322" y="1593756"/>
                    <a:pt x="8606194" y="1535216"/>
                    <a:pt x="8567024" y="1477004"/>
                  </a:cubicBezTo>
                  <a:lnTo>
                    <a:pt x="8537446" y="1433428"/>
                  </a:lnTo>
                  <a:lnTo>
                    <a:pt x="8507423" y="1389994"/>
                  </a:lnTo>
                  <a:cubicBezTo>
                    <a:pt x="8487390" y="1361382"/>
                    <a:pt x="8467158" y="1332817"/>
                    <a:pt x="8446529" y="1304393"/>
                  </a:cubicBezTo>
                  <a:cubicBezTo>
                    <a:pt x="8405271" y="1247595"/>
                    <a:pt x="8362718" y="1191218"/>
                    <a:pt x="8319224" y="1135124"/>
                  </a:cubicBezTo>
                  <a:lnTo>
                    <a:pt x="8286366" y="1093148"/>
                  </a:lnTo>
                  <a:lnTo>
                    <a:pt x="8270161" y="1072538"/>
                  </a:lnTo>
                  <a:lnTo>
                    <a:pt x="8253856" y="1052254"/>
                  </a:lnTo>
                  <a:cubicBezTo>
                    <a:pt x="8231636" y="1024773"/>
                    <a:pt x="8209117" y="997479"/>
                    <a:pt x="8186352" y="970373"/>
                  </a:cubicBezTo>
                  <a:cubicBezTo>
                    <a:pt x="8140917" y="916020"/>
                    <a:pt x="8094240" y="862515"/>
                    <a:pt x="8046768" y="809527"/>
                  </a:cubicBezTo>
                  <a:lnTo>
                    <a:pt x="8010927" y="769951"/>
                  </a:lnTo>
                  <a:lnTo>
                    <a:pt x="7974788" y="730751"/>
                  </a:lnTo>
                  <a:cubicBezTo>
                    <a:pt x="7950382" y="704587"/>
                    <a:pt x="7925824" y="678563"/>
                    <a:pt x="7901070" y="652823"/>
                  </a:cubicBezTo>
                  <a:cubicBezTo>
                    <a:pt x="7851510" y="601387"/>
                    <a:pt x="7801404" y="550612"/>
                    <a:pt x="7750054" y="501106"/>
                  </a:cubicBezTo>
                  <a:cubicBezTo>
                    <a:pt x="7698902" y="451742"/>
                    <a:pt x="7645913" y="403036"/>
                    <a:pt x="7592277" y="355319"/>
                  </a:cubicBezTo>
                  <a:cubicBezTo>
                    <a:pt x="7484856" y="259884"/>
                    <a:pt x="7373308" y="168402"/>
                    <a:pt x="7257734" y="81062"/>
                  </a:cubicBezTo>
                  <a:close/>
                  <a:moveTo>
                    <a:pt x="1892109" y="0"/>
                  </a:moveTo>
                  <a:lnTo>
                    <a:pt x="2298402" y="0"/>
                  </a:lnTo>
                  <a:lnTo>
                    <a:pt x="2135542" y="121879"/>
                  </a:lnTo>
                  <a:cubicBezTo>
                    <a:pt x="2078998" y="166378"/>
                    <a:pt x="2023659" y="212143"/>
                    <a:pt x="1969576" y="259084"/>
                  </a:cubicBezTo>
                  <a:cubicBezTo>
                    <a:pt x="1861309" y="352918"/>
                    <a:pt x="1758064" y="451412"/>
                    <a:pt x="1659938" y="553953"/>
                  </a:cubicBezTo>
                  <a:cubicBezTo>
                    <a:pt x="1266987" y="964444"/>
                    <a:pt x="953820" y="1435593"/>
                    <a:pt x="729383" y="1940578"/>
                  </a:cubicBezTo>
                  <a:cubicBezTo>
                    <a:pt x="673260" y="2066459"/>
                    <a:pt x="622855" y="2195070"/>
                    <a:pt x="578465" y="2324905"/>
                  </a:cubicBezTo>
                  <a:cubicBezTo>
                    <a:pt x="534125" y="2454785"/>
                    <a:pt x="496147" y="2586314"/>
                    <a:pt x="465080" y="2718973"/>
                  </a:cubicBezTo>
                  <a:cubicBezTo>
                    <a:pt x="449769" y="2785089"/>
                    <a:pt x="435850" y="2852289"/>
                    <a:pt x="423820" y="2919535"/>
                  </a:cubicBezTo>
                  <a:cubicBezTo>
                    <a:pt x="411840" y="2986829"/>
                    <a:pt x="401054" y="3054358"/>
                    <a:pt x="392355" y="3122169"/>
                  </a:cubicBezTo>
                  <a:cubicBezTo>
                    <a:pt x="374509" y="3257744"/>
                    <a:pt x="363424" y="3393978"/>
                    <a:pt x="358801" y="3531013"/>
                  </a:cubicBezTo>
                  <a:cubicBezTo>
                    <a:pt x="349009" y="3804941"/>
                    <a:pt x="366357" y="4079668"/>
                    <a:pt x="410350" y="4352324"/>
                  </a:cubicBezTo>
                  <a:cubicBezTo>
                    <a:pt x="421286" y="4420230"/>
                    <a:pt x="434209" y="4487758"/>
                    <a:pt x="449022" y="4555147"/>
                  </a:cubicBezTo>
                  <a:cubicBezTo>
                    <a:pt x="463737" y="4622534"/>
                    <a:pt x="480389" y="4689686"/>
                    <a:pt x="498882" y="4756463"/>
                  </a:cubicBezTo>
                  <a:cubicBezTo>
                    <a:pt x="517373" y="4823239"/>
                    <a:pt x="537704" y="4889733"/>
                    <a:pt x="559775" y="4955755"/>
                  </a:cubicBezTo>
                  <a:cubicBezTo>
                    <a:pt x="581946" y="5021873"/>
                    <a:pt x="605358" y="5087473"/>
                    <a:pt x="631406" y="5152084"/>
                  </a:cubicBezTo>
                  <a:cubicBezTo>
                    <a:pt x="734055" y="5411706"/>
                    <a:pt x="865188" y="5662668"/>
                    <a:pt x="1023461" y="5898055"/>
                  </a:cubicBezTo>
                  <a:cubicBezTo>
                    <a:pt x="1181487" y="6133676"/>
                    <a:pt x="1367051" y="6353345"/>
                    <a:pt x="1575880" y="6551744"/>
                  </a:cubicBezTo>
                  <a:cubicBezTo>
                    <a:pt x="1680269" y="6651014"/>
                    <a:pt x="1790338" y="6745037"/>
                    <a:pt x="1905228" y="6833566"/>
                  </a:cubicBezTo>
                  <a:lnTo>
                    <a:pt x="1938629" y="6858000"/>
                  </a:lnTo>
                  <a:lnTo>
                    <a:pt x="1368607" y="6858000"/>
                  </a:lnTo>
                  <a:lnTo>
                    <a:pt x="1115251" y="6594103"/>
                  </a:lnTo>
                  <a:cubicBezTo>
                    <a:pt x="418530" y="5794890"/>
                    <a:pt x="0" y="4770280"/>
                    <a:pt x="0" y="3653129"/>
                  </a:cubicBezTo>
                  <a:cubicBezTo>
                    <a:pt x="0" y="2216793"/>
                    <a:pt x="691856" y="933432"/>
                    <a:pt x="1777294" y="85415"/>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grpSp>
      <p:sp>
        <p:nvSpPr>
          <p:cNvPr id="2" name="Title 1">
            <a:extLst>
              <a:ext uri="{FF2B5EF4-FFF2-40B4-BE49-F238E27FC236}">
                <a16:creationId xmlns:a16="http://schemas.microsoft.com/office/drawing/2014/main" id="{8FB44EAD-9809-7711-9716-CB8F557A1391}"/>
              </a:ext>
            </a:extLst>
          </p:cNvPr>
          <p:cNvSpPr>
            <a:spLocks noGrp="1"/>
          </p:cNvSpPr>
          <p:nvPr>
            <p:ph type="ctrTitle"/>
          </p:nvPr>
        </p:nvSpPr>
        <p:spPr>
          <a:xfrm>
            <a:off x="876300" y="45868"/>
            <a:ext cx="10263459" cy="923925"/>
          </a:xfrm>
        </p:spPr>
        <p:txBody>
          <a:bodyPr anchor="b">
            <a:normAutofit/>
          </a:bodyPr>
          <a:lstStyle/>
          <a:p>
            <a:r>
              <a:rPr lang="en-IN" sz="4000" dirty="0">
                <a:solidFill>
                  <a:schemeClr val="tx2"/>
                </a:solidFill>
                <a:latin typeface="Engravers MT" panose="02090707080505020304" pitchFamily="18" charset="0"/>
              </a:rPr>
              <a:t>History  of MISRA-C</a:t>
            </a:r>
            <a:endParaRPr lang="en-IN" sz="4000" dirty="0">
              <a:solidFill>
                <a:schemeClr val="tx2"/>
              </a:solidFill>
            </a:endParaRPr>
          </a:p>
        </p:txBody>
      </p:sp>
      <p:grpSp>
        <p:nvGrpSpPr>
          <p:cNvPr id="23" name="Group 22">
            <a:extLst>
              <a:ext uri="{FF2B5EF4-FFF2-40B4-BE49-F238E27FC236}">
                <a16:creationId xmlns:a16="http://schemas.microsoft.com/office/drawing/2014/main" id="{87F87F1B-42BA-4AC7-A4E2-41544DDB2CE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05" y="-4155"/>
            <a:ext cx="2514948" cy="2174333"/>
            <a:chOff x="-305" y="-4155"/>
            <a:chExt cx="2514948" cy="2174333"/>
          </a:xfrm>
        </p:grpSpPr>
        <p:sp>
          <p:nvSpPr>
            <p:cNvPr id="24" name="Freeform: Shape 23">
              <a:extLst>
                <a:ext uri="{FF2B5EF4-FFF2-40B4-BE49-F238E27FC236}">
                  <a16:creationId xmlns:a16="http://schemas.microsoft.com/office/drawing/2014/main" id="{68B53067-4E48-4E71-A6A9-A8CAABAFBF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Shape 24">
              <a:extLst>
                <a:ext uri="{FF2B5EF4-FFF2-40B4-BE49-F238E27FC236}">
                  <a16:creationId xmlns:a16="http://schemas.microsoft.com/office/drawing/2014/main" id="{06D1A0D3-4BB8-41D9-9CE7-2884C83F44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reeform: Shape 25">
              <a:extLst>
                <a:ext uri="{FF2B5EF4-FFF2-40B4-BE49-F238E27FC236}">
                  <a16:creationId xmlns:a16="http://schemas.microsoft.com/office/drawing/2014/main" id="{81E20F06-3B09-4B89-A36B-AB8BFBCCA5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27" name="Freeform: Shape 26">
              <a:extLst>
                <a:ext uri="{FF2B5EF4-FFF2-40B4-BE49-F238E27FC236}">
                  <a16:creationId xmlns:a16="http://schemas.microsoft.com/office/drawing/2014/main" id="{DAE6C3D7-7D5B-4926-877D-45F117BB6B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9" name="Group 28">
            <a:extLst>
              <a:ext uri="{FF2B5EF4-FFF2-40B4-BE49-F238E27FC236}">
                <a16:creationId xmlns:a16="http://schemas.microsoft.com/office/drawing/2014/main" id="{967346A5-7569-4F15-AB5D-BE3DADF192C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9685727" y="4683666"/>
            <a:ext cx="2514948" cy="2174333"/>
            <a:chOff x="-305" y="-4155"/>
            <a:chExt cx="2514948" cy="2174333"/>
          </a:xfrm>
        </p:grpSpPr>
        <p:sp>
          <p:nvSpPr>
            <p:cNvPr id="30" name="Freeform: Shape 29">
              <a:extLst>
                <a:ext uri="{FF2B5EF4-FFF2-40B4-BE49-F238E27FC236}">
                  <a16:creationId xmlns:a16="http://schemas.microsoft.com/office/drawing/2014/main" id="{E1951533-A568-4765-AB1F-F71D9AFDEA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reeform: Shape 30">
              <a:extLst>
                <a:ext uri="{FF2B5EF4-FFF2-40B4-BE49-F238E27FC236}">
                  <a16:creationId xmlns:a16="http://schemas.microsoft.com/office/drawing/2014/main" id="{A7214F52-4F3F-4C96-A62E-F1401D6C04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Freeform: Shape 31">
              <a:extLst>
                <a:ext uri="{FF2B5EF4-FFF2-40B4-BE49-F238E27FC236}">
                  <a16:creationId xmlns:a16="http://schemas.microsoft.com/office/drawing/2014/main" id="{023146A1-291C-4FA0-AB5B-EB04D42398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33" name="Freeform: Shape 32">
              <a:extLst>
                <a:ext uri="{FF2B5EF4-FFF2-40B4-BE49-F238E27FC236}">
                  <a16:creationId xmlns:a16="http://schemas.microsoft.com/office/drawing/2014/main" id="{62977932-2B03-4899-8306-5002CEE68E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5" name="Title 1">
            <a:extLst>
              <a:ext uri="{FF2B5EF4-FFF2-40B4-BE49-F238E27FC236}">
                <a16:creationId xmlns:a16="http://schemas.microsoft.com/office/drawing/2014/main" id="{D6EE584E-84BC-FC84-2A5F-A0E7AF1256B7}"/>
              </a:ext>
            </a:extLst>
          </p:cNvPr>
          <p:cNvSpPr txBox="1">
            <a:spLocks/>
          </p:cNvSpPr>
          <p:nvPr/>
        </p:nvSpPr>
        <p:spPr>
          <a:xfrm>
            <a:off x="10382250" y="3983"/>
            <a:ext cx="1809445" cy="44767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2000" dirty="0">
                <a:solidFill>
                  <a:schemeClr val="tx2"/>
                </a:solidFill>
              </a:rPr>
              <a:t>MISRA C -2012</a:t>
            </a:r>
          </a:p>
        </p:txBody>
      </p:sp>
      <p:sp>
        <p:nvSpPr>
          <p:cNvPr id="6" name="Subtitle 2">
            <a:extLst>
              <a:ext uri="{FF2B5EF4-FFF2-40B4-BE49-F238E27FC236}">
                <a16:creationId xmlns:a16="http://schemas.microsoft.com/office/drawing/2014/main" id="{C992C8E1-40D9-45CC-B67A-D8B86D2A381E}"/>
              </a:ext>
            </a:extLst>
          </p:cNvPr>
          <p:cNvSpPr txBox="1">
            <a:spLocks/>
          </p:cNvSpPr>
          <p:nvPr/>
        </p:nvSpPr>
        <p:spPr>
          <a:xfrm>
            <a:off x="3432265" y="853500"/>
            <a:ext cx="5188034" cy="682079"/>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115000"/>
              </a:lnSpc>
              <a:spcAft>
                <a:spcPts val="800"/>
              </a:spcAft>
            </a:pPr>
            <a:r>
              <a:rPr lang="en-IN" kern="100" dirty="0">
                <a:solidFill>
                  <a:srgbClr val="666666"/>
                </a:solidFill>
                <a:effectLst/>
                <a:highlight>
                  <a:srgbClr val="FFFF00"/>
                </a:highlight>
                <a:latin typeface="Times New Roman" panose="02020603050405020304" pitchFamily="18" charset="0"/>
                <a:ea typeface="Aptos" panose="020B0004020202020204" pitchFamily="34" charset="0"/>
                <a:cs typeface="Times New Roman" panose="02020603050405020304" pitchFamily="18" charset="0"/>
              </a:rPr>
              <a:t>Misra2012:Rule-</a:t>
            </a:r>
            <a:r>
              <a:rPr lang="en-IN" kern="100" dirty="0">
                <a:solidFill>
                  <a:srgbClr val="666666"/>
                </a:solidFill>
                <a:highlight>
                  <a:srgbClr val="FFFF00"/>
                </a:highlight>
                <a:latin typeface="Times New Roman" panose="02020603050405020304" pitchFamily="18" charset="0"/>
                <a:ea typeface="Aptos" panose="020B0004020202020204" pitchFamily="34" charset="0"/>
                <a:cs typeface="Times New Roman" panose="02020603050405020304" pitchFamily="18" charset="0"/>
              </a:rPr>
              <a:t>2</a:t>
            </a:r>
            <a:r>
              <a:rPr lang="en-IN" kern="100" dirty="0">
                <a:solidFill>
                  <a:srgbClr val="666666"/>
                </a:solidFill>
                <a:effectLst/>
                <a:highlight>
                  <a:srgbClr val="FFFF00"/>
                </a:highlight>
                <a:latin typeface="Times New Roman" panose="02020603050405020304" pitchFamily="18" charset="0"/>
                <a:ea typeface="Aptos" panose="020B0004020202020204" pitchFamily="34" charset="0"/>
                <a:cs typeface="Times New Roman" panose="02020603050405020304" pitchFamily="18" charset="0"/>
              </a:rPr>
              <a:t>.6</a:t>
            </a:r>
          </a:p>
        </p:txBody>
      </p:sp>
      <p:sp>
        <p:nvSpPr>
          <p:cNvPr id="8" name="TextBox 7">
            <a:extLst>
              <a:ext uri="{FF2B5EF4-FFF2-40B4-BE49-F238E27FC236}">
                <a16:creationId xmlns:a16="http://schemas.microsoft.com/office/drawing/2014/main" id="{024F330A-987D-3D14-DE36-9080BCD2822C}"/>
              </a:ext>
            </a:extLst>
          </p:cNvPr>
          <p:cNvSpPr txBox="1"/>
          <p:nvPr/>
        </p:nvSpPr>
        <p:spPr>
          <a:xfrm>
            <a:off x="1302652" y="1609775"/>
            <a:ext cx="9440908" cy="923330"/>
          </a:xfrm>
          <a:prstGeom prst="rect">
            <a:avLst/>
          </a:prstGeom>
          <a:noFill/>
        </p:spPr>
        <p:txBody>
          <a:bodyPr wrap="square">
            <a:spAutoFit/>
          </a:bodyPr>
          <a:lstStyle/>
          <a:p>
            <a:pPr algn="l"/>
            <a:r>
              <a:rPr lang="en-IN" sz="1800" b="0" i="0" u="none" strike="noStrike" baseline="0" dirty="0">
                <a:highlight>
                  <a:srgbClr val="FFFF00"/>
                </a:highlight>
                <a:latin typeface="GlyphLessFont"/>
              </a:rPr>
              <a:t>REPAIR</a:t>
            </a:r>
          </a:p>
          <a:p>
            <a:pPr algn="l"/>
            <a:r>
              <a:rPr lang="en-US" sz="1800" b="0" i="0" u="none" strike="noStrike" baseline="0" dirty="0">
                <a:latin typeface="Times New Roman" panose="02020603050405020304" pitchFamily="18" charset="0"/>
                <a:cs typeface="Times New Roman" panose="02020603050405020304" pitchFamily="18" charset="0"/>
              </a:rPr>
              <a:t>In this corrected example, the label </a:t>
            </a:r>
            <a:r>
              <a:rPr lang="en-US" sz="1800" b="0" i="0" u="none" strike="noStrike" baseline="0" dirty="0" err="1">
                <a:latin typeface="Times New Roman" panose="02020603050405020304" pitchFamily="18" charset="0"/>
                <a:cs typeface="Times New Roman" panose="02020603050405020304" pitchFamily="18" charset="0"/>
              </a:rPr>
              <a:t>used_label</a:t>
            </a:r>
            <a:r>
              <a:rPr lang="en-US" sz="1800" b="0" i="0" u="none" strike="noStrike" baseline="0" dirty="0">
                <a:latin typeface="Times New Roman" panose="02020603050405020304" pitchFamily="18" charset="0"/>
                <a:cs typeface="Times New Roman" panose="02020603050405020304" pitchFamily="18" charset="0"/>
              </a:rPr>
              <a:t> is declared within the function </a:t>
            </a:r>
            <a:r>
              <a:rPr lang="en-US" sz="1800" b="0" i="0" u="none" strike="noStrike" baseline="0" dirty="0" err="1">
                <a:latin typeface="Times New Roman" panose="02020603050405020304" pitchFamily="18" charset="0"/>
                <a:cs typeface="Times New Roman" panose="02020603050405020304" pitchFamily="18" charset="0"/>
              </a:rPr>
              <a:t>exampleFunction</a:t>
            </a:r>
            <a:r>
              <a:rPr lang="en-US" sz="1800" b="0" i="0" u="none" strike="noStrike" baseline="0" dirty="0">
                <a:latin typeface="Times New Roman" panose="02020603050405020304" pitchFamily="18" charset="0"/>
                <a:cs typeface="Times New Roman" panose="02020603050405020304" pitchFamily="18" charset="0"/>
              </a:rPr>
              <a:t> and is used as a target for control flow with a </a:t>
            </a:r>
            <a:r>
              <a:rPr lang="en-US" sz="1800" b="0" i="0" u="none" strike="noStrike" baseline="0" dirty="0" err="1">
                <a:highlight>
                  <a:srgbClr val="FFFF00"/>
                </a:highlight>
                <a:latin typeface="Times New Roman" panose="02020603050405020304" pitchFamily="18" charset="0"/>
                <a:cs typeface="Times New Roman" panose="02020603050405020304" pitchFamily="18" charset="0"/>
              </a:rPr>
              <a:t>goto</a:t>
            </a:r>
            <a:r>
              <a:rPr lang="en-US" sz="1800" b="0" i="0" u="none" strike="noStrike" baseline="0" dirty="0">
                <a:latin typeface="Times New Roman" panose="02020603050405020304" pitchFamily="18" charset="0"/>
                <a:cs typeface="Times New Roman" panose="02020603050405020304" pitchFamily="18" charset="0"/>
              </a:rPr>
              <a:t> statement</a:t>
            </a:r>
            <a:endParaRPr lang="en-IN" dirty="0">
              <a:latin typeface="Times New Roman" panose="02020603050405020304" pitchFamily="18" charset="0"/>
              <a:cs typeface="Times New Roman" panose="02020603050405020304" pitchFamily="18" charset="0"/>
            </a:endParaRPr>
          </a:p>
        </p:txBody>
      </p:sp>
      <p:sp>
        <p:nvSpPr>
          <p:cNvPr id="13" name="TextBox 12">
            <a:extLst>
              <a:ext uri="{FF2B5EF4-FFF2-40B4-BE49-F238E27FC236}">
                <a16:creationId xmlns:a16="http://schemas.microsoft.com/office/drawing/2014/main" id="{B12E8092-398D-8768-3686-F4B918EA3D17}"/>
              </a:ext>
            </a:extLst>
          </p:cNvPr>
          <p:cNvSpPr txBox="1"/>
          <p:nvPr/>
        </p:nvSpPr>
        <p:spPr>
          <a:xfrm>
            <a:off x="2112859" y="2623406"/>
            <a:ext cx="6113282" cy="3970318"/>
          </a:xfrm>
          <a:prstGeom prst="rect">
            <a:avLst/>
          </a:prstGeom>
          <a:noFill/>
        </p:spPr>
        <p:txBody>
          <a:bodyPr wrap="square">
            <a:spAutoFit/>
          </a:bodyPr>
          <a:lstStyle/>
          <a:p>
            <a:r>
              <a:rPr lang="en-IN" dirty="0"/>
              <a:t>#include &lt;</a:t>
            </a:r>
            <a:r>
              <a:rPr lang="en-IN" dirty="0" err="1"/>
              <a:t>stdio.h</a:t>
            </a:r>
            <a:r>
              <a:rPr lang="en-IN" dirty="0"/>
              <a:t>&gt;</a:t>
            </a:r>
          </a:p>
          <a:p>
            <a:endParaRPr lang="en-IN" dirty="0"/>
          </a:p>
          <a:p>
            <a:r>
              <a:rPr lang="en-IN" dirty="0"/>
              <a:t>void </a:t>
            </a:r>
            <a:r>
              <a:rPr lang="en-IN" dirty="0" err="1"/>
              <a:t>exampleFunction</a:t>
            </a:r>
            <a:r>
              <a:rPr lang="en-IN" dirty="0"/>
              <a:t>() {</a:t>
            </a:r>
          </a:p>
          <a:p>
            <a:r>
              <a:rPr lang="en-IN" dirty="0"/>
              <a:t>    int x = 10;</a:t>
            </a:r>
          </a:p>
          <a:p>
            <a:r>
              <a:rPr lang="en-IN" dirty="0"/>
              <a:t>    // Used label declaration</a:t>
            </a:r>
          </a:p>
          <a:p>
            <a:r>
              <a:rPr lang="en-IN" dirty="0"/>
              <a:t>    </a:t>
            </a:r>
            <a:r>
              <a:rPr lang="en-IN" dirty="0" err="1"/>
              <a:t>used_label</a:t>
            </a:r>
            <a:r>
              <a:rPr lang="en-IN" dirty="0"/>
              <a:t>:</a:t>
            </a:r>
          </a:p>
          <a:p>
            <a:r>
              <a:rPr lang="en-IN" dirty="0"/>
              <a:t>        </a:t>
            </a:r>
            <a:r>
              <a:rPr lang="en-IN" dirty="0" err="1"/>
              <a:t>printf</a:t>
            </a:r>
            <a:r>
              <a:rPr lang="en-IN" dirty="0"/>
              <a:t>("Value of x: %d\n", x);</a:t>
            </a:r>
          </a:p>
          <a:p>
            <a:r>
              <a:rPr lang="en-IN" dirty="0"/>
              <a:t>    // Usage of the label as a target for control flow</a:t>
            </a:r>
          </a:p>
          <a:p>
            <a:r>
              <a:rPr lang="en-IN" dirty="0">
                <a:highlight>
                  <a:srgbClr val="FFFF00"/>
                </a:highlight>
              </a:rPr>
              <a:t>    </a:t>
            </a:r>
            <a:r>
              <a:rPr lang="en-IN" dirty="0" err="1">
                <a:highlight>
                  <a:srgbClr val="FFFF00"/>
                </a:highlight>
              </a:rPr>
              <a:t>goto</a:t>
            </a:r>
            <a:r>
              <a:rPr lang="en-IN" dirty="0">
                <a:highlight>
                  <a:srgbClr val="FFFF00"/>
                </a:highlight>
              </a:rPr>
              <a:t> </a:t>
            </a:r>
            <a:r>
              <a:rPr lang="en-IN" dirty="0" err="1">
                <a:highlight>
                  <a:srgbClr val="FFFF00"/>
                </a:highlight>
              </a:rPr>
              <a:t>used_label</a:t>
            </a:r>
            <a:r>
              <a:rPr lang="en-IN" dirty="0">
                <a:highlight>
                  <a:srgbClr val="FFFF00"/>
                </a:highlight>
              </a:rPr>
              <a:t>;</a:t>
            </a:r>
          </a:p>
          <a:p>
            <a:r>
              <a:rPr lang="en-IN" dirty="0"/>
              <a:t>}</a:t>
            </a:r>
          </a:p>
          <a:p>
            <a:r>
              <a:rPr lang="en-IN" dirty="0"/>
              <a:t>int main() {</a:t>
            </a:r>
          </a:p>
          <a:p>
            <a:r>
              <a:rPr lang="en-IN" dirty="0"/>
              <a:t>    </a:t>
            </a:r>
            <a:r>
              <a:rPr lang="en-IN" dirty="0" err="1"/>
              <a:t>exampleFunction</a:t>
            </a:r>
            <a:r>
              <a:rPr lang="en-IN" dirty="0"/>
              <a:t>();</a:t>
            </a:r>
          </a:p>
          <a:p>
            <a:r>
              <a:rPr lang="en-IN" dirty="0"/>
              <a:t>    return 0;</a:t>
            </a:r>
          </a:p>
          <a:p>
            <a:r>
              <a:rPr lang="en-IN" dirty="0"/>
              <a:t>}</a:t>
            </a:r>
          </a:p>
        </p:txBody>
      </p:sp>
      <p:sp>
        <p:nvSpPr>
          <p:cNvPr id="7" name="Slide Number Placeholder 6">
            <a:extLst>
              <a:ext uri="{FF2B5EF4-FFF2-40B4-BE49-F238E27FC236}">
                <a16:creationId xmlns:a16="http://schemas.microsoft.com/office/drawing/2014/main" id="{65725148-82CE-AC35-A7DA-6ADE5E89C141}"/>
              </a:ext>
            </a:extLst>
          </p:cNvPr>
          <p:cNvSpPr>
            <a:spLocks noGrp="1"/>
          </p:cNvSpPr>
          <p:nvPr>
            <p:ph type="sldNum" sz="quarter" idx="12"/>
          </p:nvPr>
        </p:nvSpPr>
        <p:spPr/>
        <p:txBody>
          <a:bodyPr/>
          <a:lstStyle/>
          <a:p>
            <a:fld id="{91247CA1-BCEC-4DD4-9B23-E2AE1AEA27A6}" type="slidenum">
              <a:rPr lang="en-IN" smtClean="0"/>
              <a:t>20</a:t>
            </a:fld>
            <a:endParaRPr lang="en-IN"/>
          </a:p>
        </p:txBody>
      </p:sp>
      <p:sp>
        <p:nvSpPr>
          <p:cNvPr id="3" name="TextBox 2">
            <a:extLst>
              <a:ext uri="{FF2B5EF4-FFF2-40B4-BE49-F238E27FC236}">
                <a16:creationId xmlns:a16="http://schemas.microsoft.com/office/drawing/2014/main" id="{B8FF80CD-6813-A9B8-3017-CA8E00F27C8C}"/>
              </a:ext>
            </a:extLst>
          </p:cNvPr>
          <p:cNvSpPr txBox="1"/>
          <p:nvPr/>
        </p:nvSpPr>
        <p:spPr>
          <a:xfrm>
            <a:off x="10532532" y="526059"/>
            <a:ext cx="1451144" cy="369332"/>
          </a:xfrm>
          <a:prstGeom prst="rect">
            <a:avLst/>
          </a:prstGeom>
          <a:noFill/>
        </p:spPr>
        <p:txBody>
          <a:bodyPr wrap="square">
            <a:spAutoFit/>
          </a:bodyPr>
          <a:lstStyle/>
          <a:p>
            <a:r>
              <a:rPr lang="en-IN" dirty="0"/>
              <a:t>Session 1</a:t>
            </a:r>
          </a:p>
        </p:txBody>
      </p:sp>
    </p:spTree>
    <p:extLst>
      <p:ext uri="{BB962C8B-B14F-4D97-AF65-F5344CB8AC3E}">
        <p14:creationId xmlns:p14="http://schemas.microsoft.com/office/powerpoint/2010/main" val="74807880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5A292AEA-2528-46C0-B426-95822B6141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D8B7B198-E4DF-43CD-AD8C-1998843237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34" name="Freeform: Shape 33">
            <a:extLst>
              <a:ext uri="{FF2B5EF4-FFF2-40B4-BE49-F238E27FC236}">
                <a16:creationId xmlns:a16="http://schemas.microsoft.com/office/drawing/2014/main" id="{2BE67753-EA0E-4819-8D22-0B6600CF7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96934" y="3984"/>
            <a:ext cx="9376632" cy="6858000"/>
          </a:xfrm>
          <a:custGeom>
            <a:avLst/>
            <a:gdLst>
              <a:gd name="connsiteX0" fmla="*/ 1691615 w 9376632"/>
              <a:gd name="connsiteY0" fmla="*/ 0 h 6858000"/>
              <a:gd name="connsiteX1" fmla="*/ 7685017 w 9376632"/>
              <a:gd name="connsiteY1" fmla="*/ 0 h 6858000"/>
              <a:gd name="connsiteX2" fmla="*/ 7840634 w 9376632"/>
              <a:gd name="connsiteY2" fmla="*/ 134799 h 6858000"/>
              <a:gd name="connsiteX3" fmla="*/ 9376632 w 9376632"/>
              <a:gd name="connsiteY3" fmla="*/ 3605175 h 6858000"/>
              <a:gd name="connsiteX4" fmla="*/ 8158692 w 9376632"/>
              <a:gd name="connsiteY4" fmla="*/ 6757493 h 6858000"/>
              <a:gd name="connsiteX5" fmla="*/ 8062868 w 9376632"/>
              <a:gd name="connsiteY5" fmla="*/ 6858000 h 6858000"/>
              <a:gd name="connsiteX6" fmla="*/ 1313765 w 9376632"/>
              <a:gd name="connsiteY6" fmla="*/ 6858000 h 6858000"/>
              <a:gd name="connsiteX7" fmla="*/ 1217940 w 9376632"/>
              <a:gd name="connsiteY7" fmla="*/ 6757493 h 6858000"/>
              <a:gd name="connsiteX8" fmla="*/ 0 w 9376632"/>
              <a:gd name="connsiteY8" fmla="*/ 3605175 h 6858000"/>
              <a:gd name="connsiteX9" fmla="*/ 1535999 w 9376632"/>
              <a:gd name="connsiteY9" fmla="*/ 13479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376632" h="6858000">
                <a:moveTo>
                  <a:pt x="1691615" y="0"/>
                </a:moveTo>
                <a:lnTo>
                  <a:pt x="7685017" y="0"/>
                </a:lnTo>
                <a:lnTo>
                  <a:pt x="7840634" y="134799"/>
                </a:lnTo>
                <a:cubicBezTo>
                  <a:pt x="8784230" y="992423"/>
                  <a:pt x="9376632" y="2229618"/>
                  <a:pt x="9376632" y="3605175"/>
                </a:cubicBezTo>
                <a:cubicBezTo>
                  <a:pt x="9376632" y="4818903"/>
                  <a:pt x="8915419" y="5924908"/>
                  <a:pt x="8158692" y="6757493"/>
                </a:cubicBezTo>
                <a:lnTo>
                  <a:pt x="8062868" y="6858000"/>
                </a:lnTo>
                <a:lnTo>
                  <a:pt x="1313765" y="6858000"/>
                </a:lnTo>
                <a:lnTo>
                  <a:pt x="1217940" y="6757493"/>
                </a:lnTo>
                <a:cubicBezTo>
                  <a:pt x="461213" y="5924908"/>
                  <a:pt x="0" y="4818903"/>
                  <a:pt x="0" y="3605175"/>
                </a:cubicBezTo>
                <a:cubicBezTo>
                  <a:pt x="0" y="2229618"/>
                  <a:pt x="592403" y="992423"/>
                  <a:pt x="1535999" y="134799"/>
                </a:cubicBezTo>
                <a:close/>
              </a:path>
            </a:pathLst>
          </a:cu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5" name="Group 34">
            <a:extLst>
              <a:ext uri="{FF2B5EF4-FFF2-40B4-BE49-F238E27FC236}">
                <a16:creationId xmlns:a16="http://schemas.microsoft.com/office/drawing/2014/main" id="{D76D63AC-0421-45EC-B383-E79A61A78C6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303402" y="3985"/>
            <a:ext cx="9772765" cy="6858000"/>
            <a:chOff x="1303402" y="36937"/>
            <a:chExt cx="9772765" cy="6858000"/>
          </a:xfrm>
          <a:solidFill>
            <a:schemeClr val="bg1">
              <a:alpha val="30000"/>
            </a:schemeClr>
          </a:solidFill>
        </p:grpSpPr>
        <p:sp>
          <p:nvSpPr>
            <p:cNvPr id="15" name="Freeform: Shape 14">
              <a:extLst>
                <a:ext uri="{FF2B5EF4-FFF2-40B4-BE49-F238E27FC236}">
                  <a16:creationId xmlns:a16="http://schemas.microsoft.com/office/drawing/2014/main" id="{B997A32E-7032-4107-9C8B-99DB59EDD5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6937"/>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Shape 15">
              <a:extLst>
                <a:ext uri="{FF2B5EF4-FFF2-40B4-BE49-F238E27FC236}">
                  <a16:creationId xmlns:a16="http://schemas.microsoft.com/office/drawing/2014/main" id="{943BB27F-1470-42CA-91FF-D94BC691C8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6937"/>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Freeform: Shape 16">
              <a:extLst>
                <a:ext uri="{FF2B5EF4-FFF2-40B4-BE49-F238E27FC236}">
                  <a16:creationId xmlns:a16="http://schemas.microsoft.com/office/drawing/2014/main" id="{E997B002-17FD-47B3-A06A-76802FE15C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6937"/>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Freeform: Shape 17">
              <a:extLst>
                <a:ext uri="{FF2B5EF4-FFF2-40B4-BE49-F238E27FC236}">
                  <a16:creationId xmlns:a16="http://schemas.microsoft.com/office/drawing/2014/main" id="{E401EA35-9D2E-43B7-860F-EBB8A6C3E0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6937"/>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Freeform: Shape 18">
              <a:extLst>
                <a:ext uri="{FF2B5EF4-FFF2-40B4-BE49-F238E27FC236}">
                  <a16:creationId xmlns:a16="http://schemas.microsoft.com/office/drawing/2014/main" id="{F8C44827-3D81-4FF9-B4A5-5650D1B20A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6937"/>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Freeform: Shape 19">
              <a:extLst>
                <a:ext uri="{FF2B5EF4-FFF2-40B4-BE49-F238E27FC236}">
                  <a16:creationId xmlns:a16="http://schemas.microsoft.com/office/drawing/2014/main" id="{F613D97F-F6DF-4D32-AD91-209A80E7A2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8320" y="36937"/>
              <a:ext cx="9767847" cy="6858000"/>
            </a:xfrm>
            <a:custGeom>
              <a:avLst/>
              <a:gdLst>
                <a:gd name="connsiteX0" fmla="*/ 7151367 w 9767847"/>
                <a:gd name="connsiteY0" fmla="*/ 0 h 6858000"/>
                <a:gd name="connsiteX1" fmla="*/ 7881247 w 9767847"/>
                <a:gd name="connsiteY1" fmla="*/ 0 h 6858000"/>
                <a:gd name="connsiteX2" fmla="*/ 7990553 w 9767847"/>
                <a:gd name="connsiteY2" fmla="*/ 81317 h 6858000"/>
                <a:gd name="connsiteX3" fmla="*/ 9767847 w 9767847"/>
                <a:gd name="connsiteY3" fmla="*/ 3649031 h 6858000"/>
                <a:gd name="connsiteX4" fmla="*/ 8652597 w 9767847"/>
                <a:gd name="connsiteY4" fmla="*/ 6590005 h 6858000"/>
                <a:gd name="connsiteX5" fmla="*/ 8395306 w 9767847"/>
                <a:gd name="connsiteY5" fmla="*/ 6858000 h 6858000"/>
                <a:gd name="connsiteX6" fmla="*/ 6762603 w 9767847"/>
                <a:gd name="connsiteY6" fmla="*/ 6858000 h 6858000"/>
                <a:gd name="connsiteX7" fmla="*/ 6765962 w 9767847"/>
                <a:gd name="connsiteY7" fmla="*/ 6854844 h 6858000"/>
                <a:gd name="connsiteX8" fmla="*/ 6804586 w 9767847"/>
                <a:gd name="connsiteY8" fmla="*/ 6817103 h 6858000"/>
                <a:gd name="connsiteX9" fmla="*/ 6881735 w 9767847"/>
                <a:gd name="connsiteY9" fmla="*/ 6741197 h 6858000"/>
                <a:gd name="connsiteX10" fmla="*/ 6958883 w 9767847"/>
                <a:gd name="connsiteY10" fmla="*/ 6664822 h 6858000"/>
                <a:gd name="connsiteX11" fmla="*/ 7267925 w 9767847"/>
                <a:gd name="connsiteY11" fmla="*/ 6355694 h 6858000"/>
                <a:gd name="connsiteX12" fmla="*/ 7424360 w 9767847"/>
                <a:gd name="connsiteY12" fmla="*/ 6200685 h 6858000"/>
                <a:gd name="connsiteX13" fmla="*/ 7504938 w 9767847"/>
                <a:gd name="connsiteY13" fmla="*/ 6122708 h 6858000"/>
                <a:gd name="connsiteX14" fmla="*/ 7546396 w 9767847"/>
                <a:gd name="connsiteY14" fmla="*/ 6083697 h 6858000"/>
                <a:gd name="connsiteX15" fmla="*/ 7588002 w 9767847"/>
                <a:gd name="connsiteY15" fmla="*/ 6045532 h 6858000"/>
                <a:gd name="connsiteX16" fmla="*/ 7631000 w 9767847"/>
                <a:gd name="connsiteY16" fmla="*/ 6006709 h 6858000"/>
                <a:gd name="connsiteX17" fmla="*/ 7675440 w 9767847"/>
                <a:gd name="connsiteY17" fmla="*/ 5968309 h 6858000"/>
                <a:gd name="connsiteX18" fmla="*/ 7720626 w 9767847"/>
                <a:gd name="connsiteY18" fmla="*/ 5930851 h 6858000"/>
                <a:gd name="connsiteX19" fmla="*/ 7766458 w 9767847"/>
                <a:gd name="connsiteY19" fmla="*/ 5894334 h 6858000"/>
                <a:gd name="connsiteX20" fmla="*/ 7955254 w 9767847"/>
                <a:gd name="connsiteY20" fmla="*/ 5756828 h 6858000"/>
                <a:gd name="connsiteX21" fmla="*/ 8352678 w 9767847"/>
                <a:gd name="connsiteY21" fmla="*/ 5517630 h 6858000"/>
                <a:gd name="connsiteX22" fmla="*/ 8451350 w 9767847"/>
                <a:gd name="connsiteY22" fmla="*/ 5465254 h 6858000"/>
                <a:gd name="connsiteX23" fmla="*/ 8548532 w 9767847"/>
                <a:gd name="connsiteY23" fmla="*/ 5413395 h 6858000"/>
                <a:gd name="connsiteX24" fmla="*/ 8729473 w 9767847"/>
                <a:gd name="connsiteY24" fmla="*/ 5309961 h 6858000"/>
                <a:gd name="connsiteX25" fmla="*/ 8770781 w 9767847"/>
                <a:gd name="connsiteY25" fmla="*/ 5283232 h 6858000"/>
                <a:gd name="connsiteX26" fmla="*/ 8790964 w 9767847"/>
                <a:gd name="connsiteY26" fmla="*/ 5269492 h 6858000"/>
                <a:gd name="connsiteX27" fmla="*/ 8810499 w 9767847"/>
                <a:gd name="connsiteY27" fmla="*/ 5255703 h 6858000"/>
                <a:gd name="connsiteX28" fmla="*/ 8883571 w 9767847"/>
                <a:gd name="connsiteY28" fmla="*/ 5198479 h 6858000"/>
                <a:gd name="connsiteX29" fmla="*/ 9006651 w 9767847"/>
                <a:gd name="connsiteY29" fmla="*/ 5070527 h 6858000"/>
                <a:gd name="connsiteX30" fmla="*/ 9033494 w 9767847"/>
                <a:gd name="connsiteY30" fmla="*/ 5034105 h 6858000"/>
                <a:gd name="connsiteX31" fmla="*/ 9040305 w 9767847"/>
                <a:gd name="connsiteY31" fmla="*/ 5024551 h 6858000"/>
                <a:gd name="connsiteX32" fmla="*/ 9046568 w 9767847"/>
                <a:gd name="connsiteY32" fmla="*/ 5015281 h 6858000"/>
                <a:gd name="connsiteX33" fmla="*/ 9058846 w 9767847"/>
                <a:gd name="connsiteY33" fmla="*/ 4996645 h 6858000"/>
                <a:gd name="connsiteX34" fmla="*/ 9104529 w 9767847"/>
                <a:gd name="connsiteY34" fmla="*/ 4918105 h 6858000"/>
                <a:gd name="connsiteX35" fmla="*/ 9181081 w 9767847"/>
                <a:gd name="connsiteY35" fmla="*/ 4744694 h 6858000"/>
                <a:gd name="connsiteX36" fmla="*/ 9240731 w 9767847"/>
                <a:gd name="connsiteY36" fmla="*/ 4557872 h 6858000"/>
                <a:gd name="connsiteX37" fmla="*/ 9265388 w 9767847"/>
                <a:gd name="connsiteY37" fmla="*/ 4461073 h 6858000"/>
                <a:gd name="connsiteX38" fmla="*/ 9276571 w 9767847"/>
                <a:gd name="connsiteY38" fmla="*/ 4411943 h 6858000"/>
                <a:gd name="connsiteX39" fmla="*/ 9281841 w 9767847"/>
                <a:gd name="connsiteY39" fmla="*/ 4387379 h 6858000"/>
                <a:gd name="connsiteX40" fmla="*/ 9286513 w 9767847"/>
                <a:gd name="connsiteY40" fmla="*/ 4364838 h 6858000"/>
                <a:gd name="connsiteX41" fmla="*/ 9296754 w 9767847"/>
                <a:gd name="connsiteY41" fmla="*/ 4312038 h 6858000"/>
                <a:gd name="connsiteX42" fmla="*/ 9301029 w 9767847"/>
                <a:gd name="connsiteY42" fmla="*/ 4289074 h 6858000"/>
                <a:gd name="connsiteX43" fmla="*/ 9302818 w 9767847"/>
                <a:gd name="connsiteY43" fmla="*/ 4278581 h 6858000"/>
                <a:gd name="connsiteX44" fmla="*/ 9304658 w 9767847"/>
                <a:gd name="connsiteY44" fmla="*/ 4266816 h 6858000"/>
                <a:gd name="connsiteX45" fmla="*/ 9312810 w 9767847"/>
                <a:gd name="connsiteY45" fmla="*/ 4215945 h 6858000"/>
                <a:gd name="connsiteX46" fmla="*/ 9316887 w 9767847"/>
                <a:gd name="connsiteY46" fmla="*/ 4190486 h 6858000"/>
                <a:gd name="connsiteX47" fmla="*/ 9318923 w 9767847"/>
                <a:gd name="connsiteY47" fmla="*/ 4177780 h 6858000"/>
                <a:gd name="connsiteX48" fmla="*/ 9320515 w 9767847"/>
                <a:gd name="connsiteY48" fmla="*/ 4164886 h 6858000"/>
                <a:gd name="connsiteX49" fmla="*/ 9332445 w 9767847"/>
                <a:gd name="connsiteY49" fmla="*/ 4064981 h 6858000"/>
                <a:gd name="connsiteX50" fmla="*/ 9336173 w 9767847"/>
                <a:gd name="connsiteY50" fmla="*/ 4018676 h 6858000"/>
                <a:gd name="connsiteX51" fmla="*/ 9340199 w 9767847"/>
                <a:gd name="connsiteY51" fmla="*/ 3965171 h 6858000"/>
                <a:gd name="connsiteX52" fmla="*/ 9347557 w 9767847"/>
                <a:gd name="connsiteY52" fmla="*/ 3765972 h 6858000"/>
                <a:gd name="connsiteX53" fmla="*/ 9346364 w 9767847"/>
                <a:gd name="connsiteY53" fmla="*/ 3664938 h 6858000"/>
                <a:gd name="connsiteX54" fmla="*/ 9344921 w 9767847"/>
                <a:gd name="connsiteY54" fmla="*/ 3615243 h 6858000"/>
                <a:gd name="connsiteX55" fmla="*/ 9344524 w 9767847"/>
                <a:gd name="connsiteY55" fmla="*/ 3603526 h 6858000"/>
                <a:gd name="connsiteX56" fmla="*/ 9343728 w 9767847"/>
                <a:gd name="connsiteY56" fmla="*/ 3590774 h 6858000"/>
                <a:gd name="connsiteX57" fmla="*/ 9342188 w 9767847"/>
                <a:gd name="connsiteY57" fmla="*/ 3565268 h 6858000"/>
                <a:gd name="connsiteX58" fmla="*/ 9339056 w 9767847"/>
                <a:gd name="connsiteY58" fmla="*/ 3514256 h 6858000"/>
                <a:gd name="connsiteX59" fmla="*/ 9334334 w 9767847"/>
                <a:gd name="connsiteY59" fmla="*/ 3463057 h 6858000"/>
                <a:gd name="connsiteX60" fmla="*/ 9329363 w 9767847"/>
                <a:gd name="connsiteY60" fmla="*/ 3411810 h 6858000"/>
                <a:gd name="connsiteX61" fmla="*/ 9328319 w 9767847"/>
                <a:gd name="connsiteY61" fmla="*/ 3400657 h 6858000"/>
                <a:gd name="connsiteX62" fmla="*/ 9327177 w 9767847"/>
                <a:gd name="connsiteY62" fmla="*/ 3390116 h 6858000"/>
                <a:gd name="connsiteX63" fmla="*/ 9324293 w 9767847"/>
                <a:gd name="connsiteY63" fmla="*/ 3366774 h 6858000"/>
                <a:gd name="connsiteX64" fmla="*/ 9320763 w 9767847"/>
                <a:gd name="connsiteY64" fmla="*/ 3340329 h 6858000"/>
                <a:gd name="connsiteX65" fmla="*/ 9317184 w 9767847"/>
                <a:gd name="connsiteY65" fmla="*/ 3311245 h 6858000"/>
                <a:gd name="connsiteX66" fmla="*/ 9311021 w 9767847"/>
                <a:gd name="connsiteY66" fmla="*/ 3266211 h 6858000"/>
                <a:gd name="connsiteX67" fmla="*/ 9302719 w 9767847"/>
                <a:gd name="connsiteY67" fmla="*/ 3215717 h 6858000"/>
                <a:gd name="connsiteX68" fmla="*/ 9293970 w 9767847"/>
                <a:gd name="connsiteY68" fmla="*/ 3165789 h 6858000"/>
                <a:gd name="connsiteX69" fmla="*/ 9252065 w 9767847"/>
                <a:gd name="connsiteY69" fmla="*/ 2967107 h 6858000"/>
                <a:gd name="connsiteX70" fmla="*/ 9227211 w 9767847"/>
                <a:gd name="connsiteY70" fmla="*/ 2868473 h 6858000"/>
                <a:gd name="connsiteX71" fmla="*/ 9220699 w 9767847"/>
                <a:gd name="connsiteY71" fmla="*/ 2844426 h 6858000"/>
                <a:gd name="connsiteX72" fmla="*/ 9213740 w 9767847"/>
                <a:gd name="connsiteY72" fmla="*/ 2820191 h 6858000"/>
                <a:gd name="connsiteX73" fmla="*/ 9199374 w 9767847"/>
                <a:gd name="connsiteY73" fmla="*/ 2771438 h 6858000"/>
                <a:gd name="connsiteX74" fmla="*/ 9061829 w 9767847"/>
                <a:gd name="connsiteY74" fmla="*/ 2385418 h 6858000"/>
                <a:gd name="connsiteX75" fmla="*/ 8978865 w 9767847"/>
                <a:gd name="connsiteY75" fmla="*/ 2196855 h 6858000"/>
                <a:gd name="connsiteX76" fmla="*/ 8956694 w 9767847"/>
                <a:gd name="connsiteY76" fmla="*/ 2150219 h 6858000"/>
                <a:gd name="connsiteX77" fmla="*/ 8934176 w 9767847"/>
                <a:gd name="connsiteY77" fmla="*/ 2103914 h 6858000"/>
                <a:gd name="connsiteX78" fmla="*/ 8887151 w 9767847"/>
                <a:gd name="connsiteY78" fmla="*/ 2011350 h 6858000"/>
                <a:gd name="connsiteX79" fmla="*/ 8787533 w 9767847"/>
                <a:gd name="connsiteY79" fmla="*/ 1828527 h 6858000"/>
                <a:gd name="connsiteX80" fmla="*/ 8761485 w 9767847"/>
                <a:gd name="connsiteY80" fmla="*/ 1783398 h 6858000"/>
                <a:gd name="connsiteX81" fmla="*/ 8734791 w 9767847"/>
                <a:gd name="connsiteY81" fmla="*/ 1737893 h 6858000"/>
                <a:gd name="connsiteX82" fmla="*/ 8680808 w 9767847"/>
                <a:gd name="connsiteY82" fmla="*/ 1648812 h 6858000"/>
                <a:gd name="connsiteX83" fmla="*/ 8567024 w 9767847"/>
                <a:gd name="connsiteY83" fmla="*/ 1472906 h 6858000"/>
                <a:gd name="connsiteX84" fmla="*/ 8537446 w 9767847"/>
                <a:gd name="connsiteY84" fmla="*/ 1429330 h 6858000"/>
                <a:gd name="connsiteX85" fmla="*/ 8507423 w 9767847"/>
                <a:gd name="connsiteY85" fmla="*/ 1385896 h 6858000"/>
                <a:gd name="connsiteX86" fmla="*/ 8446529 w 9767847"/>
                <a:gd name="connsiteY86" fmla="*/ 1300295 h 6858000"/>
                <a:gd name="connsiteX87" fmla="*/ 8319224 w 9767847"/>
                <a:gd name="connsiteY87" fmla="*/ 1131026 h 6858000"/>
                <a:gd name="connsiteX88" fmla="*/ 8286366 w 9767847"/>
                <a:gd name="connsiteY88" fmla="*/ 1089050 h 6858000"/>
                <a:gd name="connsiteX89" fmla="*/ 8270161 w 9767847"/>
                <a:gd name="connsiteY89" fmla="*/ 1068439 h 6858000"/>
                <a:gd name="connsiteX90" fmla="*/ 8253856 w 9767847"/>
                <a:gd name="connsiteY90" fmla="*/ 1048156 h 6858000"/>
                <a:gd name="connsiteX91" fmla="*/ 8186352 w 9767847"/>
                <a:gd name="connsiteY91" fmla="*/ 966275 h 6858000"/>
                <a:gd name="connsiteX92" fmla="*/ 8046768 w 9767847"/>
                <a:gd name="connsiteY92" fmla="*/ 805429 h 6858000"/>
                <a:gd name="connsiteX93" fmla="*/ 8010927 w 9767847"/>
                <a:gd name="connsiteY93" fmla="*/ 765853 h 6858000"/>
                <a:gd name="connsiteX94" fmla="*/ 7974788 w 9767847"/>
                <a:gd name="connsiteY94" fmla="*/ 726653 h 6858000"/>
                <a:gd name="connsiteX95" fmla="*/ 7901070 w 9767847"/>
                <a:gd name="connsiteY95" fmla="*/ 648724 h 6858000"/>
                <a:gd name="connsiteX96" fmla="*/ 7750054 w 9767847"/>
                <a:gd name="connsiteY96" fmla="*/ 497008 h 6858000"/>
                <a:gd name="connsiteX97" fmla="*/ 7592277 w 9767847"/>
                <a:gd name="connsiteY97" fmla="*/ 351221 h 6858000"/>
                <a:gd name="connsiteX98" fmla="*/ 7257734 w 9767847"/>
                <a:gd name="connsiteY98" fmla="*/ 76964 h 6858000"/>
                <a:gd name="connsiteX99" fmla="*/ 1886601 w 9767847"/>
                <a:gd name="connsiteY99" fmla="*/ 0 h 6858000"/>
                <a:gd name="connsiteX100" fmla="*/ 2292926 w 9767847"/>
                <a:gd name="connsiteY100" fmla="*/ 0 h 6858000"/>
                <a:gd name="connsiteX101" fmla="*/ 2135542 w 9767847"/>
                <a:gd name="connsiteY101" fmla="*/ 117781 h 6858000"/>
                <a:gd name="connsiteX102" fmla="*/ 1969576 w 9767847"/>
                <a:gd name="connsiteY102" fmla="*/ 254986 h 6858000"/>
                <a:gd name="connsiteX103" fmla="*/ 1659938 w 9767847"/>
                <a:gd name="connsiteY103" fmla="*/ 549855 h 6858000"/>
                <a:gd name="connsiteX104" fmla="*/ 729383 w 9767847"/>
                <a:gd name="connsiteY104" fmla="*/ 1936480 h 6858000"/>
                <a:gd name="connsiteX105" fmla="*/ 578465 w 9767847"/>
                <a:gd name="connsiteY105" fmla="*/ 2320807 h 6858000"/>
                <a:gd name="connsiteX106" fmla="*/ 465080 w 9767847"/>
                <a:gd name="connsiteY106" fmla="*/ 2714875 h 6858000"/>
                <a:gd name="connsiteX107" fmla="*/ 423820 w 9767847"/>
                <a:gd name="connsiteY107" fmla="*/ 2915436 h 6858000"/>
                <a:gd name="connsiteX108" fmla="*/ 392355 w 9767847"/>
                <a:gd name="connsiteY108" fmla="*/ 3118071 h 6858000"/>
                <a:gd name="connsiteX109" fmla="*/ 358801 w 9767847"/>
                <a:gd name="connsiteY109" fmla="*/ 3526915 h 6858000"/>
                <a:gd name="connsiteX110" fmla="*/ 410350 w 9767847"/>
                <a:gd name="connsiteY110" fmla="*/ 4348226 h 6858000"/>
                <a:gd name="connsiteX111" fmla="*/ 449022 w 9767847"/>
                <a:gd name="connsiteY111" fmla="*/ 4551049 h 6858000"/>
                <a:gd name="connsiteX112" fmla="*/ 498882 w 9767847"/>
                <a:gd name="connsiteY112" fmla="*/ 4752365 h 6858000"/>
                <a:gd name="connsiteX113" fmla="*/ 559775 w 9767847"/>
                <a:gd name="connsiteY113" fmla="*/ 4951657 h 6858000"/>
                <a:gd name="connsiteX114" fmla="*/ 631406 w 9767847"/>
                <a:gd name="connsiteY114" fmla="*/ 5147986 h 6858000"/>
                <a:gd name="connsiteX115" fmla="*/ 1023461 w 9767847"/>
                <a:gd name="connsiteY115" fmla="*/ 5893957 h 6858000"/>
                <a:gd name="connsiteX116" fmla="*/ 1575880 w 9767847"/>
                <a:gd name="connsiteY116" fmla="*/ 6547646 h 6858000"/>
                <a:gd name="connsiteX117" fmla="*/ 1905228 w 9767847"/>
                <a:gd name="connsiteY117" fmla="*/ 6829468 h 6858000"/>
                <a:gd name="connsiteX118" fmla="*/ 1944230 w 9767847"/>
                <a:gd name="connsiteY118" fmla="*/ 6858000 h 6858000"/>
                <a:gd name="connsiteX119" fmla="*/ 1372541 w 9767847"/>
                <a:gd name="connsiteY119" fmla="*/ 6858000 h 6858000"/>
                <a:gd name="connsiteX120" fmla="*/ 1115251 w 9767847"/>
                <a:gd name="connsiteY120" fmla="*/ 6590005 h 6858000"/>
                <a:gd name="connsiteX121" fmla="*/ 0 w 9767847"/>
                <a:gd name="connsiteY121" fmla="*/ 3649031 h 6858000"/>
                <a:gd name="connsiteX122" fmla="*/ 1777294 w 9767847"/>
                <a:gd name="connsiteY122" fmla="*/ 813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9767847" h="6858000">
                  <a:moveTo>
                    <a:pt x="7151367" y="0"/>
                  </a:moveTo>
                  <a:lnTo>
                    <a:pt x="7881247" y="0"/>
                  </a:lnTo>
                  <a:lnTo>
                    <a:pt x="7990553" y="81317"/>
                  </a:lnTo>
                  <a:cubicBezTo>
                    <a:pt x="9075991" y="929334"/>
                    <a:pt x="9767847" y="2212695"/>
                    <a:pt x="9767847" y="3649031"/>
                  </a:cubicBezTo>
                  <a:cubicBezTo>
                    <a:pt x="9767847" y="4766182"/>
                    <a:pt x="9349317" y="5790792"/>
                    <a:pt x="8652597" y="6590005"/>
                  </a:cubicBezTo>
                  <a:lnTo>
                    <a:pt x="8395306" y="6858000"/>
                  </a:lnTo>
                  <a:lnTo>
                    <a:pt x="6762603" y="6858000"/>
                  </a:lnTo>
                  <a:lnTo>
                    <a:pt x="6765962" y="6854844"/>
                  </a:lnTo>
                  <a:cubicBezTo>
                    <a:pt x="6779036" y="6842703"/>
                    <a:pt x="6791663" y="6829621"/>
                    <a:pt x="6804586" y="6817103"/>
                  </a:cubicBezTo>
                  <a:lnTo>
                    <a:pt x="6881735" y="6741197"/>
                  </a:lnTo>
                  <a:cubicBezTo>
                    <a:pt x="6907435" y="6715881"/>
                    <a:pt x="6933134" y="6690798"/>
                    <a:pt x="6958883" y="6664822"/>
                  </a:cubicBezTo>
                  <a:lnTo>
                    <a:pt x="7267925" y="6355694"/>
                  </a:lnTo>
                  <a:lnTo>
                    <a:pt x="7424360" y="6200685"/>
                  </a:lnTo>
                  <a:cubicBezTo>
                    <a:pt x="7450754" y="6174802"/>
                    <a:pt x="7477598" y="6148731"/>
                    <a:pt x="7504938" y="6122708"/>
                  </a:cubicBezTo>
                  <a:lnTo>
                    <a:pt x="7546396" y="6083697"/>
                  </a:lnTo>
                  <a:cubicBezTo>
                    <a:pt x="7560264" y="6070803"/>
                    <a:pt x="7574780" y="6057532"/>
                    <a:pt x="7588002" y="6045532"/>
                  </a:cubicBezTo>
                  <a:lnTo>
                    <a:pt x="7631000" y="6006709"/>
                  </a:lnTo>
                  <a:lnTo>
                    <a:pt x="7675440" y="5968309"/>
                  </a:lnTo>
                  <a:cubicBezTo>
                    <a:pt x="7690404" y="5955698"/>
                    <a:pt x="7705564" y="5943321"/>
                    <a:pt x="7720626" y="5930851"/>
                  </a:cubicBezTo>
                  <a:cubicBezTo>
                    <a:pt x="7735738" y="5918427"/>
                    <a:pt x="7751197" y="5906521"/>
                    <a:pt x="7766458" y="5894334"/>
                  </a:cubicBezTo>
                  <a:cubicBezTo>
                    <a:pt x="7827949" y="5846192"/>
                    <a:pt x="7890979" y="5800499"/>
                    <a:pt x="7955254" y="5756828"/>
                  </a:cubicBezTo>
                  <a:cubicBezTo>
                    <a:pt x="8083800" y="5669534"/>
                    <a:pt x="8216872" y="5590336"/>
                    <a:pt x="8352678" y="5517630"/>
                  </a:cubicBezTo>
                  <a:lnTo>
                    <a:pt x="8451350" y="5465254"/>
                  </a:lnTo>
                  <a:lnTo>
                    <a:pt x="8548532" y="5413395"/>
                  </a:lnTo>
                  <a:cubicBezTo>
                    <a:pt x="8612110" y="5379090"/>
                    <a:pt x="8673251" y="5345208"/>
                    <a:pt x="8729473" y="5309961"/>
                  </a:cubicBezTo>
                  <a:cubicBezTo>
                    <a:pt x="8743591" y="5301115"/>
                    <a:pt x="8757161" y="5292361"/>
                    <a:pt x="8770781" y="5283232"/>
                  </a:cubicBezTo>
                  <a:cubicBezTo>
                    <a:pt x="8777591" y="5278667"/>
                    <a:pt x="8784451" y="5274103"/>
                    <a:pt x="8790964" y="5269492"/>
                  </a:cubicBezTo>
                  <a:cubicBezTo>
                    <a:pt x="8797574" y="5264879"/>
                    <a:pt x="8804235" y="5260314"/>
                    <a:pt x="8810499" y="5255703"/>
                  </a:cubicBezTo>
                  <a:cubicBezTo>
                    <a:pt x="8835999" y="5237303"/>
                    <a:pt x="8860407" y="5218291"/>
                    <a:pt x="8883571" y="5198479"/>
                  </a:cubicBezTo>
                  <a:cubicBezTo>
                    <a:pt x="8929900" y="5158856"/>
                    <a:pt x="8971258" y="5116315"/>
                    <a:pt x="9006651" y="5070527"/>
                  </a:cubicBezTo>
                  <a:cubicBezTo>
                    <a:pt x="9015351" y="5059328"/>
                    <a:pt x="9024398" y="5046857"/>
                    <a:pt x="9033494" y="5034105"/>
                  </a:cubicBezTo>
                  <a:lnTo>
                    <a:pt x="9040305" y="5024551"/>
                  </a:lnTo>
                  <a:lnTo>
                    <a:pt x="9046568" y="5015281"/>
                  </a:lnTo>
                  <a:cubicBezTo>
                    <a:pt x="9050743" y="5009163"/>
                    <a:pt x="9054819" y="5002952"/>
                    <a:pt x="9058846" y="4996645"/>
                  </a:cubicBezTo>
                  <a:cubicBezTo>
                    <a:pt x="9075002" y="4971517"/>
                    <a:pt x="9090212" y="4945305"/>
                    <a:pt x="9104529" y="4918105"/>
                  </a:cubicBezTo>
                  <a:cubicBezTo>
                    <a:pt x="9133211" y="4863752"/>
                    <a:pt x="9158313" y="4805447"/>
                    <a:pt x="9181081" y="4744694"/>
                  </a:cubicBezTo>
                  <a:cubicBezTo>
                    <a:pt x="9203748" y="4684178"/>
                    <a:pt x="9223383" y="4621778"/>
                    <a:pt x="9240731" y="4557872"/>
                  </a:cubicBezTo>
                  <a:cubicBezTo>
                    <a:pt x="9249481" y="4525966"/>
                    <a:pt x="9257682" y="4493684"/>
                    <a:pt x="9265388" y="4461073"/>
                  </a:cubicBezTo>
                  <a:cubicBezTo>
                    <a:pt x="9269215" y="4444744"/>
                    <a:pt x="9272943" y="4428367"/>
                    <a:pt x="9276571" y="4411943"/>
                  </a:cubicBezTo>
                  <a:lnTo>
                    <a:pt x="9281841" y="4387379"/>
                  </a:lnTo>
                  <a:lnTo>
                    <a:pt x="9286513" y="4364838"/>
                  </a:lnTo>
                  <a:lnTo>
                    <a:pt x="9296754" y="4312038"/>
                  </a:lnTo>
                  <a:lnTo>
                    <a:pt x="9301029" y="4289074"/>
                  </a:lnTo>
                  <a:lnTo>
                    <a:pt x="9302818" y="4278581"/>
                  </a:lnTo>
                  <a:lnTo>
                    <a:pt x="9304658" y="4266816"/>
                  </a:lnTo>
                  <a:lnTo>
                    <a:pt x="9312810" y="4215945"/>
                  </a:lnTo>
                  <a:lnTo>
                    <a:pt x="9316887" y="4190486"/>
                  </a:lnTo>
                  <a:lnTo>
                    <a:pt x="9318923" y="4177780"/>
                  </a:lnTo>
                  <a:cubicBezTo>
                    <a:pt x="9319570" y="4173546"/>
                    <a:pt x="9319969" y="4169169"/>
                    <a:pt x="9320515" y="4164886"/>
                  </a:cubicBezTo>
                  <a:lnTo>
                    <a:pt x="9332445" y="4064981"/>
                  </a:lnTo>
                  <a:cubicBezTo>
                    <a:pt x="9333836" y="4052370"/>
                    <a:pt x="9334880" y="4036888"/>
                    <a:pt x="9336173" y="4018676"/>
                  </a:cubicBezTo>
                  <a:lnTo>
                    <a:pt x="9340199" y="3965171"/>
                  </a:lnTo>
                  <a:cubicBezTo>
                    <a:pt x="9345071" y="3899806"/>
                    <a:pt x="9347358" y="3832983"/>
                    <a:pt x="9347557" y="3765972"/>
                  </a:cubicBezTo>
                  <a:cubicBezTo>
                    <a:pt x="9347656" y="3732420"/>
                    <a:pt x="9347209" y="3698773"/>
                    <a:pt x="9346364" y="3664938"/>
                  </a:cubicBezTo>
                  <a:lnTo>
                    <a:pt x="9344921" y="3615243"/>
                  </a:lnTo>
                  <a:lnTo>
                    <a:pt x="9344524" y="3603526"/>
                  </a:lnTo>
                  <a:lnTo>
                    <a:pt x="9343728" y="3590774"/>
                  </a:lnTo>
                  <a:lnTo>
                    <a:pt x="9342188" y="3565268"/>
                  </a:lnTo>
                  <a:lnTo>
                    <a:pt x="9339056" y="3514256"/>
                  </a:lnTo>
                  <a:cubicBezTo>
                    <a:pt x="9337914" y="3497221"/>
                    <a:pt x="9335874" y="3480138"/>
                    <a:pt x="9334334" y="3463057"/>
                  </a:cubicBezTo>
                  <a:lnTo>
                    <a:pt x="9329363" y="3411810"/>
                  </a:lnTo>
                  <a:lnTo>
                    <a:pt x="9328319" y="3400657"/>
                  </a:lnTo>
                  <a:lnTo>
                    <a:pt x="9327177" y="3390116"/>
                  </a:lnTo>
                  <a:lnTo>
                    <a:pt x="9324293" y="3366774"/>
                  </a:lnTo>
                  <a:lnTo>
                    <a:pt x="9320763" y="3340329"/>
                  </a:lnTo>
                  <a:lnTo>
                    <a:pt x="9317184" y="3311245"/>
                  </a:lnTo>
                  <a:cubicBezTo>
                    <a:pt x="9315594" y="3296893"/>
                    <a:pt x="9313506" y="3282306"/>
                    <a:pt x="9311021" y="3266211"/>
                  </a:cubicBezTo>
                  <a:lnTo>
                    <a:pt x="9302719" y="3215717"/>
                  </a:lnTo>
                  <a:cubicBezTo>
                    <a:pt x="9299936" y="3199059"/>
                    <a:pt x="9297003" y="3182400"/>
                    <a:pt x="9293970" y="3165789"/>
                  </a:cubicBezTo>
                  <a:cubicBezTo>
                    <a:pt x="9281891" y="3099295"/>
                    <a:pt x="9267674" y="3033084"/>
                    <a:pt x="9252065" y="2967107"/>
                  </a:cubicBezTo>
                  <a:cubicBezTo>
                    <a:pt x="9244261" y="2934167"/>
                    <a:pt x="9235959" y="2901273"/>
                    <a:pt x="9227211" y="2868473"/>
                  </a:cubicBezTo>
                  <a:lnTo>
                    <a:pt x="9220699" y="2844426"/>
                  </a:lnTo>
                  <a:lnTo>
                    <a:pt x="9213740" y="2820191"/>
                  </a:lnTo>
                  <a:cubicBezTo>
                    <a:pt x="9209216" y="2804049"/>
                    <a:pt x="9204345" y="2787768"/>
                    <a:pt x="9199374" y="2771438"/>
                  </a:cubicBezTo>
                  <a:cubicBezTo>
                    <a:pt x="9159855" y="2641086"/>
                    <a:pt x="9114272" y="2512099"/>
                    <a:pt x="9061829" y="2385418"/>
                  </a:cubicBezTo>
                  <a:cubicBezTo>
                    <a:pt x="9035582" y="2322077"/>
                    <a:pt x="9008043" y="2259160"/>
                    <a:pt x="8978865" y="2196855"/>
                  </a:cubicBezTo>
                  <a:lnTo>
                    <a:pt x="8956694" y="2150219"/>
                  </a:lnTo>
                  <a:lnTo>
                    <a:pt x="8934176" y="2103914"/>
                  </a:lnTo>
                  <a:cubicBezTo>
                    <a:pt x="8918915" y="2073091"/>
                    <a:pt x="8903157" y="2042032"/>
                    <a:pt x="8887151" y="2011350"/>
                  </a:cubicBezTo>
                  <a:cubicBezTo>
                    <a:pt x="8854988" y="1949891"/>
                    <a:pt x="8822082" y="1888810"/>
                    <a:pt x="8787533" y="1828527"/>
                  </a:cubicBezTo>
                  <a:lnTo>
                    <a:pt x="8761485" y="1783398"/>
                  </a:lnTo>
                  <a:lnTo>
                    <a:pt x="8734791" y="1737893"/>
                  </a:lnTo>
                  <a:cubicBezTo>
                    <a:pt x="8717047" y="1707823"/>
                    <a:pt x="8699200" y="1678363"/>
                    <a:pt x="8680808" y="1648812"/>
                  </a:cubicBezTo>
                  <a:cubicBezTo>
                    <a:pt x="8644322" y="1589658"/>
                    <a:pt x="8606194" y="1531118"/>
                    <a:pt x="8567024" y="1472906"/>
                  </a:cubicBezTo>
                  <a:lnTo>
                    <a:pt x="8537446" y="1429330"/>
                  </a:lnTo>
                  <a:lnTo>
                    <a:pt x="8507423" y="1385896"/>
                  </a:lnTo>
                  <a:cubicBezTo>
                    <a:pt x="8487390" y="1357284"/>
                    <a:pt x="8467158" y="1328719"/>
                    <a:pt x="8446529" y="1300295"/>
                  </a:cubicBezTo>
                  <a:cubicBezTo>
                    <a:pt x="8405271" y="1243496"/>
                    <a:pt x="8362718" y="1187120"/>
                    <a:pt x="8319224" y="1131026"/>
                  </a:cubicBezTo>
                  <a:lnTo>
                    <a:pt x="8286366" y="1089050"/>
                  </a:lnTo>
                  <a:lnTo>
                    <a:pt x="8270161" y="1068439"/>
                  </a:lnTo>
                  <a:lnTo>
                    <a:pt x="8253856" y="1048156"/>
                  </a:lnTo>
                  <a:cubicBezTo>
                    <a:pt x="8231636" y="1020675"/>
                    <a:pt x="8209117" y="993381"/>
                    <a:pt x="8186352" y="966275"/>
                  </a:cubicBezTo>
                  <a:cubicBezTo>
                    <a:pt x="8140917" y="911922"/>
                    <a:pt x="8094240" y="858417"/>
                    <a:pt x="8046768" y="805429"/>
                  </a:cubicBezTo>
                  <a:lnTo>
                    <a:pt x="8010927" y="765853"/>
                  </a:lnTo>
                  <a:lnTo>
                    <a:pt x="7974788" y="726653"/>
                  </a:lnTo>
                  <a:cubicBezTo>
                    <a:pt x="7950382" y="700489"/>
                    <a:pt x="7925824" y="674465"/>
                    <a:pt x="7901070" y="648724"/>
                  </a:cubicBezTo>
                  <a:cubicBezTo>
                    <a:pt x="7851510" y="597289"/>
                    <a:pt x="7801404" y="546514"/>
                    <a:pt x="7750054" y="497008"/>
                  </a:cubicBezTo>
                  <a:cubicBezTo>
                    <a:pt x="7698902" y="447644"/>
                    <a:pt x="7645913" y="398938"/>
                    <a:pt x="7592277" y="351221"/>
                  </a:cubicBezTo>
                  <a:cubicBezTo>
                    <a:pt x="7484856" y="255786"/>
                    <a:pt x="7373308" y="164304"/>
                    <a:pt x="7257734" y="76964"/>
                  </a:cubicBezTo>
                  <a:close/>
                  <a:moveTo>
                    <a:pt x="1886601" y="0"/>
                  </a:moveTo>
                  <a:lnTo>
                    <a:pt x="2292926" y="0"/>
                  </a:lnTo>
                  <a:lnTo>
                    <a:pt x="2135542" y="117781"/>
                  </a:lnTo>
                  <a:cubicBezTo>
                    <a:pt x="2078998" y="162280"/>
                    <a:pt x="2023659" y="208045"/>
                    <a:pt x="1969576" y="254986"/>
                  </a:cubicBezTo>
                  <a:cubicBezTo>
                    <a:pt x="1861309" y="348820"/>
                    <a:pt x="1758064" y="447314"/>
                    <a:pt x="1659938" y="549855"/>
                  </a:cubicBezTo>
                  <a:cubicBezTo>
                    <a:pt x="1266987" y="960346"/>
                    <a:pt x="953820" y="1431495"/>
                    <a:pt x="729383" y="1936480"/>
                  </a:cubicBezTo>
                  <a:cubicBezTo>
                    <a:pt x="673260" y="2062362"/>
                    <a:pt x="622855" y="2190972"/>
                    <a:pt x="578465" y="2320807"/>
                  </a:cubicBezTo>
                  <a:cubicBezTo>
                    <a:pt x="534125" y="2450687"/>
                    <a:pt x="496147" y="2582216"/>
                    <a:pt x="465080" y="2714875"/>
                  </a:cubicBezTo>
                  <a:cubicBezTo>
                    <a:pt x="449769" y="2780991"/>
                    <a:pt x="435850" y="2848191"/>
                    <a:pt x="423820" y="2915436"/>
                  </a:cubicBezTo>
                  <a:cubicBezTo>
                    <a:pt x="411840" y="2982731"/>
                    <a:pt x="401054" y="3050260"/>
                    <a:pt x="392355" y="3118071"/>
                  </a:cubicBezTo>
                  <a:cubicBezTo>
                    <a:pt x="374509" y="3253646"/>
                    <a:pt x="363424" y="3389880"/>
                    <a:pt x="358801" y="3526915"/>
                  </a:cubicBezTo>
                  <a:cubicBezTo>
                    <a:pt x="349009" y="3800843"/>
                    <a:pt x="366357" y="4075570"/>
                    <a:pt x="410350" y="4348226"/>
                  </a:cubicBezTo>
                  <a:cubicBezTo>
                    <a:pt x="421286" y="4416132"/>
                    <a:pt x="434209" y="4483660"/>
                    <a:pt x="449022" y="4551049"/>
                  </a:cubicBezTo>
                  <a:cubicBezTo>
                    <a:pt x="463737" y="4618436"/>
                    <a:pt x="480389" y="4685588"/>
                    <a:pt x="498882" y="4752365"/>
                  </a:cubicBezTo>
                  <a:cubicBezTo>
                    <a:pt x="517373" y="4819141"/>
                    <a:pt x="537704" y="4885635"/>
                    <a:pt x="559775" y="4951657"/>
                  </a:cubicBezTo>
                  <a:cubicBezTo>
                    <a:pt x="581946" y="5017775"/>
                    <a:pt x="605358" y="5083375"/>
                    <a:pt x="631406" y="5147986"/>
                  </a:cubicBezTo>
                  <a:cubicBezTo>
                    <a:pt x="734055" y="5407608"/>
                    <a:pt x="865188" y="5658570"/>
                    <a:pt x="1023461" y="5893957"/>
                  </a:cubicBezTo>
                  <a:cubicBezTo>
                    <a:pt x="1181487" y="6129578"/>
                    <a:pt x="1367051" y="6349247"/>
                    <a:pt x="1575880" y="6547646"/>
                  </a:cubicBezTo>
                  <a:cubicBezTo>
                    <a:pt x="1680269" y="6646916"/>
                    <a:pt x="1790338" y="6740939"/>
                    <a:pt x="1905228" y="6829468"/>
                  </a:cubicBezTo>
                  <a:lnTo>
                    <a:pt x="1944230" y="6858000"/>
                  </a:lnTo>
                  <a:lnTo>
                    <a:pt x="1372541" y="6858000"/>
                  </a:lnTo>
                  <a:lnTo>
                    <a:pt x="1115251" y="6590005"/>
                  </a:lnTo>
                  <a:cubicBezTo>
                    <a:pt x="418530" y="5790792"/>
                    <a:pt x="0" y="4766182"/>
                    <a:pt x="0" y="3649031"/>
                  </a:cubicBezTo>
                  <a:cubicBezTo>
                    <a:pt x="0" y="2212695"/>
                    <a:pt x="691856" y="929334"/>
                    <a:pt x="1777294" y="81317"/>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1" name="Freeform: Shape 20">
              <a:extLst>
                <a:ext uri="{FF2B5EF4-FFF2-40B4-BE49-F238E27FC236}">
                  <a16:creationId xmlns:a16="http://schemas.microsoft.com/office/drawing/2014/main" id="{82B0ED5C-927D-4C5F-8F27-1B403820B9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3402" y="36937"/>
              <a:ext cx="9767847" cy="6858000"/>
            </a:xfrm>
            <a:custGeom>
              <a:avLst/>
              <a:gdLst>
                <a:gd name="connsiteX0" fmla="*/ 7145704 w 9767847"/>
                <a:gd name="connsiteY0" fmla="*/ 0 h 6858000"/>
                <a:gd name="connsiteX1" fmla="*/ 7875738 w 9767847"/>
                <a:gd name="connsiteY1" fmla="*/ 0 h 6858000"/>
                <a:gd name="connsiteX2" fmla="*/ 7990553 w 9767847"/>
                <a:gd name="connsiteY2" fmla="*/ 85415 h 6858000"/>
                <a:gd name="connsiteX3" fmla="*/ 9767847 w 9767847"/>
                <a:gd name="connsiteY3" fmla="*/ 3653129 h 6858000"/>
                <a:gd name="connsiteX4" fmla="*/ 8652597 w 9767847"/>
                <a:gd name="connsiteY4" fmla="*/ 6594103 h 6858000"/>
                <a:gd name="connsiteX5" fmla="*/ 8399240 w 9767847"/>
                <a:gd name="connsiteY5" fmla="*/ 6858000 h 6858000"/>
                <a:gd name="connsiteX6" fmla="*/ 6766926 w 9767847"/>
                <a:gd name="connsiteY6" fmla="*/ 6858000 h 6858000"/>
                <a:gd name="connsiteX7" fmla="*/ 6804586 w 9767847"/>
                <a:gd name="connsiteY7" fmla="*/ 6821201 h 6858000"/>
                <a:gd name="connsiteX8" fmla="*/ 6881735 w 9767847"/>
                <a:gd name="connsiteY8" fmla="*/ 6745295 h 6858000"/>
                <a:gd name="connsiteX9" fmla="*/ 6958883 w 9767847"/>
                <a:gd name="connsiteY9" fmla="*/ 6668920 h 6858000"/>
                <a:gd name="connsiteX10" fmla="*/ 7267925 w 9767847"/>
                <a:gd name="connsiteY10" fmla="*/ 6359792 h 6858000"/>
                <a:gd name="connsiteX11" fmla="*/ 7424360 w 9767847"/>
                <a:gd name="connsiteY11" fmla="*/ 6204783 h 6858000"/>
                <a:gd name="connsiteX12" fmla="*/ 7504938 w 9767847"/>
                <a:gd name="connsiteY12" fmla="*/ 6126806 h 6858000"/>
                <a:gd name="connsiteX13" fmla="*/ 7546396 w 9767847"/>
                <a:gd name="connsiteY13" fmla="*/ 6087795 h 6858000"/>
                <a:gd name="connsiteX14" fmla="*/ 7588002 w 9767847"/>
                <a:gd name="connsiteY14" fmla="*/ 6049630 h 6858000"/>
                <a:gd name="connsiteX15" fmla="*/ 7631000 w 9767847"/>
                <a:gd name="connsiteY15" fmla="*/ 6010807 h 6858000"/>
                <a:gd name="connsiteX16" fmla="*/ 7675440 w 9767847"/>
                <a:gd name="connsiteY16" fmla="*/ 5972407 h 6858000"/>
                <a:gd name="connsiteX17" fmla="*/ 7720626 w 9767847"/>
                <a:gd name="connsiteY17" fmla="*/ 5934949 h 6858000"/>
                <a:gd name="connsiteX18" fmla="*/ 7766458 w 9767847"/>
                <a:gd name="connsiteY18" fmla="*/ 5898432 h 6858000"/>
                <a:gd name="connsiteX19" fmla="*/ 7955254 w 9767847"/>
                <a:gd name="connsiteY19" fmla="*/ 5760926 h 6858000"/>
                <a:gd name="connsiteX20" fmla="*/ 8352678 w 9767847"/>
                <a:gd name="connsiteY20" fmla="*/ 5521728 h 6858000"/>
                <a:gd name="connsiteX21" fmla="*/ 8451350 w 9767847"/>
                <a:gd name="connsiteY21" fmla="*/ 5469352 h 6858000"/>
                <a:gd name="connsiteX22" fmla="*/ 8548532 w 9767847"/>
                <a:gd name="connsiteY22" fmla="*/ 5417493 h 6858000"/>
                <a:gd name="connsiteX23" fmla="*/ 8729473 w 9767847"/>
                <a:gd name="connsiteY23" fmla="*/ 5314059 h 6858000"/>
                <a:gd name="connsiteX24" fmla="*/ 8770781 w 9767847"/>
                <a:gd name="connsiteY24" fmla="*/ 5287330 h 6858000"/>
                <a:gd name="connsiteX25" fmla="*/ 8790964 w 9767847"/>
                <a:gd name="connsiteY25" fmla="*/ 5273590 h 6858000"/>
                <a:gd name="connsiteX26" fmla="*/ 8810499 w 9767847"/>
                <a:gd name="connsiteY26" fmla="*/ 5259801 h 6858000"/>
                <a:gd name="connsiteX27" fmla="*/ 8883571 w 9767847"/>
                <a:gd name="connsiteY27" fmla="*/ 5202577 h 6858000"/>
                <a:gd name="connsiteX28" fmla="*/ 9006651 w 9767847"/>
                <a:gd name="connsiteY28" fmla="*/ 5074625 h 6858000"/>
                <a:gd name="connsiteX29" fmla="*/ 9033494 w 9767847"/>
                <a:gd name="connsiteY29" fmla="*/ 5038203 h 6858000"/>
                <a:gd name="connsiteX30" fmla="*/ 9040305 w 9767847"/>
                <a:gd name="connsiteY30" fmla="*/ 5028649 h 6858000"/>
                <a:gd name="connsiteX31" fmla="*/ 9046568 w 9767847"/>
                <a:gd name="connsiteY31" fmla="*/ 5019379 h 6858000"/>
                <a:gd name="connsiteX32" fmla="*/ 9058846 w 9767847"/>
                <a:gd name="connsiteY32" fmla="*/ 5000743 h 6858000"/>
                <a:gd name="connsiteX33" fmla="*/ 9104529 w 9767847"/>
                <a:gd name="connsiteY33" fmla="*/ 4922203 h 6858000"/>
                <a:gd name="connsiteX34" fmla="*/ 9181081 w 9767847"/>
                <a:gd name="connsiteY34" fmla="*/ 4748792 h 6858000"/>
                <a:gd name="connsiteX35" fmla="*/ 9240731 w 9767847"/>
                <a:gd name="connsiteY35" fmla="*/ 4561970 h 6858000"/>
                <a:gd name="connsiteX36" fmla="*/ 9265388 w 9767847"/>
                <a:gd name="connsiteY36" fmla="*/ 4465171 h 6858000"/>
                <a:gd name="connsiteX37" fmla="*/ 9276571 w 9767847"/>
                <a:gd name="connsiteY37" fmla="*/ 4416041 h 6858000"/>
                <a:gd name="connsiteX38" fmla="*/ 9281841 w 9767847"/>
                <a:gd name="connsiteY38" fmla="*/ 4391477 h 6858000"/>
                <a:gd name="connsiteX39" fmla="*/ 9286513 w 9767847"/>
                <a:gd name="connsiteY39" fmla="*/ 4368936 h 6858000"/>
                <a:gd name="connsiteX40" fmla="*/ 9296754 w 9767847"/>
                <a:gd name="connsiteY40" fmla="*/ 4316136 h 6858000"/>
                <a:gd name="connsiteX41" fmla="*/ 9301029 w 9767847"/>
                <a:gd name="connsiteY41" fmla="*/ 4293172 h 6858000"/>
                <a:gd name="connsiteX42" fmla="*/ 9302818 w 9767847"/>
                <a:gd name="connsiteY42" fmla="*/ 4282679 h 6858000"/>
                <a:gd name="connsiteX43" fmla="*/ 9304658 w 9767847"/>
                <a:gd name="connsiteY43" fmla="*/ 4270914 h 6858000"/>
                <a:gd name="connsiteX44" fmla="*/ 9312810 w 9767847"/>
                <a:gd name="connsiteY44" fmla="*/ 4220043 h 6858000"/>
                <a:gd name="connsiteX45" fmla="*/ 9316887 w 9767847"/>
                <a:gd name="connsiteY45" fmla="*/ 4194584 h 6858000"/>
                <a:gd name="connsiteX46" fmla="*/ 9318923 w 9767847"/>
                <a:gd name="connsiteY46" fmla="*/ 4181878 h 6858000"/>
                <a:gd name="connsiteX47" fmla="*/ 9320515 w 9767847"/>
                <a:gd name="connsiteY47" fmla="*/ 4168984 h 6858000"/>
                <a:gd name="connsiteX48" fmla="*/ 9332445 w 9767847"/>
                <a:gd name="connsiteY48" fmla="*/ 4069079 h 6858000"/>
                <a:gd name="connsiteX49" fmla="*/ 9336173 w 9767847"/>
                <a:gd name="connsiteY49" fmla="*/ 4022774 h 6858000"/>
                <a:gd name="connsiteX50" fmla="*/ 9340199 w 9767847"/>
                <a:gd name="connsiteY50" fmla="*/ 3969269 h 6858000"/>
                <a:gd name="connsiteX51" fmla="*/ 9347557 w 9767847"/>
                <a:gd name="connsiteY51" fmla="*/ 3770070 h 6858000"/>
                <a:gd name="connsiteX52" fmla="*/ 9346364 w 9767847"/>
                <a:gd name="connsiteY52" fmla="*/ 3669036 h 6858000"/>
                <a:gd name="connsiteX53" fmla="*/ 9344921 w 9767847"/>
                <a:gd name="connsiteY53" fmla="*/ 3619341 h 6858000"/>
                <a:gd name="connsiteX54" fmla="*/ 9344524 w 9767847"/>
                <a:gd name="connsiteY54" fmla="*/ 3607624 h 6858000"/>
                <a:gd name="connsiteX55" fmla="*/ 9343728 w 9767847"/>
                <a:gd name="connsiteY55" fmla="*/ 3594872 h 6858000"/>
                <a:gd name="connsiteX56" fmla="*/ 9342188 w 9767847"/>
                <a:gd name="connsiteY56" fmla="*/ 3569366 h 6858000"/>
                <a:gd name="connsiteX57" fmla="*/ 9339056 w 9767847"/>
                <a:gd name="connsiteY57" fmla="*/ 3518354 h 6858000"/>
                <a:gd name="connsiteX58" fmla="*/ 9334334 w 9767847"/>
                <a:gd name="connsiteY58" fmla="*/ 3467155 h 6858000"/>
                <a:gd name="connsiteX59" fmla="*/ 9329363 w 9767847"/>
                <a:gd name="connsiteY59" fmla="*/ 3415908 h 6858000"/>
                <a:gd name="connsiteX60" fmla="*/ 9328319 w 9767847"/>
                <a:gd name="connsiteY60" fmla="*/ 3404755 h 6858000"/>
                <a:gd name="connsiteX61" fmla="*/ 9327177 w 9767847"/>
                <a:gd name="connsiteY61" fmla="*/ 3394214 h 6858000"/>
                <a:gd name="connsiteX62" fmla="*/ 9324293 w 9767847"/>
                <a:gd name="connsiteY62" fmla="*/ 3370872 h 6858000"/>
                <a:gd name="connsiteX63" fmla="*/ 9320763 w 9767847"/>
                <a:gd name="connsiteY63" fmla="*/ 3344427 h 6858000"/>
                <a:gd name="connsiteX64" fmla="*/ 9317184 w 9767847"/>
                <a:gd name="connsiteY64" fmla="*/ 3315343 h 6858000"/>
                <a:gd name="connsiteX65" fmla="*/ 9311021 w 9767847"/>
                <a:gd name="connsiteY65" fmla="*/ 3270309 h 6858000"/>
                <a:gd name="connsiteX66" fmla="*/ 9302719 w 9767847"/>
                <a:gd name="connsiteY66" fmla="*/ 3219815 h 6858000"/>
                <a:gd name="connsiteX67" fmla="*/ 9293970 w 9767847"/>
                <a:gd name="connsiteY67" fmla="*/ 3169887 h 6858000"/>
                <a:gd name="connsiteX68" fmla="*/ 9252065 w 9767847"/>
                <a:gd name="connsiteY68" fmla="*/ 2971205 h 6858000"/>
                <a:gd name="connsiteX69" fmla="*/ 9227211 w 9767847"/>
                <a:gd name="connsiteY69" fmla="*/ 2872571 h 6858000"/>
                <a:gd name="connsiteX70" fmla="*/ 9220699 w 9767847"/>
                <a:gd name="connsiteY70" fmla="*/ 2848524 h 6858000"/>
                <a:gd name="connsiteX71" fmla="*/ 9213740 w 9767847"/>
                <a:gd name="connsiteY71" fmla="*/ 2824289 h 6858000"/>
                <a:gd name="connsiteX72" fmla="*/ 9199374 w 9767847"/>
                <a:gd name="connsiteY72" fmla="*/ 2775536 h 6858000"/>
                <a:gd name="connsiteX73" fmla="*/ 9061829 w 9767847"/>
                <a:gd name="connsiteY73" fmla="*/ 2389515 h 6858000"/>
                <a:gd name="connsiteX74" fmla="*/ 8978865 w 9767847"/>
                <a:gd name="connsiteY74" fmla="*/ 2200953 h 6858000"/>
                <a:gd name="connsiteX75" fmla="*/ 8956694 w 9767847"/>
                <a:gd name="connsiteY75" fmla="*/ 2154317 h 6858000"/>
                <a:gd name="connsiteX76" fmla="*/ 8934176 w 9767847"/>
                <a:gd name="connsiteY76" fmla="*/ 2108012 h 6858000"/>
                <a:gd name="connsiteX77" fmla="*/ 8887151 w 9767847"/>
                <a:gd name="connsiteY77" fmla="*/ 2015448 h 6858000"/>
                <a:gd name="connsiteX78" fmla="*/ 8787533 w 9767847"/>
                <a:gd name="connsiteY78" fmla="*/ 1832625 h 6858000"/>
                <a:gd name="connsiteX79" fmla="*/ 8761485 w 9767847"/>
                <a:gd name="connsiteY79" fmla="*/ 1787496 h 6858000"/>
                <a:gd name="connsiteX80" fmla="*/ 8734791 w 9767847"/>
                <a:gd name="connsiteY80" fmla="*/ 1741991 h 6858000"/>
                <a:gd name="connsiteX81" fmla="*/ 8680808 w 9767847"/>
                <a:gd name="connsiteY81" fmla="*/ 1652910 h 6858000"/>
                <a:gd name="connsiteX82" fmla="*/ 8567024 w 9767847"/>
                <a:gd name="connsiteY82" fmla="*/ 1477004 h 6858000"/>
                <a:gd name="connsiteX83" fmla="*/ 8537446 w 9767847"/>
                <a:gd name="connsiteY83" fmla="*/ 1433428 h 6858000"/>
                <a:gd name="connsiteX84" fmla="*/ 8507423 w 9767847"/>
                <a:gd name="connsiteY84" fmla="*/ 1389994 h 6858000"/>
                <a:gd name="connsiteX85" fmla="*/ 8446529 w 9767847"/>
                <a:gd name="connsiteY85" fmla="*/ 1304393 h 6858000"/>
                <a:gd name="connsiteX86" fmla="*/ 8319224 w 9767847"/>
                <a:gd name="connsiteY86" fmla="*/ 1135124 h 6858000"/>
                <a:gd name="connsiteX87" fmla="*/ 8286366 w 9767847"/>
                <a:gd name="connsiteY87" fmla="*/ 1093148 h 6858000"/>
                <a:gd name="connsiteX88" fmla="*/ 8270161 w 9767847"/>
                <a:gd name="connsiteY88" fmla="*/ 1072538 h 6858000"/>
                <a:gd name="connsiteX89" fmla="*/ 8253856 w 9767847"/>
                <a:gd name="connsiteY89" fmla="*/ 1052254 h 6858000"/>
                <a:gd name="connsiteX90" fmla="*/ 8186352 w 9767847"/>
                <a:gd name="connsiteY90" fmla="*/ 970373 h 6858000"/>
                <a:gd name="connsiteX91" fmla="*/ 8046768 w 9767847"/>
                <a:gd name="connsiteY91" fmla="*/ 809527 h 6858000"/>
                <a:gd name="connsiteX92" fmla="*/ 8010927 w 9767847"/>
                <a:gd name="connsiteY92" fmla="*/ 769951 h 6858000"/>
                <a:gd name="connsiteX93" fmla="*/ 7974788 w 9767847"/>
                <a:gd name="connsiteY93" fmla="*/ 730751 h 6858000"/>
                <a:gd name="connsiteX94" fmla="*/ 7901070 w 9767847"/>
                <a:gd name="connsiteY94" fmla="*/ 652823 h 6858000"/>
                <a:gd name="connsiteX95" fmla="*/ 7750054 w 9767847"/>
                <a:gd name="connsiteY95" fmla="*/ 501106 h 6858000"/>
                <a:gd name="connsiteX96" fmla="*/ 7592277 w 9767847"/>
                <a:gd name="connsiteY96" fmla="*/ 355319 h 6858000"/>
                <a:gd name="connsiteX97" fmla="*/ 7257734 w 9767847"/>
                <a:gd name="connsiteY97" fmla="*/ 81062 h 6858000"/>
                <a:gd name="connsiteX98" fmla="*/ 1892109 w 9767847"/>
                <a:gd name="connsiteY98" fmla="*/ 0 h 6858000"/>
                <a:gd name="connsiteX99" fmla="*/ 2298402 w 9767847"/>
                <a:gd name="connsiteY99" fmla="*/ 0 h 6858000"/>
                <a:gd name="connsiteX100" fmla="*/ 2135542 w 9767847"/>
                <a:gd name="connsiteY100" fmla="*/ 121879 h 6858000"/>
                <a:gd name="connsiteX101" fmla="*/ 1969576 w 9767847"/>
                <a:gd name="connsiteY101" fmla="*/ 259084 h 6858000"/>
                <a:gd name="connsiteX102" fmla="*/ 1659938 w 9767847"/>
                <a:gd name="connsiteY102" fmla="*/ 553953 h 6858000"/>
                <a:gd name="connsiteX103" fmla="*/ 729383 w 9767847"/>
                <a:gd name="connsiteY103" fmla="*/ 1940578 h 6858000"/>
                <a:gd name="connsiteX104" fmla="*/ 578465 w 9767847"/>
                <a:gd name="connsiteY104" fmla="*/ 2324905 h 6858000"/>
                <a:gd name="connsiteX105" fmla="*/ 465080 w 9767847"/>
                <a:gd name="connsiteY105" fmla="*/ 2718973 h 6858000"/>
                <a:gd name="connsiteX106" fmla="*/ 423820 w 9767847"/>
                <a:gd name="connsiteY106" fmla="*/ 2919535 h 6858000"/>
                <a:gd name="connsiteX107" fmla="*/ 392355 w 9767847"/>
                <a:gd name="connsiteY107" fmla="*/ 3122169 h 6858000"/>
                <a:gd name="connsiteX108" fmla="*/ 358801 w 9767847"/>
                <a:gd name="connsiteY108" fmla="*/ 3531013 h 6858000"/>
                <a:gd name="connsiteX109" fmla="*/ 410350 w 9767847"/>
                <a:gd name="connsiteY109" fmla="*/ 4352324 h 6858000"/>
                <a:gd name="connsiteX110" fmla="*/ 449022 w 9767847"/>
                <a:gd name="connsiteY110" fmla="*/ 4555147 h 6858000"/>
                <a:gd name="connsiteX111" fmla="*/ 498882 w 9767847"/>
                <a:gd name="connsiteY111" fmla="*/ 4756463 h 6858000"/>
                <a:gd name="connsiteX112" fmla="*/ 559775 w 9767847"/>
                <a:gd name="connsiteY112" fmla="*/ 4955755 h 6858000"/>
                <a:gd name="connsiteX113" fmla="*/ 631406 w 9767847"/>
                <a:gd name="connsiteY113" fmla="*/ 5152084 h 6858000"/>
                <a:gd name="connsiteX114" fmla="*/ 1023461 w 9767847"/>
                <a:gd name="connsiteY114" fmla="*/ 5898055 h 6858000"/>
                <a:gd name="connsiteX115" fmla="*/ 1575880 w 9767847"/>
                <a:gd name="connsiteY115" fmla="*/ 6551744 h 6858000"/>
                <a:gd name="connsiteX116" fmla="*/ 1905228 w 9767847"/>
                <a:gd name="connsiteY116" fmla="*/ 6833566 h 6858000"/>
                <a:gd name="connsiteX117" fmla="*/ 1938629 w 9767847"/>
                <a:gd name="connsiteY117" fmla="*/ 6858000 h 6858000"/>
                <a:gd name="connsiteX118" fmla="*/ 1368607 w 9767847"/>
                <a:gd name="connsiteY118" fmla="*/ 6858000 h 6858000"/>
                <a:gd name="connsiteX119" fmla="*/ 1115251 w 9767847"/>
                <a:gd name="connsiteY119" fmla="*/ 6594103 h 6858000"/>
                <a:gd name="connsiteX120" fmla="*/ 0 w 9767847"/>
                <a:gd name="connsiteY120" fmla="*/ 3653129 h 6858000"/>
                <a:gd name="connsiteX121" fmla="*/ 1777294 w 9767847"/>
                <a:gd name="connsiteY121" fmla="*/ 854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9767847" h="6858000">
                  <a:moveTo>
                    <a:pt x="7145704" y="0"/>
                  </a:moveTo>
                  <a:lnTo>
                    <a:pt x="7875738" y="0"/>
                  </a:lnTo>
                  <a:lnTo>
                    <a:pt x="7990553" y="85415"/>
                  </a:lnTo>
                  <a:cubicBezTo>
                    <a:pt x="9075991" y="933432"/>
                    <a:pt x="9767847" y="2216793"/>
                    <a:pt x="9767847" y="3653129"/>
                  </a:cubicBezTo>
                  <a:cubicBezTo>
                    <a:pt x="9767847" y="4770280"/>
                    <a:pt x="9349317" y="5794890"/>
                    <a:pt x="8652597" y="6594103"/>
                  </a:cubicBezTo>
                  <a:lnTo>
                    <a:pt x="8399240" y="6858000"/>
                  </a:lnTo>
                  <a:lnTo>
                    <a:pt x="6766926" y="6858000"/>
                  </a:lnTo>
                  <a:lnTo>
                    <a:pt x="6804586" y="6821201"/>
                  </a:lnTo>
                  <a:lnTo>
                    <a:pt x="6881735" y="6745295"/>
                  </a:lnTo>
                  <a:cubicBezTo>
                    <a:pt x="6907435" y="6719979"/>
                    <a:pt x="6933134" y="6694896"/>
                    <a:pt x="6958883" y="6668920"/>
                  </a:cubicBezTo>
                  <a:lnTo>
                    <a:pt x="7267925" y="6359792"/>
                  </a:lnTo>
                  <a:lnTo>
                    <a:pt x="7424360" y="6204783"/>
                  </a:lnTo>
                  <a:cubicBezTo>
                    <a:pt x="7450754" y="6178900"/>
                    <a:pt x="7477598" y="6152829"/>
                    <a:pt x="7504938" y="6126806"/>
                  </a:cubicBezTo>
                  <a:lnTo>
                    <a:pt x="7546396" y="6087795"/>
                  </a:lnTo>
                  <a:cubicBezTo>
                    <a:pt x="7560264" y="6074901"/>
                    <a:pt x="7574780" y="6061630"/>
                    <a:pt x="7588002" y="6049630"/>
                  </a:cubicBezTo>
                  <a:lnTo>
                    <a:pt x="7631000" y="6010807"/>
                  </a:lnTo>
                  <a:lnTo>
                    <a:pt x="7675440" y="5972407"/>
                  </a:lnTo>
                  <a:cubicBezTo>
                    <a:pt x="7690404" y="5959796"/>
                    <a:pt x="7705564" y="5947419"/>
                    <a:pt x="7720626" y="5934949"/>
                  </a:cubicBezTo>
                  <a:cubicBezTo>
                    <a:pt x="7735738" y="5922525"/>
                    <a:pt x="7751197" y="5910619"/>
                    <a:pt x="7766458" y="5898432"/>
                  </a:cubicBezTo>
                  <a:cubicBezTo>
                    <a:pt x="7827949" y="5850290"/>
                    <a:pt x="7890979" y="5804597"/>
                    <a:pt x="7955254" y="5760926"/>
                  </a:cubicBezTo>
                  <a:cubicBezTo>
                    <a:pt x="8083800" y="5673632"/>
                    <a:pt x="8216872" y="5594434"/>
                    <a:pt x="8352678" y="5521728"/>
                  </a:cubicBezTo>
                  <a:lnTo>
                    <a:pt x="8451350" y="5469352"/>
                  </a:lnTo>
                  <a:lnTo>
                    <a:pt x="8548532" y="5417493"/>
                  </a:lnTo>
                  <a:cubicBezTo>
                    <a:pt x="8612110" y="5383188"/>
                    <a:pt x="8673251" y="5349306"/>
                    <a:pt x="8729473" y="5314059"/>
                  </a:cubicBezTo>
                  <a:cubicBezTo>
                    <a:pt x="8743591" y="5305213"/>
                    <a:pt x="8757161" y="5296459"/>
                    <a:pt x="8770781" y="5287330"/>
                  </a:cubicBezTo>
                  <a:cubicBezTo>
                    <a:pt x="8777591" y="5282765"/>
                    <a:pt x="8784451" y="5278201"/>
                    <a:pt x="8790964" y="5273590"/>
                  </a:cubicBezTo>
                  <a:cubicBezTo>
                    <a:pt x="8797574" y="5268977"/>
                    <a:pt x="8804235" y="5264412"/>
                    <a:pt x="8810499" y="5259801"/>
                  </a:cubicBezTo>
                  <a:cubicBezTo>
                    <a:pt x="8835999" y="5241401"/>
                    <a:pt x="8860407" y="5222389"/>
                    <a:pt x="8883571" y="5202577"/>
                  </a:cubicBezTo>
                  <a:cubicBezTo>
                    <a:pt x="8929900" y="5162954"/>
                    <a:pt x="8971258" y="5120413"/>
                    <a:pt x="9006651" y="5074625"/>
                  </a:cubicBezTo>
                  <a:cubicBezTo>
                    <a:pt x="9015351" y="5063426"/>
                    <a:pt x="9024398" y="5050955"/>
                    <a:pt x="9033494" y="5038203"/>
                  </a:cubicBezTo>
                  <a:lnTo>
                    <a:pt x="9040305" y="5028649"/>
                  </a:lnTo>
                  <a:lnTo>
                    <a:pt x="9046568" y="5019379"/>
                  </a:lnTo>
                  <a:cubicBezTo>
                    <a:pt x="9050743" y="5013261"/>
                    <a:pt x="9054819" y="5007050"/>
                    <a:pt x="9058846" y="5000743"/>
                  </a:cubicBezTo>
                  <a:cubicBezTo>
                    <a:pt x="9075002" y="4975615"/>
                    <a:pt x="9090212" y="4949403"/>
                    <a:pt x="9104529" y="4922203"/>
                  </a:cubicBezTo>
                  <a:cubicBezTo>
                    <a:pt x="9133211" y="4867850"/>
                    <a:pt x="9158313" y="4809545"/>
                    <a:pt x="9181081" y="4748792"/>
                  </a:cubicBezTo>
                  <a:cubicBezTo>
                    <a:pt x="9203748" y="4688276"/>
                    <a:pt x="9223383" y="4625876"/>
                    <a:pt x="9240731" y="4561970"/>
                  </a:cubicBezTo>
                  <a:cubicBezTo>
                    <a:pt x="9249481" y="4530064"/>
                    <a:pt x="9257682" y="4497782"/>
                    <a:pt x="9265388" y="4465171"/>
                  </a:cubicBezTo>
                  <a:cubicBezTo>
                    <a:pt x="9269215" y="4448842"/>
                    <a:pt x="9272943" y="4432465"/>
                    <a:pt x="9276571" y="4416041"/>
                  </a:cubicBezTo>
                  <a:lnTo>
                    <a:pt x="9281841" y="4391477"/>
                  </a:lnTo>
                  <a:lnTo>
                    <a:pt x="9286513" y="4368936"/>
                  </a:lnTo>
                  <a:lnTo>
                    <a:pt x="9296754" y="4316136"/>
                  </a:lnTo>
                  <a:lnTo>
                    <a:pt x="9301029" y="4293172"/>
                  </a:lnTo>
                  <a:lnTo>
                    <a:pt x="9302818" y="4282679"/>
                  </a:lnTo>
                  <a:lnTo>
                    <a:pt x="9304658" y="4270914"/>
                  </a:lnTo>
                  <a:lnTo>
                    <a:pt x="9312810" y="4220043"/>
                  </a:lnTo>
                  <a:lnTo>
                    <a:pt x="9316887" y="4194584"/>
                  </a:lnTo>
                  <a:lnTo>
                    <a:pt x="9318923" y="4181878"/>
                  </a:lnTo>
                  <a:cubicBezTo>
                    <a:pt x="9319570" y="4177644"/>
                    <a:pt x="9319969" y="4173267"/>
                    <a:pt x="9320515" y="4168984"/>
                  </a:cubicBezTo>
                  <a:lnTo>
                    <a:pt x="9332445" y="4069079"/>
                  </a:lnTo>
                  <a:cubicBezTo>
                    <a:pt x="9333836" y="4056468"/>
                    <a:pt x="9334880" y="4040986"/>
                    <a:pt x="9336173" y="4022774"/>
                  </a:cubicBezTo>
                  <a:lnTo>
                    <a:pt x="9340199" y="3969269"/>
                  </a:lnTo>
                  <a:cubicBezTo>
                    <a:pt x="9345071" y="3903904"/>
                    <a:pt x="9347358" y="3837081"/>
                    <a:pt x="9347557" y="3770070"/>
                  </a:cubicBezTo>
                  <a:cubicBezTo>
                    <a:pt x="9347656" y="3736518"/>
                    <a:pt x="9347209" y="3702871"/>
                    <a:pt x="9346364" y="3669036"/>
                  </a:cubicBezTo>
                  <a:lnTo>
                    <a:pt x="9344921" y="3619341"/>
                  </a:lnTo>
                  <a:lnTo>
                    <a:pt x="9344524" y="3607624"/>
                  </a:lnTo>
                  <a:lnTo>
                    <a:pt x="9343728" y="3594872"/>
                  </a:lnTo>
                  <a:lnTo>
                    <a:pt x="9342188" y="3569366"/>
                  </a:lnTo>
                  <a:lnTo>
                    <a:pt x="9339056" y="3518354"/>
                  </a:lnTo>
                  <a:cubicBezTo>
                    <a:pt x="9337914" y="3501319"/>
                    <a:pt x="9335874" y="3484236"/>
                    <a:pt x="9334334" y="3467155"/>
                  </a:cubicBezTo>
                  <a:lnTo>
                    <a:pt x="9329363" y="3415908"/>
                  </a:lnTo>
                  <a:lnTo>
                    <a:pt x="9328319" y="3404755"/>
                  </a:lnTo>
                  <a:lnTo>
                    <a:pt x="9327177" y="3394214"/>
                  </a:lnTo>
                  <a:lnTo>
                    <a:pt x="9324293" y="3370872"/>
                  </a:lnTo>
                  <a:lnTo>
                    <a:pt x="9320763" y="3344427"/>
                  </a:lnTo>
                  <a:lnTo>
                    <a:pt x="9317184" y="3315343"/>
                  </a:lnTo>
                  <a:cubicBezTo>
                    <a:pt x="9315594" y="3300991"/>
                    <a:pt x="9313506" y="3286404"/>
                    <a:pt x="9311021" y="3270309"/>
                  </a:cubicBezTo>
                  <a:lnTo>
                    <a:pt x="9302719" y="3219815"/>
                  </a:lnTo>
                  <a:cubicBezTo>
                    <a:pt x="9299936" y="3203157"/>
                    <a:pt x="9297003" y="3186498"/>
                    <a:pt x="9293970" y="3169887"/>
                  </a:cubicBezTo>
                  <a:cubicBezTo>
                    <a:pt x="9281891" y="3103393"/>
                    <a:pt x="9267674" y="3037182"/>
                    <a:pt x="9252065" y="2971205"/>
                  </a:cubicBezTo>
                  <a:cubicBezTo>
                    <a:pt x="9244261" y="2938265"/>
                    <a:pt x="9235959" y="2905371"/>
                    <a:pt x="9227211" y="2872571"/>
                  </a:cubicBezTo>
                  <a:lnTo>
                    <a:pt x="9220699" y="2848524"/>
                  </a:lnTo>
                  <a:lnTo>
                    <a:pt x="9213740" y="2824289"/>
                  </a:lnTo>
                  <a:cubicBezTo>
                    <a:pt x="9209216" y="2808147"/>
                    <a:pt x="9204345" y="2791866"/>
                    <a:pt x="9199374" y="2775536"/>
                  </a:cubicBezTo>
                  <a:cubicBezTo>
                    <a:pt x="9159855" y="2645184"/>
                    <a:pt x="9114272" y="2516197"/>
                    <a:pt x="9061829" y="2389515"/>
                  </a:cubicBezTo>
                  <a:cubicBezTo>
                    <a:pt x="9035582" y="2326175"/>
                    <a:pt x="9008043" y="2263258"/>
                    <a:pt x="8978865" y="2200953"/>
                  </a:cubicBezTo>
                  <a:lnTo>
                    <a:pt x="8956694" y="2154317"/>
                  </a:lnTo>
                  <a:lnTo>
                    <a:pt x="8934176" y="2108012"/>
                  </a:lnTo>
                  <a:cubicBezTo>
                    <a:pt x="8918915" y="2077189"/>
                    <a:pt x="8903157" y="2046130"/>
                    <a:pt x="8887151" y="2015448"/>
                  </a:cubicBezTo>
                  <a:cubicBezTo>
                    <a:pt x="8854988" y="1953989"/>
                    <a:pt x="8822082" y="1892908"/>
                    <a:pt x="8787533" y="1832625"/>
                  </a:cubicBezTo>
                  <a:lnTo>
                    <a:pt x="8761485" y="1787496"/>
                  </a:lnTo>
                  <a:lnTo>
                    <a:pt x="8734791" y="1741991"/>
                  </a:lnTo>
                  <a:cubicBezTo>
                    <a:pt x="8717047" y="1711921"/>
                    <a:pt x="8699200" y="1682461"/>
                    <a:pt x="8680808" y="1652910"/>
                  </a:cubicBezTo>
                  <a:cubicBezTo>
                    <a:pt x="8644322" y="1593756"/>
                    <a:pt x="8606194" y="1535216"/>
                    <a:pt x="8567024" y="1477004"/>
                  </a:cubicBezTo>
                  <a:lnTo>
                    <a:pt x="8537446" y="1433428"/>
                  </a:lnTo>
                  <a:lnTo>
                    <a:pt x="8507423" y="1389994"/>
                  </a:lnTo>
                  <a:cubicBezTo>
                    <a:pt x="8487390" y="1361382"/>
                    <a:pt x="8467158" y="1332817"/>
                    <a:pt x="8446529" y="1304393"/>
                  </a:cubicBezTo>
                  <a:cubicBezTo>
                    <a:pt x="8405271" y="1247595"/>
                    <a:pt x="8362718" y="1191218"/>
                    <a:pt x="8319224" y="1135124"/>
                  </a:cubicBezTo>
                  <a:lnTo>
                    <a:pt x="8286366" y="1093148"/>
                  </a:lnTo>
                  <a:lnTo>
                    <a:pt x="8270161" y="1072538"/>
                  </a:lnTo>
                  <a:lnTo>
                    <a:pt x="8253856" y="1052254"/>
                  </a:lnTo>
                  <a:cubicBezTo>
                    <a:pt x="8231636" y="1024773"/>
                    <a:pt x="8209117" y="997479"/>
                    <a:pt x="8186352" y="970373"/>
                  </a:cubicBezTo>
                  <a:cubicBezTo>
                    <a:pt x="8140917" y="916020"/>
                    <a:pt x="8094240" y="862515"/>
                    <a:pt x="8046768" y="809527"/>
                  </a:cubicBezTo>
                  <a:lnTo>
                    <a:pt x="8010927" y="769951"/>
                  </a:lnTo>
                  <a:lnTo>
                    <a:pt x="7974788" y="730751"/>
                  </a:lnTo>
                  <a:cubicBezTo>
                    <a:pt x="7950382" y="704587"/>
                    <a:pt x="7925824" y="678563"/>
                    <a:pt x="7901070" y="652823"/>
                  </a:cubicBezTo>
                  <a:cubicBezTo>
                    <a:pt x="7851510" y="601387"/>
                    <a:pt x="7801404" y="550612"/>
                    <a:pt x="7750054" y="501106"/>
                  </a:cubicBezTo>
                  <a:cubicBezTo>
                    <a:pt x="7698902" y="451742"/>
                    <a:pt x="7645913" y="403036"/>
                    <a:pt x="7592277" y="355319"/>
                  </a:cubicBezTo>
                  <a:cubicBezTo>
                    <a:pt x="7484856" y="259884"/>
                    <a:pt x="7373308" y="168402"/>
                    <a:pt x="7257734" y="81062"/>
                  </a:cubicBezTo>
                  <a:close/>
                  <a:moveTo>
                    <a:pt x="1892109" y="0"/>
                  </a:moveTo>
                  <a:lnTo>
                    <a:pt x="2298402" y="0"/>
                  </a:lnTo>
                  <a:lnTo>
                    <a:pt x="2135542" y="121879"/>
                  </a:lnTo>
                  <a:cubicBezTo>
                    <a:pt x="2078998" y="166378"/>
                    <a:pt x="2023659" y="212143"/>
                    <a:pt x="1969576" y="259084"/>
                  </a:cubicBezTo>
                  <a:cubicBezTo>
                    <a:pt x="1861309" y="352918"/>
                    <a:pt x="1758064" y="451412"/>
                    <a:pt x="1659938" y="553953"/>
                  </a:cubicBezTo>
                  <a:cubicBezTo>
                    <a:pt x="1266987" y="964444"/>
                    <a:pt x="953820" y="1435593"/>
                    <a:pt x="729383" y="1940578"/>
                  </a:cubicBezTo>
                  <a:cubicBezTo>
                    <a:pt x="673260" y="2066459"/>
                    <a:pt x="622855" y="2195070"/>
                    <a:pt x="578465" y="2324905"/>
                  </a:cubicBezTo>
                  <a:cubicBezTo>
                    <a:pt x="534125" y="2454785"/>
                    <a:pt x="496147" y="2586314"/>
                    <a:pt x="465080" y="2718973"/>
                  </a:cubicBezTo>
                  <a:cubicBezTo>
                    <a:pt x="449769" y="2785089"/>
                    <a:pt x="435850" y="2852289"/>
                    <a:pt x="423820" y="2919535"/>
                  </a:cubicBezTo>
                  <a:cubicBezTo>
                    <a:pt x="411840" y="2986829"/>
                    <a:pt x="401054" y="3054358"/>
                    <a:pt x="392355" y="3122169"/>
                  </a:cubicBezTo>
                  <a:cubicBezTo>
                    <a:pt x="374509" y="3257744"/>
                    <a:pt x="363424" y="3393978"/>
                    <a:pt x="358801" y="3531013"/>
                  </a:cubicBezTo>
                  <a:cubicBezTo>
                    <a:pt x="349009" y="3804941"/>
                    <a:pt x="366357" y="4079668"/>
                    <a:pt x="410350" y="4352324"/>
                  </a:cubicBezTo>
                  <a:cubicBezTo>
                    <a:pt x="421286" y="4420230"/>
                    <a:pt x="434209" y="4487758"/>
                    <a:pt x="449022" y="4555147"/>
                  </a:cubicBezTo>
                  <a:cubicBezTo>
                    <a:pt x="463737" y="4622534"/>
                    <a:pt x="480389" y="4689686"/>
                    <a:pt x="498882" y="4756463"/>
                  </a:cubicBezTo>
                  <a:cubicBezTo>
                    <a:pt x="517373" y="4823239"/>
                    <a:pt x="537704" y="4889733"/>
                    <a:pt x="559775" y="4955755"/>
                  </a:cubicBezTo>
                  <a:cubicBezTo>
                    <a:pt x="581946" y="5021873"/>
                    <a:pt x="605358" y="5087473"/>
                    <a:pt x="631406" y="5152084"/>
                  </a:cubicBezTo>
                  <a:cubicBezTo>
                    <a:pt x="734055" y="5411706"/>
                    <a:pt x="865188" y="5662668"/>
                    <a:pt x="1023461" y="5898055"/>
                  </a:cubicBezTo>
                  <a:cubicBezTo>
                    <a:pt x="1181487" y="6133676"/>
                    <a:pt x="1367051" y="6353345"/>
                    <a:pt x="1575880" y="6551744"/>
                  </a:cubicBezTo>
                  <a:cubicBezTo>
                    <a:pt x="1680269" y="6651014"/>
                    <a:pt x="1790338" y="6745037"/>
                    <a:pt x="1905228" y="6833566"/>
                  </a:cubicBezTo>
                  <a:lnTo>
                    <a:pt x="1938629" y="6858000"/>
                  </a:lnTo>
                  <a:lnTo>
                    <a:pt x="1368607" y="6858000"/>
                  </a:lnTo>
                  <a:lnTo>
                    <a:pt x="1115251" y="6594103"/>
                  </a:lnTo>
                  <a:cubicBezTo>
                    <a:pt x="418530" y="5794890"/>
                    <a:pt x="0" y="4770280"/>
                    <a:pt x="0" y="3653129"/>
                  </a:cubicBezTo>
                  <a:cubicBezTo>
                    <a:pt x="0" y="2216793"/>
                    <a:pt x="691856" y="933432"/>
                    <a:pt x="1777294" y="85415"/>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grpSp>
      <p:sp>
        <p:nvSpPr>
          <p:cNvPr id="2" name="Title 1">
            <a:extLst>
              <a:ext uri="{FF2B5EF4-FFF2-40B4-BE49-F238E27FC236}">
                <a16:creationId xmlns:a16="http://schemas.microsoft.com/office/drawing/2014/main" id="{8FB44EAD-9809-7711-9716-CB8F557A1391}"/>
              </a:ext>
            </a:extLst>
          </p:cNvPr>
          <p:cNvSpPr>
            <a:spLocks noGrp="1"/>
          </p:cNvSpPr>
          <p:nvPr>
            <p:ph type="ctrTitle"/>
          </p:nvPr>
        </p:nvSpPr>
        <p:spPr>
          <a:xfrm>
            <a:off x="876300" y="45868"/>
            <a:ext cx="10263459" cy="923925"/>
          </a:xfrm>
        </p:spPr>
        <p:txBody>
          <a:bodyPr anchor="b">
            <a:normAutofit/>
          </a:bodyPr>
          <a:lstStyle/>
          <a:p>
            <a:r>
              <a:rPr lang="en-IN" sz="4000" dirty="0">
                <a:solidFill>
                  <a:schemeClr val="tx2"/>
                </a:solidFill>
                <a:latin typeface="Engravers MT" panose="02090707080505020304" pitchFamily="18" charset="0"/>
              </a:rPr>
              <a:t>History  of MISRA-C</a:t>
            </a:r>
            <a:endParaRPr lang="en-IN" sz="4000" dirty="0">
              <a:solidFill>
                <a:schemeClr val="tx2"/>
              </a:solidFill>
            </a:endParaRPr>
          </a:p>
        </p:txBody>
      </p:sp>
      <p:grpSp>
        <p:nvGrpSpPr>
          <p:cNvPr id="23" name="Group 22">
            <a:extLst>
              <a:ext uri="{FF2B5EF4-FFF2-40B4-BE49-F238E27FC236}">
                <a16:creationId xmlns:a16="http://schemas.microsoft.com/office/drawing/2014/main" id="{87F87F1B-42BA-4AC7-A4E2-41544DDB2CE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05" y="-4155"/>
            <a:ext cx="2514948" cy="2174333"/>
            <a:chOff x="-305" y="-4155"/>
            <a:chExt cx="2514948" cy="2174333"/>
          </a:xfrm>
        </p:grpSpPr>
        <p:sp>
          <p:nvSpPr>
            <p:cNvPr id="24" name="Freeform: Shape 23">
              <a:extLst>
                <a:ext uri="{FF2B5EF4-FFF2-40B4-BE49-F238E27FC236}">
                  <a16:creationId xmlns:a16="http://schemas.microsoft.com/office/drawing/2014/main" id="{68B53067-4E48-4E71-A6A9-A8CAABAFBF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Shape 24">
              <a:extLst>
                <a:ext uri="{FF2B5EF4-FFF2-40B4-BE49-F238E27FC236}">
                  <a16:creationId xmlns:a16="http://schemas.microsoft.com/office/drawing/2014/main" id="{06D1A0D3-4BB8-41D9-9CE7-2884C83F44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reeform: Shape 25">
              <a:extLst>
                <a:ext uri="{FF2B5EF4-FFF2-40B4-BE49-F238E27FC236}">
                  <a16:creationId xmlns:a16="http://schemas.microsoft.com/office/drawing/2014/main" id="{81E20F06-3B09-4B89-A36B-AB8BFBCCA5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27" name="Freeform: Shape 26">
              <a:extLst>
                <a:ext uri="{FF2B5EF4-FFF2-40B4-BE49-F238E27FC236}">
                  <a16:creationId xmlns:a16="http://schemas.microsoft.com/office/drawing/2014/main" id="{DAE6C3D7-7D5B-4926-877D-45F117BB6B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9" name="Group 28">
            <a:extLst>
              <a:ext uri="{FF2B5EF4-FFF2-40B4-BE49-F238E27FC236}">
                <a16:creationId xmlns:a16="http://schemas.microsoft.com/office/drawing/2014/main" id="{967346A5-7569-4F15-AB5D-BE3DADF192C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9685727" y="4683666"/>
            <a:ext cx="2514948" cy="2174333"/>
            <a:chOff x="-305" y="-4155"/>
            <a:chExt cx="2514948" cy="2174333"/>
          </a:xfrm>
        </p:grpSpPr>
        <p:sp>
          <p:nvSpPr>
            <p:cNvPr id="30" name="Freeform: Shape 29">
              <a:extLst>
                <a:ext uri="{FF2B5EF4-FFF2-40B4-BE49-F238E27FC236}">
                  <a16:creationId xmlns:a16="http://schemas.microsoft.com/office/drawing/2014/main" id="{E1951533-A568-4765-AB1F-F71D9AFDEA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reeform: Shape 30">
              <a:extLst>
                <a:ext uri="{FF2B5EF4-FFF2-40B4-BE49-F238E27FC236}">
                  <a16:creationId xmlns:a16="http://schemas.microsoft.com/office/drawing/2014/main" id="{A7214F52-4F3F-4C96-A62E-F1401D6C04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Freeform: Shape 31">
              <a:extLst>
                <a:ext uri="{FF2B5EF4-FFF2-40B4-BE49-F238E27FC236}">
                  <a16:creationId xmlns:a16="http://schemas.microsoft.com/office/drawing/2014/main" id="{023146A1-291C-4FA0-AB5B-EB04D42398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33" name="Freeform: Shape 32">
              <a:extLst>
                <a:ext uri="{FF2B5EF4-FFF2-40B4-BE49-F238E27FC236}">
                  <a16:creationId xmlns:a16="http://schemas.microsoft.com/office/drawing/2014/main" id="{62977932-2B03-4899-8306-5002CEE68E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5" name="Title 1">
            <a:extLst>
              <a:ext uri="{FF2B5EF4-FFF2-40B4-BE49-F238E27FC236}">
                <a16:creationId xmlns:a16="http://schemas.microsoft.com/office/drawing/2014/main" id="{D6EE584E-84BC-FC84-2A5F-A0E7AF1256B7}"/>
              </a:ext>
            </a:extLst>
          </p:cNvPr>
          <p:cNvSpPr txBox="1">
            <a:spLocks/>
          </p:cNvSpPr>
          <p:nvPr/>
        </p:nvSpPr>
        <p:spPr>
          <a:xfrm>
            <a:off x="10382250" y="3983"/>
            <a:ext cx="1809445" cy="44767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2000" dirty="0">
                <a:solidFill>
                  <a:schemeClr val="tx2"/>
                </a:solidFill>
              </a:rPr>
              <a:t>MISRA C -2012</a:t>
            </a:r>
          </a:p>
        </p:txBody>
      </p:sp>
      <p:sp>
        <p:nvSpPr>
          <p:cNvPr id="6" name="Subtitle 2">
            <a:extLst>
              <a:ext uri="{FF2B5EF4-FFF2-40B4-BE49-F238E27FC236}">
                <a16:creationId xmlns:a16="http://schemas.microsoft.com/office/drawing/2014/main" id="{C992C8E1-40D9-45CC-B67A-D8B86D2A381E}"/>
              </a:ext>
            </a:extLst>
          </p:cNvPr>
          <p:cNvSpPr txBox="1">
            <a:spLocks/>
          </p:cNvSpPr>
          <p:nvPr/>
        </p:nvSpPr>
        <p:spPr>
          <a:xfrm>
            <a:off x="3432265" y="853500"/>
            <a:ext cx="5188034" cy="682079"/>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115000"/>
              </a:lnSpc>
              <a:spcAft>
                <a:spcPts val="800"/>
              </a:spcAft>
            </a:pPr>
            <a:r>
              <a:rPr lang="en-IN" kern="100" dirty="0">
                <a:solidFill>
                  <a:srgbClr val="666666"/>
                </a:solidFill>
                <a:effectLst/>
                <a:highlight>
                  <a:srgbClr val="FFFF00"/>
                </a:highlight>
                <a:latin typeface="Times New Roman" panose="02020603050405020304" pitchFamily="18" charset="0"/>
                <a:ea typeface="Aptos" panose="020B0004020202020204" pitchFamily="34" charset="0"/>
                <a:cs typeface="Times New Roman" panose="02020603050405020304" pitchFamily="18" charset="0"/>
              </a:rPr>
              <a:t>Misra2012:Rule-</a:t>
            </a:r>
            <a:r>
              <a:rPr lang="en-IN" kern="100" dirty="0">
                <a:solidFill>
                  <a:srgbClr val="666666"/>
                </a:solidFill>
                <a:highlight>
                  <a:srgbClr val="FFFF00"/>
                </a:highlight>
                <a:latin typeface="Times New Roman" panose="02020603050405020304" pitchFamily="18" charset="0"/>
                <a:ea typeface="Aptos" panose="020B0004020202020204" pitchFamily="34" charset="0"/>
                <a:cs typeface="Times New Roman" panose="02020603050405020304" pitchFamily="18" charset="0"/>
              </a:rPr>
              <a:t>2</a:t>
            </a:r>
            <a:r>
              <a:rPr lang="en-IN" kern="100" dirty="0">
                <a:solidFill>
                  <a:srgbClr val="666666"/>
                </a:solidFill>
                <a:effectLst/>
                <a:highlight>
                  <a:srgbClr val="FFFF00"/>
                </a:highlight>
                <a:latin typeface="Times New Roman" panose="02020603050405020304" pitchFamily="18" charset="0"/>
                <a:ea typeface="Aptos" panose="020B0004020202020204" pitchFamily="34" charset="0"/>
                <a:cs typeface="Times New Roman" panose="02020603050405020304" pitchFamily="18" charset="0"/>
              </a:rPr>
              <a:t>.7</a:t>
            </a:r>
          </a:p>
        </p:txBody>
      </p:sp>
      <p:sp>
        <p:nvSpPr>
          <p:cNvPr id="3" name="TextBox 2">
            <a:extLst>
              <a:ext uri="{FF2B5EF4-FFF2-40B4-BE49-F238E27FC236}">
                <a16:creationId xmlns:a16="http://schemas.microsoft.com/office/drawing/2014/main" id="{F52B51FF-E201-359D-4743-DA9B627F1CC1}"/>
              </a:ext>
            </a:extLst>
          </p:cNvPr>
          <p:cNvSpPr txBox="1"/>
          <p:nvPr/>
        </p:nvSpPr>
        <p:spPr>
          <a:xfrm>
            <a:off x="1021162" y="1296217"/>
            <a:ext cx="9232149" cy="369332"/>
          </a:xfrm>
          <a:prstGeom prst="rect">
            <a:avLst/>
          </a:prstGeom>
          <a:noFill/>
        </p:spPr>
        <p:txBody>
          <a:bodyPr wrap="square">
            <a:spAutoFit/>
          </a:bodyPr>
          <a:lstStyle/>
          <a:p>
            <a:pPr marL="285750" indent="-285750" algn="l">
              <a:buFont typeface="Wingdings" panose="05000000000000000000" pitchFamily="2" charset="2"/>
              <a:buChar char="q"/>
            </a:pPr>
            <a:r>
              <a:rPr lang="en-US" sz="1800" b="1" i="0" u="none" strike="noStrike" baseline="0" dirty="0">
                <a:latin typeface="Times New Roman" panose="02020603050405020304" pitchFamily="18" charset="0"/>
                <a:cs typeface="Times New Roman" panose="02020603050405020304" pitchFamily="18" charset="0"/>
              </a:rPr>
              <a:t>There should be no unused parameters in functions</a:t>
            </a:r>
            <a:endParaRPr lang="en-IN" b="1" kern="100" dirty="0">
              <a:effectLst/>
              <a:highlight>
                <a:srgbClr val="FFFF00"/>
              </a:highlight>
              <a:latin typeface="Times New Roman" panose="02020603050405020304" pitchFamily="18" charset="0"/>
              <a:ea typeface="Aptos" panose="020B0004020202020204" pitchFamily="34" charset="0"/>
              <a:cs typeface="Times New Roman" panose="02020603050405020304" pitchFamily="18" charset="0"/>
            </a:endParaRPr>
          </a:p>
        </p:txBody>
      </p:sp>
      <p:sp>
        <p:nvSpPr>
          <p:cNvPr id="11" name="TextBox 10">
            <a:extLst>
              <a:ext uri="{FF2B5EF4-FFF2-40B4-BE49-F238E27FC236}">
                <a16:creationId xmlns:a16="http://schemas.microsoft.com/office/drawing/2014/main" id="{3BAF9C64-DAA2-791C-A360-DC870B79332D}"/>
              </a:ext>
            </a:extLst>
          </p:cNvPr>
          <p:cNvSpPr txBox="1"/>
          <p:nvPr/>
        </p:nvSpPr>
        <p:spPr>
          <a:xfrm>
            <a:off x="1300142" y="1610668"/>
            <a:ext cx="9642403" cy="369332"/>
          </a:xfrm>
          <a:prstGeom prst="rect">
            <a:avLst/>
          </a:prstGeom>
          <a:noFill/>
        </p:spPr>
        <p:txBody>
          <a:bodyPr wrap="square">
            <a:spAutoFit/>
          </a:bodyPr>
          <a:lstStyle/>
          <a:p>
            <a:pPr algn="l"/>
            <a:r>
              <a:rPr lang="en-IN" sz="1800" b="0" i="0" u="none" strike="noStrike" baseline="0" dirty="0">
                <a:latin typeface="OpenSans"/>
              </a:rPr>
              <a:t>Category –</a:t>
            </a:r>
            <a:r>
              <a:rPr lang="en-IN" sz="1800" b="0" i="0" u="none" strike="noStrike" baseline="0" dirty="0">
                <a:latin typeface="OpenSans-Light"/>
              </a:rPr>
              <a:t>Advisory    Analysis </a:t>
            </a:r>
            <a:r>
              <a:rPr lang="en-IN" sz="1800" b="0" i="0" u="none" strike="noStrike" baseline="0" dirty="0">
                <a:latin typeface="OpenSans"/>
              </a:rPr>
              <a:t> -</a:t>
            </a:r>
            <a:r>
              <a:rPr lang="en-IN" sz="1800" b="0" i="0" u="none" strike="noStrike" baseline="0" dirty="0">
                <a:latin typeface="OpenSans-Light"/>
              </a:rPr>
              <a:t> Decidable, Single Translation Unit </a:t>
            </a:r>
            <a:r>
              <a:rPr lang="en-IN" sz="1800" b="0" i="0" u="none" strike="noStrike" baseline="0" dirty="0">
                <a:latin typeface="OpenSans"/>
              </a:rPr>
              <a:t>Applies to -</a:t>
            </a:r>
            <a:r>
              <a:rPr lang="en-IN" sz="1800" b="0" i="0" u="none" strike="noStrike" baseline="0" dirty="0">
                <a:latin typeface="OpenSans-Light"/>
              </a:rPr>
              <a:t>C90, C99</a:t>
            </a:r>
            <a:endParaRPr lang="en-IN" dirty="0"/>
          </a:p>
        </p:txBody>
      </p:sp>
      <p:sp>
        <p:nvSpPr>
          <p:cNvPr id="12" name="TextBox 11">
            <a:extLst>
              <a:ext uri="{FF2B5EF4-FFF2-40B4-BE49-F238E27FC236}">
                <a16:creationId xmlns:a16="http://schemas.microsoft.com/office/drawing/2014/main" id="{3B6B20D6-4372-E7FE-5B7C-3A5C456054FD}"/>
              </a:ext>
            </a:extLst>
          </p:cNvPr>
          <p:cNvSpPr txBox="1"/>
          <p:nvPr/>
        </p:nvSpPr>
        <p:spPr>
          <a:xfrm>
            <a:off x="2349740" y="2660534"/>
            <a:ext cx="7419583" cy="4247317"/>
          </a:xfrm>
          <a:prstGeom prst="rect">
            <a:avLst/>
          </a:prstGeom>
          <a:noFill/>
        </p:spPr>
        <p:txBody>
          <a:bodyPr wrap="square">
            <a:spAutoFit/>
          </a:bodyPr>
          <a:lstStyle/>
          <a:p>
            <a:r>
              <a:rPr lang="en-US" dirty="0">
                <a:latin typeface="Times New Roman" panose="02020603050405020304" pitchFamily="18" charset="0"/>
                <a:cs typeface="Times New Roman" panose="02020603050405020304" pitchFamily="18" charset="0"/>
              </a:rPr>
              <a:t>#include &lt;</a:t>
            </a:r>
            <a:r>
              <a:rPr lang="en-US" dirty="0" err="1">
                <a:latin typeface="Times New Roman" panose="02020603050405020304" pitchFamily="18" charset="0"/>
                <a:cs typeface="Times New Roman" panose="02020603050405020304" pitchFamily="18" charset="0"/>
              </a:rPr>
              <a:t>stdio.h</a:t>
            </a:r>
            <a:r>
              <a:rPr lang="en-US" dirty="0">
                <a:latin typeface="Times New Roman" panose="02020603050405020304" pitchFamily="18" charset="0"/>
                <a:cs typeface="Times New Roman" panose="02020603050405020304" pitchFamily="18" charset="0"/>
              </a:rPr>
              <a:t>&gt;</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 Function with an unused parameter</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void </a:t>
            </a:r>
            <a:r>
              <a:rPr lang="en-US" dirty="0" err="1">
                <a:latin typeface="Times New Roman" panose="02020603050405020304" pitchFamily="18" charset="0"/>
                <a:cs typeface="Times New Roman" panose="02020603050405020304" pitchFamily="18" charset="0"/>
              </a:rPr>
              <a:t>exampleFunction</a:t>
            </a:r>
            <a:r>
              <a:rPr lang="en-US" dirty="0">
                <a:latin typeface="Times New Roman" panose="02020603050405020304" pitchFamily="18" charset="0"/>
                <a:cs typeface="Times New Roman" panose="02020603050405020304" pitchFamily="18" charset="0"/>
              </a:rPr>
              <a:t>(int x, </a:t>
            </a:r>
            <a:r>
              <a:rPr lang="en-US" dirty="0">
                <a:highlight>
                  <a:srgbClr val="FFFF00"/>
                </a:highlight>
                <a:latin typeface="Times New Roman" panose="02020603050405020304" pitchFamily="18" charset="0"/>
                <a:cs typeface="Times New Roman" panose="02020603050405020304" pitchFamily="18" charset="0"/>
              </a:rPr>
              <a:t>int y</a:t>
            </a:r>
            <a:r>
              <a:rPr lang="en-US" dirty="0">
                <a:latin typeface="Times New Roman" panose="02020603050405020304" pitchFamily="18" charset="0"/>
                <a:cs typeface="Times New Roman" panose="02020603050405020304" pitchFamily="18" charset="0"/>
              </a:rPr>
              <a:t>) {</a:t>
            </a:r>
          </a:p>
          <a:p>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printf</a:t>
            </a:r>
            <a:r>
              <a:rPr lang="en-US" dirty="0">
                <a:latin typeface="Times New Roman" panose="02020603050405020304" pitchFamily="18" charset="0"/>
                <a:cs typeface="Times New Roman" panose="02020603050405020304" pitchFamily="18" charset="0"/>
              </a:rPr>
              <a:t>("Value of x: %d\n", x);</a:t>
            </a:r>
          </a:p>
          <a:p>
            <a:r>
              <a:rPr lang="en-US" dirty="0">
                <a:latin typeface="Times New Roman" panose="02020603050405020304" pitchFamily="18" charset="0"/>
                <a:cs typeface="Times New Roman" panose="02020603050405020304" pitchFamily="18" charset="0"/>
              </a:rPr>
              <a:t>    // Parameter y is declared but not used</a:t>
            </a:r>
          </a:p>
          <a:p>
            <a:r>
              <a:rPr lang="en-US" dirty="0">
                <a:latin typeface="Times New Roman" panose="02020603050405020304" pitchFamily="18" charset="0"/>
                <a:cs typeface="Times New Roman" panose="02020603050405020304" pitchFamily="18" charset="0"/>
              </a:rPr>
              <a:t>}</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int main() {</a:t>
            </a:r>
          </a:p>
          <a:p>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exampleFunction</a:t>
            </a:r>
            <a:r>
              <a:rPr lang="en-US" dirty="0">
                <a:latin typeface="Times New Roman" panose="02020603050405020304" pitchFamily="18" charset="0"/>
                <a:cs typeface="Times New Roman" panose="02020603050405020304" pitchFamily="18" charset="0"/>
              </a:rPr>
              <a:t>(10, 20);</a:t>
            </a:r>
          </a:p>
          <a:p>
            <a:r>
              <a:rPr lang="en-US" dirty="0">
                <a:latin typeface="Times New Roman" panose="02020603050405020304" pitchFamily="18" charset="0"/>
                <a:cs typeface="Times New Roman" panose="02020603050405020304" pitchFamily="18" charset="0"/>
              </a:rPr>
              <a:t>    return 0;</a:t>
            </a:r>
          </a:p>
          <a:p>
            <a:r>
              <a:rPr lang="en-US" dirty="0">
                <a:latin typeface="Times New Roman" panose="02020603050405020304" pitchFamily="18" charset="0"/>
                <a:cs typeface="Times New Roman" panose="02020603050405020304" pitchFamily="18" charset="0"/>
              </a:rPr>
              <a:t>}</a:t>
            </a:r>
          </a:p>
          <a:p>
            <a:endParaRPr lang="en-US"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3BEBAFEE-B117-F80A-3238-35883C77E34C}"/>
              </a:ext>
            </a:extLst>
          </p:cNvPr>
          <p:cNvSpPr txBox="1"/>
          <p:nvPr/>
        </p:nvSpPr>
        <p:spPr>
          <a:xfrm>
            <a:off x="1259583" y="1955530"/>
            <a:ext cx="10650070" cy="646331"/>
          </a:xfrm>
          <a:prstGeom prst="rect">
            <a:avLst/>
          </a:prstGeom>
          <a:noFill/>
        </p:spPr>
        <p:txBody>
          <a:bodyPr wrap="square">
            <a:spAutoFit/>
          </a:bodyPr>
          <a:lstStyle/>
          <a:p>
            <a:r>
              <a:rPr lang="en-US" dirty="0">
                <a:solidFill>
                  <a:srgbClr val="0D0D0D"/>
                </a:solidFill>
                <a:latin typeface="Times New Roman" panose="02020603050405020304" pitchFamily="18" charset="0"/>
                <a:cs typeface="Times New Roman" panose="02020603050405020304" pitchFamily="18" charset="0"/>
              </a:rPr>
              <a:t>U</a:t>
            </a:r>
            <a:r>
              <a:rPr lang="en-US" b="0" i="0" dirty="0">
                <a:solidFill>
                  <a:srgbClr val="0D0D0D"/>
                </a:solidFill>
                <a:effectLst/>
                <a:latin typeface="Times New Roman" panose="02020603050405020304" pitchFamily="18" charset="0"/>
                <a:cs typeface="Times New Roman" panose="02020603050405020304" pitchFamily="18" charset="0"/>
              </a:rPr>
              <a:t>nused parameters may indicate potential inefficiencies in the codebase, as unnecessary data may be passed around without any real use.</a:t>
            </a:r>
            <a:endParaRPr lang="en-IN"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C571CA19-A36B-7D93-981A-5F92A3EA59D7}"/>
              </a:ext>
            </a:extLst>
          </p:cNvPr>
          <p:cNvSpPr txBox="1"/>
          <p:nvPr/>
        </p:nvSpPr>
        <p:spPr>
          <a:xfrm>
            <a:off x="1305557" y="2656196"/>
            <a:ext cx="1046338" cy="369332"/>
          </a:xfrm>
          <a:prstGeom prst="rect">
            <a:avLst/>
          </a:prstGeom>
          <a:noFill/>
        </p:spPr>
        <p:txBody>
          <a:bodyPr wrap="square">
            <a:spAutoFit/>
          </a:bodyPr>
          <a:lstStyle/>
          <a:p>
            <a:pPr algn="l"/>
            <a:r>
              <a:rPr lang="en-IN" dirty="0">
                <a:highlight>
                  <a:srgbClr val="FFFF00"/>
                </a:highlight>
              </a:rPr>
              <a:t>Example</a:t>
            </a:r>
          </a:p>
        </p:txBody>
      </p:sp>
      <p:sp>
        <p:nvSpPr>
          <p:cNvPr id="9" name="Slide Number Placeholder 8">
            <a:extLst>
              <a:ext uri="{FF2B5EF4-FFF2-40B4-BE49-F238E27FC236}">
                <a16:creationId xmlns:a16="http://schemas.microsoft.com/office/drawing/2014/main" id="{31BA8B10-1BCA-8400-C079-717E0432A5E3}"/>
              </a:ext>
            </a:extLst>
          </p:cNvPr>
          <p:cNvSpPr>
            <a:spLocks noGrp="1"/>
          </p:cNvSpPr>
          <p:nvPr>
            <p:ph type="sldNum" sz="quarter" idx="12"/>
          </p:nvPr>
        </p:nvSpPr>
        <p:spPr/>
        <p:txBody>
          <a:bodyPr/>
          <a:lstStyle/>
          <a:p>
            <a:fld id="{91247CA1-BCEC-4DD4-9B23-E2AE1AEA27A6}" type="slidenum">
              <a:rPr lang="en-IN" smtClean="0"/>
              <a:t>21</a:t>
            </a:fld>
            <a:endParaRPr lang="en-IN"/>
          </a:p>
        </p:txBody>
      </p:sp>
      <p:sp>
        <p:nvSpPr>
          <p:cNvPr id="8" name="TextBox 7">
            <a:extLst>
              <a:ext uri="{FF2B5EF4-FFF2-40B4-BE49-F238E27FC236}">
                <a16:creationId xmlns:a16="http://schemas.microsoft.com/office/drawing/2014/main" id="{CAC886A1-CC21-8C7D-BD32-E21E4D8C3492}"/>
              </a:ext>
            </a:extLst>
          </p:cNvPr>
          <p:cNvSpPr txBox="1"/>
          <p:nvPr/>
        </p:nvSpPr>
        <p:spPr>
          <a:xfrm>
            <a:off x="10532532" y="526059"/>
            <a:ext cx="1451144" cy="369332"/>
          </a:xfrm>
          <a:prstGeom prst="rect">
            <a:avLst/>
          </a:prstGeom>
          <a:noFill/>
        </p:spPr>
        <p:txBody>
          <a:bodyPr wrap="square">
            <a:spAutoFit/>
          </a:bodyPr>
          <a:lstStyle/>
          <a:p>
            <a:r>
              <a:rPr lang="en-IN" dirty="0"/>
              <a:t>Session 1</a:t>
            </a:r>
          </a:p>
        </p:txBody>
      </p:sp>
    </p:spTree>
    <p:extLst>
      <p:ext uri="{BB962C8B-B14F-4D97-AF65-F5344CB8AC3E}">
        <p14:creationId xmlns:p14="http://schemas.microsoft.com/office/powerpoint/2010/main" val="77972757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5A292AEA-2528-46C0-B426-95822B6141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D8B7B198-E4DF-43CD-AD8C-1998843237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34" name="Freeform: Shape 33">
            <a:extLst>
              <a:ext uri="{FF2B5EF4-FFF2-40B4-BE49-F238E27FC236}">
                <a16:creationId xmlns:a16="http://schemas.microsoft.com/office/drawing/2014/main" id="{2BE67753-EA0E-4819-8D22-0B6600CF7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96934" y="3984"/>
            <a:ext cx="9376632" cy="6858000"/>
          </a:xfrm>
          <a:custGeom>
            <a:avLst/>
            <a:gdLst>
              <a:gd name="connsiteX0" fmla="*/ 1691615 w 9376632"/>
              <a:gd name="connsiteY0" fmla="*/ 0 h 6858000"/>
              <a:gd name="connsiteX1" fmla="*/ 7685017 w 9376632"/>
              <a:gd name="connsiteY1" fmla="*/ 0 h 6858000"/>
              <a:gd name="connsiteX2" fmla="*/ 7840634 w 9376632"/>
              <a:gd name="connsiteY2" fmla="*/ 134799 h 6858000"/>
              <a:gd name="connsiteX3" fmla="*/ 9376632 w 9376632"/>
              <a:gd name="connsiteY3" fmla="*/ 3605175 h 6858000"/>
              <a:gd name="connsiteX4" fmla="*/ 8158692 w 9376632"/>
              <a:gd name="connsiteY4" fmla="*/ 6757493 h 6858000"/>
              <a:gd name="connsiteX5" fmla="*/ 8062868 w 9376632"/>
              <a:gd name="connsiteY5" fmla="*/ 6858000 h 6858000"/>
              <a:gd name="connsiteX6" fmla="*/ 1313765 w 9376632"/>
              <a:gd name="connsiteY6" fmla="*/ 6858000 h 6858000"/>
              <a:gd name="connsiteX7" fmla="*/ 1217940 w 9376632"/>
              <a:gd name="connsiteY7" fmla="*/ 6757493 h 6858000"/>
              <a:gd name="connsiteX8" fmla="*/ 0 w 9376632"/>
              <a:gd name="connsiteY8" fmla="*/ 3605175 h 6858000"/>
              <a:gd name="connsiteX9" fmla="*/ 1535999 w 9376632"/>
              <a:gd name="connsiteY9" fmla="*/ 13479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376632" h="6858000">
                <a:moveTo>
                  <a:pt x="1691615" y="0"/>
                </a:moveTo>
                <a:lnTo>
                  <a:pt x="7685017" y="0"/>
                </a:lnTo>
                <a:lnTo>
                  <a:pt x="7840634" y="134799"/>
                </a:lnTo>
                <a:cubicBezTo>
                  <a:pt x="8784230" y="992423"/>
                  <a:pt x="9376632" y="2229618"/>
                  <a:pt x="9376632" y="3605175"/>
                </a:cubicBezTo>
                <a:cubicBezTo>
                  <a:pt x="9376632" y="4818903"/>
                  <a:pt x="8915419" y="5924908"/>
                  <a:pt x="8158692" y="6757493"/>
                </a:cubicBezTo>
                <a:lnTo>
                  <a:pt x="8062868" y="6858000"/>
                </a:lnTo>
                <a:lnTo>
                  <a:pt x="1313765" y="6858000"/>
                </a:lnTo>
                <a:lnTo>
                  <a:pt x="1217940" y="6757493"/>
                </a:lnTo>
                <a:cubicBezTo>
                  <a:pt x="461213" y="5924908"/>
                  <a:pt x="0" y="4818903"/>
                  <a:pt x="0" y="3605175"/>
                </a:cubicBezTo>
                <a:cubicBezTo>
                  <a:pt x="0" y="2229618"/>
                  <a:pt x="592403" y="992423"/>
                  <a:pt x="1535999" y="134799"/>
                </a:cubicBezTo>
                <a:close/>
              </a:path>
            </a:pathLst>
          </a:cu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5" name="Group 34">
            <a:extLst>
              <a:ext uri="{FF2B5EF4-FFF2-40B4-BE49-F238E27FC236}">
                <a16:creationId xmlns:a16="http://schemas.microsoft.com/office/drawing/2014/main" id="{D76D63AC-0421-45EC-B383-E79A61A78C6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303402" y="3985"/>
            <a:ext cx="9772765" cy="6858000"/>
            <a:chOff x="1303402" y="36937"/>
            <a:chExt cx="9772765" cy="6858000"/>
          </a:xfrm>
          <a:solidFill>
            <a:schemeClr val="bg1">
              <a:alpha val="30000"/>
            </a:schemeClr>
          </a:solidFill>
        </p:grpSpPr>
        <p:sp>
          <p:nvSpPr>
            <p:cNvPr id="15" name="Freeform: Shape 14">
              <a:extLst>
                <a:ext uri="{FF2B5EF4-FFF2-40B4-BE49-F238E27FC236}">
                  <a16:creationId xmlns:a16="http://schemas.microsoft.com/office/drawing/2014/main" id="{B997A32E-7032-4107-9C8B-99DB59EDD5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6937"/>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Shape 15">
              <a:extLst>
                <a:ext uri="{FF2B5EF4-FFF2-40B4-BE49-F238E27FC236}">
                  <a16:creationId xmlns:a16="http://schemas.microsoft.com/office/drawing/2014/main" id="{943BB27F-1470-42CA-91FF-D94BC691C8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6937"/>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Freeform: Shape 16">
              <a:extLst>
                <a:ext uri="{FF2B5EF4-FFF2-40B4-BE49-F238E27FC236}">
                  <a16:creationId xmlns:a16="http://schemas.microsoft.com/office/drawing/2014/main" id="{E997B002-17FD-47B3-A06A-76802FE15C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6937"/>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Freeform: Shape 17">
              <a:extLst>
                <a:ext uri="{FF2B5EF4-FFF2-40B4-BE49-F238E27FC236}">
                  <a16:creationId xmlns:a16="http://schemas.microsoft.com/office/drawing/2014/main" id="{E401EA35-9D2E-43B7-860F-EBB8A6C3E0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6937"/>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Freeform: Shape 18">
              <a:extLst>
                <a:ext uri="{FF2B5EF4-FFF2-40B4-BE49-F238E27FC236}">
                  <a16:creationId xmlns:a16="http://schemas.microsoft.com/office/drawing/2014/main" id="{F8C44827-3D81-4FF9-B4A5-5650D1B20A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6937"/>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Freeform: Shape 19">
              <a:extLst>
                <a:ext uri="{FF2B5EF4-FFF2-40B4-BE49-F238E27FC236}">
                  <a16:creationId xmlns:a16="http://schemas.microsoft.com/office/drawing/2014/main" id="{F613D97F-F6DF-4D32-AD91-209A80E7A2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8320" y="36937"/>
              <a:ext cx="9767847" cy="6858000"/>
            </a:xfrm>
            <a:custGeom>
              <a:avLst/>
              <a:gdLst>
                <a:gd name="connsiteX0" fmla="*/ 7151367 w 9767847"/>
                <a:gd name="connsiteY0" fmla="*/ 0 h 6858000"/>
                <a:gd name="connsiteX1" fmla="*/ 7881247 w 9767847"/>
                <a:gd name="connsiteY1" fmla="*/ 0 h 6858000"/>
                <a:gd name="connsiteX2" fmla="*/ 7990553 w 9767847"/>
                <a:gd name="connsiteY2" fmla="*/ 81317 h 6858000"/>
                <a:gd name="connsiteX3" fmla="*/ 9767847 w 9767847"/>
                <a:gd name="connsiteY3" fmla="*/ 3649031 h 6858000"/>
                <a:gd name="connsiteX4" fmla="*/ 8652597 w 9767847"/>
                <a:gd name="connsiteY4" fmla="*/ 6590005 h 6858000"/>
                <a:gd name="connsiteX5" fmla="*/ 8395306 w 9767847"/>
                <a:gd name="connsiteY5" fmla="*/ 6858000 h 6858000"/>
                <a:gd name="connsiteX6" fmla="*/ 6762603 w 9767847"/>
                <a:gd name="connsiteY6" fmla="*/ 6858000 h 6858000"/>
                <a:gd name="connsiteX7" fmla="*/ 6765962 w 9767847"/>
                <a:gd name="connsiteY7" fmla="*/ 6854844 h 6858000"/>
                <a:gd name="connsiteX8" fmla="*/ 6804586 w 9767847"/>
                <a:gd name="connsiteY8" fmla="*/ 6817103 h 6858000"/>
                <a:gd name="connsiteX9" fmla="*/ 6881735 w 9767847"/>
                <a:gd name="connsiteY9" fmla="*/ 6741197 h 6858000"/>
                <a:gd name="connsiteX10" fmla="*/ 6958883 w 9767847"/>
                <a:gd name="connsiteY10" fmla="*/ 6664822 h 6858000"/>
                <a:gd name="connsiteX11" fmla="*/ 7267925 w 9767847"/>
                <a:gd name="connsiteY11" fmla="*/ 6355694 h 6858000"/>
                <a:gd name="connsiteX12" fmla="*/ 7424360 w 9767847"/>
                <a:gd name="connsiteY12" fmla="*/ 6200685 h 6858000"/>
                <a:gd name="connsiteX13" fmla="*/ 7504938 w 9767847"/>
                <a:gd name="connsiteY13" fmla="*/ 6122708 h 6858000"/>
                <a:gd name="connsiteX14" fmla="*/ 7546396 w 9767847"/>
                <a:gd name="connsiteY14" fmla="*/ 6083697 h 6858000"/>
                <a:gd name="connsiteX15" fmla="*/ 7588002 w 9767847"/>
                <a:gd name="connsiteY15" fmla="*/ 6045532 h 6858000"/>
                <a:gd name="connsiteX16" fmla="*/ 7631000 w 9767847"/>
                <a:gd name="connsiteY16" fmla="*/ 6006709 h 6858000"/>
                <a:gd name="connsiteX17" fmla="*/ 7675440 w 9767847"/>
                <a:gd name="connsiteY17" fmla="*/ 5968309 h 6858000"/>
                <a:gd name="connsiteX18" fmla="*/ 7720626 w 9767847"/>
                <a:gd name="connsiteY18" fmla="*/ 5930851 h 6858000"/>
                <a:gd name="connsiteX19" fmla="*/ 7766458 w 9767847"/>
                <a:gd name="connsiteY19" fmla="*/ 5894334 h 6858000"/>
                <a:gd name="connsiteX20" fmla="*/ 7955254 w 9767847"/>
                <a:gd name="connsiteY20" fmla="*/ 5756828 h 6858000"/>
                <a:gd name="connsiteX21" fmla="*/ 8352678 w 9767847"/>
                <a:gd name="connsiteY21" fmla="*/ 5517630 h 6858000"/>
                <a:gd name="connsiteX22" fmla="*/ 8451350 w 9767847"/>
                <a:gd name="connsiteY22" fmla="*/ 5465254 h 6858000"/>
                <a:gd name="connsiteX23" fmla="*/ 8548532 w 9767847"/>
                <a:gd name="connsiteY23" fmla="*/ 5413395 h 6858000"/>
                <a:gd name="connsiteX24" fmla="*/ 8729473 w 9767847"/>
                <a:gd name="connsiteY24" fmla="*/ 5309961 h 6858000"/>
                <a:gd name="connsiteX25" fmla="*/ 8770781 w 9767847"/>
                <a:gd name="connsiteY25" fmla="*/ 5283232 h 6858000"/>
                <a:gd name="connsiteX26" fmla="*/ 8790964 w 9767847"/>
                <a:gd name="connsiteY26" fmla="*/ 5269492 h 6858000"/>
                <a:gd name="connsiteX27" fmla="*/ 8810499 w 9767847"/>
                <a:gd name="connsiteY27" fmla="*/ 5255703 h 6858000"/>
                <a:gd name="connsiteX28" fmla="*/ 8883571 w 9767847"/>
                <a:gd name="connsiteY28" fmla="*/ 5198479 h 6858000"/>
                <a:gd name="connsiteX29" fmla="*/ 9006651 w 9767847"/>
                <a:gd name="connsiteY29" fmla="*/ 5070527 h 6858000"/>
                <a:gd name="connsiteX30" fmla="*/ 9033494 w 9767847"/>
                <a:gd name="connsiteY30" fmla="*/ 5034105 h 6858000"/>
                <a:gd name="connsiteX31" fmla="*/ 9040305 w 9767847"/>
                <a:gd name="connsiteY31" fmla="*/ 5024551 h 6858000"/>
                <a:gd name="connsiteX32" fmla="*/ 9046568 w 9767847"/>
                <a:gd name="connsiteY32" fmla="*/ 5015281 h 6858000"/>
                <a:gd name="connsiteX33" fmla="*/ 9058846 w 9767847"/>
                <a:gd name="connsiteY33" fmla="*/ 4996645 h 6858000"/>
                <a:gd name="connsiteX34" fmla="*/ 9104529 w 9767847"/>
                <a:gd name="connsiteY34" fmla="*/ 4918105 h 6858000"/>
                <a:gd name="connsiteX35" fmla="*/ 9181081 w 9767847"/>
                <a:gd name="connsiteY35" fmla="*/ 4744694 h 6858000"/>
                <a:gd name="connsiteX36" fmla="*/ 9240731 w 9767847"/>
                <a:gd name="connsiteY36" fmla="*/ 4557872 h 6858000"/>
                <a:gd name="connsiteX37" fmla="*/ 9265388 w 9767847"/>
                <a:gd name="connsiteY37" fmla="*/ 4461073 h 6858000"/>
                <a:gd name="connsiteX38" fmla="*/ 9276571 w 9767847"/>
                <a:gd name="connsiteY38" fmla="*/ 4411943 h 6858000"/>
                <a:gd name="connsiteX39" fmla="*/ 9281841 w 9767847"/>
                <a:gd name="connsiteY39" fmla="*/ 4387379 h 6858000"/>
                <a:gd name="connsiteX40" fmla="*/ 9286513 w 9767847"/>
                <a:gd name="connsiteY40" fmla="*/ 4364838 h 6858000"/>
                <a:gd name="connsiteX41" fmla="*/ 9296754 w 9767847"/>
                <a:gd name="connsiteY41" fmla="*/ 4312038 h 6858000"/>
                <a:gd name="connsiteX42" fmla="*/ 9301029 w 9767847"/>
                <a:gd name="connsiteY42" fmla="*/ 4289074 h 6858000"/>
                <a:gd name="connsiteX43" fmla="*/ 9302818 w 9767847"/>
                <a:gd name="connsiteY43" fmla="*/ 4278581 h 6858000"/>
                <a:gd name="connsiteX44" fmla="*/ 9304658 w 9767847"/>
                <a:gd name="connsiteY44" fmla="*/ 4266816 h 6858000"/>
                <a:gd name="connsiteX45" fmla="*/ 9312810 w 9767847"/>
                <a:gd name="connsiteY45" fmla="*/ 4215945 h 6858000"/>
                <a:gd name="connsiteX46" fmla="*/ 9316887 w 9767847"/>
                <a:gd name="connsiteY46" fmla="*/ 4190486 h 6858000"/>
                <a:gd name="connsiteX47" fmla="*/ 9318923 w 9767847"/>
                <a:gd name="connsiteY47" fmla="*/ 4177780 h 6858000"/>
                <a:gd name="connsiteX48" fmla="*/ 9320515 w 9767847"/>
                <a:gd name="connsiteY48" fmla="*/ 4164886 h 6858000"/>
                <a:gd name="connsiteX49" fmla="*/ 9332445 w 9767847"/>
                <a:gd name="connsiteY49" fmla="*/ 4064981 h 6858000"/>
                <a:gd name="connsiteX50" fmla="*/ 9336173 w 9767847"/>
                <a:gd name="connsiteY50" fmla="*/ 4018676 h 6858000"/>
                <a:gd name="connsiteX51" fmla="*/ 9340199 w 9767847"/>
                <a:gd name="connsiteY51" fmla="*/ 3965171 h 6858000"/>
                <a:gd name="connsiteX52" fmla="*/ 9347557 w 9767847"/>
                <a:gd name="connsiteY52" fmla="*/ 3765972 h 6858000"/>
                <a:gd name="connsiteX53" fmla="*/ 9346364 w 9767847"/>
                <a:gd name="connsiteY53" fmla="*/ 3664938 h 6858000"/>
                <a:gd name="connsiteX54" fmla="*/ 9344921 w 9767847"/>
                <a:gd name="connsiteY54" fmla="*/ 3615243 h 6858000"/>
                <a:gd name="connsiteX55" fmla="*/ 9344524 w 9767847"/>
                <a:gd name="connsiteY55" fmla="*/ 3603526 h 6858000"/>
                <a:gd name="connsiteX56" fmla="*/ 9343728 w 9767847"/>
                <a:gd name="connsiteY56" fmla="*/ 3590774 h 6858000"/>
                <a:gd name="connsiteX57" fmla="*/ 9342188 w 9767847"/>
                <a:gd name="connsiteY57" fmla="*/ 3565268 h 6858000"/>
                <a:gd name="connsiteX58" fmla="*/ 9339056 w 9767847"/>
                <a:gd name="connsiteY58" fmla="*/ 3514256 h 6858000"/>
                <a:gd name="connsiteX59" fmla="*/ 9334334 w 9767847"/>
                <a:gd name="connsiteY59" fmla="*/ 3463057 h 6858000"/>
                <a:gd name="connsiteX60" fmla="*/ 9329363 w 9767847"/>
                <a:gd name="connsiteY60" fmla="*/ 3411810 h 6858000"/>
                <a:gd name="connsiteX61" fmla="*/ 9328319 w 9767847"/>
                <a:gd name="connsiteY61" fmla="*/ 3400657 h 6858000"/>
                <a:gd name="connsiteX62" fmla="*/ 9327177 w 9767847"/>
                <a:gd name="connsiteY62" fmla="*/ 3390116 h 6858000"/>
                <a:gd name="connsiteX63" fmla="*/ 9324293 w 9767847"/>
                <a:gd name="connsiteY63" fmla="*/ 3366774 h 6858000"/>
                <a:gd name="connsiteX64" fmla="*/ 9320763 w 9767847"/>
                <a:gd name="connsiteY64" fmla="*/ 3340329 h 6858000"/>
                <a:gd name="connsiteX65" fmla="*/ 9317184 w 9767847"/>
                <a:gd name="connsiteY65" fmla="*/ 3311245 h 6858000"/>
                <a:gd name="connsiteX66" fmla="*/ 9311021 w 9767847"/>
                <a:gd name="connsiteY66" fmla="*/ 3266211 h 6858000"/>
                <a:gd name="connsiteX67" fmla="*/ 9302719 w 9767847"/>
                <a:gd name="connsiteY67" fmla="*/ 3215717 h 6858000"/>
                <a:gd name="connsiteX68" fmla="*/ 9293970 w 9767847"/>
                <a:gd name="connsiteY68" fmla="*/ 3165789 h 6858000"/>
                <a:gd name="connsiteX69" fmla="*/ 9252065 w 9767847"/>
                <a:gd name="connsiteY69" fmla="*/ 2967107 h 6858000"/>
                <a:gd name="connsiteX70" fmla="*/ 9227211 w 9767847"/>
                <a:gd name="connsiteY70" fmla="*/ 2868473 h 6858000"/>
                <a:gd name="connsiteX71" fmla="*/ 9220699 w 9767847"/>
                <a:gd name="connsiteY71" fmla="*/ 2844426 h 6858000"/>
                <a:gd name="connsiteX72" fmla="*/ 9213740 w 9767847"/>
                <a:gd name="connsiteY72" fmla="*/ 2820191 h 6858000"/>
                <a:gd name="connsiteX73" fmla="*/ 9199374 w 9767847"/>
                <a:gd name="connsiteY73" fmla="*/ 2771438 h 6858000"/>
                <a:gd name="connsiteX74" fmla="*/ 9061829 w 9767847"/>
                <a:gd name="connsiteY74" fmla="*/ 2385418 h 6858000"/>
                <a:gd name="connsiteX75" fmla="*/ 8978865 w 9767847"/>
                <a:gd name="connsiteY75" fmla="*/ 2196855 h 6858000"/>
                <a:gd name="connsiteX76" fmla="*/ 8956694 w 9767847"/>
                <a:gd name="connsiteY76" fmla="*/ 2150219 h 6858000"/>
                <a:gd name="connsiteX77" fmla="*/ 8934176 w 9767847"/>
                <a:gd name="connsiteY77" fmla="*/ 2103914 h 6858000"/>
                <a:gd name="connsiteX78" fmla="*/ 8887151 w 9767847"/>
                <a:gd name="connsiteY78" fmla="*/ 2011350 h 6858000"/>
                <a:gd name="connsiteX79" fmla="*/ 8787533 w 9767847"/>
                <a:gd name="connsiteY79" fmla="*/ 1828527 h 6858000"/>
                <a:gd name="connsiteX80" fmla="*/ 8761485 w 9767847"/>
                <a:gd name="connsiteY80" fmla="*/ 1783398 h 6858000"/>
                <a:gd name="connsiteX81" fmla="*/ 8734791 w 9767847"/>
                <a:gd name="connsiteY81" fmla="*/ 1737893 h 6858000"/>
                <a:gd name="connsiteX82" fmla="*/ 8680808 w 9767847"/>
                <a:gd name="connsiteY82" fmla="*/ 1648812 h 6858000"/>
                <a:gd name="connsiteX83" fmla="*/ 8567024 w 9767847"/>
                <a:gd name="connsiteY83" fmla="*/ 1472906 h 6858000"/>
                <a:gd name="connsiteX84" fmla="*/ 8537446 w 9767847"/>
                <a:gd name="connsiteY84" fmla="*/ 1429330 h 6858000"/>
                <a:gd name="connsiteX85" fmla="*/ 8507423 w 9767847"/>
                <a:gd name="connsiteY85" fmla="*/ 1385896 h 6858000"/>
                <a:gd name="connsiteX86" fmla="*/ 8446529 w 9767847"/>
                <a:gd name="connsiteY86" fmla="*/ 1300295 h 6858000"/>
                <a:gd name="connsiteX87" fmla="*/ 8319224 w 9767847"/>
                <a:gd name="connsiteY87" fmla="*/ 1131026 h 6858000"/>
                <a:gd name="connsiteX88" fmla="*/ 8286366 w 9767847"/>
                <a:gd name="connsiteY88" fmla="*/ 1089050 h 6858000"/>
                <a:gd name="connsiteX89" fmla="*/ 8270161 w 9767847"/>
                <a:gd name="connsiteY89" fmla="*/ 1068439 h 6858000"/>
                <a:gd name="connsiteX90" fmla="*/ 8253856 w 9767847"/>
                <a:gd name="connsiteY90" fmla="*/ 1048156 h 6858000"/>
                <a:gd name="connsiteX91" fmla="*/ 8186352 w 9767847"/>
                <a:gd name="connsiteY91" fmla="*/ 966275 h 6858000"/>
                <a:gd name="connsiteX92" fmla="*/ 8046768 w 9767847"/>
                <a:gd name="connsiteY92" fmla="*/ 805429 h 6858000"/>
                <a:gd name="connsiteX93" fmla="*/ 8010927 w 9767847"/>
                <a:gd name="connsiteY93" fmla="*/ 765853 h 6858000"/>
                <a:gd name="connsiteX94" fmla="*/ 7974788 w 9767847"/>
                <a:gd name="connsiteY94" fmla="*/ 726653 h 6858000"/>
                <a:gd name="connsiteX95" fmla="*/ 7901070 w 9767847"/>
                <a:gd name="connsiteY95" fmla="*/ 648724 h 6858000"/>
                <a:gd name="connsiteX96" fmla="*/ 7750054 w 9767847"/>
                <a:gd name="connsiteY96" fmla="*/ 497008 h 6858000"/>
                <a:gd name="connsiteX97" fmla="*/ 7592277 w 9767847"/>
                <a:gd name="connsiteY97" fmla="*/ 351221 h 6858000"/>
                <a:gd name="connsiteX98" fmla="*/ 7257734 w 9767847"/>
                <a:gd name="connsiteY98" fmla="*/ 76964 h 6858000"/>
                <a:gd name="connsiteX99" fmla="*/ 1886601 w 9767847"/>
                <a:gd name="connsiteY99" fmla="*/ 0 h 6858000"/>
                <a:gd name="connsiteX100" fmla="*/ 2292926 w 9767847"/>
                <a:gd name="connsiteY100" fmla="*/ 0 h 6858000"/>
                <a:gd name="connsiteX101" fmla="*/ 2135542 w 9767847"/>
                <a:gd name="connsiteY101" fmla="*/ 117781 h 6858000"/>
                <a:gd name="connsiteX102" fmla="*/ 1969576 w 9767847"/>
                <a:gd name="connsiteY102" fmla="*/ 254986 h 6858000"/>
                <a:gd name="connsiteX103" fmla="*/ 1659938 w 9767847"/>
                <a:gd name="connsiteY103" fmla="*/ 549855 h 6858000"/>
                <a:gd name="connsiteX104" fmla="*/ 729383 w 9767847"/>
                <a:gd name="connsiteY104" fmla="*/ 1936480 h 6858000"/>
                <a:gd name="connsiteX105" fmla="*/ 578465 w 9767847"/>
                <a:gd name="connsiteY105" fmla="*/ 2320807 h 6858000"/>
                <a:gd name="connsiteX106" fmla="*/ 465080 w 9767847"/>
                <a:gd name="connsiteY106" fmla="*/ 2714875 h 6858000"/>
                <a:gd name="connsiteX107" fmla="*/ 423820 w 9767847"/>
                <a:gd name="connsiteY107" fmla="*/ 2915436 h 6858000"/>
                <a:gd name="connsiteX108" fmla="*/ 392355 w 9767847"/>
                <a:gd name="connsiteY108" fmla="*/ 3118071 h 6858000"/>
                <a:gd name="connsiteX109" fmla="*/ 358801 w 9767847"/>
                <a:gd name="connsiteY109" fmla="*/ 3526915 h 6858000"/>
                <a:gd name="connsiteX110" fmla="*/ 410350 w 9767847"/>
                <a:gd name="connsiteY110" fmla="*/ 4348226 h 6858000"/>
                <a:gd name="connsiteX111" fmla="*/ 449022 w 9767847"/>
                <a:gd name="connsiteY111" fmla="*/ 4551049 h 6858000"/>
                <a:gd name="connsiteX112" fmla="*/ 498882 w 9767847"/>
                <a:gd name="connsiteY112" fmla="*/ 4752365 h 6858000"/>
                <a:gd name="connsiteX113" fmla="*/ 559775 w 9767847"/>
                <a:gd name="connsiteY113" fmla="*/ 4951657 h 6858000"/>
                <a:gd name="connsiteX114" fmla="*/ 631406 w 9767847"/>
                <a:gd name="connsiteY114" fmla="*/ 5147986 h 6858000"/>
                <a:gd name="connsiteX115" fmla="*/ 1023461 w 9767847"/>
                <a:gd name="connsiteY115" fmla="*/ 5893957 h 6858000"/>
                <a:gd name="connsiteX116" fmla="*/ 1575880 w 9767847"/>
                <a:gd name="connsiteY116" fmla="*/ 6547646 h 6858000"/>
                <a:gd name="connsiteX117" fmla="*/ 1905228 w 9767847"/>
                <a:gd name="connsiteY117" fmla="*/ 6829468 h 6858000"/>
                <a:gd name="connsiteX118" fmla="*/ 1944230 w 9767847"/>
                <a:gd name="connsiteY118" fmla="*/ 6858000 h 6858000"/>
                <a:gd name="connsiteX119" fmla="*/ 1372541 w 9767847"/>
                <a:gd name="connsiteY119" fmla="*/ 6858000 h 6858000"/>
                <a:gd name="connsiteX120" fmla="*/ 1115251 w 9767847"/>
                <a:gd name="connsiteY120" fmla="*/ 6590005 h 6858000"/>
                <a:gd name="connsiteX121" fmla="*/ 0 w 9767847"/>
                <a:gd name="connsiteY121" fmla="*/ 3649031 h 6858000"/>
                <a:gd name="connsiteX122" fmla="*/ 1777294 w 9767847"/>
                <a:gd name="connsiteY122" fmla="*/ 813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9767847" h="6858000">
                  <a:moveTo>
                    <a:pt x="7151367" y="0"/>
                  </a:moveTo>
                  <a:lnTo>
                    <a:pt x="7881247" y="0"/>
                  </a:lnTo>
                  <a:lnTo>
                    <a:pt x="7990553" y="81317"/>
                  </a:lnTo>
                  <a:cubicBezTo>
                    <a:pt x="9075991" y="929334"/>
                    <a:pt x="9767847" y="2212695"/>
                    <a:pt x="9767847" y="3649031"/>
                  </a:cubicBezTo>
                  <a:cubicBezTo>
                    <a:pt x="9767847" y="4766182"/>
                    <a:pt x="9349317" y="5790792"/>
                    <a:pt x="8652597" y="6590005"/>
                  </a:cubicBezTo>
                  <a:lnTo>
                    <a:pt x="8395306" y="6858000"/>
                  </a:lnTo>
                  <a:lnTo>
                    <a:pt x="6762603" y="6858000"/>
                  </a:lnTo>
                  <a:lnTo>
                    <a:pt x="6765962" y="6854844"/>
                  </a:lnTo>
                  <a:cubicBezTo>
                    <a:pt x="6779036" y="6842703"/>
                    <a:pt x="6791663" y="6829621"/>
                    <a:pt x="6804586" y="6817103"/>
                  </a:cubicBezTo>
                  <a:lnTo>
                    <a:pt x="6881735" y="6741197"/>
                  </a:lnTo>
                  <a:cubicBezTo>
                    <a:pt x="6907435" y="6715881"/>
                    <a:pt x="6933134" y="6690798"/>
                    <a:pt x="6958883" y="6664822"/>
                  </a:cubicBezTo>
                  <a:lnTo>
                    <a:pt x="7267925" y="6355694"/>
                  </a:lnTo>
                  <a:lnTo>
                    <a:pt x="7424360" y="6200685"/>
                  </a:lnTo>
                  <a:cubicBezTo>
                    <a:pt x="7450754" y="6174802"/>
                    <a:pt x="7477598" y="6148731"/>
                    <a:pt x="7504938" y="6122708"/>
                  </a:cubicBezTo>
                  <a:lnTo>
                    <a:pt x="7546396" y="6083697"/>
                  </a:lnTo>
                  <a:cubicBezTo>
                    <a:pt x="7560264" y="6070803"/>
                    <a:pt x="7574780" y="6057532"/>
                    <a:pt x="7588002" y="6045532"/>
                  </a:cubicBezTo>
                  <a:lnTo>
                    <a:pt x="7631000" y="6006709"/>
                  </a:lnTo>
                  <a:lnTo>
                    <a:pt x="7675440" y="5968309"/>
                  </a:lnTo>
                  <a:cubicBezTo>
                    <a:pt x="7690404" y="5955698"/>
                    <a:pt x="7705564" y="5943321"/>
                    <a:pt x="7720626" y="5930851"/>
                  </a:cubicBezTo>
                  <a:cubicBezTo>
                    <a:pt x="7735738" y="5918427"/>
                    <a:pt x="7751197" y="5906521"/>
                    <a:pt x="7766458" y="5894334"/>
                  </a:cubicBezTo>
                  <a:cubicBezTo>
                    <a:pt x="7827949" y="5846192"/>
                    <a:pt x="7890979" y="5800499"/>
                    <a:pt x="7955254" y="5756828"/>
                  </a:cubicBezTo>
                  <a:cubicBezTo>
                    <a:pt x="8083800" y="5669534"/>
                    <a:pt x="8216872" y="5590336"/>
                    <a:pt x="8352678" y="5517630"/>
                  </a:cubicBezTo>
                  <a:lnTo>
                    <a:pt x="8451350" y="5465254"/>
                  </a:lnTo>
                  <a:lnTo>
                    <a:pt x="8548532" y="5413395"/>
                  </a:lnTo>
                  <a:cubicBezTo>
                    <a:pt x="8612110" y="5379090"/>
                    <a:pt x="8673251" y="5345208"/>
                    <a:pt x="8729473" y="5309961"/>
                  </a:cubicBezTo>
                  <a:cubicBezTo>
                    <a:pt x="8743591" y="5301115"/>
                    <a:pt x="8757161" y="5292361"/>
                    <a:pt x="8770781" y="5283232"/>
                  </a:cubicBezTo>
                  <a:cubicBezTo>
                    <a:pt x="8777591" y="5278667"/>
                    <a:pt x="8784451" y="5274103"/>
                    <a:pt x="8790964" y="5269492"/>
                  </a:cubicBezTo>
                  <a:cubicBezTo>
                    <a:pt x="8797574" y="5264879"/>
                    <a:pt x="8804235" y="5260314"/>
                    <a:pt x="8810499" y="5255703"/>
                  </a:cubicBezTo>
                  <a:cubicBezTo>
                    <a:pt x="8835999" y="5237303"/>
                    <a:pt x="8860407" y="5218291"/>
                    <a:pt x="8883571" y="5198479"/>
                  </a:cubicBezTo>
                  <a:cubicBezTo>
                    <a:pt x="8929900" y="5158856"/>
                    <a:pt x="8971258" y="5116315"/>
                    <a:pt x="9006651" y="5070527"/>
                  </a:cubicBezTo>
                  <a:cubicBezTo>
                    <a:pt x="9015351" y="5059328"/>
                    <a:pt x="9024398" y="5046857"/>
                    <a:pt x="9033494" y="5034105"/>
                  </a:cubicBezTo>
                  <a:lnTo>
                    <a:pt x="9040305" y="5024551"/>
                  </a:lnTo>
                  <a:lnTo>
                    <a:pt x="9046568" y="5015281"/>
                  </a:lnTo>
                  <a:cubicBezTo>
                    <a:pt x="9050743" y="5009163"/>
                    <a:pt x="9054819" y="5002952"/>
                    <a:pt x="9058846" y="4996645"/>
                  </a:cubicBezTo>
                  <a:cubicBezTo>
                    <a:pt x="9075002" y="4971517"/>
                    <a:pt x="9090212" y="4945305"/>
                    <a:pt x="9104529" y="4918105"/>
                  </a:cubicBezTo>
                  <a:cubicBezTo>
                    <a:pt x="9133211" y="4863752"/>
                    <a:pt x="9158313" y="4805447"/>
                    <a:pt x="9181081" y="4744694"/>
                  </a:cubicBezTo>
                  <a:cubicBezTo>
                    <a:pt x="9203748" y="4684178"/>
                    <a:pt x="9223383" y="4621778"/>
                    <a:pt x="9240731" y="4557872"/>
                  </a:cubicBezTo>
                  <a:cubicBezTo>
                    <a:pt x="9249481" y="4525966"/>
                    <a:pt x="9257682" y="4493684"/>
                    <a:pt x="9265388" y="4461073"/>
                  </a:cubicBezTo>
                  <a:cubicBezTo>
                    <a:pt x="9269215" y="4444744"/>
                    <a:pt x="9272943" y="4428367"/>
                    <a:pt x="9276571" y="4411943"/>
                  </a:cubicBezTo>
                  <a:lnTo>
                    <a:pt x="9281841" y="4387379"/>
                  </a:lnTo>
                  <a:lnTo>
                    <a:pt x="9286513" y="4364838"/>
                  </a:lnTo>
                  <a:lnTo>
                    <a:pt x="9296754" y="4312038"/>
                  </a:lnTo>
                  <a:lnTo>
                    <a:pt x="9301029" y="4289074"/>
                  </a:lnTo>
                  <a:lnTo>
                    <a:pt x="9302818" y="4278581"/>
                  </a:lnTo>
                  <a:lnTo>
                    <a:pt x="9304658" y="4266816"/>
                  </a:lnTo>
                  <a:lnTo>
                    <a:pt x="9312810" y="4215945"/>
                  </a:lnTo>
                  <a:lnTo>
                    <a:pt x="9316887" y="4190486"/>
                  </a:lnTo>
                  <a:lnTo>
                    <a:pt x="9318923" y="4177780"/>
                  </a:lnTo>
                  <a:cubicBezTo>
                    <a:pt x="9319570" y="4173546"/>
                    <a:pt x="9319969" y="4169169"/>
                    <a:pt x="9320515" y="4164886"/>
                  </a:cubicBezTo>
                  <a:lnTo>
                    <a:pt x="9332445" y="4064981"/>
                  </a:lnTo>
                  <a:cubicBezTo>
                    <a:pt x="9333836" y="4052370"/>
                    <a:pt x="9334880" y="4036888"/>
                    <a:pt x="9336173" y="4018676"/>
                  </a:cubicBezTo>
                  <a:lnTo>
                    <a:pt x="9340199" y="3965171"/>
                  </a:lnTo>
                  <a:cubicBezTo>
                    <a:pt x="9345071" y="3899806"/>
                    <a:pt x="9347358" y="3832983"/>
                    <a:pt x="9347557" y="3765972"/>
                  </a:cubicBezTo>
                  <a:cubicBezTo>
                    <a:pt x="9347656" y="3732420"/>
                    <a:pt x="9347209" y="3698773"/>
                    <a:pt x="9346364" y="3664938"/>
                  </a:cubicBezTo>
                  <a:lnTo>
                    <a:pt x="9344921" y="3615243"/>
                  </a:lnTo>
                  <a:lnTo>
                    <a:pt x="9344524" y="3603526"/>
                  </a:lnTo>
                  <a:lnTo>
                    <a:pt x="9343728" y="3590774"/>
                  </a:lnTo>
                  <a:lnTo>
                    <a:pt x="9342188" y="3565268"/>
                  </a:lnTo>
                  <a:lnTo>
                    <a:pt x="9339056" y="3514256"/>
                  </a:lnTo>
                  <a:cubicBezTo>
                    <a:pt x="9337914" y="3497221"/>
                    <a:pt x="9335874" y="3480138"/>
                    <a:pt x="9334334" y="3463057"/>
                  </a:cubicBezTo>
                  <a:lnTo>
                    <a:pt x="9329363" y="3411810"/>
                  </a:lnTo>
                  <a:lnTo>
                    <a:pt x="9328319" y="3400657"/>
                  </a:lnTo>
                  <a:lnTo>
                    <a:pt x="9327177" y="3390116"/>
                  </a:lnTo>
                  <a:lnTo>
                    <a:pt x="9324293" y="3366774"/>
                  </a:lnTo>
                  <a:lnTo>
                    <a:pt x="9320763" y="3340329"/>
                  </a:lnTo>
                  <a:lnTo>
                    <a:pt x="9317184" y="3311245"/>
                  </a:lnTo>
                  <a:cubicBezTo>
                    <a:pt x="9315594" y="3296893"/>
                    <a:pt x="9313506" y="3282306"/>
                    <a:pt x="9311021" y="3266211"/>
                  </a:cubicBezTo>
                  <a:lnTo>
                    <a:pt x="9302719" y="3215717"/>
                  </a:lnTo>
                  <a:cubicBezTo>
                    <a:pt x="9299936" y="3199059"/>
                    <a:pt x="9297003" y="3182400"/>
                    <a:pt x="9293970" y="3165789"/>
                  </a:cubicBezTo>
                  <a:cubicBezTo>
                    <a:pt x="9281891" y="3099295"/>
                    <a:pt x="9267674" y="3033084"/>
                    <a:pt x="9252065" y="2967107"/>
                  </a:cubicBezTo>
                  <a:cubicBezTo>
                    <a:pt x="9244261" y="2934167"/>
                    <a:pt x="9235959" y="2901273"/>
                    <a:pt x="9227211" y="2868473"/>
                  </a:cubicBezTo>
                  <a:lnTo>
                    <a:pt x="9220699" y="2844426"/>
                  </a:lnTo>
                  <a:lnTo>
                    <a:pt x="9213740" y="2820191"/>
                  </a:lnTo>
                  <a:cubicBezTo>
                    <a:pt x="9209216" y="2804049"/>
                    <a:pt x="9204345" y="2787768"/>
                    <a:pt x="9199374" y="2771438"/>
                  </a:cubicBezTo>
                  <a:cubicBezTo>
                    <a:pt x="9159855" y="2641086"/>
                    <a:pt x="9114272" y="2512099"/>
                    <a:pt x="9061829" y="2385418"/>
                  </a:cubicBezTo>
                  <a:cubicBezTo>
                    <a:pt x="9035582" y="2322077"/>
                    <a:pt x="9008043" y="2259160"/>
                    <a:pt x="8978865" y="2196855"/>
                  </a:cubicBezTo>
                  <a:lnTo>
                    <a:pt x="8956694" y="2150219"/>
                  </a:lnTo>
                  <a:lnTo>
                    <a:pt x="8934176" y="2103914"/>
                  </a:lnTo>
                  <a:cubicBezTo>
                    <a:pt x="8918915" y="2073091"/>
                    <a:pt x="8903157" y="2042032"/>
                    <a:pt x="8887151" y="2011350"/>
                  </a:cubicBezTo>
                  <a:cubicBezTo>
                    <a:pt x="8854988" y="1949891"/>
                    <a:pt x="8822082" y="1888810"/>
                    <a:pt x="8787533" y="1828527"/>
                  </a:cubicBezTo>
                  <a:lnTo>
                    <a:pt x="8761485" y="1783398"/>
                  </a:lnTo>
                  <a:lnTo>
                    <a:pt x="8734791" y="1737893"/>
                  </a:lnTo>
                  <a:cubicBezTo>
                    <a:pt x="8717047" y="1707823"/>
                    <a:pt x="8699200" y="1678363"/>
                    <a:pt x="8680808" y="1648812"/>
                  </a:cubicBezTo>
                  <a:cubicBezTo>
                    <a:pt x="8644322" y="1589658"/>
                    <a:pt x="8606194" y="1531118"/>
                    <a:pt x="8567024" y="1472906"/>
                  </a:cubicBezTo>
                  <a:lnTo>
                    <a:pt x="8537446" y="1429330"/>
                  </a:lnTo>
                  <a:lnTo>
                    <a:pt x="8507423" y="1385896"/>
                  </a:lnTo>
                  <a:cubicBezTo>
                    <a:pt x="8487390" y="1357284"/>
                    <a:pt x="8467158" y="1328719"/>
                    <a:pt x="8446529" y="1300295"/>
                  </a:cubicBezTo>
                  <a:cubicBezTo>
                    <a:pt x="8405271" y="1243496"/>
                    <a:pt x="8362718" y="1187120"/>
                    <a:pt x="8319224" y="1131026"/>
                  </a:cubicBezTo>
                  <a:lnTo>
                    <a:pt x="8286366" y="1089050"/>
                  </a:lnTo>
                  <a:lnTo>
                    <a:pt x="8270161" y="1068439"/>
                  </a:lnTo>
                  <a:lnTo>
                    <a:pt x="8253856" y="1048156"/>
                  </a:lnTo>
                  <a:cubicBezTo>
                    <a:pt x="8231636" y="1020675"/>
                    <a:pt x="8209117" y="993381"/>
                    <a:pt x="8186352" y="966275"/>
                  </a:cubicBezTo>
                  <a:cubicBezTo>
                    <a:pt x="8140917" y="911922"/>
                    <a:pt x="8094240" y="858417"/>
                    <a:pt x="8046768" y="805429"/>
                  </a:cubicBezTo>
                  <a:lnTo>
                    <a:pt x="8010927" y="765853"/>
                  </a:lnTo>
                  <a:lnTo>
                    <a:pt x="7974788" y="726653"/>
                  </a:lnTo>
                  <a:cubicBezTo>
                    <a:pt x="7950382" y="700489"/>
                    <a:pt x="7925824" y="674465"/>
                    <a:pt x="7901070" y="648724"/>
                  </a:cubicBezTo>
                  <a:cubicBezTo>
                    <a:pt x="7851510" y="597289"/>
                    <a:pt x="7801404" y="546514"/>
                    <a:pt x="7750054" y="497008"/>
                  </a:cubicBezTo>
                  <a:cubicBezTo>
                    <a:pt x="7698902" y="447644"/>
                    <a:pt x="7645913" y="398938"/>
                    <a:pt x="7592277" y="351221"/>
                  </a:cubicBezTo>
                  <a:cubicBezTo>
                    <a:pt x="7484856" y="255786"/>
                    <a:pt x="7373308" y="164304"/>
                    <a:pt x="7257734" y="76964"/>
                  </a:cubicBezTo>
                  <a:close/>
                  <a:moveTo>
                    <a:pt x="1886601" y="0"/>
                  </a:moveTo>
                  <a:lnTo>
                    <a:pt x="2292926" y="0"/>
                  </a:lnTo>
                  <a:lnTo>
                    <a:pt x="2135542" y="117781"/>
                  </a:lnTo>
                  <a:cubicBezTo>
                    <a:pt x="2078998" y="162280"/>
                    <a:pt x="2023659" y="208045"/>
                    <a:pt x="1969576" y="254986"/>
                  </a:cubicBezTo>
                  <a:cubicBezTo>
                    <a:pt x="1861309" y="348820"/>
                    <a:pt x="1758064" y="447314"/>
                    <a:pt x="1659938" y="549855"/>
                  </a:cubicBezTo>
                  <a:cubicBezTo>
                    <a:pt x="1266987" y="960346"/>
                    <a:pt x="953820" y="1431495"/>
                    <a:pt x="729383" y="1936480"/>
                  </a:cubicBezTo>
                  <a:cubicBezTo>
                    <a:pt x="673260" y="2062362"/>
                    <a:pt x="622855" y="2190972"/>
                    <a:pt x="578465" y="2320807"/>
                  </a:cubicBezTo>
                  <a:cubicBezTo>
                    <a:pt x="534125" y="2450687"/>
                    <a:pt x="496147" y="2582216"/>
                    <a:pt x="465080" y="2714875"/>
                  </a:cubicBezTo>
                  <a:cubicBezTo>
                    <a:pt x="449769" y="2780991"/>
                    <a:pt x="435850" y="2848191"/>
                    <a:pt x="423820" y="2915436"/>
                  </a:cubicBezTo>
                  <a:cubicBezTo>
                    <a:pt x="411840" y="2982731"/>
                    <a:pt x="401054" y="3050260"/>
                    <a:pt x="392355" y="3118071"/>
                  </a:cubicBezTo>
                  <a:cubicBezTo>
                    <a:pt x="374509" y="3253646"/>
                    <a:pt x="363424" y="3389880"/>
                    <a:pt x="358801" y="3526915"/>
                  </a:cubicBezTo>
                  <a:cubicBezTo>
                    <a:pt x="349009" y="3800843"/>
                    <a:pt x="366357" y="4075570"/>
                    <a:pt x="410350" y="4348226"/>
                  </a:cubicBezTo>
                  <a:cubicBezTo>
                    <a:pt x="421286" y="4416132"/>
                    <a:pt x="434209" y="4483660"/>
                    <a:pt x="449022" y="4551049"/>
                  </a:cubicBezTo>
                  <a:cubicBezTo>
                    <a:pt x="463737" y="4618436"/>
                    <a:pt x="480389" y="4685588"/>
                    <a:pt x="498882" y="4752365"/>
                  </a:cubicBezTo>
                  <a:cubicBezTo>
                    <a:pt x="517373" y="4819141"/>
                    <a:pt x="537704" y="4885635"/>
                    <a:pt x="559775" y="4951657"/>
                  </a:cubicBezTo>
                  <a:cubicBezTo>
                    <a:pt x="581946" y="5017775"/>
                    <a:pt x="605358" y="5083375"/>
                    <a:pt x="631406" y="5147986"/>
                  </a:cubicBezTo>
                  <a:cubicBezTo>
                    <a:pt x="734055" y="5407608"/>
                    <a:pt x="865188" y="5658570"/>
                    <a:pt x="1023461" y="5893957"/>
                  </a:cubicBezTo>
                  <a:cubicBezTo>
                    <a:pt x="1181487" y="6129578"/>
                    <a:pt x="1367051" y="6349247"/>
                    <a:pt x="1575880" y="6547646"/>
                  </a:cubicBezTo>
                  <a:cubicBezTo>
                    <a:pt x="1680269" y="6646916"/>
                    <a:pt x="1790338" y="6740939"/>
                    <a:pt x="1905228" y="6829468"/>
                  </a:cubicBezTo>
                  <a:lnTo>
                    <a:pt x="1944230" y="6858000"/>
                  </a:lnTo>
                  <a:lnTo>
                    <a:pt x="1372541" y="6858000"/>
                  </a:lnTo>
                  <a:lnTo>
                    <a:pt x="1115251" y="6590005"/>
                  </a:lnTo>
                  <a:cubicBezTo>
                    <a:pt x="418530" y="5790792"/>
                    <a:pt x="0" y="4766182"/>
                    <a:pt x="0" y="3649031"/>
                  </a:cubicBezTo>
                  <a:cubicBezTo>
                    <a:pt x="0" y="2212695"/>
                    <a:pt x="691856" y="929334"/>
                    <a:pt x="1777294" y="81317"/>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1" name="Freeform: Shape 20">
              <a:extLst>
                <a:ext uri="{FF2B5EF4-FFF2-40B4-BE49-F238E27FC236}">
                  <a16:creationId xmlns:a16="http://schemas.microsoft.com/office/drawing/2014/main" id="{82B0ED5C-927D-4C5F-8F27-1B403820B9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3402" y="36937"/>
              <a:ext cx="9767847" cy="6858000"/>
            </a:xfrm>
            <a:custGeom>
              <a:avLst/>
              <a:gdLst>
                <a:gd name="connsiteX0" fmla="*/ 7145704 w 9767847"/>
                <a:gd name="connsiteY0" fmla="*/ 0 h 6858000"/>
                <a:gd name="connsiteX1" fmla="*/ 7875738 w 9767847"/>
                <a:gd name="connsiteY1" fmla="*/ 0 h 6858000"/>
                <a:gd name="connsiteX2" fmla="*/ 7990553 w 9767847"/>
                <a:gd name="connsiteY2" fmla="*/ 85415 h 6858000"/>
                <a:gd name="connsiteX3" fmla="*/ 9767847 w 9767847"/>
                <a:gd name="connsiteY3" fmla="*/ 3653129 h 6858000"/>
                <a:gd name="connsiteX4" fmla="*/ 8652597 w 9767847"/>
                <a:gd name="connsiteY4" fmla="*/ 6594103 h 6858000"/>
                <a:gd name="connsiteX5" fmla="*/ 8399240 w 9767847"/>
                <a:gd name="connsiteY5" fmla="*/ 6858000 h 6858000"/>
                <a:gd name="connsiteX6" fmla="*/ 6766926 w 9767847"/>
                <a:gd name="connsiteY6" fmla="*/ 6858000 h 6858000"/>
                <a:gd name="connsiteX7" fmla="*/ 6804586 w 9767847"/>
                <a:gd name="connsiteY7" fmla="*/ 6821201 h 6858000"/>
                <a:gd name="connsiteX8" fmla="*/ 6881735 w 9767847"/>
                <a:gd name="connsiteY8" fmla="*/ 6745295 h 6858000"/>
                <a:gd name="connsiteX9" fmla="*/ 6958883 w 9767847"/>
                <a:gd name="connsiteY9" fmla="*/ 6668920 h 6858000"/>
                <a:gd name="connsiteX10" fmla="*/ 7267925 w 9767847"/>
                <a:gd name="connsiteY10" fmla="*/ 6359792 h 6858000"/>
                <a:gd name="connsiteX11" fmla="*/ 7424360 w 9767847"/>
                <a:gd name="connsiteY11" fmla="*/ 6204783 h 6858000"/>
                <a:gd name="connsiteX12" fmla="*/ 7504938 w 9767847"/>
                <a:gd name="connsiteY12" fmla="*/ 6126806 h 6858000"/>
                <a:gd name="connsiteX13" fmla="*/ 7546396 w 9767847"/>
                <a:gd name="connsiteY13" fmla="*/ 6087795 h 6858000"/>
                <a:gd name="connsiteX14" fmla="*/ 7588002 w 9767847"/>
                <a:gd name="connsiteY14" fmla="*/ 6049630 h 6858000"/>
                <a:gd name="connsiteX15" fmla="*/ 7631000 w 9767847"/>
                <a:gd name="connsiteY15" fmla="*/ 6010807 h 6858000"/>
                <a:gd name="connsiteX16" fmla="*/ 7675440 w 9767847"/>
                <a:gd name="connsiteY16" fmla="*/ 5972407 h 6858000"/>
                <a:gd name="connsiteX17" fmla="*/ 7720626 w 9767847"/>
                <a:gd name="connsiteY17" fmla="*/ 5934949 h 6858000"/>
                <a:gd name="connsiteX18" fmla="*/ 7766458 w 9767847"/>
                <a:gd name="connsiteY18" fmla="*/ 5898432 h 6858000"/>
                <a:gd name="connsiteX19" fmla="*/ 7955254 w 9767847"/>
                <a:gd name="connsiteY19" fmla="*/ 5760926 h 6858000"/>
                <a:gd name="connsiteX20" fmla="*/ 8352678 w 9767847"/>
                <a:gd name="connsiteY20" fmla="*/ 5521728 h 6858000"/>
                <a:gd name="connsiteX21" fmla="*/ 8451350 w 9767847"/>
                <a:gd name="connsiteY21" fmla="*/ 5469352 h 6858000"/>
                <a:gd name="connsiteX22" fmla="*/ 8548532 w 9767847"/>
                <a:gd name="connsiteY22" fmla="*/ 5417493 h 6858000"/>
                <a:gd name="connsiteX23" fmla="*/ 8729473 w 9767847"/>
                <a:gd name="connsiteY23" fmla="*/ 5314059 h 6858000"/>
                <a:gd name="connsiteX24" fmla="*/ 8770781 w 9767847"/>
                <a:gd name="connsiteY24" fmla="*/ 5287330 h 6858000"/>
                <a:gd name="connsiteX25" fmla="*/ 8790964 w 9767847"/>
                <a:gd name="connsiteY25" fmla="*/ 5273590 h 6858000"/>
                <a:gd name="connsiteX26" fmla="*/ 8810499 w 9767847"/>
                <a:gd name="connsiteY26" fmla="*/ 5259801 h 6858000"/>
                <a:gd name="connsiteX27" fmla="*/ 8883571 w 9767847"/>
                <a:gd name="connsiteY27" fmla="*/ 5202577 h 6858000"/>
                <a:gd name="connsiteX28" fmla="*/ 9006651 w 9767847"/>
                <a:gd name="connsiteY28" fmla="*/ 5074625 h 6858000"/>
                <a:gd name="connsiteX29" fmla="*/ 9033494 w 9767847"/>
                <a:gd name="connsiteY29" fmla="*/ 5038203 h 6858000"/>
                <a:gd name="connsiteX30" fmla="*/ 9040305 w 9767847"/>
                <a:gd name="connsiteY30" fmla="*/ 5028649 h 6858000"/>
                <a:gd name="connsiteX31" fmla="*/ 9046568 w 9767847"/>
                <a:gd name="connsiteY31" fmla="*/ 5019379 h 6858000"/>
                <a:gd name="connsiteX32" fmla="*/ 9058846 w 9767847"/>
                <a:gd name="connsiteY32" fmla="*/ 5000743 h 6858000"/>
                <a:gd name="connsiteX33" fmla="*/ 9104529 w 9767847"/>
                <a:gd name="connsiteY33" fmla="*/ 4922203 h 6858000"/>
                <a:gd name="connsiteX34" fmla="*/ 9181081 w 9767847"/>
                <a:gd name="connsiteY34" fmla="*/ 4748792 h 6858000"/>
                <a:gd name="connsiteX35" fmla="*/ 9240731 w 9767847"/>
                <a:gd name="connsiteY35" fmla="*/ 4561970 h 6858000"/>
                <a:gd name="connsiteX36" fmla="*/ 9265388 w 9767847"/>
                <a:gd name="connsiteY36" fmla="*/ 4465171 h 6858000"/>
                <a:gd name="connsiteX37" fmla="*/ 9276571 w 9767847"/>
                <a:gd name="connsiteY37" fmla="*/ 4416041 h 6858000"/>
                <a:gd name="connsiteX38" fmla="*/ 9281841 w 9767847"/>
                <a:gd name="connsiteY38" fmla="*/ 4391477 h 6858000"/>
                <a:gd name="connsiteX39" fmla="*/ 9286513 w 9767847"/>
                <a:gd name="connsiteY39" fmla="*/ 4368936 h 6858000"/>
                <a:gd name="connsiteX40" fmla="*/ 9296754 w 9767847"/>
                <a:gd name="connsiteY40" fmla="*/ 4316136 h 6858000"/>
                <a:gd name="connsiteX41" fmla="*/ 9301029 w 9767847"/>
                <a:gd name="connsiteY41" fmla="*/ 4293172 h 6858000"/>
                <a:gd name="connsiteX42" fmla="*/ 9302818 w 9767847"/>
                <a:gd name="connsiteY42" fmla="*/ 4282679 h 6858000"/>
                <a:gd name="connsiteX43" fmla="*/ 9304658 w 9767847"/>
                <a:gd name="connsiteY43" fmla="*/ 4270914 h 6858000"/>
                <a:gd name="connsiteX44" fmla="*/ 9312810 w 9767847"/>
                <a:gd name="connsiteY44" fmla="*/ 4220043 h 6858000"/>
                <a:gd name="connsiteX45" fmla="*/ 9316887 w 9767847"/>
                <a:gd name="connsiteY45" fmla="*/ 4194584 h 6858000"/>
                <a:gd name="connsiteX46" fmla="*/ 9318923 w 9767847"/>
                <a:gd name="connsiteY46" fmla="*/ 4181878 h 6858000"/>
                <a:gd name="connsiteX47" fmla="*/ 9320515 w 9767847"/>
                <a:gd name="connsiteY47" fmla="*/ 4168984 h 6858000"/>
                <a:gd name="connsiteX48" fmla="*/ 9332445 w 9767847"/>
                <a:gd name="connsiteY48" fmla="*/ 4069079 h 6858000"/>
                <a:gd name="connsiteX49" fmla="*/ 9336173 w 9767847"/>
                <a:gd name="connsiteY49" fmla="*/ 4022774 h 6858000"/>
                <a:gd name="connsiteX50" fmla="*/ 9340199 w 9767847"/>
                <a:gd name="connsiteY50" fmla="*/ 3969269 h 6858000"/>
                <a:gd name="connsiteX51" fmla="*/ 9347557 w 9767847"/>
                <a:gd name="connsiteY51" fmla="*/ 3770070 h 6858000"/>
                <a:gd name="connsiteX52" fmla="*/ 9346364 w 9767847"/>
                <a:gd name="connsiteY52" fmla="*/ 3669036 h 6858000"/>
                <a:gd name="connsiteX53" fmla="*/ 9344921 w 9767847"/>
                <a:gd name="connsiteY53" fmla="*/ 3619341 h 6858000"/>
                <a:gd name="connsiteX54" fmla="*/ 9344524 w 9767847"/>
                <a:gd name="connsiteY54" fmla="*/ 3607624 h 6858000"/>
                <a:gd name="connsiteX55" fmla="*/ 9343728 w 9767847"/>
                <a:gd name="connsiteY55" fmla="*/ 3594872 h 6858000"/>
                <a:gd name="connsiteX56" fmla="*/ 9342188 w 9767847"/>
                <a:gd name="connsiteY56" fmla="*/ 3569366 h 6858000"/>
                <a:gd name="connsiteX57" fmla="*/ 9339056 w 9767847"/>
                <a:gd name="connsiteY57" fmla="*/ 3518354 h 6858000"/>
                <a:gd name="connsiteX58" fmla="*/ 9334334 w 9767847"/>
                <a:gd name="connsiteY58" fmla="*/ 3467155 h 6858000"/>
                <a:gd name="connsiteX59" fmla="*/ 9329363 w 9767847"/>
                <a:gd name="connsiteY59" fmla="*/ 3415908 h 6858000"/>
                <a:gd name="connsiteX60" fmla="*/ 9328319 w 9767847"/>
                <a:gd name="connsiteY60" fmla="*/ 3404755 h 6858000"/>
                <a:gd name="connsiteX61" fmla="*/ 9327177 w 9767847"/>
                <a:gd name="connsiteY61" fmla="*/ 3394214 h 6858000"/>
                <a:gd name="connsiteX62" fmla="*/ 9324293 w 9767847"/>
                <a:gd name="connsiteY62" fmla="*/ 3370872 h 6858000"/>
                <a:gd name="connsiteX63" fmla="*/ 9320763 w 9767847"/>
                <a:gd name="connsiteY63" fmla="*/ 3344427 h 6858000"/>
                <a:gd name="connsiteX64" fmla="*/ 9317184 w 9767847"/>
                <a:gd name="connsiteY64" fmla="*/ 3315343 h 6858000"/>
                <a:gd name="connsiteX65" fmla="*/ 9311021 w 9767847"/>
                <a:gd name="connsiteY65" fmla="*/ 3270309 h 6858000"/>
                <a:gd name="connsiteX66" fmla="*/ 9302719 w 9767847"/>
                <a:gd name="connsiteY66" fmla="*/ 3219815 h 6858000"/>
                <a:gd name="connsiteX67" fmla="*/ 9293970 w 9767847"/>
                <a:gd name="connsiteY67" fmla="*/ 3169887 h 6858000"/>
                <a:gd name="connsiteX68" fmla="*/ 9252065 w 9767847"/>
                <a:gd name="connsiteY68" fmla="*/ 2971205 h 6858000"/>
                <a:gd name="connsiteX69" fmla="*/ 9227211 w 9767847"/>
                <a:gd name="connsiteY69" fmla="*/ 2872571 h 6858000"/>
                <a:gd name="connsiteX70" fmla="*/ 9220699 w 9767847"/>
                <a:gd name="connsiteY70" fmla="*/ 2848524 h 6858000"/>
                <a:gd name="connsiteX71" fmla="*/ 9213740 w 9767847"/>
                <a:gd name="connsiteY71" fmla="*/ 2824289 h 6858000"/>
                <a:gd name="connsiteX72" fmla="*/ 9199374 w 9767847"/>
                <a:gd name="connsiteY72" fmla="*/ 2775536 h 6858000"/>
                <a:gd name="connsiteX73" fmla="*/ 9061829 w 9767847"/>
                <a:gd name="connsiteY73" fmla="*/ 2389515 h 6858000"/>
                <a:gd name="connsiteX74" fmla="*/ 8978865 w 9767847"/>
                <a:gd name="connsiteY74" fmla="*/ 2200953 h 6858000"/>
                <a:gd name="connsiteX75" fmla="*/ 8956694 w 9767847"/>
                <a:gd name="connsiteY75" fmla="*/ 2154317 h 6858000"/>
                <a:gd name="connsiteX76" fmla="*/ 8934176 w 9767847"/>
                <a:gd name="connsiteY76" fmla="*/ 2108012 h 6858000"/>
                <a:gd name="connsiteX77" fmla="*/ 8887151 w 9767847"/>
                <a:gd name="connsiteY77" fmla="*/ 2015448 h 6858000"/>
                <a:gd name="connsiteX78" fmla="*/ 8787533 w 9767847"/>
                <a:gd name="connsiteY78" fmla="*/ 1832625 h 6858000"/>
                <a:gd name="connsiteX79" fmla="*/ 8761485 w 9767847"/>
                <a:gd name="connsiteY79" fmla="*/ 1787496 h 6858000"/>
                <a:gd name="connsiteX80" fmla="*/ 8734791 w 9767847"/>
                <a:gd name="connsiteY80" fmla="*/ 1741991 h 6858000"/>
                <a:gd name="connsiteX81" fmla="*/ 8680808 w 9767847"/>
                <a:gd name="connsiteY81" fmla="*/ 1652910 h 6858000"/>
                <a:gd name="connsiteX82" fmla="*/ 8567024 w 9767847"/>
                <a:gd name="connsiteY82" fmla="*/ 1477004 h 6858000"/>
                <a:gd name="connsiteX83" fmla="*/ 8537446 w 9767847"/>
                <a:gd name="connsiteY83" fmla="*/ 1433428 h 6858000"/>
                <a:gd name="connsiteX84" fmla="*/ 8507423 w 9767847"/>
                <a:gd name="connsiteY84" fmla="*/ 1389994 h 6858000"/>
                <a:gd name="connsiteX85" fmla="*/ 8446529 w 9767847"/>
                <a:gd name="connsiteY85" fmla="*/ 1304393 h 6858000"/>
                <a:gd name="connsiteX86" fmla="*/ 8319224 w 9767847"/>
                <a:gd name="connsiteY86" fmla="*/ 1135124 h 6858000"/>
                <a:gd name="connsiteX87" fmla="*/ 8286366 w 9767847"/>
                <a:gd name="connsiteY87" fmla="*/ 1093148 h 6858000"/>
                <a:gd name="connsiteX88" fmla="*/ 8270161 w 9767847"/>
                <a:gd name="connsiteY88" fmla="*/ 1072538 h 6858000"/>
                <a:gd name="connsiteX89" fmla="*/ 8253856 w 9767847"/>
                <a:gd name="connsiteY89" fmla="*/ 1052254 h 6858000"/>
                <a:gd name="connsiteX90" fmla="*/ 8186352 w 9767847"/>
                <a:gd name="connsiteY90" fmla="*/ 970373 h 6858000"/>
                <a:gd name="connsiteX91" fmla="*/ 8046768 w 9767847"/>
                <a:gd name="connsiteY91" fmla="*/ 809527 h 6858000"/>
                <a:gd name="connsiteX92" fmla="*/ 8010927 w 9767847"/>
                <a:gd name="connsiteY92" fmla="*/ 769951 h 6858000"/>
                <a:gd name="connsiteX93" fmla="*/ 7974788 w 9767847"/>
                <a:gd name="connsiteY93" fmla="*/ 730751 h 6858000"/>
                <a:gd name="connsiteX94" fmla="*/ 7901070 w 9767847"/>
                <a:gd name="connsiteY94" fmla="*/ 652823 h 6858000"/>
                <a:gd name="connsiteX95" fmla="*/ 7750054 w 9767847"/>
                <a:gd name="connsiteY95" fmla="*/ 501106 h 6858000"/>
                <a:gd name="connsiteX96" fmla="*/ 7592277 w 9767847"/>
                <a:gd name="connsiteY96" fmla="*/ 355319 h 6858000"/>
                <a:gd name="connsiteX97" fmla="*/ 7257734 w 9767847"/>
                <a:gd name="connsiteY97" fmla="*/ 81062 h 6858000"/>
                <a:gd name="connsiteX98" fmla="*/ 1892109 w 9767847"/>
                <a:gd name="connsiteY98" fmla="*/ 0 h 6858000"/>
                <a:gd name="connsiteX99" fmla="*/ 2298402 w 9767847"/>
                <a:gd name="connsiteY99" fmla="*/ 0 h 6858000"/>
                <a:gd name="connsiteX100" fmla="*/ 2135542 w 9767847"/>
                <a:gd name="connsiteY100" fmla="*/ 121879 h 6858000"/>
                <a:gd name="connsiteX101" fmla="*/ 1969576 w 9767847"/>
                <a:gd name="connsiteY101" fmla="*/ 259084 h 6858000"/>
                <a:gd name="connsiteX102" fmla="*/ 1659938 w 9767847"/>
                <a:gd name="connsiteY102" fmla="*/ 553953 h 6858000"/>
                <a:gd name="connsiteX103" fmla="*/ 729383 w 9767847"/>
                <a:gd name="connsiteY103" fmla="*/ 1940578 h 6858000"/>
                <a:gd name="connsiteX104" fmla="*/ 578465 w 9767847"/>
                <a:gd name="connsiteY104" fmla="*/ 2324905 h 6858000"/>
                <a:gd name="connsiteX105" fmla="*/ 465080 w 9767847"/>
                <a:gd name="connsiteY105" fmla="*/ 2718973 h 6858000"/>
                <a:gd name="connsiteX106" fmla="*/ 423820 w 9767847"/>
                <a:gd name="connsiteY106" fmla="*/ 2919535 h 6858000"/>
                <a:gd name="connsiteX107" fmla="*/ 392355 w 9767847"/>
                <a:gd name="connsiteY107" fmla="*/ 3122169 h 6858000"/>
                <a:gd name="connsiteX108" fmla="*/ 358801 w 9767847"/>
                <a:gd name="connsiteY108" fmla="*/ 3531013 h 6858000"/>
                <a:gd name="connsiteX109" fmla="*/ 410350 w 9767847"/>
                <a:gd name="connsiteY109" fmla="*/ 4352324 h 6858000"/>
                <a:gd name="connsiteX110" fmla="*/ 449022 w 9767847"/>
                <a:gd name="connsiteY110" fmla="*/ 4555147 h 6858000"/>
                <a:gd name="connsiteX111" fmla="*/ 498882 w 9767847"/>
                <a:gd name="connsiteY111" fmla="*/ 4756463 h 6858000"/>
                <a:gd name="connsiteX112" fmla="*/ 559775 w 9767847"/>
                <a:gd name="connsiteY112" fmla="*/ 4955755 h 6858000"/>
                <a:gd name="connsiteX113" fmla="*/ 631406 w 9767847"/>
                <a:gd name="connsiteY113" fmla="*/ 5152084 h 6858000"/>
                <a:gd name="connsiteX114" fmla="*/ 1023461 w 9767847"/>
                <a:gd name="connsiteY114" fmla="*/ 5898055 h 6858000"/>
                <a:gd name="connsiteX115" fmla="*/ 1575880 w 9767847"/>
                <a:gd name="connsiteY115" fmla="*/ 6551744 h 6858000"/>
                <a:gd name="connsiteX116" fmla="*/ 1905228 w 9767847"/>
                <a:gd name="connsiteY116" fmla="*/ 6833566 h 6858000"/>
                <a:gd name="connsiteX117" fmla="*/ 1938629 w 9767847"/>
                <a:gd name="connsiteY117" fmla="*/ 6858000 h 6858000"/>
                <a:gd name="connsiteX118" fmla="*/ 1368607 w 9767847"/>
                <a:gd name="connsiteY118" fmla="*/ 6858000 h 6858000"/>
                <a:gd name="connsiteX119" fmla="*/ 1115251 w 9767847"/>
                <a:gd name="connsiteY119" fmla="*/ 6594103 h 6858000"/>
                <a:gd name="connsiteX120" fmla="*/ 0 w 9767847"/>
                <a:gd name="connsiteY120" fmla="*/ 3653129 h 6858000"/>
                <a:gd name="connsiteX121" fmla="*/ 1777294 w 9767847"/>
                <a:gd name="connsiteY121" fmla="*/ 854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9767847" h="6858000">
                  <a:moveTo>
                    <a:pt x="7145704" y="0"/>
                  </a:moveTo>
                  <a:lnTo>
                    <a:pt x="7875738" y="0"/>
                  </a:lnTo>
                  <a:lnTo>
                    <a:pt x="7990553" y="85415"/>
                  </a:lnTo>
                  <a:cubicBezTo>
                    <a:pt x="9075991" y="933432"/>
                    <a:pt x="9767847" y="2216793"/>
                    <a:pt x="9767847" y="3653129"/>
                  </a:cubicBezTo>
                  <a:cubicBezTo>
                    <a:pt x="9767847" y="4770280"/>
                    <a:pt x="9349317" y="5794890"/>
                    <a:pt x="8652597" y="6594103"/>
                  </a:cubicBezTo>
                  <a:lnTo>
                    <a:pt x="8399240" y="6858000"/>
                  </a:lnTo>
                  <a:lnTo>
                    <a:pt x="6766926" y="6858000"/>
                  </a:lnTo>
                  <a:lnTo>
                    <a:pt x="6804586" y="6821201"/>
                  </a:lnTo>
                  <a:lnTo>
                    <a:pt x="6881735" y="6745295"/>
                  </a:lnTo>
                  <a:cubicBezTo>
                    <a:pt x="6907435" y="6719979"/>
                    <a:pt x="6933134" y="6694896"/>
                    <a:pt x="6958883" y="6668920"/>
                  </a:cubicBezTo>
                  <a:lnTo>
                    <a:pt x="7267925" y="6359792"/>
                  </a:lnTo>
                  <a:lnTo>
                    <a:pt x="7424360" y="6204783"/>
                  </a:lnTo>
                  <a:cubicBezTo>
                    <a:pt x="7450754" y="6178900"/>
                    <a:pt x="7477598" y="6152829"/>
                    <a:pt x="7504938" y="6126806"/>
                  </a:cubicBezTo>
                  <a:lnTo>
                    <a:pt x="7546396" y="6087795"/>
                  </a:lnTo>
                  <a:cubicBezTo>
                    <a:pt x="7560264" y="6074901"/>
                    <a:pt x="7574780" y="6061630"/>
                    <a:pt x="7588002" y="6049630"/>
                  </a:cubicBezTo>
                  <a:lnTo>
                    <a:pt x="7631000" y="6010807"/>
                  </a:lnTo>
                  <a:lnTo>
                    <a:pt x="7675440" y="5972407"/>
                  </a:lnTo>
                  <a:cubicBezTo>
                    <a:pt x="7690404" y="5959796"/>
                    <a:pt x="7705564" y="5947419"/>
                    <a:pt x="7720626" y="5934949"/>
                  </a:cubicBezTo>
                  <a:cubicBezTo>
                    <a:pt x="7735738" y="5922525"/>
                    <a:pt x="7751197" y="5910619"/>
                    <a:pt x="7766458" y="5898432"/>
                  </a:cubicBezTo>
                  <a:cubicBezTo>
                    <a:pt x="7827949" y="5850290"/>
                    <a:pt x="7890979" y="5804597"/>
                    <a:pt x="7955254" y="5760926"/>
                  </a:cubicBezTo>
                  <a:cubicBezTo>
                    <a:pt x="8083800" y="5673632"/>
                    <a:pt x="8216872" y="5594434"/>
                    <a:pt x="8352678" y="5521728"/>
                  </a:cubicBezTo>
                  <a:lnTo>
                    <a:pt x="8451350" y="5469352"/>
                  </a:lnTo>
                  <a:lnTo>
                    <a:pt x="8548532" y="5417493"/>
                  </a:lnTo>
                  <a:cubicBezTo>
                    <a:pt x="8612110" y="5383188"/>
                    <a:pt x="8673251" y="5349306"/>
                    <a:pt x="8729473" y="5314059"/>
                  </a:cubicBezTo>
                  <a:cubicBezTo>
                    <a:pt x="8743591" y="5305213"/>
                    <a:pt x="8757161" y="5296459"/>
                    <a:pt x="8770781" y="5287330"/>
                  </a:cubicBezTo>
                  <a:cubicBezTo>
                    <a:pt x="8777591" y="5282765"/>
                    <a:pt x="8784451" y="5278201"/>
                    <a:pt x="8790964" y="5273590"/>
                  </a:cubicBezTo>
                  <a:cubicBezTo>
                    <a:pt x="8797574" y="5268977"/>
                    <a:pt x="8804235" y="5264412"/>
                    <a:pt x="8810499" y="5259801"/>
                  </a:cubicBezTo>
                  <a:cubicBezTo>
                    <a:pt x="8835999" y="5241401"/>
                    <a:pt x="8860407" y="5222389"/>
                    <a:pt x="8883571" y="5202577"/>
                  </a:cubicBezTo>
                  <a:cubicBezTo>
                    <a:pt x="8929900" y="5162954"/>
                    <a:pt x="8971258" y="5120413"/>
                    <a:pt x="9006651" y="5074625"/>
                  </a:cubicBezTo>
                  <a:cubicBezTo>
                    <a:pt x="9015351" y="5063426"/>
                    <a:pt x="9024398" y="5050955"/>
                    <a:pt x="9033494" y="5038203"/>
                  </a:cubicBezTo>
                  <a:lnTo>
                    <a:pt x="9040305" y="5028649"/>
                  </a:lnTo>
                  <a:lnTo>
                    <a:pt x="9046568" y="5019379"/>
                  </a:lnTo>
                  <a:cubicBezTo>
                    <a:pt x="9050743" y="5013261"/>
                    <a:pt x="9054819" y="5007050"/>
                    <a:pt x="9058846" y="5000743"/>
                  </a:cubicBezTo>
                  <a:cubicBezTo>
                    <a:pt x="9075002" y="4975615"/>
                    <a:pt x="9090212" y="4949403"/>
                    <a:pt x="9104529" y="4922203"/>
                  </a:cubicBezTo>
                  <a:cubicBezTo>
                    <a:pt x="9133211" y="4867850"/>
                    <a:pt x="9158313" y="4809545"/>
                    <a:pt x="9181081" y="4748792"/>
                  </a:cubicBezTo>
                  <a:cubicBezTo>
                    <a:pt x="9203748" y="4688276"/>
                    <a:pt x="9223383" y="4625876"/>
                    <a:pt x="9240731" y="4561970"/>
                  </a:cubicBezTo>
                  <a:cubicBezTo>
                    <a:pt x="9249481" y="4530064"/>
                    <a:pt x="9257682" y="4497782"/>
                    <a:pt x="9265388" y="4465171"/>
                  </a:cubicBezTo>
                  <a:cubicBezTo>
                    <a:pt x="9269215" y="4448842"/>
                    <a:pt x="9272943" y="4432465"/>
                    <a:pt x="9276571" y="4416041"/>
                  </a:cubicBezTo>
                  <a:lnTo>
                    <a:pt x="9281841" y="4391477"/>
                  </a:lnTo>
                  <a:lnTo>
                    <a:pt x="9286513" y="4368936"/>
                  </a:lnTo>
                  <a:lnTo>
                    <a:pt x="9296754" y="4316136"/>
                  </a:lnTo>
                  <a:lnTo>
                    <a:pt x="9301029" y="4293172"/>
                  </a:lnTo>
                  <a:lnTo>
                    <a:pt x="9302818" y="4282679"/>
                  </a:lnTo>
                  <a:lnTo>
                    <a:pt x="9304658" y="4270914"/>
                  </a:lnTo>
                  <a:lnTo>
                    <a:pt x="9312810" y="4220043"/>
                  </a:lnTo>
                  <a:lnTo>
                    <a:pt x="9316887" y="4194584"/>
                  </a:lnTo>
                  <a:lnTo>
                    <a:pt x="9318923" y="4181878"/>
                  </a:lnTo>
                  <a:cubicBezTo>
                    <a:pt x="9319570" y="4177644"/>
                    <a:pt x="9319969" y="4173267"/>
                    <a:pt x="9320515" y="4168984"/>
                  </a:cubicBezTo>
                  <a:lnTo>
                    <a:pt x="9332445" y="4069079"/>
                  </a:lnTo>
                  <a:cubicBezTo>
                    <a:pt x="9333836" y="4056468"/>
                    <a:pt x="9334880" y="4040986"/>
                    <a:pt x="9336173" y="4022774"/>
                  </a:cubicBezTo>
                  <a:lnTo>
                    <a:pt x="9340199" y="3969269"/>
                  </a:lnTo>
                  <a:cubicBezTo>
                    <a:pt x="9345071" y="3903904"/>
                    <a:pt x="9347358" y="3837081"/>
                    <a:pt x="9347557" y="3770070"/>
                  </a:cubicBezTo>
                  <a:cubicBezTo>
                    <a:pt x="9347656" y="3736518"/>
                    <a:pt x="9347209" y="3702871"/>
                    <a:pt x="9346364" y="3669036"/>
                  </a:cubicBezTo>
                  <a:lnTo>
                    <a:pt x="9344921" y="3619341"/>
                  </a:lnTo>
                  <a:lnTo>
                    <a:pt x="9344524" y="3607624"/>
                  </a:lnTo>
                  <a:lnTo>
                    <a:pt x="9343728" y="3594872"/>
                  </a:lnTo>
                  <a:lnTo>
                    <a:pt x="9342188" y="3569366"/>
                  </a:lnTo>
                  <a:lnTo>
                    <a:pt x="9339056" y="3518354"/>
                  </a:lnTo>
                  <a:cubicBezTo>
                    <a:pt x="9337914" y="3501319"/>
                    <a:pt x="9335874" y="3484236"/>
                    <a:pt x="9334334" y="3467155"/>
                  </a:cubicBezTo>
                  <a:lnTo>
                    <a:pt x="9329363" y="3415908"/>
                  </a:lnTo>
                  <a:lnTo>
                    <a:pt x="9328319" y="3404755"/>
                  </a:lnTo>
                  <a:lnTo>
                    <a:pt x="9327177" y="3394214"/>
                  </a:lnTo>
                  <a:lnTo>
                    <a:pt x="9324293" y="3370872"/>
                  </a:lnTo>
                  <a:lnTo>
                    <a:pt x="9320763" y="3344427"/>
                  </a:lnTo>
                  <a:lnTo>
                    <a:pt x="9317184" y="3315343"/>
                  </a:lnTo>
                  <a:cubicBezTo>
                    <a:pt x="9315594" y="3300991"/>
                    <a:pt x="9313506" y="3286404"/>
                    <a:pt x="9311021" y="3270309"/>
                  </a:cubicBezTo>
                  <a:lnTo>
                    <a:pt x="9302719" y="3219815"/>
                  </a:lnTo>
                  <a:cubicBezTo>
                    <a:pt x="9299936" y="3203157"/>
                    <a:pt x="9297003" y="3186498"/>
                    <a:pt x="9293970" y="3169887"/>
                  </a:cubicBezTo>
                  <a:cubicBezTo>
                    <a:pt x="9281891" y="3103393"/>
                    <a:pt x="9267674" y="3037182"/>
                    <a:pt x="9252065" y="2971205"/>
                  </a:cubicBezTo>
                  <a:cubicBezTo>
                    <a:pt x="9244261" y="2938265"/>
                    <a:pt x="9235959" y="2905371"/>
                    <a:pt x="9227211" y="2872571"/>
                  </a:cubicBezTo>
                  <a:lnTo>
                    <a:pt x="9220699" y="2848524"/>
                  </a:lnTo>
                  <a:lnTo>
                    <a:pt x="9213740" y="2824289"/>
                  </a:lnTo>
                  <a:cubicBezTo>
                    <a:pt x="9209216" y="2808147"/>
                    <a:pt x="9204345" y="2791866"/>
                    <a:pt x="9199374" y="2775536"/>
                  </a:cubicBezTo>
                  <a:cubicBezTo>
                    <a:pt x="9159855" y="2645184"/>
                    <a:pt x="9114272" y="2516197"/>
                    <a:pt x="9061829" y="2389515"/>
                  </a:cubicBezTo>
                  <a:cubicBezTo>
                    <a:pt x="9035582" y="2326175"/>
                    <a:pt x="9008043" y="2263258"/>
                    <a:pt x="8978865" y="2200953"/>
                  </a:cubicBezTo>
                  <a:lnTo>
                    <a:pt x="8956694" y="2154317"/>
                  </a:lnTo>
                  <a:lnTo>
                    <a:pt x="8934176" y="2108012"/>
                  </a:lnTo>
                  <a:cubicBezTo>
                    <a:pt x="8918915" y="2077189"/>
                    <a:pt x="8903157" y="2046130"/>
                    <a:pt x="8887151" y="2015448"/>
                  </a:cubicBezTo>
                  <a:cubicBezTo>
                    <a:pt x="8854988" y="1953989"/>
                    <a:pt x="8822082" y="1892908"/>
                    <a:pt x="8787533" y="1832625"/>
                  </a:cubicBezTo>
                  <a:lnTo>
                    <a:pt x="8761485" y="1787496"/>
                  </a:lnTo>
                  <a:lnTo>
                    <a:pt x="8734791" y="1741991"/>
                  </a:lnTo>
                  <a:cubicBezTo>
                    <a:pt x="8717047" y="1711921"/>
                    <a:pt x="8699200" y="1682461"/>
                    <a:pt x="8680808" y="1652910"/>
                  </a:cubicBezTo>
                  <a:cubicBezTo>
                    <a:pt x="8644322" y="1593756"/>
                    <a:pt x="8606194" y="1535216"/>
                    <a:pt x="8567024" y="1477004"/>
                  </a:cubicBezTo>
                  <a:lnTo>
                    <a:pt x="8537446" y="1433428"/>
                  </a:lnTo>
                  <a:lnTo>
                    <a:pt x="8507423" y="1389994"/>
                  </a:lnTo>
                  <a:cubicBezTo>
                    <a:pt x="8487390" y="1361382"/>
                    <a:pt x="8467158" y="1332817"/>
                    <a:pt x="8446529" y="1304393"/>
                  </a:cubicBezTo>
                  <a:cubicBezTo>
                    <a:pt x="8405271" y="1247595"/>
                    <a:pt x="8362718" y="1191218"/>
                    <a:pt x="8319224" y="1135124"/>
                  </a:cubicBezTo>
                  <a:lnTo>
                    <a:pt x="8286366" y="1093148"/>
                  </a:lnTo>
                  <a:lnTo>
                    <a:pt x="8270161" y="1072538"/>
                  </a:lnTo>
                  <a:lnTo>
                    <a:pt x="8253856" y="1052254"/>
                  </a:lnTo>
                  <a:cubicBezTo>
                    <a:pt x="8231636" y="1024773"/>
                    <a:pt x="8209117" y="997479"/>
                    <a:pt x="8186352" y="970373"/>
                  </a:cubicBezTo>
                  <a:cubicBezTo>
                    <a:pt x="8140917" y="916020"/>
                    <a:pt x="8094240" y="862515"/>
                    <a:pt x="8046768" y="809527"/>
                  </a:cubicBezTo>
                  <a:lnTo>
                    <a:pt x="8010927" y="769951"/>
                  </a:lnTo>
                  <a:lnTo>
                    <a:pt x="7974788" y="730751"/>
                  </a:lnTo>
                  <a:cubicBezTo>
                    <a:pt x="7950382" y="704587"/>
                    <a:pt x="7925824" y="678563"/>
                    <a:pt x="7901070" y="652823"/>
                  </a:cubicBezTo>
                  <a:cubicBezTo>
                    <a:pt x="7851510" y="601387"/>
                    <a:pt x="7801404" y="550612"/>
                    <a:pt x="7750054" y="501106"/>
                  </a:cubicBezTo>
                  <a:cubicBezTo>
                    <a:pt x="7698902" y="451742"/>
                    <a:pt x="7645913" y="403036"/>
                    <a:pt x="7592277" y="355319"/>
                  </a:cubicBezTo>
                  <a:cubicBezTo>
                    <a:pt x="7484856" y="259884"/>
                    <a:pt x="7373308" y="168402"/>
                    <a:pt x="7257734" y="81062"/>
                  </a:cubicBezTo>
                  <a:close/>
                  <a:moveTo>
                    <a:pt x="1892109" y="0"/>
                  </a:moveTo>
                  <a:lnTo>
                    <a:pt x="2298402" y="0"/>
                  </a:lnTo>
                  <a:lnTo>
                    <a:pt x="2135542" y="121879"/>
                  </a:lnTo>
                  <a:cubicBezTo>
                    <a:pt x="2078998" y="166378"/>
                    <a:pt x="2023659" y="212143"/>
                    <a:pt x="1969576" y="259084"/>
                  </a:cubicBezTo>
                  <a:cubicBezTo>
                    <a:pt x="1861309" y="352918"/>
                    <a:pt x="1758064" y="451412"/>
                    <a:pt x="1659938" y="553953"/>
                  </a:cubicBezTo>
                  <a:cubicBezTo>
                    <a:pt x="1266987" y="964444"/>
                    <a:pt x="953820" y="1435593"/>
                    <a:pt x="729383" y="1940578"/>
                  </a:cubicBezTo>
                  <a:cubicBezTo>
                    <a:pt x="673260" y="2066459"/>
                    <a:pt x="622855" y="2195070"/>
                    <a:pt x="578465" y="2324905"/>
                  </a:cubicBezTo>
                  <a:cubicBezTo>
                    <a:pt x="534125" y="2454785"/>
                    <a:pt x="496147" y="2586314"/>
                    <a:pt x="465080" y="2718973"/>
                  </a:cubicBezTo>
                  <a:cubicBezTo>
                    <a:pt x="449769" y="2785089"/>
                    <a:pt x="435850" y="2852289"/>
                    <a:pt x="423820" y="2919535"/>
                  </a:cubicBezTo>
                  <a:cubicBezTo>
                    <a:pt x="411840" y="2986829"/>
                    <a:pt x="401054" y="3054358"/>
                    <a:pt x="392355" y="3122169"/>
                  </a:cubicBezTo>
                  <a:cubicBezTo>
                    <a:pt x="374509" y="3257744"/>
                    <a:pt x="363424" y="3393978"/>
                    <a:pt x="358801" y="3531013"/>
                  </a:cubicBezTo>
                  <a:cubicBezTo>
                    <a:pt x="349009" y="3804941"/>
                    <a:pt x="366357" y="4079668"/>
                    <a:pt x="410350" y="4352324"/>
                  </a:cubicBezTo>
                  <a:cubicBezTo>
                    <a:pt x="421286" y="4420230"/>
                    <a:pt x="434209" y="4487758"/>
                    <a:pt x="449022" y="4555147"/>
                  </a:cubicBezTo>
                  <a:cubicBezTo>
                    <a:pt x="463737" y="4622534"/>
                    <a:pt x="480389" y="4689686"/>
                    <a:pt x="498882" y="4756463"/>
                  </a:cubicBezTo>
                  <a:cubicBezTo>
                    <a:pt x="517373" y="4823239"/>
                    <a:pt x="537704" y="4889733"/>
                    <a:pt x="559775" y="4955755"/>
                  </a:cubicBezTo>
                  <a:cubicBezTo>
                    <a:pt x="581946" y="5021873"/>
                    <a:pt x="605358" y="5087473"/>
                    <a:pt x="631406" y="5152084"/>
                  </a:cubicBezTo>
                  <a:cubicBezTo>
                    <a:pt x="734055" y="5411706"/>
                    <a:pt x="865188" y="5662668"/>
                    <a:pt x="1023461" y="5898055"/>
                  </a:cubicBezTo>
                  <a:cubicBezTo>
                    <a:pt x="1181487" y="6133676"/>
                    <a:pt x="1367051" y="6353345"/>
                    <a:pt x="1575880" y="6551744"/>
                  </a:cubicBezTo>
                  <a:cubicBezTo>
                    <a:pt x="1680269" y="6651014"/>
                    <a:pt x="1790338" y="6745037"/>
                    <a:pt x="1905228" y="6833566"/>
                  </a:cubicBezTo>
                  <a:lnTo>
                    <a:pt x="1938629" y="6858000"/>
                  </a:lnTo>
                  <a:lnTo>
                    <a:pt x="1368607" y="6858000"/>
                  </a:lnTo>
                  <a:lnTo>
                    <a:pt x="1115251" y="6594103"/>
                  </a:lnTo>
                  <a:cubicBezTo>
                    <a:pt x="418530" y="5794890"/>
                    <a:pt x="0" y="4770280"/>
                    <a:pt x="0" y="3653129"/>
                  </a:cubicBezTo>
                  <a:cubicBezTo>
                    <a:pt x="0" y="2216793"/>
                    <a:pt x="691856" y="933432"/>
                    <a:pt x="1777294" y="85415"/>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grpSp>
      <p:sp>
        <p:nvSpPr>
          <p:cNvPr id="2" name="Title 1">
            <a:extLst>
              <a:ext uri="{FF2B5EF4-FFF2-40B4-BE49-F238E27FC236}">
                <a16:creationId xmlns:a16="http://schemas.microsoft.com/office/drawing/2014/main" id="{8FB44EAD-9809-7711-9716-CB8F557A1391}"/>
              </a:ext>
            </a:extLst>
          </p:cNvPr>
          <p:cNvSpPr>
            <a:spLocks noGrp="1"/>
          </p:cNvSpPr>
          <p:nvPr>
            <p:ph type="ctrTitle"/>
          </p:nvPr>
        </p:nvSpPr>
        <p:spPr>
          <a:xfrm>
            <a:off x="876300" y="45868"/>
            <a:ext cx="10263459" cy="923925"/>
          </a:xfrm>
        </p:spPr>
        <p:txBody>
          <a:bodyPr anchor="b">
            <a:normAutofit/>
          </a:bodyPr>
          <a:lstStyle/>
          <a:p>
            <a:r>
              <a:rPr lang="en-IN" sz="4000" dirty="0">
                <a:solidFill>
                  <a:schemeClr val="tx2"/>
                </a:solidFill>
                <a:latin typeface="Engravers MT" panose="02090707080505020304" pitchFamily="18" charset="0"/>
              </a:rPr>
              <a:t>History  of MISRA-C</a:t>
            </a:r>
            <a:endParaRPr lang="en-IN" sz="4000" dirty="0">
              <a:solidFill>
                <a:schemeClr val="tx2"/>
              </a:solidFill>
            </a:endParaRPr>
          </a:p>
        </p:txBody>
      </p:sp>
      <p:grpSp>
        <p:nvGrpSpPr>
          <p:cNvPr id="23" name="Group 22">
            <a:extLst>
              <a:ext uri="{FF2B5EF4-FFF2-40B4-BE49-F238E27FC236}">
                <a16:creationId xmlns:a16="http://schemas.microsoft.com/office/drawing/2014/main" id="{87F87F1B-42BA-4AC7-A4E2-41544DDB2CE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05" y="-4155"/>
            <a:ext cx="2514948" cy="2174333"/>
            <a:chOff x="-305" y="-4155"/>
            <a:chExt cx="2514948" cy="2174333"/>
          </a:xfrm>
        </p:grpSpPr>
        <p:sp>
          <p:nvSpPr>
            <p:cNvPr id="24" name="Freeform: Shape 23">
              <a:extLst>
                <a:ext uri="{FF2B5EF4-FFF2-40B4-BE49-F238E27FC236}">
                  <a16:creationId xmlns:a16="http://schemas.microsoft.com/office/drawing/2014/main" id="{68B53067-4E48-4E71-A6A9-A8CAABAFBF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Shape 24">
              <a:extLst>
                <a:ext uri="{FF2B5EF4-FFF2-40B4-BE49-F238E27FC236}">
                  <a16:creationId xmlns:a16="http://schemas.microsoft.com/office/drawing/2014/main" id="{06D1A0D3-4BB8-41D9-9CE7-2884C83F44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reeform: Shape 25">
              <a:extLst>
                <a:ext uri="{FF2B5EF4-FFF2-40B4-BE49-F238E27FC236}">
                  <a16:creationId xmlns:a16="http://schemas.microsoft.com/office/drawing/2014/main" id="{81E20F06-3B09-4B89-A36B-AB8BFBCCA5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27" name="Freeform: Shape 26">
              <a:extLst>
                <a:ext uri="{FF2B5EF4-FFF2-40B4-BE49-F238E27FC236}">
                  <a16:creationId xmlns:a16="http://schemas.microsoft.com/office/drawing/2014/main" id="{DAE6C3D7-7D5B-4926-877D-45F117BB6B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9" name="Group 28">
            <a:extLst>
              <a:ext uri="{FF2B5EF4-FFF2-40B4-BE49-F238E27FC236}">
                <a16:creationId xmlns:a16="http://schemas.microsoft.com/office/drawing/2014/main" id="{967346A5-7569-4F15-AB5D-BE3DADF192C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9685727" y="4683666"/>
            <a:ext cx="2514948" cy="2174333"/>
            <a:chOff x="-305" y="-4155"/>
            <a:chExt cx="2514948" cy="2174333"/>
          </a:xfrm>
        </p:grpSpPr>
        <p:sp>
          <p:nvSpPr>
            <p:cNvPr id="30" name="Freeform: Shape 29">
              <a:extLst>
                <a:ext uri="{FF2B5EF4-FFF2-40B4-BE49-F238E27FC236}">
                  <a16:creationId xmlns:a16="http://schemas.microsoft.com/office/drawing/2014/main" id="{E1951533-A568-4765-AB1F-F71D9AFDEA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reeform: Shape 30">
              <a:extLst>
                <a:ext uri="{FF2B5EF4-FFF2-40B4-BE49-F238E27FC236}">
                  <a16:creationId xmlns:a16="http://schemas.microsoft.com/office/drawing/2014/main" id="{A7214F52-4F3F-4C96-A62E-F1401D6C04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Freeform: Shape 31">
              <a:extLst>
                <a:ext uri="{FF2B5EF4-FFF2-40B4-BE49-F238E27FC236}">
                  <a16:creationId xmlns:a16="http://schemas.microsoft.com/office/drawing/2014/main" id="{023146A1-291C-4FA0-AB5B-EB04D42398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33" name="Freeform: Shape 32">
              <a:extLst>
                <a:ext uri="{FF2B5EF4-FFF2-40B4-BE49-F238E27FC236}">
                  <a16:creationId xmlns:a16="http://schemas.microsoft.com/office/drawing/2014/main" id="{62977932-2B03-4899-8306-5002CEE68E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5" name="Title 1">
            <a:extLst>
              <a:ext uri="{FF2B5EF4-FFF2-40B4-BE49-F238E27FC236}">
                <a16:creationId xmlns:a16="http://schemas.microsoft.com/office/drawing/2014/main" id="{D6EE584E-84BC-FC84-2A5F-A0E7AF1256B7}"/>
              </a:ext>
            </a:extLst>
          </p:cNvPr>
          <p:cNvSpPr txBox="1">
            <a:spLocks/>
          </p:cNvSpPr>
          <p:nvPr/>
        </p:nvSpPr>
        <p:spPr>
          <a:xfrm>
            <a:off x="10382250" y="3983"/>
            <a:ext cx="1809445" cy="44767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2000" dirty="0">
                <a:solidFill>
                  <a:schemeClr val="tx2"/>
                </a:solidFill>
              </a:rPr>
              <a:t>MISRA C -2012</a:t>
            </a:r>
          </a:p>
        </p:txBody>
      </p:sp>
      <p:sp>
        <p:nvSpPr>
          <p:cNvPr id="6" name="Subtitle 2">
            <a:extLst>
              <a:ext uri="{FF2B5EF4-FFF2-40B4-BE49-F238E27FC236}">
                <a16:creationId xmlns:a16="http://schemas.microsoft.com/office/drawing/2014/main" id="{C992C8E1-40D9-45CC-B67A-D8B86D2A381E}"/>
              </a:ext>
            </a:extLst>
          </p:cNvPr>
          <p:cNvSpPr txBox="1">
            <a:spLocks/>
          </p:cNvSpPr>
          <p:nvPr/>
        </p:nvSpPr>
        <p:spPr>
          <a:xfrm>
            <a:off x="3432265" y="853500"/>
            <a:ext cx="5188034" cy="682079"/>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115000"/>
              </a:lnSpc>
              <a:spcAft>
                <a:spcPts val="800"/>
              </a:spcAft>
            </a:pPr>
            <a:r>
              <a:rPr lang="en-IN" kern="100" dirty="0">
                <a:solidFill>
                  <a:srgbClr val="666666"/>
                </a:solidFill>
                <a:effectLst/>
                <a:highlight>
                  <a:srgbClr val="FFFF00"/>
                </a:highlight>
                <a:latin typeface="Times New Roman" panose="02020603050405020304" pitchFamily="18" charset="0"/>
                <a:ea typeface="Aptos" panose="020B0004020202020204" pitchFamily="34" charset="0"/>
                <a:cs typeface="Times New Roman" panose="02020603050405020304" pitchFamily="18" charset="0"/>
              </a:rPr>
              <a:t>Misra2012:Rule-3.1</a:t>
            </a:r>
          </a:p>
        </p:txBody>
      </p:sp>
      <p:sp>
        <p:nvSpPr>
          <p:cNvPr id="3" name="TextBox 2">
            <a:extLst>
              <a:ext uri="{FF2B5EF4-FFF2-40B4-BE49-F238E27FC236}">
                <a16:creationId xmlns:a16="http://schemas.microsoft.com/office/drawing/2014/main" id="{F52B51FF-E201-359D-4743-DA9B627F1CC1}"/>
              </a:ext>
            </a:extLst>
          </p:cNvPr>
          <p:cNvSpPr txBox="1"/>
          <p:nvPr/>
        </p:nvSpPr>
        <p:spPr>
          <a:xfrm>
            <a:off x="1018540" y="1310447"/>
            <a:ext cx="7766610" cy="369332"/>
          </a:xfrm>
          <a:prstGeom prst="rect">
            <a:avLst/>
          </a:prstGeom>
          <a:noFill/>
        </p:spPr>
        <p:txBody>
          <a:bodyPr wrap="square">
            <a:spAutoFit/>
          </a:bodyPr>
          <a:lstStyle/>
          <a:p>
            <a:pPr marL="285750" indent="-285750" algn="l">
              <a:buFont typeface="Wingdings" panose="05000000000000000000" pitchFamily="2" charset="2"/>
              <a:buChar char="q"/>
            </a:pPr>
            <a:r>
              <a:rPr lang="en-US" sz="1800" b="1" i="0" u="none" strike="noStrike" baseline="0" dirty="0">
                <a:latin typeface="Times New Roman" panose="02020603050405020304" pitchFamily="18" charset="0"/>
                <a:cs typeface="Times New Roman" panose="02020603050405020304" pitchFamily="18" charset="0"/>
              </a:rPr>
              <a:t>The character sequences /* and // shall not be used within a </a:t>
            </a:r>
            <a:r>
              <a:rPr lang="en-IN" sz="1800" b="1" i="0" u="none" strike="noStrike" baseline="0" dirty="0">
                <a:latin typeface="Times New Roman" panose="02020603050405020304" pitchFamily="18" charset="0"/>
                <a:cs typeface="Times New Roman" panose="02020603050405020304" pitchFamily="18" charset="0"/>
              </a:rPr>
              <a:t>comment</a:t>
            </a:r>
            <a:endParaRPr lang="en-IN" b="1" kern="100" dirty="0">
              <a:effectLst/>
              <a:highlight>
                <a:srgbClr val="FFFF00"/>
              </a:highlight>
              <a:latin typeface="Times New Roman" panose="02020603050405020304" pitchFamily="18" charset="0"/>
              <a:ea typeface="Aptos" panose="020B0004020202020204" pitchFamily="34" charset="0"/>
              <a:cs typeface="Times New Roman" panose="02020603050405020304" pitchFamily="18" charset="0"/>
            </a:endParaRPr>
          </a:p>
        </p:txBody>
      </p:sp>
      <p:sp>
        <p:nvSpPr>
          <p:cNvPr id="11" name="TextBox 10">
            <a:extLst>
              <a:ext uri="{FF2B5EF4-FFF2-40B4-BE49-F238E27FC236}">
                <a16:creationId xmlns:a16="http://schemas.microsoft.com/office/drawing/2014/main" id="{3BAF9C64-DAA2-791C-A360-DC870B79332D}"/>
              </a:ext>
            </a:extLst>
          </p:cNvPr>
          <p:cNvSpPr txBox="1"/>
          <p:nvPr/>
        </p:nvSpPr>
        <p:spPr>
          <a:xfrm>
            <a:off x="1297603" y="1662880"/>
            <a:ext cx="9642403" cy="369332"/>
          </a:xfrm>
          <a:prstGeom prst="rect">
            <a:avLst/>
          </a:prstGeom>
          <a:noFill/>
        </p:spPr>
        <p:txBody>
          <a:bodyPr wrap="square">
            <a:spAutoFit/>
          </a:bodyPr>
          <a:lstStyle/>
          <a:p>
            <a:pPr algn="l"/>
            <a:r>
              <a:rPr lang="en-IN" sz="1800" b="0" i="0" u="none" strike="noStrike" baseline="0" dirty="0">
                <a:latin typeface="OpenSans"/>
              </a:rPr>
              <a:t>Category –</a:t>
            </a:r>
            <a:r>
              <a:rPr lang="en-IN" sz="1800" b="0" i="0" u="none" strike="noStrike" baseline="0" dirty="0">
                <a:latin typeface="OpenSans-Light"/>
              </a:rPr>
              <a:t>Required    Analysis </a:t>
            </a:r>
            <a:r>
              <a:rPr lang="en-IN" sz="1800" b="0" i="0" u="none" strike="noStrike" baseline="0" dirty="0">
                <a:latin typeface="OpenSans"/>
              </a:rPr>
              <a:t> -</a:t>
            </a:r>
            <a:r>
              <a:rPr lang="en-IN" sz="1800" b="0" i="0" u="none" strike="noStrike" baseline="0" dirty="0">
                <a:latin typeface="OpenSans-Light"/>
              </a:rPr>
              <a:t> Decidable, Single Translation Unit </a:t>
            </a:r>
            <a:r>
              <a:rPr lang="en-IN" sz="1800" b="0" i="0" u="none" strike="noStrike" baseline="0" dirty="0">
                <a:latin typeface="OpenSans"/>
              </a:rPr>
              <a:t>Applies to -</a:t>
            </a:r>
            <a:r>
              <a:rPr lang="en-IN" sz="1800" b="0" i="0" u="none" strike="noStrike" baseline="0" dirty="0">
                <a:latin typeface="OpenSans-Light"/>
              </a:rPr>
              <a:t>C90, C99</a:t>
            </a:r>
            <a:endParaRPr lang="en-IN" dirty="0"/>
          </a:p>
        </p:txBody>
      </p:sp>
      <p:sp>
        <p:nvSpPr>
          <p:cNvPr id="12" name="TextBox 11">
            <a:extLst>
              <a:ext uri="{FF2B5EF4-FFF2-40B4-BE49-F238E27FC236}">
                <a16:creationId xmlns:a16="http://schemas.microsoft.com/office/drawing/2014/main" id="{3B6B20D6-4372-E7FE-5B7C-3A5C456054FD}"/>
              </a:ext>
            </a:extLst>
          </p:cNvPr>
          <p:cNvSpPr txBox="1"/>
          <p:nvPr/>
        </p:nvSpPr>
        <p:spPr>
          <a:xfrm>
            <a:off x="2575631" y="2464720"/>
            <a:ext cx="7419583" cy="1754326"/>
          </a:xfrm>
          <a:prstGeom prst="rect">
            <a:avLst/>
          </a:prstGeom>
          <a:noFill/>
        </p:spPr>
        <p:txBody>
          <a:bodyPr wrap="square">
            <a:spAutoFit/>
          </a:bodyPr>
          <a:lstStyle/>
          <a:p>
            <a:r>
              <a:rPr lang="en-US" dirty="0">
                <a:latin typeface="Times New Roman" panose="02020603050405020304" pitchFamily="18" charset="0"/>
                <a:cs typeface="Times New Roman" panose="02020603050405020304" pitchFamily="18" charset="0"/>
              </a:rPr>
              <a:t>x = y // /*</a:t>
            </a:r>
          </a:p>
          <a:p>
            <a:r>
              <a:rPr lang="en-US" dirty="0">
                <a:latin typeface="Times New Roman" panose="02020603050405020304" pitchFamily="18" charset="0"/>
                <a:cs typeface="Times New Roman" panose="02020603050405020304" pitchFamily="18" charset="0"/>
              </a:rPr>
              <a:t>+ z</a:t>
            </a:r>
          </a:p>
          <a:p>
            <a:r>
              <a:rPr lang="en-US" dirty="0">
                <a:latin typeface="Times New Roman" panose="02020603050405020304" pitchFamily="18" charset="0"/>
                <a:cs typeface="Times New Roman" panose="02020603050405020304" pitchFamily="18" charset="0"/>
              </a:rPr>
              <a:t>// */</a:t>
            </a:r>
          </a:p>
          <a:p>
            <a:r>
              <a:rPr lang="en-US" dirty="0">
                <a:latin typeface="Times New Roman" panose="02020603050405020304" pitchFamily="18" charset="0"/>
                <a:cs typeface="Times New Roman" panose="02020603050405020304" pitchFamily="18" charset="0"/>
              </a:rPr>
              <a:t>;</a:t>
            </a:r>
          </a:p>
          <a:p>
            <a:r>
              <a:rPr lang="en-US" dirty="0">
                <a:latin typeface="Times New Roman" panose="02020603050405020304" pitchFamily="18" charset="0"/>
                <a:cs typeface="Times New Roman" panose="02020603050405020304" pitchFamily="18" charset="0"/>
              </a:rPr>
              <a:t>This gives x = y + z; but would have been x = y;</a:t>
            </a:r>
          </a:p>
          <a:p>
            <a:endParaRPr lang="en-IN" dirty="0">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3BEBAFEE-B117-F80A-3238-35883C77E34C}"/>
              </a:ext>
            </a:extLst>
          </p:cNvPr>
          <p:cNvSpPr txBox="1"/>
          <p:nvPr/>
        </p:nvSpPr>
        <p:spPr>
          <a:xfrm>
            <a:off x="1249994" y="2053770"/>
            <a:ext cx="10650070" cy="369332"/>
          </a:xfrm>
          <a:prstGeom prst="rect">
            <a:avLst/>
          </a:prstGeom>
          <a:noFill/>
        </p:spPr>
        <p:txBody>
          <a:bodyPr wrap="square">
            <a:spAutoFit/>
          </a:bodyPr>
          <a:lstStyle/>
          <a:p>
            <a:r>
              <a:rPr lang="en-US" dirty="0">
                <a:solidFill>
                  <a:srgbClr val="0D0D0D"/>
                </a:solidFill>
                <a:latin typeface="Söhne"/>
              </a:rPr>
              <a:t>T</a:t>
            </a:r>
            <a:r>
              <a:rPr lang="en-US" b="0" i="0" dirty="0">
                <a:solidFill>
                  <a:srgbClr val="0D0D0D"/>
                </a:solidFill>
                <a:effectLst/>
                <a:latin typeface="Söhne"/>
              </a:rPr>
              <a:t>o prevent potential confusion or errors caused by nested comments or unintended termination of comments.</a:t>
            </a:r>
            <a:endParaRPr lang="en-IN"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C571CA19-A36B-7D93-981A-5F92A3EA59D7}"/>
              </a:ext>
            </a:extLst>
          </p:cNvPr>
          <p:cNvSpPr txBox="1"/>
          <p:nvPr/>
        </p:nvSpPr>
        <p:spPr>
          <a:xfrm>
            <a:off x="1298831" y="2460889"/>
            <a:ext cx="1046338" cy="369332"/>
          </a:xfrm>
          <a:prstGeom prst="rect">
            <a:avLst/>
          </a:prstGeom>
          <a:noFill/>
        </p:spPr>
        <p:txBody>
          <a:bodyPr wrap="square">
            <a:spAutoFit/>
          </a:bodyPr>
          <a:lstStyle/>
          <a:p>
            <a:pPr algn="l"/>
            <a:r>
              <a:rPr lang="en-IN" dirty="0">
                <a:highlight>
                  <a:srgbClr val="FFFF00"/>
                </a:highlight>
              </a:rPr>
              <a:t>Example</a:t>
            </a:r>
          </a:p>
        </p:txBody>
      </p:sp>
      <p:sp>
        <p:nvSpPr>
          <p:cNvPr id="9" name="Slide Number Placeholder 8">
            <a:extLst>
              <a:ext uri="{FF2B5EF4-FFF2-40B4-BE49-F238E27FC236}">
                <a16:creationId xmlns:a16="http://schemas.microsoft.com/office/drawing/2014/main" id="{7396EB30-EE63-F70A-E99E-7680275D6F61}"/>
              </a:ext>
            </a:extLst>
          </p:cNvPr>
          <p:cNvSpPr>
            <a:spLocks noGrp="1"/>
          </p:cNvSpPr>
          <p:nvPr>
            <p:ph type="sldNum" sz="quarter" idx="12"/>
          </p:nvPr>
        </p:nvSpPr>
        <p:spPr/>
        <p:txBody>
          <a:bodyPr/>
          <a:lstStyle/>
          <a:p>
            <a:fld id="{91247CA1-BCEC-4DD4-9B23-E2AE1AEA27A6}" type="slidenum">
              <a:rPr lang="en-IN" smtClean="0"/>
              <a:t>22</a:t>
            </a:fld>
            <a:endParaRPr lang="en-IN"/>
          </a:p>
        </p:txBody>
      </p:sp>
      <p:sp>
        <p:nvSpPr>
          <p:cNvPr id="8" name="TextBox 7">
            <a:extLst>
              <a:ext uri="{FF2B5EF4-FFF2-40B4-BE49-F238E27FC236}">
                <a16:creationId xmlns:a16="http://schemas.microsoft.com/office/drawing/2014/main" id="{CC57C5E8-FE10-4E9C-E4F1-505014E74DDA}"/>
              </a:ext>
            </a:extLst>
          </p:cNvPr>
          <p:cNvSpPr txBox="1"/>
          <p:nvPr/>
        </p:nvSpPr>
        <p:spPr>
          <a:xfrm>
            <a:off x="10532532" y="526059"/>
            <a:ext cx="1451144" cy="369332"/>
          </a:xfrm>
          <a:prstGeom prst="rect">
            <a:avLst/>
          </a:prstGeom>
          <a:noFill/>
        </p:spPr>
        <p:txBody>
          <a:bodyPr wrap="square">
            <a:spAutoFit/>
          </a:bodyPr>
          <a:lstStyle/>
          <a:p>
            <a:r>
              <a:rPr lang="en-IN" dirty="0"/>
              <a:t>Session 1</a:t>
            </a:r>
          </a:p>
        </p:txBody>
      </p:sp>
    </p:spTree>
    <p:extLst>
      <p:ext uri="{BB962C8B-B14F-4D97-AF65-F5344CB8AC3E}">
        <p14:creationId xmlns:p14="http://schemas.microsoft.com/office/powerpoint/2010/main" val="383523187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5A292AEA-2528-46C0-B426-95822B6141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D8B7B198-E4DF-43CD-AD8C-1998843237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34" name="Freeform: Shape 33">
            <a:extLst>
              <a:ext uri="{FF2B5EF4-FFF2-40B4-BE49-F238E27FC236}">
                <a16:creationId xmlns:a16="http://schemas.microsoft.com/office/drawing/2014/main" id="{2BE67753-EA0E-4819-8D22-0B6600CF7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96934" y="3984"/>
            <a:ext cx="9376632" cy="6858000"/>
          </a:xfrm>
          <a:custGeom>
            <a:avLst/>
            <a:gdLst>
              <a:gd name="connsiteX0" fmla="*/ 1691615 w 9376632"/>
              <a:gd name="connsiteY0" fmla="*/ 0 h 6858000"/>
              <a:gd name="connsiteX1" fmla="*/ 7685017 w 9376632"/>
              <a:gd name="connsiteY1" fmla="*/ 0 h 6858000"/>
              <a:gd name="connsiteX2" fmla="*/ 7840634 w 9376632"/>
              <a:gd name="connsiteY2" fmla="*/ 134799 h 6858000"/>
              <a:gd name="connsiteX3" fmla="*/ 9376632 w 9376632"/>
              <a:gd name="connsiteY3" fmla="*/ 3605175 h 6858000"/>
              <a:gd name="connsiteX4" fmla="*/ 8158692 w 9376632"/>
              <a:gd name="connsiteY4" fmla="*/ 6757493 h 6858000"/>
              <a:gd name="connsiteX5" fmla="*/ 8062868 w 9376632"/>
              <a:gd name="connsiteY5" fmla="*/ 6858000 h 6858000"/>
              <a:gd name="connsiteX6" fmla="*/ 1313765 w 9376632"/>
              <a:gd name="connsiteY6" fmla="*/ 6858000 h 6858000"/>
              <a:gd name="connsiteX7" fmla="*/ 1217940 w 9376632"/>
              <a:gd name="connsiteY7" fmla="*/ 6757493 h 6858000"/>
              <a:gd name="connsiteX8" fmla="*/ 0 w 9376632"/>
              <a:gd name="connsiteY8" fmla="*/ 3605175 h 6858000"/>
              <a:gd name="connsiteX9" fmla="*/ 1535999 w 9376632"/>
              <a:gd name="connsiteY9" fmla="*/ 13479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376632" h="6858000">
                <a:moveTo>
                  <a:pt x="1691615" y="0"/>
                </a:moveTo>
                <a:lnTo>
                  <a:pt x="7685017" y="0"/>
                </a:lnTo>
                <a:lnTo>
                  <a:pt x="7840634" y="134799"/>
                </a:lnTo>
                <a:cubicBezTo>
                  <a:pt x="8784230" y="992423"/>
                  <a:pt x="9376632" y="2229618"/>
                  <a:pt x="9376632" y="3605175"/>
                </a:cubicBezTo>
                <a:cubicBezTo>
                  <a:pt x="9376632" y="4818903"/>
                  <a:pt x="8915419" y="5924908"/>
                  <a:pt x="8158692" y="6757493"/>
                </a:cubicBezTo>
                <a:lnTo>
                  <a:pt x="8062868" y="6858000"/>
                </a:lnTo>
                <a:lnTo>
                  <a:pt x="1313765" y="6858000"/>
                </a:lnTo>
                <a:lnTo>
                  <a:pt x="1217940" y="6757493"/>
                </a:lnTo>
                <a:cubicBezTo>
                  <a:pt x="461213" y="5924908"/>
                  <a:pt x="0" y="4818903"/>
                  <a:pt x="0" y="3605175"/>
                </a:cubicBezTo>
                <a:cubicBezTo>
                  <a:pt x="0" y="2229618"/>
                  <a:pt x="592403" y="992423"/>
                  <a:pt x="1535999" y="134799"/>
                </a:cubicBezTo>
                <a:close/>
              </a:path>
            </a:pathLst>
          </a:cu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5" name="Group 34">
            <a:extLst>
              <a:ext uri="{FF2B5EF4-FFF2-40B4-BE49-F238E27FC236}">
                <a16:creationId xmlns:a16="http://schemas.microsoft.com/office/drawing/2014/main" id="{D76D63AC-0421-45EC-B383-E79A61A78C6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303402" y="3985"/>
            <a:ext cx="9772765" cy="6858000"/>
            <a:chOff x="1303402" y="36937"/>
            <a:chExt cx="9772765" cy="6858000"/>
          </a:xfrm>
          <a:solidFill>
            <a:schemeClr val="bg1">
              <a:alpha val="30000"/>
            </a:schemeClr>
          </a:solidFill>
        </p:grpSpPr>
        <p:sp>
          <p:nvSpPr>
            <p:cNvPr id="15" name="Freeform: Shape 14">
              <a:extLst>
                <a:ext uri="{FF2B5EF4-FFF2-40B4-BE49-F238E27FC236}">
                  <a16:creationId xmlns:a16="http://schemas.microsoft.com/office/drawing/2014/main" id="{B997A32E-7032-4107-9C8B-99DB59EDD5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6937"/>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Shape 15">
              <a:extLst>
                <a:ext uri="{FF2B5EF4-FFF2-40B4-BE49-F238E27FC236}">
                  <a16:creationId xmlns:a16="http://schemas.microsoft.com/office/drawing/2014/main" id="{943BB27F-1470-42CA-91FF-D94BC691C8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6937"/>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Freeform: Shape 16">
              <a:extLst>
                <a:ext uri="{FF2B5EF4-FFF2-40B4-BE49-F238E27FC236}">
                  <a16:creationId xmlns:a16="http://schemas.microsoft.com/office/drawing/2014/main" id="{E997B002-17FD-47B3-A06A-76802FE15C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6937"/>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Freeform: Shape 17">
              <a:extLst>
                <a:ext uri="{FF2B5EF4-FFF2-40B4-BE49-F238E27FC236}">
                  <a16:creationId xmlns:a16="http://schemas.microsoft.com/office/drawing/2014/main" id="{E401EA35-9D2E-43B7-860F-EBB8A6C3E0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6937"/>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Freeform: Shape 18">
              <a:extLst>
                <a:ext uri="{FF2B5EF4-FFF2-40B4-BE49-F238E27FC236}">
                  <a16:creationId xmlns:a16="http://schemas.microsoft.com/office/drawing/2014/main" id="{F8C44827-3D81-4FF9-B4A5-5650D1B20A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6937"/>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Freeform: Shape 19">
              <a:extLst>
                <a:ext uri="{FF2B5EF4-FFF2-40B4-BE49-F238E27FC236}">
                  <a16:creationId xmlns:a16="http://schemas.microsoft.com/office/drawing/2014/main" id="{F613D97F-F6DF-4D32-AD91-209A80E7A2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8320" y="36937"/>
              <a:ext cx="9767847" cy="6858000"/>
            </a:xfrm>
            <a:custGeom>
              <a:avLst/>
              <a:gdLst>
                <a:gd name="connsiteX0" fmla="*/ 7151367 w 9767847"/>
                <a:gd name="connsiteY0" fmla="*/ 0 h 6858000"/>
                <a:gd name="connsiteX1" fmla="*/ 7881247 w 9767847"/>
                <a:gd name="connsiteY1" fmla="*/ 0 h 6858000"/>
                <a:gd name="connsiteX2" fmla="*/ 7990553 w 9767847"/>
                <a:gd name="connsiteY2" fmla="*/ 81317 h 6858000"/>
                <a:gd name="connsiteX3" fmla="*/ 9767847 w 9767847"/>
                <a:gd name="connsiteY3" fmla="*/ 3649031 h 6858000"/>
                <a:gd name="connsiteX4" fmla="*/ 8652597 w 9767847"/>
                <a:gd name="connsiteY4" fmla="*/ 6590005 h 6858000"/>
                <a:gd name="connsiteX5" fmla="*/ 8395306 w 9767847"/>
                <a:gd name="connsiteY5" fmla="*/ 6858000 h 6858000"/>
                <a:gd name="connsiteX6" fmla="*/ 6762603 w 9767847"/>
                <a:gd name="connsiteY6" fmla="*/ 6858000 h 6858000"/>
                <a:gd name="connsiteX7" fmla="*/ 6765962 w 9767847"/>
                <a:gd name="connsiteY7" fmla="*/ 6854844 h 6858000"/>
                <a:gd name="connsiteX8" fmla="*/ 6804586 w 9767847"/>
                <a:gd name="connsiteY8" fmla="*/ 6817103 h 6858000"/>
                <a:gd name="connsiteX9" fmla="*/ 6881735 w 9767847"/>
                <a:gd name="connsiteY9" fmla="*/ 6741197 h 6858000"/>
                <a:gd name="connsiteX10" fmla="*/ 6958883 w 9767847"/>
                <a:gd name="connsiteY10" fmla="*/ 6664822 h 6858000"/>
                <a:gd name="connsiteX11" fmla="*/ 7267925 w 9767847"/>
                <a:gd name="connsiteY11" fmla="*/ 6355694 h 6858000"/>
                <a:gd name="connsiteX12" fmla="*/ 7424360 w 9767847"/>
                <a:gd name="connsiteY12" fmla="*/ 6200685 h 6858000"/>
                <a:gd name="connsiteX13" fmla="*/ 7504938 w 9767847"/>
                <a:gd name="connsiteY13" fmla="*/ 6122708 h 6858000"/>
                <a:gd name="connsiteX14" fmla="*/ 7546396 w 9767847"/>
                <a:gd name="connsiteY14" fmla="*/ 6083697 h 6858000"/>
                <a:gd name="connsiteX15" fmla="*/ 7588002 w 9767847"/>
                <a:gd name="connsiteY15" fmla="*/ 6045532 h 6858000"/>
                <a:gd name="connsiteX16" fmla="*/ 7631000 w 9767847"/>
                <a:gd name="connsiteY16" fmla="*/ 6006709 h 6858000"/>
                <a:gd name="connsiteX17" fmla="*/ 7675440 w 9767847"/>
                <a:gd name="connsiteY17" fmla="*/ 5968309 h 6858000"/>
                <a:gd name="connsiteX18" fmla="*/ 7720626 w 9767847"/>
                <a:gd name="connsiteY18" fmla="*/ 5930851 h 6858000"/>
                <a:gd name="connsiteX19" fmla="*/ 7766458 w 9767847"/>
                <a:gd name="connsiteY19" fmla="*/ 5894334 h 6858000"/>
                <a:gd name="connsiteX20" fmla="*/ 7955254 w 9767847"/>
                <a:gd name="connsiteY20" fmla="*/ 5756828 h 6858000"/>
                <a:gd name="connsiteX21" fmla="*/ 8352678 w 9767847"/>
                <a:gd name="connsiteY21" fmla="*/ 5517630 h 6858000"/>
                <a:gd name="connsiteX22" fmla="*/ 8451350 w 9767847"/>
                <a:gd name="connsiteY22" fmla="*/ 5465254 h 6858000"/>
                <a:gd name="connsiteX23" fmla="*/ 8548532 w 9767847"/>
                <a:gd name="connsiteY23" fmla="*/ 5413395 h 6858000"/>
                <a:gd name="connsiteX24" fmla="*/ 8729473 w 9767847"/>
                <a:gd name="connsiteY24" fmla="*/ 5309961 h 6858000"/>
                <a:gd name="connsiteX25" fmla="*/ 8770781 w 9767847"/>
                <a:gd name="connsiteY25" fmla="*/ 5283232 h 6858000"/>
                <a:gd name="connsiteX26" fmla="*/ 8790964 w 9767847"/>
                <a:gd name="connsiteY26" fmla="*/ 5269492 h 6858000"/>
                <a:gd name="connsiteX27" fmla="*/ 8810499 w 9767847"/>
                <a:gd name="connsiteY27" fmla="*/ 5255703 h 6858000"/>
                <a:gd name="connsiteX28" fmla="*/ 8883571 w 9767847"/>
                <a:gd name="connsiteY28" fmla="*/ 5198479 h 6858000"/>
                <a:gd name="connsiteX29" fmla="*/ 9006651 w 9767847"/>
                <a:gd name="connsiteY29" fmla="*/ 5070527 h 6858000"/>
                <a:gd name="connsiteX30" fmla="*/ 9033494 w 9767847"/>
                <a:gd name="connsiteY30" fmla="*/ 5034105 h 6858000"/>
                <a:gd name="connsiteX31" fmla="*/ 9040305 w 9767847"/>
                <a:gd name="connsiteY31" fmla="*/ 5024551 h 6858000"/>
                <a:gd name="connsiteX32" fmla="*/ 9046568 w 9767847"/>
                <a:gd name="connsiteY32" fmla="*/ 5015281 h 6858000"/>
                <a:gd name="connsiteX33" fmla="*/ 9058846 w 9767847"/>
                <a:gd name="connsiteY33" fmla="*/ 4996645 h 6858000"/>
                <a:gd name="connsiteX34" fmla="*/ 9104529 w 9767847"/>
                <a:gd name="connsiteY34" fmla="*/ 4918105 h 6858000"/>
                <a:gd name="connsiteX35" fmla="*/ 9181081 w 9767847"/>
                <a:gd name="connsiteY35" fmla="*/ 4744694 h 6858000"/>
                <a:gd name="connsiteX36" fmla="*/ 9240731 w 9767847"/>
                <a:gd name="connsiteY36" fmla="*/ 4557872 h 6858000"/>
                <a:gd name="connsiteX37" fmla="*/ 9265388 w 9767847"/>
                <a:gd name="connsiteY37" fmla="*/ 4461073 h 6858000"/>
                <a:gd name="connsiteX38" fmla="*/ 9276571 w 9767847"/>
                <a:gd name="connsiteY38" fmla="*/ 4411943 h 6858000"/>
                <a:gd name="connsiteX39" fmla="*/ 9281841 w 9767847"/>
                <a:gd name="connsiteY39" fmla="*/ 4387379 h 6858000"/>
                <a:gd name="connsiteX40" fmla="*/ 9286513 w 9767847"/>
                <a:gd name="connsiteY40" fmla="*/ 4364838 h 6858000"/>
                <a:gd name="connsiteX41" fmla="*/ 9296754 w 9767847"/>
                <a:gd name="connsiteY41" fmla="*/ 4312038 h 6858000"/>
                <a:gd name="connsiteX42" fmla="*/ 9301029 w 9767847"/>
                <a:gd name="connsiteY42" fmla="*/ 4289074 h 6858000"/>
                <a:gd name="connsiteX43" fmla="*/ 9302818 w 9767847"/>
                <a:gd name="connsiteY43" fmla="*/ 4278581 h 6858000"/>
                <a:gd name="connsiteX44" fmla="*/ 9304658 w 9767847"/>
                <a:gd name="connsiteY44" fmla="*/ 4266816 h 6858000"/>
                <a:gd name="connsiteX45" fmla="*/ 9312810 w 9767847"/>
                <a:gd name="connsiteY45" fmla="*/ 4215945 h 6858000"/>
                <a:gd name="connsiteX46" fmla="*/ 9316887 w 9767847"/>
                <a:gd name="connsiteY46" fmla="*/ 4190486 h 6858000"/>
                <a:gd name="connsiteX47" fmla="*/ 9318923 w 9767847"/>
                <a:gd name="connsiteY47" fmla="*/ 4177780 h 6858000"/>
                <a:gd name="connsiteX48" fmla="*/ 9320515 w 9767847"/>
                <a:gd name="connsiteY48" fmla="*/ 4164886 h 6858000"/>
                <a:gd name="connsiteX49" fmla="*/ 9332445 w 9767847"/>
                <a:gd name="connsiteY49" fmla="*/ 4064981 h 6858000"/>
                <a:gd name="connsiteX50" fmla="*/ 9336173 w 9767847"/>
                <a:gd name="connsiteY50" fmla="*/ 4018676 h 6858000"/>
                <a:gd name="connsiteX51" fmla="*/ 9340199 w 9767847"/>
                <a:gd name="connsiteY51" fmla="*/ 3965171 h 6858000"/>
                <a:gd name="connsiteX52" fmla="*/ 9347557 w 9767847"/>
                <a:gd name="connsiteY52" fmla="*/ 3765972 h 6858000"/>
                <a:gd name="connsiteX53" fmla="*/ 9346364 w 9767847"/>
                <a:gd name="connsiteY53" fmla="*/ 3664938 h 6858000"/>
                <a:gd name="connsiteX54" fmla="*/ 9344921 w 9767847"/>
                <a:gd name="connsiteY54" fmla="*/ 3615243 h 6858000"/>
                <a:gd name="connsiteX55" fmla="*/ 9344524 w 9767847"/>
                <a:gd name="connsiteY55" fmla="*/ 3603526 h 6858000"/>
                <a:gd name="connsiteX56" fmla="*/ 9343728 w 9767847"/>
                <a:gd name="connsiteY56" fmla="*/ 3590774 h 6858000"/>
                <a:gd name="connsiteX57" fmla="*/ 9342188 w 9767847"/>
                <a:gd name="connsiteY57" fmla="*/ 3565268 h 6858000"/>
                <a:gd name="connsiteX58" fmla="*/ 9339056 w 9767847"/>
                <a:gd name="connsiteY58" fmla="*/ 3514256 h 6858000"/>
                <a:gd name="connsiteX59" fmla="*/ 9334334 w 9767847"/>
                <a:gd name="connsiteY59" fmla="*/ 3463057 h 6858000"/>
                <a:gd name="connsiteX60" fmla="*/ 9329363 w 9767847"/>
                <a:gd name="connsiteY60" fmla="*/ 3411810 h 6858000"/>
                <a:gd name="connsiteX61" fmla="*/ 9328319 w 9767847"/>
                <a:gd name="connsiteY61" fmla="*/ 3400657 h 6858000"/>
                <a:gd name="connsiteX62" fmla="*/ 9327177 w 9767847"/>
                <a:gd name="connsiteY62" fmla="*/ 3390116 h 6858000"/>
                <a:gd name="connsiteX63" fmla="*/ 9324293 w 9767847"/>
                <a:gd name="connsiteY63" fmla="*/ 3366774 h 6858000"/>
                <a:gd name="connsiteX64" fmla="*/ 9320763 w 9767847"/>
                <a:gd name="connsiteY64" fmla="*/ 3340329 h 6858000"/>
                <a:gd name="connsiteX65" fmla="*/ 9317184 w 9767847"/>
                <a:gd name="connsiteY65" fmla="*/ 3311245 h 6858000"/>
                <a:gd name="connsiteX66" fmla="*/ 9311021 w 9767847"/>
                <a:gd name="connsiteY66" fmla="*/ 3266211 h 6858000"/>
                <a:gd name="connsiteX67" fmla="*/ 9302719 w 9767847"/>
                <a:gd name="connsiteY67" fmla="*/ 3215717 h 6858000"/>
                <a:gd name="connsiteX68" fmla="*/ 9293970 w 9767847"/>
                <a:gd name="connsiteY68" fmla="*/ 3165789 h 6858000"/>
                <a:gd name="connsiteX69" fmla="*/ 9252065 w 9767847"/>
                <a:gd name="connsiteY69" fmla="*/ 2967107 h 6858000"/>
                <a:gd name="connsiteX70" fmla="*/ 9227211 w 9767847"/>
                <a:gd name="connsiteY70" fmla="*/ 2868473 h 6858000"/>
                <a:gd name="connsiteX71" fmla="*/ 9220699 w 9767847"/>
                <a:gd name="connsiteY71" fmla="*/ 2844426 h 6858000"/>
                <a:gd name="connsiteX72" fmla="*/ 9213740 w 9767847"/>
                <a:gd name="connsiteY72" fmla="*/ 2820191 h 6858000"/>
                <a:gd name="connsiteX73" fmla="*/ 9199374 w 9767847"/>
                <a:gd name="connsiteY73" fmla="*/ 2771438 h 6858000"/>
                <a:gd name="connsiteX74" fmla="*/ 9061829 w 9767847"/>
                <a:gd name="connsiteY74" fmla="*/ 2385418 h 6858000"/>
                <a:gd name="connsiteX75" fmla="*/ 8978865 w 9767847"/>
                <a:gd name="connsiteY75" fmla="*/ 2196855 h 6858000"/>
                <a:gd name="connsiteX76" fmla="*/ 8956694 w 9767847"/>
                <a:gd name="connsiteY76" fmla="*/ 2150219 h 6858000"/>
                <a:gd name="connsiteX77" fmla="*/ 8934176 w 9767847"/>
                <a:gd name="connsiteY77" fmla="*/ 2103914 h 6858000"/>
                <a:gd name="connsiteX78" fmla="*/ 8887151 w 9767847"/>
                <a:gd name="connsiteY78" fmla="*/ 2011350 h 6858000"/>
                <a:gd name="connsiteX79" fmla="*/ 8787533 w 9767847"/>
                <a:gd name="connsiteY79" fmla="*/ 1828527 h 6858000"/>
                <a:gd name="connsiteX80" fmla="*/ 8761485 w 9767847"/>
                <a:gd name="connsiteY80" fmla="*/ 1783398 h 6858000"/>
                <a:gd name="connsiteX81" fmla="*/ 8734791 w 9767847"/>
                <a:gd name="connsiteY81" fmla="*/ 1737893 h 6858000"/>
                <a:gd name="connsiteX82" fmla="*/ 8680808 w 9767847"/>
                <a:gd name="connsiteY82" fmla="*/ 1648812 h 6858000"/>
                <a:gd name="connsiteX83" fmla="*/ 8567024 w 9767847"/>
                <a:gd name="connsiteY83" fmla="*/ 1472906 h 6858000"/>
                <a:gd name="connsiteX84" fmla="*/ 8537446 w 9767847"/>
                <a:gd name="connsiteY84" fmla="*/ 1429330 h 6858000"/>
                <a:gd name="connsiteX85" fmla="*/ 8507423 w 9767847"/>
                <a:gd name="connsiteY85" fmla="*/ 1385896 h 6858000"/>
                <a:gd name="connsiteX86" fmla="*/ 8446529 w 9767847"/>
                <a:gd name="connsiteY86" fmla="*/ 1300295 h 6858000"/>
                <a:gd name="connsiteX87" fmla="*/ 8319224 w 9767847"/>
                <a:gd name="connsiteY87" fmla="*/ 1131026 h 6858000"/>
                <a:gd name="connsiteX88" fmla="*/ 8286366 w 9767847"/>
                <a:gd name="connsiteY88" fmla="*/ 1089050 h 6858000"/>
                <a:gd name="connsiteX89" fmla="*/ 8270161 w 9767847"/>
                <a:gd name="connsiteY89" fmla="*/ 1068439 h 6858000"/>
                <a:gd name="connsiteX90" fmla="*/ 8253856 w 9767847"/>
                <a:gd name="connsiteY90" fmla="*/ 1048156 h 6858000"/>
                <a:gd name="connsiteX91" fmla="*/ 8186352 w 9767847"/>
                <a:gd name="connsiteY91" fmla="*/ 966275 h 6858000"/>
                <a:gd name="connsiteX92" fmla="*/ 8046768 w 9767847"/>
                <a:gd name="connsiteY92" fmla="*/ 805429 h 6858000"/>
                <a:gd name="connsiteX93" fmla="*/ 8010927 w 9767847"/>
                <a:gd name="connsiteY93" fmla="*/ 765853 h 6858000"/>
                <a:gd name="connsiteX94" fmla="*/ 7974788 w 9767847"/>
                <a:gd name="connsiteY94" fmla="*/ 726653 h 6858000"/>
                <a:gd name="connsiteX95" fmla="*/ 7901070 w 9767847"/>
                <a:gd name="connsiteY95" fmla="*/ 648724 h 6858000"/>
                <a:gd name="connsiteX96" fmla="*/ 7750054 w 9767847"/>
                <a:gd name="connsiteY96" fmla="*/ 497008 h 6858000"/>
                <a:gd name="connsiteX97" fmla="*/ 7592277 w 9767847"/>
                <a:gd name="connsiteY97" fmla="*/ 351221 h 6858000"/>
                <a:gd name="connsiteX98" fmla="*/ 7257734 w 9767847"/>
                <a:gd name="connsiteY98" fmla="*/ 76964 h 6858000"/>
                <a:gd name="connsiteX99" fmla="*/ 1886601 w 9767847"/>
                <a:gd name="connsiteY99" fmla="*/ 0 h 6858000"/>
                <a:gd name="connsiteX100" fmla="*/ 2292926 w 9767847"/>
                <a:gd name="connsiteY100" fmla="*/ 0 h 6858000"/>
                <a:gd name="connsiteX101" fmla="*/ 2135542 w 9767847"/>
                <a:gd name="connsiteY101" fmla="*/ 117781 h 6858000"/>
                <a:gd name="connsiteX102" fmla="*/ 1969576 w 9767847"/>
                <a:gd name="connsiteY102" fmla="*/ 254986 h 6858000"/>
                <a:gd name="connsiteX103" fmla="*/ 1659938 w 9767847"/>
                <a:gd name="connsiteY103" fmla="*/ 549855 h 6858000"/>
                <a:gd name="connsiteX104" fmla="*/ 729383 w 9767847"/>
                <a:gd name="connsiteY104" fmla="*/ 1936480 h 6858000"/>
                <a:gd name="connsiteX105" fmla="*/ 578465 w 9767847"/>
                <a:gd name="connsiteY105" fmla="*/ 2320807 h 6858000"/>
                <a:gd name="connsiteX106" fmla="*/ 465080 w 9767847"/>
                <a:gd name="connsiteY106" fmla="*/ 2714875 h 6858000"/>
                <a:gd name="connsiteX107" fmla="*/ 423820 w 9767847"/>
                <a:gd name="connsiteY107" fmla="*/ 2915436 h 6858000"/>
                <a:gd name="connsiteX108" fmla="*/ 392355 w 9767847"/>
                <a:gd name="connsiteY108" fmla="*/ 3118071 h 6858000"/>
                <a:gd name="connsiteX109" fmla="*/ 358801 w 9767847"/>
                <a:gd name="connsiteY109" fmla="*/ 3526915 h 6858000"/>
                <a:gd name="connsiteX110" fmla="*/ 410350 w 9767847"/>
                <a:gd name="connsiteY110" fmla="*/ 4348226 h 6858000"/>
                <a:gd name="connsiteX111" fmla="*/ 449022 w 9767847"/>
                <a:gd name="connsiteY111" fmla="*/ 4551049 h 6858000"/>
                <a:gd name="connsiteX112" fmla="*/ 498882 w 9767847"/>
                <a:gd name="connsiteY112" fmla="*/ 4752365 h 6858000"/>
                <a:gd name="connsiteX113" fmla="*/ 559775 w 9767847"/>
                <a:gd name="connsiteY113" fmla="*/ 4951657 h 6858000"/>
                <a:gd name="connsiteX114" fmla="*/ 631406 w 9767847"/>
                <a:gd name="connsiteY114" fmla="*/ 5147986 h 6858000"/>
                <a:gd name="connsiteX115" fmla="*/ 1023461 w 9767847"/>
                <a:gd name="connsiteY115" fmla="*/ 5893957 h 6858000"/>
                <a:gd name="connsiteX116" fmla="*/ 1575880 w 9767847"/>
                <a:gd name="connsiteY116" fmla="*/ 6547646 h 6858000"/>
                <a:gd name="connsiteX117" fmla="*/ 1905228 w 9767847"/>
                <a:gd name="connsiteY117" fmla="*/ 6829468 h 6858000"/>
                <a:gd name="connsiteX118" fmla="*/ 1944230 w 9767847"/>
                <a:gd name="connsiteY118" fmla="*/ 6858000 h 6858000"/>
                <a:gd name="connsiteX119" fmla="*/ 1372541 w 9767847"/>
                <a:gd name="connsiteY119" fmla="*/ 6858000 h 6858000"/>
                <a:gd name="connsiteX120" fmla="*/ 1115251 w 9767847"/>
                <a:gd name="connsiteY120" fmla="*/ 6590005 h 6858000"/>
                <a:gd name="connsiteX121" fmla="*/ 0 w 9767847"/>
                <a:gd name="connsiteY121" fmla="*/ 3649031 h 6858000"/>
                <a:gd name="connsiteX122" fmla="*/ 1777294 w 9767847"/>
                <a:gd name="connsiteY122" fmla="*/ 813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9767847" h="6858000">
                  <a:moveTo>
                    <a:pt x="7151367" y="0"/>
                  </a:moveTo>
                  <a:lnTo>
                    <a:pt x="7881247" y="0"/>
                  </a:lnTo>
                  <a:lnTo>
                    <a:pt x="7990553" y="81317"/>
                  </a:lnTo>
                  <a:cubicBezTo>
                    <a:pt x="9075991" y="929334"/>
                    <a:pt x="9767847" y="2212695"/>
                    <a:pt x="9767847" y="3649031"/>
                  </a:cubicBezTo>
                  <a:cubicBezTo>
                    <a:pt x="9767847" y="4766182"/>
                    <a:pt x="9349317" y="5790792"/>
                    <a:pt x="8652597" y="6590005"/>
                  </a:cubicBezTo>
                  <a:lnTo>
                    <a:pt x="8395306" y="6858000"/>
                  </a:lnTo>
                  <a:lnTo>
                    <a:pt x="6762603" y="6858000"/>
                  </a:lnTo>
                  <a:lnTo>
                    <a:pt x="6765962" y="6854844"/>
                  </a:lnTo>
                  <a:cubicBezTo>
                    <a:pt x="6779036" y="6842703"/>
                    <a:pt x="6791663" y="6829621"/>
                    <a:pt x="6804586" y="6817103"/>
                  </a:cubicBezTo>
                  <a:lnTo>
                    <a:pt x="6881735" y="6741197"/>
                  </a:lnTo>
                  <a:cubicBezTo>
                    <a:pt x="6907435" y="6715881"/>
                    <a:pt x="6933134" y="6690798"/>
                    <a:pt x="6958883" y="6664822"/>
                  </a:cubicBezTo>
                  <a:lnTo>
                    <a:pt x="7267925" y="6355694"/>
                  </a:lnTo>
                  <a:lnTo>
                    <a:pt x="7424360" y="6200685"/>
                  </a:lnTo>
                  <a:cubicBezTo>
                    <a:pt x="7450754" y="6174802"/>
                    <a:pt x="7477598" y="6148731"/>
                    <a:pt x="7504938" y="6122708"/>
                  </a:cubicBezTo>
                  <a:lnTo>
                    <a:pt x="7546396" y="6083697"/>
                  </a:lnTo>
                  <a:cubicBezTo>
                    <a:pt x="7560264" y="6070803"/>
                    <a:pt x="7574780" y="6057532"/>
                    <a:pt x="7588002" y="6045532"/>
                  </a:cubicBezTo>
                  <a:lnTo>
                    <a:pt x="7631000" y="6006709"/>
                  </a:lnTo>
                  <a:lnTo>
                    <a:pt x="7675440" y="5968309"/>
                  </a:lnTo>
                  <a:cubicBezTo>
                    <a:pt x="7690404" y="5955698"/>
                    <a:pt x="7705564" y="5943321"/>
                    <a:pt x="7720626" y="5930851"/>
                  </a:cubicBezTo>
                  <a:cubicBezTo>
                    <a:pt x="7735738" y="5918427"/>
                    <a:pt x="7751197" y="5906521"/>
                    <a:pt x="7766458" y="5894334"/>
                  </a:cubicBezTo>
                  <a:cubicBezTo>
                    <a:pt x="7827949" y="5846192"/>
                    <a:pt x="7890979" y="5800499"/>
                    <a:pt x="7955254" y="5756828"/>
                  </a:cubicBezTo>
                  <a:cubicBezTo>
                    <a:pt x="8083800" y="5669534"/>
                    <a:pt x="8216872" y="5590336"/>
                    <a:pt x="8352678" y="5517630"/>
                  </a:cubicBezTo>
                  <a:lnTo>
                    <a:pt x="8451350" y="5465254"/>
                  </a:lnTo>
                  <a:lnTo>
                    <a:pt x="8548532" y="5413395"/>
                  </a:lnTo>
                  <a:cubicBezTo>
                    <a:pt x="8612110" y="5379090"/>
                    <a:pt x="8673251" y="5345208"/>
                    <a:pt x="8729473" y="5309961"/>
                  </a:cubicBezTo>
                  <a:cubicBezTo>
                    <a:pt x="8743591" y="5301115"/>
                    <a:pt x="8757161" y="5292361"/>
                    <a:pt x="8770781" y="5283232"/>
                  </a:cubicBezTo>
                  <a:cubicBezTo>
                    <a:pt x="8777591" y="5278667"/>
                    <a:pt x="8784451" y="5274103"/>
                    <a:pt x="8790964" y="5269492"/>
                  </a:cubicBezTo>
                  <a:cubicBezTo>
                    <a:pt x="8797574" y="5264879"/>
                    <a:pt x="8804235" y="5260314"/>
                    <a:pt x="8810499" y="5255703"/>
                  </a:cubicBezTo>
                  <a:cubicBezTo>
                    <a:pt x="8835999" y="5237303"/>
                    <a:pt x="8860407" y="5218291"/>
                    <a:pt x="8883571" y="5198479"/>
                  </a:cubicBezTo>
                  <a:cubicBezTo>
                    <a:pt x="8929900" y="5158856"/>
                    <a:pt x="8971258" y="5116315"/>
                    <a:pt x="9006651" y="5070527"/>
                  </a:cubicBezTo>
                  <a:cubicBezTo>
                    <a:pt x="9015351" y="5059328"/>
                    <a:pt x="9024398" y="5046857"/>
                    <a:pt x="9033494" y="5034105"/>
                  </a:cubicBezTo>
                  <a:lnTo>
                    <a:pt x="9040305" y="5024551"/>
                  </a:lnTo>
                  <a:lnTo>
                    <a:pt x="9046568" y="5015281"/>
                  </a:lnTo>
                  <a:cubicBezTo>
                    <a:pt x="9050743" y="5009163"/>
                    <a:pt x="9054819" y="5002952"/>
                    <a:pt x="9058846" y="4996645"/>
                  </a:cubicBezTo>
                  <a:cubicBezTo>
                    <a:pt x="9075002" y="4971517"/>
                    <a:pt x="9090212" y="4945305"/>
                    <a:pt x="9104529" y="4918105"/>
                  </a:cubicBezTo>
                  <a:cubicBezTo>
                    <a:pt x="9133211" y="4863752"/>
                    <a:pt x="9158313" y="4805447"/>
                    <a:pt x="9181081" y="4744694"/>
                  </a:cubicBezTo>
                  <a:cubicBezTo>
                    <a:pt x="9203748" y="4684178"/>
                    <a:pt x="9223383" y="4621778"/>
                    <a:pt x="9240731" y="4557872"/>
                  </a:cubicBezTo>
                  <a:cubicBezTo>
                    <a:pt x="9249481" y="4525966"/>
                    <a:pt x="9257682" y="4493684"/>
                    <a:pt x="9265388" y="4461073"/>
                  </a:cubicBezTo>
                  <a:cubicBezTo>
                    <a:pt x="9269215" y="4444744"/>
                    <a:pt x="9272943" y="4428367"/>
                    <a:pt x="9276571" y="4411943"/>
                  </a:cubicBezTo>
                  <a:lnTo>
                    <a:pt x="9281841" y="4387379"/>
                  </a:lnTo>
                  <a:lnTo>
                    <a:pt x="9286513" y="4364838"/>
                  </a:lnTo>
                  <a:lnTo>
                    <a:pt x="9296754" y="4312038"/>
                  </a:lnTo>
                  <a:lnTo>
                    <a:pt x="9301029" y="4289074"/>
                  </a:lnTo>
                  <a:lnTo>
                    <a:pt x="9302818" y="4278581"/>
                  </a:lnTo>
                  <a:lnTo>
                    <a:pt x="9304658" y="4266816"/>
                  </a:lnTo>
                  <a:lnTo>
                    <a:pt x="9312810" y="4215945"/>
                  </a:lnTo>
                  <a:lnTo>
                    <a:pt x="9316887" y="4190486"/>
                  </a:lnTo>
                  <a:lnTo>
                    <a:pt x="9318923" y="4177780"/>
                  </a:lnTo>
                  <a:cubicBezTo>
                    <a:pt x="9319570" y="4173546"/>
                    <a:pt x="9319969" y="4169169"/>
                    <a:pt x="9320515" y="4164886"/>
                  </a:cubicBezTo>
                  <a:lnTo>
                    <a:pt x="9332445" y="4064981"/>
                  </a:lnTo>
                  <a:cubicBezTo>
                    <a:pt x="9333836" y="4052370"/>
                    <a:pt x="9334880" y="4036888"/>
                    <a:pt x="9336173" y="4018676"/>
                  </a:cubicBezTo>
                  <a:lnTo>
                    <a:pt x="9340199" y="3965171"/>
                  </a:lnTo>
                  <a:cubicBezTo>
                    <a:pt x="9345071" y="3899806"/>
                    <a:pt x="9347358" y="3832983"/>
                    <a:pt x="9347557" y="3765972"/>
                  </a:cubicBezTo>
                  <a:cubicBezTo>
                    <a:pt x="9347656" y="3732420"/>
                    <a:pt x="9347209" y="3698773"/>
                    <a:pt x="9346364" y="3664938"/>
                  </a:cubicBezTo>
                  <a:lnTo>
                    <a:pt x="9344921" y="3615243"/>
                  </a:lnTo>
                  <a:lnTo>
                    <a:pt x="9344524" y="3603526"/>
                  </a:lnTo>
                  <a:lnTo>
                    <a:pt x="9343728" y="3590774"/>
                  </a:lnTo>
                  <a:lnTo>
                    <a:pt x="9342188" y="3565268"/>
                  </a:lnTo>
                  <a:lnTo>
                    <a:pt x="9339056" y="3514256"/>
                  </a:lnTo>
                  <a:cubicBezTo>
                    <a:pt x="9337914" y="3497221"/>
                    <a:pt x="9335874" y="3480138"/>
                    <a:pt x="9334334" y="3463057"/>
                  </a:cubicBezTo>
                  <a:lnTo>
                    <a:pt x="9329363" y="3411810"/>
                  </a:lnTo>
                  <a:lnTo>
                    <a:pt x="9328319" y="3400657"/>
                  </a:lnTo>
                  <a:lnTo>
                    <a:pt x="9327177" y="3390116"/>
                  </a:lnTo>
                  <a:lnTo>
                    <a:pt x="9324293" y="3366774"/>
                  </a:lnTo>
                  <a:lnTo>
                    <a:pt x="9320763" y="3340329"/>
                  </a:lnTo>
                  <a:lnTo>
                    <a:pt x="9317184" y="3311245"/>
                  </a:lnTo>
                  <a:cubicBezTo>
                    <a:pt x="9315594" y="3296893"/>
                    <a:pt x="9313506" y="3282306"/>
                    <a:pt x="9311021" y="3266211"/>
                  </a:cubicBezTo>
                  <a:lnTo>
                    <a:pt x="9302719" y="3215717"/>
                  </a:lnTo>
                  <a:cubicBezTo>
                    <a:pt x="9299936" y="3199059"/>
                    <a:pt x="9297003" y="3182400"/>
                    <a:pt x="9293970" y="3165789"/>
                  </a:cubicBezTo>
                  <a:cubicBezTo>
                    <a:pt x="9281891" y="3099295"/>
                    <a:pt x="9267674" y="3033084"/>
                    <a:pt x="9252065" y="2967107"/>
                  </a:cubicBezTo>
                  <a:cubicBezTo>
                    <a:pt x="9244261" y="2934167"/>
                    <a:pt x="9235959" y="2901273"/>
                    <a:pt x="9227211" y="2868473"/>
                  </a:cubicBezTo>
                  <a:lnTo>
                    <a:pt x="9220699" y="2844426"/>
                  </a:lnTo>
                  <a:lnTo>
                    <a:pt x="9213740" y="2820191"/>
                  </a:lnTo>
                  <a:cubicBezTo>
                    <a:pt x="9209216" y="2804049"/>
                    <a:pt x="9204345" y="2787768"/>
                    <a:pt x="9199374" y="2771438"/>
                  </a:cubicBezTo>
                  <a:cubicBezTo>
                    <a:pt x="9159855" y="2641086"/>
                    <a:pt x="9114272" y="2512099"/>
                    <a:pt x="9061829" y="2385418"/>
                  </a:cubicBezTo>
                  <a:cubicBezTo>
                    <a:pt x="9035582" y="2322077"/>
                    <a:pt x="9008043" y="2259160"/>
                    <a:pt x="8978865" y="2196855"/>
                  </a:cubicBezTo>
                  <a:lnTo>
                    <a:pt x="8956694" y="2150219"/>
                  </a:lnTo>
                  <a:lnTo>
                    <a:pt x="8934176" y="2103914"/>
                  </a:lnTo>
                  <a:cubicBezTo>
                    <a:pt x="8918915" y="2073091"/>
                    <a:pt x="8903157" y="2042032"/>
                    <a:pt x="8887151" y="2011350"/>
                  </a:cubicBezTo>
                  <a:cubicBezTo>
                    <a:pt x="8854988" y="1949891"/>
                    <a:pt x="8822082" y="1888810"/>
                    <a:pt x="8787533" y="1828527"/>
                  </a:cubicBezTo>
                  <a:lnTo>
                    <a:pt x="8761485" y="1783398"/>
                  </a:lnTo>
                  <a:lnTo>
                    <a:pt x="8734791" y="1737893"/>
                  </a:lnTo>
                  <a:cubicBezTo>
                    <a:pt x="8717047" y="1707823"/>
                    <a:pt x="8699200" y="1678363"/>
                    <a:pt x="8680808" y="1648812"/>
                  </a:cubicBezTo>
                  <a:cubicBezTo>
                    <a:pt x="8644322" y="1589658"/>
                    <a:pt x="8606194" y="1531118"/>
                    <a:pt x="8567024" y="1472906"/>
                  </a:cubicBezTo>
                  <a:lnTo>
                    <a:pt x="8537446" y="1429330"/>
                  </a:lnTo>
                  <a:lnTo>
                    <a:pt x="8507423" y="1385896"/>
                  </a:lnTo>
                  <a:cubicBezTo>
                    <a:pt x="8487390" y="1357284"/>
                    <a:pt x="8467158" y="1328719"/>
                    <a:pt x="8446529" y="1300295"/>
                  </a:cubicBezTo>
                  <a:cubicBezTo>
                    <a:pt x="8405271" y="1243496"/>
                    <a:pt x="8362718" y="1187120"/>
                    <a:pt x="8319224" y="1131026"/>
                  </a:cubicBezTo>
                  <a:lnTo>
                    <a:pt x="8286366" y="1089050"/>
                  </a:lnTo>
                  <a:lnTo>
                    <a:pt x="8270161" y="1068439"/>
                  </a:lnTo>
                  <a:lnTo>
                    <a:pt x="8253856" y="1048156"/>
                  </a:lnTo>
                  <a:cubicBezTo>
                    <a:pt x="8231636" y="1020675"/>
                    <a:pt x="8209117" y="993381"/>
                    <a:pt x="8186352" y="966275"/>
                  </a:cubicBezTo>
                  <a:cubicBezTo>
                    <a:pt x="8140917" y="911922"/>
                    <a:pt x="8094240" y="858417"/>
                    <a:pt x="8046768" y="805429"/>
                  </a:cubicBezTo>
                  <a:lnTo>
                    <a:pt x="8010927" y="765853"/>
                  </a:lnTo>
                  <a:lnTo>
                    <a:pt x="7974788" y="726653"/>
                  </a:lnTo>
                  <a:cubicBezTo>
                    <a:pt x="7950382" y="700489"/>
                    <a:pt x="7925824" y="674465"/>
                    <a:pt x="7901070" y="648724"/>
                  </a:cubicBezTo>
                  <a:cubicBezTo>
                    <a:pt x="7851510" y="597289"/>
                    <a:pt x="7801404" y="546514"/>
                    <a:pt x="7750054" y="497008"/>
                  </a:cubicBezTo>
                  <a:cubicBezTo>
                    <a:pt x="7698902" y="447644"/>
                    <a:pt x="7645913" y="398938"/>
                    <a:pt x="7592277" y="351221"/>
                  </a:cubicBezTo>
                  <a:cubicBezTo>
                    <a:pt x="7484856" y="255786"/>
                    <a:pt x="7373308" y="164304"/>
                    <a:pt x="7257734" y="76964"/>
                  </a:cubicBezTo>
                  <a:close/>
                  <a:moveTo>
                    <a:pt x="1886601" y="0"/>
                  </a:moveTo>
                  <a:lnTo>
                    <a:pt x="2292926" y="0"/>
                  </a:lnTo>
                  <a:lnTo>
                    <a:pt x="2135542" y="117781"/>
                  </a:lnTo>
                  <a:cubicBezTo>
                    <a:pt x="2078998" y="162280"/>
                    <a:pt x="2023659" y="208045"/>
                    <a:pt x="1969576" y="254986"/>
                  </a:cubicBezTo>
                  <a:cubicBezTo>
                    <a:pt x="1861309" y="348820"/>
                    <a:pt x="1758064" y="447314"/>
                    <a:pt x="1659938" y="549855"/>
                  </a:cubicBezTo>
                  <a:cubicBezTo>
                    <a:pt x="1266987" y="960346"/>
                    <a:pt x="953820" y="1431495"/>
                    <a:pt x="729383" y="1936480"/>
                  </a:cubicBezTo>
                  <a:cubicBezTo>
                    <a:pt x="673260" y="2062362"/>
                    <a:pt x="622855" y="2190972"/>
                    <a:pt x="578465" y="2320807"/>
                  </a:cubicBezTo>
                  <a:cubicBezTo>
                    <a:pt x="534125" y="2450687"/>
                    <a:pt x="496147" y="2582216"/>
                    <a:pt x="465080" y="2714875"/>
                  </a:cubicBezTo>
                  <a:cubicBezTo>
                    <a:pt x="449769" y="2780991"/>
                    <a:pt x="435850" y="2848191"/>
                    <a:pt x="423820" y="2915436"/>
                  </a:cubicBezTo>
                  <a:cubicBezTo>
                    <a:pt x="411840" y="2982731"/>
                    <a:pt x="401054" y="3050260"/>
                    <a:pt x="392355" y="3118071"/>
                  </a:cubicBezTo>
                  <a:cubicBezTo>
                    <a:pt x="374509" y="3253646"/>
                    <a:pt x="363424" y="3389880"/>
                    <a:pt x="358801" y="3526915"/>
                  </a:cubicBezTo>
                  <a:cubicBezTo>
                    <a:pt x="349009" y="3800843"/>
                    <a:pt x="366357" y="4075570"/>
                    <a:pt x="410350" y="4348226"/>
                  </a:cubicBezTo>
                  <a:cubicBezTo>
                    <a:pt x="421286" y="4416132"/>
                    <a:pt x="434209" y="4483660"/>
                    <a:pt x="449022" y="4551049"/>
                  </a:cubicBezTo>
                  <a:cubicBezTo>
                    <a:pt x="463737" y="4618436"/>
                    <a:pt x="480389" y="4685588"/>
                    <a:pt x="498882" y="4752365"/>
                  </a:cubicBezTo>
                  <a:cubicBezTo>
                    <a:pt x="517373" y="4819141"/>
                    <a:pt x="537704" y="4885635"/>
                    <a:pt x="559775" y="4951657"/>
                  </a:cubicBezTo>
                  <a:cubicBezTo>
                    <a:pt x="581946" y="5017775"/>
                    <a:pt x="605358" y="5083375"/>
                    <a:pt x="631406" y="5147986"/>
                  </a:cubicBezTo>
                  <a:cubicBezTo>
                    <a:pt x="734055" y="5407608"/>
                    <a:pt x="865188" y="5658570"/>
                    <a:pt x="1023461" y="5893957"/>
                  </a:cubicBezTo>
                  <a:cubicBezTo>
                    <a:pt x="1181487" y="6129578"/>
                    <a:pt x="1367051" y="6349247"/>
                    <a:pt x="1575880" y="6547646"/>
                  </a:cubicBezTo>
                  <a:cubicBezTo>
                    <a:pt x="1680269" y="6646916"/>
                    <a:pt x="1790338" y="6740939"/>
                    <a:pt x="1905228" y="6829468"/>
                  </a:cubicBezTo>
                  <a:lnTo>
                    <a:pt x="1944230" y="6858000"/>
                  </a:lnTo>
                  <a:lnTo>
                    <a:pt x="1372541" y="6858000"/>
                  </a:lnTo>
                  <a:lnTo>
                    <a:pt x="1115251" y="6590005"/>
                  </a:lnTo>
                  <a:cubicBezTo>
                    <a:pt x="418530" y="5790792"/>
                    <a:pt x="0" y="4766182"/>
                    <a:pt x="0" y="3649031"/>
                  </a:cubicBezTo>
                  <a:cubicBezTo>
                    <a:pt x="0" y="2212695"/>
                    <a:pt x="691856" y="929334"/>
                    <a:pt x="1777294" y="81317"/>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1" name="Freeform: Shape 20">
              <a:extLst>
                <a:ext uri="{FF2B5EF4-FFF2-40B4-BE49-F238E27FC236}">
                  <a16:creationId xmlns:a16="http://schemas.microsoft.com/office/drawing/2014/main" id="{82B0ED5C-927D-4C5F-8F27-1B403820B9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3402" y="36937"/>
              <a:ext cx="9767847" cy="6858000"/>
            </a:xfrm>
            <a:custGeom>
              <a:avLst/>
              <a:gdLst>
                <a:gd name="connsiteX0" fmla="*/ 7145704 w 9767847"/>
                <a:gd name="connsiteY0" fmla="*/ 0 h 6858000"/>
                <a:gd name="connsiteX1" fmla="*/ 7875738 w 9767847"/>
                <a:gd name="connsiteY1" fmla="*/ 0 h 6858000"/>
                <a:gd name="connsiteX2" fmla="*/ 7990553 w 9767847"/>
                <a:gd name="connsiteY2" fmla="*/ 85415 h 6858000"/>
                <a:gd name="connsiteX3" fmla="*/ 9767847 w 9767847"/>
                <a:gd name="connsiteY3" fmla="*/ 3653129 h 6858000"/>
                <a:gd name="connsiteX4" fmla="*/ 8652597 w 9767847"/>
                <a:gd name="connsiteY4" fmla="*/ 6594103 h 6858000"/>
                <a:gd name="connsiteX5" fmla="*/ 8399240 w 9767847"/>
                <a:gd name="connsiteY5" fmla="*/ 6858000 h 6858000"/>
                <a:gd name="connsiteX6" fmla="*/ 6766926 w 9767847"/>
                <a:gd name="connsiteY6" fmla="*/ 6858000 h 6858000"/>
                <a:gd name="connsiteX7" fmla="*/ 6804586 w 9767847"/>
                <a:gd name="connsiteY7" fmla="*/ 6821201 h 6858000"/>
                <a:gd name="connsiteX8" fmla="*/ 6881735 w 9767847"/>
                <a:gd name="connsiteY8" fmla="*/ 6745295 h 6858000"/>
                <a:gd name="connsiteX9" fmla="*/ 6958883 w 9767847"/>
                <a:gd name="connsiteY9" fmla="*/ 6668920 h 6858000"/>
                <a:gd name="connsiteX10" fmla="*/ 7267925 w 9767847"/>
                <a:gd name="connsiteY10" fmla="*/ 6359792 h 6858000"/>
                <a:gd name="connsiteX11" fmla="*/ 7424360 w 9767847"/>
                <a:gd name="connsiteY11" fmla="*/ 6204783 h 6858000"/>
                <a:gd name="connsiteX12" fmla="*/ 7504938 w 9767847"/>
                <a:gd name="connsiteY12" fmla="*/ 6126806 h 6858000"/>
                <a:gd name="connsiteX13" fmla="*/ 7546396 w 9767847"/>
                <a:gd name="connsiteY13" fmla="*/ 6087795 h 6858000"/>
                <a:gd name="connsiteX14" fmla="*/ 7588002 w 9767847"/>
                <a:gd name="connsiteY14" fmla="*/ 6049630 h 6858000"/>
                <a:gd name="connsiteX15" fmla="*/ 7631000 w 9767847"/>
                <a:gd name="connsiteY15" fmla="*/ 6010807 h 6858000"/>
                <a:gd name="connsiteX16" fmla="*/ 7675440 w 9767847"/>
                <a:gd name="connsiteY16" fmla="*/ 5972407 h 6858000"/>
                <a:gd name="connsiteX17" fmla="*/ 7720626 w 9767847"/>
                <a:gd name="connsiteY17" fmla="*/ 5934949 h 6858000"/>
                <a:gd name="connsiteX18" fmla="*/ 7766458 w 9767847"/>
                <a:gd name="connsiteY18" fmla="*/ 5898432 h 6858000"/>
                <a:gd name="connsiteX19" fmla="*/ 7955254 w 9767847"/>
                <a:gd name="connsiteY19" fmla="*/ 5760926 h 6858000"/>
                <a:gd name="connsiteX20" fmla="*/ 8352678 w 9767847"/>
                <a:gd name="connsiteY20" fmla="*/ 5521728 h 6858000"/>
                <a:gd name="connsiteX21" fmla="*/ 8451350 w 9767847"/>
                <a:gd name="connsiteY21" fmla="*/ 5469352 h 6858000"/>
                <a:gd name="connsiteX22" fmla="*/ 8548532 w 9767847"/>
                <a:gd name="connsiteY22" fmla="*/ 5417493 h 6858000"/>
                <a:gd name="connsiteX23" fmla="*/ 8729473 w 9767847"/>
                <a:gd name="connsiteY23" fmla="*/ 5314059 h 6858000"/>
                <a:gd name="connsiteX24" fmla="*/ 8770781 w 9767847"/>
                <a:gd name="connsiteY24" fmla="*/ 5287330 h 6858000"/>
                <a:gd name="connsiteX25" fmla="*/ 8790964 w 9767847"/>
                <a:gd name="connsiteY25" fmla="*/ 5273590 h 6858000"/>
                <a:gd name="connsiteX26" fmla="*/ 8810499 w 9767847"/>
                <a:gd name="connsiteY26" fmla="*/ 5259801 h 6858000"/>
                <a:gd name="connsiteX27" fmla="*/ 8883571 w 9767847"/>
                <a:gd name="connsiteY27" fmla="*/ 5202577 h 6858000"/>
                <a:gd name="connsiteX28" fmla="*/ 9006651 w 9767847"/>
                <a:gd name="connsiteY28" fmla="*/ 5074625 h 6858000"/>
                <a:gd name="connsiteX29" fmla="*/ 9033494 w 9767847"/>
                <a:gd name="connsiteY29" fmla="*/ 5038203 h 6858000"/>
                <a:gd name="connsiteX30" fmla="*/ 9040305 w 9767847"/>
                <a:gd name="connsiteY30" fmla="*/ 5028649 h 6858000"/>
                <a:gd name="connsiteX31" fmla="*/ 9046568 w 9767847"/>
                <a:gd name="connsiteY31" fmla="*/ 5019379 h 6858000"/>
                <a:gd name="connsiteX32" fmla="*/ 9058846 w 9767847"/>
                <a:gd name="connsiteY32" fmla="*/ 5000743 h 6858000"/>
                <a:gd name="connsiteX33" fmla="*/ 9104529 w 9767847"/>
                <a:gd name="connsiteY33" fmla="*/ 4922203 h 6858000"/>
                <a:gd name="connsiteX34" fmla="*/ 9181081 w 9767847"/>
                <a:gd name="connsiteY34" fmla="*/ 4748792 h 6858000"/>
                <a:gd name="connsiteX35" fmla="*/ 9240731 w 9767847"/>
                <a:gd name="connsiteY35" fmla="*/ 4561970 h 6858000"/>
                <a:gd name="connsiteX36" fmla="*/ 9265388 w 9767847"/>
                <a:gd name="connsiteY36" fmla="*/ 4465171 h 6858000"/>
                <a:gd name="connsiteX37" fmla="*/ 9276571 w 9767847"/>
                <a:gd name="connsiteY37" fmla="*/ 4416041 h 6858000"/>
                <a:gd name="connsiteX38" fmla="*/ 9281841 w 9767847"/>
                <a:gd name="connsiteY38" fmla="*/ 4391477 h 6858000"/>
                <a:gd name="connsiteX39" fmla="*/ 9286513 w 9767847"/>
                <a:gd name="connsiteY39" fmla="*/ 4368936 h 6858000"/>
                <a:gd name="connsiteX40" fmla="*/ 9296754 w 9767847"/>
                <a:gd name="connsiteY40" fmla="*/ 4316136 h 6858000"/>
                <a:gd name="connsiteX41" fmla="*/ 9301029 w 9767847"/>
                <a:gd name="connsiteY41" fmla="*/ 4293172 h 6858000"/>
                <a:gd name="connsiteX42" fmla="*/ 9302818 w 9767847"/>
                <a:gd name="connsiteY42" fmla="*/ 4282679 h 6858000"/>
                <a:gd name="connsiteX43" fmla="*/ 9304658 w 9767847"/>
                <a:gd name="connsiteY43" fmla="*/ 4270914 h 6858000"/>
                <a:gd name="connsiteX44" fmla="*/ 9312810 w 9767847"/>
                <a:gd name="connsiteY44" fmla="*/ 4220043 h 6858000"/>
                <a:gd name="connsiteX45" fmla="*/ 9316887 w 9767847"/>
                <a:gd name="connsiteY45" fmla="*/ 4194584 h 6858000"/>
                <a:gd name="connsiteX46" fmla="*/ 9318923 w 9767847"/>
                <a:gd name="connsiteY46" fmla="*/ 4181878 h 6858000"/>
                <a:gd name="connsiteX47" fmla="*/ 9320515 w 9767847"/>
                <a:gd name="connsiteY47" fmla="*/ 4168984 h 6858000"/>
                <a:gd name="connsiteX48" fmla="*/ 9332445 w 9767847"/>
                <a:gd name="connsiteY48" fmla="*/ 4069079 h 6858000"/>
                <a:gd name="connsiteX49" fmla="*/ 9336173 w 9767847"/>
                <a:gd name="connsiteY49" fmla="*/ 4022774 h 6858000"/>
                <a:gd name="connsiteX50" fmla="*/ 9340199 w 9767847"/>
                <a:gd name="connsiteY50" fmla="*/ 3969269 h 6858000"/>
                <a:gd name="connsiteX51" fmla="*/ 9347557 w 9767847"/>
                <a:gd name="connsiteY51" fmla="*/ 3770070 h 6858000"/>
                <a:gd name="connsiteX52" fmla="*/ 9346364 w 9767847"/>
                <a:gd name="connsiteY52" fmla="*/ 3669036 h 6858000"/>
                <a:gd name="connsiteX53" fmla="*/ 9344921 w 9767847"/>
                <a:gd name="connsiteY53" fmla="*/ 3619341 h 6858000"/>
                <a:gd name="connsiteX54" fmla="*/ 9344524 w 9767847"/>
                <a:gd name="connsiteY54" fmla="*/ 3607624 h 6858000"/>
                <a:gd name="connsiteX55" fmla="*/ 9343728 w 9767847"/>
                <a:gd name="connsiteY55" fmla="*/ 3594872 h 6858000"/>
                <a:gd name="connsiteX56" fmla="*/ 9342188 w 9767847"/>
                <a:gd name="connsiteY56" fmla="*/ 3569366 h 6858000"/>
                <a:gd name="connsiteX57" fmla="*/ 9339056 w 9767847"/>
                <a:gd name="connsiteY57" fmla="*/ 3518354 h 6858000"/>
                <a:gd name="connsiteX58" fmla="*/ 9334334 w 9767847"/>
                <a:gd name="connsiteY58" fmla="*/ 3467155 h 6858000"/>
                <a:gd name="connsiteX59" fmla="*/ 9329363 w 9767847"/>
                <a:gd name="connsiteY59" fmla="*/ 3415908 h 6858000"/>
                <a:gd name="connsiteX60" fmla="*/ 9328319 w 9767847"/>
                <a:gd name="connsiteY60" fmla="*/ 3404755 h 6858000"/>
                <a:gd name="connsiteX61" fmla="*/ 9327177 w 9767847"/>
                <a:gd name="connsiteY61" fmla="*/ 3394214 h 6858000"/>
                <a:gd name="connsiteX62" fmla="*/ 9324293 w 9767847"/>
                <a:gd name="connsiteY62" fmla="*/ 3370872 h 6858000"/>
                <a:gd name="connsiteX63" fmla="*/ 9320763 w 9767847"/>
                <a:gd name="connsiteY63" fmla="*/ 3344427 h 6858000"/>
                <a:gd name="connsiteX64" fmla="*/ 9317184 w 9767847"/>
                <a:gd name="connsiteY64" fmla="*/ 3315343 h 6858000"/>
                <a:gd name="connsiteX65" fmla="*/ 9311021 w 9767847"/>
                <a:gd name="connsiteY65" fmla="*/ 3270309 h 6858000"/>
                <a:gd name="connsiteX66" fmla="*/ 9302719 w 9767847"/>
                <a:gd name="connsiteY66" fmla="*/ 3219815 h 6858000"/>
                <a:gd name="connsiteX67" fmla="*/ 9293970 w 9767847"/>
                <a:gd name="connsiteY67" fmla="*/ 3169887 h 6858000"/>
                <a:gd name="connsiteX68" fmla="*/ 9252065 w 9767847"/>
                <a:gd name="connsiteY68" fmla="*/ 2971205 h 6858000"/>
                <a:gd name="connsiteX69" fmla="*/ 9227211 w 9767847"/>
                <a:gd name="connsiteY69" fmla="*/ 2872571 h 6858000"/>
                <a:gd name="connsiteX70" fmla="*/ 9220699 w 9767847"/>
                <a:gd name="connsiteY70" fmla="*/ 2848524 h 6858000"/>
                <a:gd name="connsiteX71" fmla="*/ 9213740 w 9767847"/>
                <a:gd name="connsiteY71" fmla="*/ 2824289 h 6858000"/>
                <a:gd name="connsiteX72" fmla="*/ 9199374 w 9767847"/>
                <a:gd name="connsiteY72" fmla="*/ 2775536 h 6858000"/>
                <a:gd name="connsiteX73" fmla="*/ 9061829 w 9767847"/>
                <a:gd name="connsiteY73" fmla="*/ 2389515 h 6858000"/>
                <a:gd name="connsiteX74" fmla="*/ 8978865 w 9767847"/>
                <a:gd name="connsiteY74" fmla="*/ 2200953 h 6858000"/>
                <a:gd name="connsiteX75" fmla="*/ 8956694 w 9767847"/>
                <a:gd name="connsiteY75" fmla="*/ 2154317 h 6858000"/>
                <a:gd name="connsiteX76" fmla="*/ 8934176 w 9767847"/>
                <a:gd name="connsiteY76" fmla="*/ 2108012 h 6858000"/>
                <a:gd name="connsiteX77" fmla="*/ 8887151 w 9767847"/>
                <a:gd name="connsiteY77" fmla="*/ 2015448 h 6858000"/>
                <a:gd name="connsiteX78" fmla="*/ 8787533 w 9767847"/>
                <a:gd name="connsiteY78" fmla="*/ 1832625 h 6858000"/>
                <a:gd name="connsiteX79" fmla="*/ 8761485 w 9767847"/>
                <a:gd name="connsiteY79" fmla="*/ 1787496 h 6858000"/>
                <a:gd name="connsiteX80" fmla="*/ 8734791 w 9767847"/>
                <a:gd name="connsiteY80" fmla="*/ 1741991 h 6858000"/>
                <a:gd name="connsiteX81" fmla="*/ 8680808 w 9767847"/>
                <a:gd name="connsiteY81" fmla="*/ 1652910 h 6858000"/>
                <a:gd name="connsiteX82" fmla="*/ 8567024 w 9767847"/>
                <a:gd name="connsiteY82" fmla="*/ 1477004 h 6858000"/>
                <a:gd name="connsiteX83" fmla="*/ 8537446 w 9767847"/>
                <a:gd name="connsiteY83" fmla="*/ 1433428 h 6858000"/>
                <a:gd name="connsiteX84" fmla="*/ 8507423 w 9767847"/>
                <a:gd name="connsiteY84" fmla="*/ 1389994 h 6858000"/>
                <a:gd name="connsiteX85" fmla="*/ 8446529 w 9767847"/>
                <a:gd name="connsiteY85" fmla="*/ 1304393 h 6858000"/>
                <a:gd name="connsiteX86" fmla="*/ 8319224 w 9767847"/>
                <a:gd name="connsiteY86" fmla="*/ 1135124 h 6858000"/>
                <a:gd name="connsiteX87" fmla="*/ 8286366 w 9767847"/>
                <a:gd name="connsiteY87" fmla="*/ 1093148 h 6858000"/>
                <a:gd name="connsiteX88" fmla="*/ 8270161 w 9767847"/>
                <a:gd name="connsiteY88" fmla="*/ 1072538 h 6858000"/>
                <a:gd name="connsiteX89" fmla="*/ 8253856 w 9767847"/>
                <a:gd name="connsiteY89" fmla="*/ 1052254 h 6858000"/>
                <a:gd name="connsiteX90" fmla="*/ 8186352 w 9767847"/>
                <a:gd name="connsiteY90" fmla="*/ 970373 h 6858000"/>
                <a:gd name="connsiteX91" fmla="*/ 8046768 w 9767847"/>
                <a:gd name="connsiteY91" fmla="*/ 809527 h 6858000"/>
                <a:gd name="connsiteX92" fmla="*/ 8010927 w 9767847"/>
                <a:gd name="connsiteY92" fmla="*/ 769951 h 6858000"/>
                <a:gd name="connsiteX93" fmla="*/ 7974788 w 9767847"/>
                <a:gd name="connsiteY93" fmla="*/ 730751 h 6858000"/>
                <a:gd name="connsiteX94" fmla="*/ 7901070 w 9767847"/>
                <a:gd name="connsiteY94" fmla="*/ 652823 h 6858000"/>
                <a:gd name="connsiteX95" fmla="*/ 7750054 w 9767847"/>
                <a:gd name="connsiteY95" fmla="*/ 501106 h 6858000"/>
                <a:gd name="connsiteX96" fmla="*/ 7592277 w 9767847"/>
                <a:gd name="connsiteY96" fmla="*/ 355319 h 6858000"/>
                <a:gd name="connsiteX97" fmla="*/ 7257734 w 9767847"/>
                <a:gd name="connsiteY97" fmla="*/ 81062 h 6858000"/>
                <a:gd name="connsiteX98" fmla="*/ 1892109 w 9767847"/>
                <a:gd name="connsiteY98" fmla="*/ 0 h 6858000"/>
                <a:gd name="connsiteX99" fmla="*/ 2298402 w 9767847"/>
                <a:gd name="connsiteY99" fmla="*/ 0 h 6858000"/>
                <a:gd name="connsiteX100" fmla="*/ 2135542 w 9767847"/>
                <a:gd name="connsiteY100" fmla="*/ 121879 h 6858000"/>
                <a:gd name="connsiteX101" fmla="*/ 1969576 w 9767847"/>
                <a:gd name="connsiteY101" fmla="*/ 259084 h 6858000"/>
                <a:gd name="connsiteX102" fmla="*/ 1659938 w 9767847"/>
                <a:gd name="connsiteY102" fmla="*/ 553953 h 6858000"/>
                <a:gd name="connsiteX103" fmla="*/ 729383 w 9767847"/>
                <a:gd name="connsiteY103" fmla="*/ 1940578 h 6858000"/>
                <a:gd name="connsiteX104" fmla="*/ 578465 w 9767847"/>
                <a:gd name="connsiteY104" fmla="*/ 2324905 h 6858000"/>
                <a:gd name="connsiteX105" fmla="*/ 465080 w 9767847"/>
                <a:gd name="connsiteY105" fmla="*/ 2718973 h 6858000"/>
                <a:gd name="connsiteX106" fmla="*/ 423820 w 9767847"/>
                <a:gd name="connsiteY106" fmla="*/ 2919535 h 6858000"/>
                <a:gd name="connsiteX107" fmla="*/ 392355 w 9767847"/>
                <a:gd name="connsiteY107" fmla="*/ 3122169 h 6858000"/>
                <a:gd name="connsiteX108" fmla="*/ 358801 w 9767847"/>
                <a:gd name="connsiteY108" fmla="*/ 3531013 h 6858000"/>
                <a:gd name="connsiteX109" fmla="*/ 410350 w 9767847"/>
                <a:gd name="connsiteY109" fmla="*/ 4352324 h 6858000"/>
                <a:gd name="connsiteX110" fmla="*/ 449022 w 9767847"/>
                <a:gd name="connsiteY110" fmla="*/ 4555147 h 6858000"/>
                <a:gd name="connsiteX111" fmla="*/ 498882 w 9767847"/>
                <a:gd name="connsiteY111" fmla="*/ 4756463 h 6858000"/>
                <a:gd name="connsiteX112" fmla="*/ 559775 w 9767847"/>
                <a:gd name="connsiteY112" fmla="*/ 4955755 h 6858000"/>
                <a:gd name="connsiteX113" fmla="*/ 631406 w 9767847"/>
                <a:gd name="connsiteY113" fmla="*/ 5152084 h 6858000"/>
                <a:gd name="connsiteX114" fmla="*/ 1023461 w 9767847"/>
                <a:gd name="connsiteY114" fmla="*/ 5898055 h 6858000"/>
                <a:gd name="connsiteX115" fmla="*/ 1575880 w 9767847"/>
                <a:gd name="connsiteY115" fmla="*/ 6551744 h 6858000"/>
                <a:gd name="connsiteX116" fmla="*/ 1905228 w 9767847"/>
                <a:gd name="connsiteY116" fmla="*/ 6833566 h 6858000"/>
                <a:gd name="connsiteX117" fmla="*/ 1938629 w 9767847"/>
                <a:gd name="connsiteY117" fmla="*/ 6858000 h 6858000"/>
                <a:gd name="connsiteX118" fmla="*/ 1368607 w 9767847"/>
                <a:gd name="connsiteY118" fmla="*/ 6858000 h 6858000"/>
                <a:gd name="connsiteX119" fmla="*/ 1115251 w 9767847"/>
                <a:gd name="connsiteY119" fmla="*/ 6594103 h 6858000"/>
                <a:gd name="connsiteX120" fmla="*/ 0 w 9767847"/>
                <a:gd name="connsiteY120" fmla="*/ 3653129 h 6858000"/>
                <a:gd name="connsiteX121" fmla="*/ 1777294 w 9767847"/>
                <a:gd name="connsiteY121" fmla="*/ 854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9767847" h="6858000">
                  <a:moveTo>
                    <a:pt x="7145704" y="0"/>
                  </a:moveTo>
                  <a:lnTo>
                    <a:pt x="7875738" y="0"/>
                  </a:lnTo>
                  <a:lnTo>
                    <a:pt x="7990553" y="85415"/>
                  </a:lnTo>
                  <a:cubicBezTo>
                    <a:pt x="9075991" y="933432"/>
                    <a:pt x="9767847" y="2216793"/>
                    <a:pt x="9767847" y="3653129"/>
                  </a:cubicBezTo>
                  <a:cubicBezTo>
                    <a:pt x="9767847" y="4770280"/>
                    <a:pt x="9349317" y="5794890"/>
                    <a:pt x="8652597" y="6594103"/>
                  </a:cubicBezTo>
                  <a:lnTo>
                    <a:pt x="8399240" y="6858000"/>
                  </a:lnTo>
                  <a:lnTo>
                    <a:pt x="6766926" y="6858000"/>
                  </a:lnTo>
                  <a:lnTo>
                    <a:pt x="6804586" y="6821201"/>
                  </a:lnTo>
                  <a:lnTo>
                    <a:pt x="6881735" y="6745295"/>
                  </a:lnTo>
                  <a:cubicBezTo>
                    <a:pt x="6907435" y="6719979"/>
                    <a:pt x="6933134" y="6694896"/>
                    <a:pt x="6958883" y="6668920"/>
                  </a:cubicBezTo>
                  <a:lnTo>
                    <a:pt x="7267925" y="6359792"/>
                  </a:lnTo>
                  <a:lnTo>
                    <a:pt x="7424360" y="6204783"/>
                  </a:lnTo>
                  <a:cubicBezTo>
                    <a:pt x="7450754" y="6178900"/>
                    <a:pt x="7477598" y="6152829"/>
                    <a:pt x="7504938" y="6126806"/>
                  </a:cubicBezTo>
                  <a:lnTo>
                    <a:pt x="7546396" y="6087795"/>
                  </a:lnTo>
                  <a:cubicBezTo>
                    <a:pt x="7560264" y="6074901"/>
                    <a:pt x="7574780" y="6061630"/>
                    <a:pt x="7588002" y="6049630"/>
                  </a:cubicBezTo>
                  <a:lnTo>
                    <a:pt x="7631000" y="6010807"/>
                  </a:lnTo>
                  <a:lnTo>
                    <a:pt x="7675440" y="5972407"/>
                  </a:lnTo>
                  <a:cubicBezTo>
                    <a:pt x="7690404" y="5959796"/>
                    <a:pt x="7705564" y="5947419"/>
                    <a:pt x="7720626" y="5934949"/>
                  </a:cubicBezTo>
                  <a:cubicBezTo>
                    <a:pt x="7735738" y="5922525"/>
                    <a:pt x="7751197" y="5910619"/>
                    <a:pt x="7766458" y="5898432"/>
                  </a:cubicBezTo>
                  <a:cubicBezTo>
                    <a:pt x="7827949" y="5850290"/>
                    <a:pt x="7890979" y="5804597"/>
                    <a:pt x="7955254" y="5760926"/>
                  </a:cubicBezTo>
                  <a:cubicBezTo>
                    <a:pt x="8083800" y="5673632"/>
                    <a:pt x="8216872" y="5594434"/>
                    <a:pt x="8352678" y="5521728"/>
                  </a:cubicBezTo>
                  <a:lnTo>
                    <a:pt x="8451350" y="5469352"/>
                  </a:lnTo>
                  <a:lnTo>
                    <a:pt x="8548532" y="5417493"/>
                  </a:lnTo>
                  <a:cubicBezTo>
                    <a:pt x="8612110" y="5383188"/>
                    <a:pt x="8673251" y="5349306"/>
                    <a:pt x="8729473" y="5314059"/>
                  </a:cubicBezTo>
                  <a:cubicBezTo>
                    <a:pt x="8743591" y="5305213"/>
                    <a:pt x="8757161" y="5296459"/>
                    <a:pt x="8770781" y="5287330"/>
                  </a:cubicBezTo>
                  <a:cubicBezTo>
                    <a:pt x="8777591" y="5282765"/>
                    <a:pt x="8784451" y="5278201"/>
                    <a:pt x="8790964" y="5273590"/>
                  </a:cubicBezTo>
                  <a:cubicBezTo>
                    <a:pt x="8797574" y="5268977"/>
                    <a:pt x="8804235" y="5264412"/>
                    <a:pt x="8810499" y="5259801"/>
                  </a:cubicBezTo>
                  <a:cubicBezTo>
                    <a:pt x="8835999" y="5241401"/>
                    <a:pt x="8860407" y="5222389"/>
                    <a:pt x="8883571" y="5202577"/>
                  </a:cubicBezTo>
                  <a:cubicBezTo>
                    <a:pt x="8929900" y="5162954"/>
                    <a:pt x="8971258" y="5120413"/>
                    <a:pt x="9006651" y="5074625"/>
                  </a:cubicBezTo>
                  <a:cubicBezTo>
                    <a:pt x="9015351" y="5063426"/>
                    <a:pt x="9024398" y="5050955"/>
                    <a:pt x="9033494" y="5038203"/>
                  </a:cubicBezTo>
                  <a:lnTo>
                    <a:pt x="9040305" y="5028649"/>
                  </a:lnTo>
                  <a:lnTo>
                    <a:pt x="9046568" y="5019379"/>
                  </a:lnTo>
                  <a:cubicBezTo>
                    <a:pt x="9050743" y="5013261"/>
                    <a:pt x="9054819" y="5007050"/>
                    <a:pt x="9058846" y="5000743"/>
                  </a:cubicBezTo>
                  <a:cubicBezTo>
                    <a:pt x="9075002" y="4975615"/>
                    <a:pt x="9090212" y="4949403"/>
                    <a:pt x="9104529" y="4922203"/>
                  </a:cubicBezTo>
                  <a:cubicBezTo>
                    <a:pt x="9133211" y="4867850"/>
                    <a:pt x="9158313" y="4809545"/>
                    <a:pt x="9181081" y="4748792"/>
                  </a:cubicBezTo>
                  <a:cubicBezTo>
                    <a:pt x="9203748" y="4688276"/>
                    <a:pt x="9223383" y="4625876"/>
                    <a:pt x="9240731" y="4561970"/>
                  </a:cubicBezTo>
                  <a:cubicBezTo>
                    <a:pt x="9249481" y="4530064"/>
                    <a:pt x="9257682" y="4497782"/>
                    <a:pt x="9265388" y="4465171"/>
                  </a:cubicBezTo>
                  <a:cubicBezTo>
                    <a:pt x="9269215" y="4448842"/>
                    <a:pt x="9272943" y="4432465"/>
                    <a:pt x="9276571" y="4416041"/>
                  </a:cubicBezTo>
                  <a:lnTo>
                    <a:pt x="9281841" y="4391477"/>
                  </a:lnTo>
                  <a:lnTo>
                    <a:pt x="9286513" y="4368936"/>
                  </a:lnTo>
                  <a:lnTo>
                    <a:pt x="9296754" y="4316136"/>
                  </a:lnTo>
                  <a:lnTo>
                    <a:pt x="9301029" y="4293172"/>
                  </a:lnTo>
                  <a:lnTo>
                    <a:pt x="9302818" y="4282679"/>
                  </a:lnTo>
                  <a:lnTo>
                    <a:pt x="9304658" y="4270914"/>
                  </a:lnTo>
                  <a:lnTo>
                    <a:pt x="9312810" y="4220043"/>
                  </a:lnTo>
                  <a:lnTo>
                    <a:pt x="9316887" y="4194584"/>
                  </a:lnTo>
                  <a:lnTo>
                    <a:pt x="9318923" y="4181878"/>
                  </a:lnTo>
                  <a:cubicBezTo>
                    <a:pt x="9319570" y="4177644"/>
                    <a:pt x="9319969" y="4173267"/>
                    <a:pt x="9320515" y="4168984"/>
                  </a:cubicBezTo>
                  <a:lnTo>
                    <a:pt x="9332445" y="4069079"/>
                  </a:lnTo>
                  <a:cubicBezTo>
                    <a:pt x="9333836" y="4056468"/>
                    <a:pt x="9334880" y="4040986"/>
                    <a:pt x="9336173" y="4022774"/>
                  </a:cubicBezTo>
                  <a:lnTo>
                    <a:pt x="9340199" y="3969269"/>
                  </a:lnTo>
                  <a:cubicBezTo>
                    <a:pt x="9345071" y="3903904"/>
                    <a:pt x="9347358" y="3837081"/>
                    <a:pt x="9347557" y="3770070"/>
                  </a:cubicBezTo>
                  <a:cubicBezTo>
                    <a:pt x="9347656" y="3736518"/>
                    <a:pt x="9347209" y="3702871"/>
                    <a:pt x="9346364" y="3669036"/>
                  </a:cubicBezTo>
                  <a:lnTo>
                    <a:pt x="9344921" y="3619341"/>
                  </a:lnTo>
                  <a:lnTo>
                    <a:pt x="9344524" y="3607624"/>
                  </a:lnTo>
                  <a:lnTo>
                    <a:pt x="9343728" y="3594872"/>
                  </a:lnTo>
                  <a:lnTo>
                    <a:pt x="9342188" y="3569366"/>
                  </a:lnTo>
                  <a:lnTo>
                    <a:pt x="9339056" y="3518354"/>
                  </a:lnTo>
                  <a:cubicBezTo>
                    <a:pt x="9337914" y="3501319"/>
                    <a:pt x="9335874" y="3484236"/>
                    <a:pt x="9334334" y="3467155"/>
                  </a:cubicBezTo>
                  <a:lnTo>
                    <a:pt x="9329363" y="3415908"/>
                  </a:lnTo>
                  <a:lnTo>
                    <a:pt x="9328319" y="3404755"/>
                  </a:lnTo>
                  <a:lnTo>
                    <a:pt x="9327177" y="3394214"/>
                  </a:lnTo>
                  <a:lnTo>
                    <a:pt x="9324293" y="3370872"/>
                  </a:lnTo>
                  <a:lnTo>
                    <a:pt x="9320763" y="3344427"/>
                  </a:lnTo>
                  <a:lnTo>
                    <a:pt x="9317184" y="3315343"/>
                  </a:lnTo>
                  <a:cubicBezTo>
                    <a:pt x="9315594" y="3300991"/>
                    <a:pt x="9313506" y="3286404"/>
                    <a:pt x="9311021" y="3270309"/>
                  </a:cubicBezTo>
                  <a:lnTo>
                    <a:pt x="9302719" y="3219815"/>
                  </a:lnTo>
                  <a:cubicBezTo>
                    <a:pt x="9299936" y="3203157"/>
                    <a:pt x="9297003" y="3186498"/>
                    <a:pt x="9293970" y="3169887"/>
                  </a:cubicBezTo>
                  <a:cubicBezTo>
                    <a:pt x="9281891" y="3103393"/>
                    <a:pt x="9267674" y="3037182"/>
                    <a:pt x="9252065" y="2971205"/>
                  </a:cubicBezTo>
                  <a:cubicBezTo>
                    <a:pt x="9244261" y="2938265"/>
                    <a:pt x="9235959" y="2905371"/>
                    <a:pt x="9227211" y="2872571"/>
                  </a:cubicBezTo>
                  <a:lnTo>
                    <a:pt x="9220699" y="2848524"/>
                  </a:lnTo>
                  <a:lnTo>
                    <a:pt x="9213740" y="2824289"/>
                  </a:lnTo>
                  <a:cubicBezTo>
                    <a:pt x="9209216" y="2808147"/>
                    <a:pt x="9204345" y="2791866"/>
                    <a:pt x="9199374" y="2775536"/>
                  </a:cubicBezTo>
                  <a:cubicBezTo>
                    <a:pt x="9159855" y="2645184"/>
                    <a:pt x="9114272" y="2516197"/>
                    <a:pt x="9061829" y="2389515"/>
                  </a:cubicBezTo>
                  <a:cubicBezTo>
                    <a:pt x="9035582" y="2326175"/>
                    <a:pt x="9008043" y="2263258"/>
                    <a:pt x="8978865" y="2200953"/>
                  </a:cubicBezTo>
                  <a:lnTo>
                    <a:pt x="8956694" y="2154317"/>
                  </a:lnTo>
                  <a:lnTo>
                    <a:pt x="8934176" y="2108012"/>
                  </a:lnTo>
                  <a:cubicBezTo>
                    <a:pt x="8918915" y="2077189"/>
                    <a:pt x="8903157" y="2046130"/>
                    <a:pt x="8887151" y="2015448"/>
                  </a:cubicBezTo>
                  <a:cubicBezTo>
                    <a:pt x="8854988" y="1953989"/>
                    <a:pt x="8822082" y="1892908"/>
                    <a:pt x="8787533" y="1832625"/>
                  </a:cubicBezTo>
                  <a:lnTo>
                    <a:pt x="8761485" y="1787496"/>
                  </a:lnTo>
                  <a:lnTo>
                    <a:pt x="8734791" y="1741991"/>
                  </a:lnTo>
                  <a:cubicBezTo>
                    <a:pt x="8717047" y="1711921"/>
                    <a:pt x="8699200" y="1682461"/>
                    <a:pt x="8680808" y="1652910"/>
                  </a:cubicBezTo>
                  <a:cubicBezTo>
                    <a:pt x="8644322" y="1593756"/>
                    <a:pt x="8606194" y="1535216"/>
                    <a:pt x="8567024" y="1477004"/>
                  </a:cubicBezTo>
                  <a:lnTo>
                    <a:pt x="8537446" y="1433428"/>
                  </a:lnTo>
                  <a:lnTo>
                    <a:pt x="8507423" y="1389994"/>
                  </a:lnTo>
                  <a:cubicBezTo>
                    <a:pt x="8487390" y="1361382"/>
                    <a:pt x="8467158" y="1332817"/>
                    <a:pt x="8446529" y="1304393"/>
                  </a:cubicBezTo>
                  <a:cubicBezTo>
                    <a:pt x="8405271" y="1247595"/>
                    <a:pt x="8362718" y="1191218"/>
                    <a:pt x="8319224" y="1135124"/>
                  </a:cubicBezTo>
                  <a:lnTo>
                    <a:pt x="8286366" y="1093148"/>
                  </a:lnTo>
                  <a:lnTo>
                    <a:pt x="8270161" y="1072538"/>
                  </a:lnTo>
                  <a:lnTo>
                    <a:pt x="8253856" y="1052254"/>
                  </a:lnTo>
                  <a:cubicBezTo>
                    <a:pt x="8231636" y="1024773"/>
                    <a:pt x="8209117" y="997479"/>
                    <a:pt x="8186352" y="970373"/>
                  </a:cubicBezTo>
                  <a:cubicBezTo>
                    <a:pt x="8140917" y="916020"/>
                    <a:pt x="8094240" y="862515"/>
                    <a:pt x="8046768" y="809527"/>
                  </a:cubicBezTo>
                  <a:lnTo>
                    <a:pt x="8010927" y="769951"/>
                  </a:lnTo>
                  <a:lnTo>
                    <a:pt x="7974788" y="730751"/>
                  </a:lnTo>
                  <a:cubicBezTo>
                    <a:pt x="7950382" y="704587"/>
                    <a:pt x="7925824" y="678563"/>
                    <a:pt x="7901070" y="652823"/>
                  </a:cubicBezTo>
                  <a:cubicBezTo>
                    <a:pt x="7851510" y="601387"/>
                    <a:pt x="7801404" y="550612"/>
                    <a:pt x="7750054" y="501106"/>
                  </a:cubicBezTo>
                  <a:cubicBezTo>
                    <a:pt x="7698902" y="451742"/>
                    <a:pt x="7645913" y="403036"/>
                    <a:pt x="7592277" y="355319"/>
                  </a:cubicBezTo>
                  <a:cubicBezTo>
                    <a:pt x="7484856" y="259884"/>
                    <a:pt x="7373308" y="168402"/>
                    <a:pt x="7257734" y="81062"/>
                  </a:cubicBezTo>
                  <a:close/>
                  <a:moveTo>
                    <a:pt x="1892109" y="0"/>
                  </a:moveTo>
                  <a:lnTo>
                    <a:pt x="2298402" y="0"/>
                  </a:lnTo>
                  <a:lnTo>
                    <a:pt x="2135542" y="121879"/>
                  </a:lnTo>
                  <a:cubicBezTo>
                    <a:pt x="2078998" y="166378"/>
                    <a:pt x="2023659" y="212143"/>
                    <a:pt x="1969576" y="259084"/>
                  </a:cubicBezTo>
                  <a:cubicBezTo>
                    <a:pt x="1861309" y="352918"/>
                    <a:pt x="1758064" y="451412"/>
                    <a:pt x="1659938" y="553953"/>
                  </a:cubicBezTo>
                  <a:cubicBezTo>
                    <a:pt x="1266987" y="964444"/>
                    <a:pt x="953820" y="1435593"/>
                    <a:pt x="729383" y="1940578"/>
                  </a:cubicBezTo>
                  <a:cubicBezTo>
                    <a:pt x="673260" y="2066459"/>
                    <a:pt x="622855" y="2195070"/>
                    <a:pt x="578465" y="2324905"/>
                  </a:cubicBezTo>
                  <a:cubicBezTo>
                    <a:pt x="534125" y="2454785"/>
                    <a:pt x="496147" y="2586314"/>
                    <a:pt x="465080" y="2718973"/>
                  </a:cubicBezTo>
                  <a:cubicBezTo>
                    <a:pt x="449769" y="2785089"/>
                    <a:pt x="435850" y="2852289"/>
                    <a:pt x="423820" y="2919535"/>
                  </a:cubicBezTo>
                  <a:cubicBezTo>
                    <a:pt x="411840" y="2986829"/>
                    <a:pt x="401054" y="3054358"/>
                    <a:pt x="392355" y="3122169"/>
                  </a:cubicBezTo>
                  <a:cubicBezTo>
                    <a:pt x="374509" y="3257744"/>
                    <a:pt x="363424" y="3393978"/>
                    <a:pt x="358801" y="3531013"/>
                  </a:cubicBezTo>
                  <a:cubicBezTo>
                    <a:pt x="349009" y="3804941"/>
                    <a:pt x="366357" y="4079668"/>
                    <a:pt x="410350" y="4352324"/>
                  </a:cubicBezTo>
                  <a:cubicBezTo>
                    <a:pt x="421286" y="4420230"/>
                    <a:pt x="434209" y="4487758"/>
                    <a:pt x="449022" y="4555147"/>
                  </a:cubicBezTo>
                  <a:cubicBezTo>
                    <a:pt x="463737" y="4622534"/>
                    <a:pt x="480389" y="4689686"/>
                    <a:pt x="498882" y="4756463"/>
                  </a:cubicBezTo>
                  <a:cubicBezTo>
                    <a:pt x="517373" y="4823239"/>
                    <a:pt x="537704" y="4889733"/>
                    <a:pt x="559775" y="4955755"/>
                  </a:cubicBezTo>
                  <a:cubicBezTo>
                    <a:pt x="581946" y="5021873"/>
                    <a:pt x="605358" y="5087473"/>
                    <a:pt x="631406" y="5152084"/>
                  </a:cubicBezTo>
                  <a:cubicBezTo>
                    <a:pt x="734055" y="5411706"/>
                    <a:pt x="865188" y="5662668"/>
                    <a:pt x="1023461" y="5898055"/>
                  </a:cubicBezTo>
                  <a:cubicBezTo>
                    <a:pt x="1181487" y="6133676"/>
                    <a:pt x="1367051" y="6353345"/>
                    <a:pt x="1575880" y="6551744"/>
                  </a:cubicBezTo>
                  <a:cubicBezTo>
                    <a:pt x="1680269" y="6651014"/>
                    <a:pt x="1790338" y="6745037"/>
                    <a:pt x="1905228" y="6833566"/>
                  </a:cubicBezTo>
                  <a:lnTo>
                    <a:pt x="1938629" y="6858000"/>
                  </a:lnTo>
                  <a:lnTo>
                    <a:pt x="1368607" y="6858000"/>
                  </a:lnTo>
                  <a:lnTo>
                    <a:pt x="1115251" y="6594103"/>
                  </a:lnTo>
                  <a:cubicBezTo>
                    <a:pt x="418530" y="5794890"/>
                    <a:pt x="0" y="4770280"/>
                    <a:pt x="0" y="3653129"/>
                  </a:cubicBezTo>
                  <a:cubicBezTo>
                    <a:pt x="0" y="2216793"/>
                    <a:pt x="691856" y="933432"/>
                    <a:pt x="1777294" y="85415"/>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grpSp>
      <p:sp>
        <p:nvSpPr>
          <p:cNvPr id="2" name="Title 1">
            <a:extLst>
              <a:ext uri="{FF2B5EF4-FFF2-40B4-BE49-F238E27FC236}">
                <a16:creationId xmlns:a16="http://schemas.microsoft.com/office/drawing/2014/main" id="{8FB44EAD-9809-7711-9716-CB8F557A1391}"/>
              </a:ext>
            </a:extLst>
          </p:cNvPr>
          <p:cNvSpPr>
            <a:spLocks noGrp="1"/>
          </p:cNvSpPr>
          <p:nvPr>
            <p:ph type="ctrTitle"/>
          </p:nvPr>
        </p:nvSpPr>
        <p:spPr>
          <a:xfrm>
            <a:off x="876300" y="45868"/>
            <a:ext cx="10263459" cy="923925"/>
          </a:xfrm>
        </p:spPr>
        <p:txBody>
          <a:bodyPr anchor="b">
            <a:normAutofit/>
          </a:bodyPr>
          <a:lstStyle/>
          <a:p>
            <a:r>
              <a:rPr lang="en-IN" sz="4000" dirty="0">
                <a:solidFill>
                  <a:schemeClr val="tx2"/>
                </a:solidFill>
                <a:latin typeface="Engravers MT" panose="02090707080505020304" pitchFamily="18" charset="0"/>
              </a:rPr>
              <a:t>History  of MISRA-C</a:t>
            </a:r>
            <a:endParaRPr lang="en-IN" sz="4000" dirty="0">
              <a:solidFill>
                <a:schemeClr val="tx2"/>
              </a:solidFill>
            </a:endParaRPr>
          </a:p>
        </p:txBody>
      </p:sp>
      <p:grpSp>
        <p:nvGrpSpPr>
          <p:cNvPr id="23" name="Group 22">
            <a:extLst>
              <a:ext uri="{FF2B5EF4-FFF2-40B4-BE49-F238E27FC236}">
                <a16:creationId xmlns:a16="http://schemas.microsoft.com/office/drawing/2014/main" id="{87F87F1B-42BA-4AC7-A4E2-41544DDB2CE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05" y="-4155"/>
            <a:ext cx="2514948" cy="2174333"/>
            <a:chOff x="-305" y="-4155"/>
            <a:chExt cx="2514948" cy="2174333"/>
          </a:xfrm>
        </p:grpSpPr>
        <p:sp>
          <p:nvSpPr>
            <p:cNvPr id="24" name="Freeform: Shape 23">
              <a:extLst>
                <a:ext uri="{FF2B5EF4-FFF2-40B4-BE49-F238E27FC236}">
                  <a16:creationId xmlns:a16="http://schemas.microsoft.com/office/drawing/2014/main" id="{68B53067-4E48-4E71-A6A9-A8CAABAFBF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Shape 24">
              <a:extLst>
                <a:ext uri="{FF2B5EF4-FFF2-40B4-BE49-F238E27FC236}">
                  <a16:creationId xmlns:a16="http://schemas.microsoft.com/office/drawing/2014/main" id="{06D1A0D3-4BB8-41D9-9CE7-2884C83F44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reeform: Shape 25">
              <a:extLst>
                <a:ext uri="{FF2B5EF4-FFF2-40B4-BE49-F238E27FC236}">
                  <a16:creationId xmlns:a16="http://schemas.microsoft.com/office/drawing/2014/main" id="{81E20F06-3B09-4B89-A36B-AB8BFBCCA5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27" name="Freeform: Shape 26">
              <a:extLst>
                <a:ext uri="{FF2B5EF4-FFF2-40B4-BE49-F238E27FC236}">
                  <a16:creationId xmlns:a16="http://schemas.microsoft.com/office/drawing/2014/main" id="{DAE6C3D7-7D5B-4926-877D-45F117BB6B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9" name="Group 28">
            <a:extLst>
              <a:ext uri="{FF2B5EF4-FFF2-40B4-BE49-F238E27FC236}">
                <a16:creationId xmlns:a16="http://schemas.microsoft.com/office/drawing/2014/main" id="{967346A5-7569-4F15-AB5D-BE3DADF192C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9685727" y="4683666"/>
            <a:ext cx="2514948" cy="2174333"/>
            <a:chOff x="-305" y="-4155"/>
            <a:chExt cx="2514948" cy="2174333"/>
          </a:xfrm>
        </p:grpSpPr>
        <p:sp>
          <p:nvSpPr>
            <p:cNvPr id="30" name="Freeform: Shape 29">
              <a:extLst>
                <a:ext uri="{FF2B5EF4-FFF2-40B4-BE49-F238E27FC236}">
                  <a16:creationId xmlns:a16="http://schemas.microsoft.com/office/drawing/2014/main" id="{E1951533-A568-4765-AB1F-F71D9AFDEA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reeform: Shape 30">
              <a:extLst>
                <a:ext uri="{FF2B5EF4-FFF2-40B4-BE49-F238E27FC236}">
                  <a16:creationId xmlns:a16="http://schemas.microsoft.com/office/drawing/2014/main" id="{A7214F52-4F3F-4C96-A62E-F1401D6C04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Freeform: Shape 31">
              <a:extLst>
                <a:ext uri="{FF2B5EF4-FFF2-40B4-BE49-F238E27FC236}">
                  <a16:creationId xmlns:a16="http://schemas.microsoft.com/office/drawing/2014/main" id="{023146A1-291C-4FA0-AB5B-EB04D42398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33" name="Freeform: Shape 32">
              <a:extLst>
                <a:ext uri="{FF2B5EF4-FFF2-40B4-BE49-F238E27FC236}">
                  <a16:creationId xmlns:a16="http://schemas.microsoft.com/office/drawing/2014/main" id="{62977932-2B03-4899-8306-5002CEE68E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5" name="Title 1">
            <a:extLst>
              <a:ext uri="{FF2B5EF4-FFF2-40B4-BE49-F238E27FC236}">
                <a16:creationId xmlns:a16="http://schemas.microsoft.com/office/drawing/2014/main" id="{D6EE584E-84BC-FC84-2A5F-A0E7AF1256B7}"/>
              </a:ext>
            </a:extLst>
          </p:cNvPr>
          <p:cNvSpPr txBox="1">
            <a:spLocks/>
          </p:cNvSpPr>
          <p:nvPr/>
        </p:nvSpPr>
        <p:spPr>
          <a:xfrm>
            <a:off x="10382250" y="3983"/>
            <a:ext cx="1809445" cy="44767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2000" dirty="0">
                <a:solidFill>
                  <a:schemeClr val="tx2"/>
                </a:solidFill>
              </a:rPr>
              <a:t>MISRA C -2012</a:t>
            </a:r>
          </a:p>
        </p:txBody>
      </p:sp>
      <p:sp>
        <p:nvSpPr>
          <p:cNvPr id="6" name="Subtitle 2">
            <a:extLst>
              <a:ext uri="{FF2B5EF4-FFF2-40B4-BE49-F238E27FC236}">
                <a16:creationId xmlns:a16="http://schemas.microsoft.com/office/drawing/2014/main" id="{C992C8E1-40D9-45CC-B67A-D8B86D2A381E}"/>
              </a:ext>
            </a:extLst>
          </p:cNvPr>
          <p:cNvSpPr txBox="1">
            <a:spLocks/>
          </p:cNvSpPr>
          <p:nvPr/>
        </p:nvSpPr>
        <p:spPr>
          <a:xfrm>
            <a:off x="3432265" y="853500"/>
            <a:ext cx="5188034" cy="682079"/>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115000"/>
              </a:lnSpc>
              <a:spcAft>
                <a:spcPts val="800"/>
              </a:spcAft>
            </a:pPr>
            <a:r>
              <a:rPr lang="en-IN" kern="100" dirty="0">
                <a:solidFill>
                  <a:srgbClr val="666666"/>
                </a:solidFill>
                <a:effectLst/>
                <a:highlight>
                  <a:srgbClr val="FFFF00"/>
                </a:highlight>
                <a:latin typeface="Times New Roman" panose="02020603050405020304" pitchFamily="18" charset="0"/>
                <a:ea typeface="Aptos" panose="020B0004020202020204" pitchFamily="34" charset="0"/>
                <a:cs typeface="Times New Roman" panose="02020603050405020304" pitchFamily="18" charset="0"/>
              </a:rPr>
              <a:t>Misra2012:Rule-3.2</a:t>
            </a:r>
          </a:p>
        </p:txBody>
      </p:sp>
      <p:sp>
        <p:nvSpPr>
          <p:cNvPr id="3" name="TextBox 2">
            <a:extLst>
              <a:ext uri="{FF2B5EF4-FFF2-40B4-BE49-F238E27FC236}">
                <a16:creationId xmlns:a16="http://schemas.microsoft.com/office/drawing/2014/main" id="{F52B51FF-E201-359D-4743-DA9B627F1CC1}"/>
              </a:ext>
            </a:extLst>
          </p:cNvPr>
          <p:cNvSpPr txBox="1"/>
          <p:nvPr/>
        </p:nvSpPr>
        <p:spPr>
          <a:xfrm>
            <a:off x="1018035" y="1295781"/>
            <a:ext cx="7766610" cy="369332"/>
          </a:xfrm>
          <a:prstGeom prst="rect">
            <a:avLst/>
          </a:prstGeom>
          <a:noFill/>
        </p:spPr>
        <p:txBody>
          <a:bodyPr wrap="square">
            <a:spAutoFit/>
          </a:bodyPr>
          <a:lstStyle/>
          <a:p>
            <a:pPr marL="285750" indent="-285750" algn="l">
              <a:buFont typeface="Wingdings" panose="05000000000000000000" pitchFamily="2" charset="2"/>
              <a:buChar char="q"/>
            </a:pPr>
            <a:r>
              <a:rPr lang="en-US" sz="1800" b="1" i="0" u="none" strike="noStrike" baseline="0" dirty="0">
                <a:latin typeface="Times New Roman" panose="02020603050405020304" pitchFamily="18" charset="0"/>
                <a:cs typeface="Times New Roman" panose="02020603050405020304" pitchFamily="18" charset="0"/>
              </a:rPr>
              <a:t>Line-splicing shall not be used in // comment </a:t>
            </a:r>
            <a:endParaRPr lang="en-IN" b="1" kern="100" dirty="0">
              <a:effectLst/>
              <a:highlight>
                <a:srgbClr val="FFFF00"/>
              </a:highlight>
              <a:latin typeface="Times New Roman" panose="02020603050405020304" pitchFamily="18" charset="0"/>
              <a:ea typeface="Aptos" panose="020B0004020202020204" pitchFamily="34" charset="0"/>
              <a:cs typeface="Times New Roman" panose="02020603050405020304" pitchFamily="18" charset="0"/>
            </a:endParaRPr>
          </a:p>
        </p:txBody>
      </p:sp>
      <p:sp>
        <p:nvSpPr>
          <p:cNvPr id="11" name="TextBox 10">
            <a:extLst>
              <a:ext uri="{FF2B5EF4-FFF2-40B4-BE49-F238E27FC236}">
                <a16:creationId xmlns:a16="http://schemas.microsoft.com/office/drawing/2014/main" id="{3BAF9C64-DAA2-791C-A360-DC870B79332D}"/>
              </a:ext>
            </a:extLst>
          </p:cNvPr>
          <p:cNvSpPr txBox="1"/>
          <p:nvPr/>
        </p:nvSpPr>
        <p:spPr>
          <a:xfrm>
            <a:off x="1295058" y="1661468"/>
            <a:ext cx="9642403" cy="369332"/>
          </a:xfrm>
          <a:prstGeom prst="rect">
            <a:avLst/>
          </a:prstGeom>
          <a:noFill/>
        </p:spPr>
        <p:txBody>
          <a:bodyPr wrap="square">
            <a:spAutoFit/>
          </a:bodyPr>
          <a:lstStyle/>
          <a:p>
            <a:pPr algn="l"/>
            <a:r>
              <a:rPr lang="en-IN" sz="1800" b="0" i="0" u="none" strike="noStrike" baseline="0" dirty="0">
                <a:latin typeface="OpenSans"/>
              </a:rPr>
              <a:t>Category –</a:t>
            </a:r>
            <a:r>
              <a:rPr lang="en-IN" sz="1800" b="0" i="0" u="none" strike="noStrike" baseline="0" dirty="0">
                <a:latin typeface="OpenSans-Light"/>
              </a:rPr>
              <a:t>Required    Analysis </a:t>
            </a:r>
            <a:r>
              <a:rPr lang="en-IN" sz="1800" b="0" i="0" u="none" strike="noStrike" baseline="0" dirty="0">
                <a:latin typeface="OpenSans"/>
              </a:rPr>
              <a:t> -</a:t>
            </a:r>
            <a:r>
              <a:rPr lang="en-IN" sz="1800" b="0" i="0" u="none" strike="noStrike" baseline="0" dirty="0">
                <a:latin typeface="OpenSans-Light"/>
              </a:rPr>
              <a:t> Decidable, Single Translation Unit </a:t>
            </a:r>
            <a:r>
              <a:rPr lang="en-IN" sz="1800" b="0" i="0" u="none" strike="noStrike" baseline="0" dirty="0">
                <a:latin typeface="OpenSans"/>
              </a:rPr>
              <a:t>Applies to -</a:t>
            </a:r>
            <a:r>
              <a:rPr lang="en-IN" sz="1800" b="0" i="0" u="none" strike="noStrike" baseline="0" dirty="0">
                <a:latin typeface="OpenSans-Light"/>
              </a:rPr>
              <a:t>C99</a:t>
            </a:r>
            <a:endParaRPr lang="en-IN" dirty="0"/>
          </a:p>
        </p:txBody>
      </p:sp>
      <p:sp>
        <p:nvSpPr>
          <p:cNvPr id="12" name="TextBox 11">
            <a:extLst>
              <a:ext uri="{FF2B5EF4-FFF2-40B4-BE49-F238E27FC236}">
                <a16:creationId xmlns:a16="http://schemas.microsoft.com/office/drawing/2014/main" id="{3B6B20D6-4372-E7FE-5B7C-3A5C456054FD}"/>
              </a:ext>
            </a:extLst>
          </p:cNvPr>
          <p:cNvSpPr txBox="1"/>
          <p:nvPr/>
        </p:nvSpPr>
        <p:spPr>
          <a:xfrm>
            <a:off x="2577377" y="2464573"/>
            <a:ext cx="7419583" cy="2308324"/>
          </a:xfrm>
          <a:prstGeom prst="rect">
            <a:avLst/>
          </a:prstGeom>
          <a:noFill/>
        </p:spPr>
        <p:txBody>
          <a:bodyPr wrap="square">
            <a:spAutoFit/>
          </a:bodyPr>
          <a:lstStyle/>
          <a:p>
            <a:r>
              <a:rPr lang="en-US" dirty="0">
                <a:latin typeface="Times New Roman" panose="02020603050405020304" pitchFamily="18" charset="0"/>
                <a:cs typeface="Times New Roman" panose="02020603050405020304" pitchFamily="18" charset="0"/>
              </a:rPr>
              <a:t>// This is an invalid comment with line-splicing </a:t>
            </a:r>
            <a:r>
              <a:rPr lang="en-US" b="1" dirty="0">
                <a:highlight>
                  <a:srgbClr val="FFFF00"/>
                </a:highlight>
                <a:latin typeface="Times New Roman" panose="02020603050405020304" pitchFamily="18" charset="0"/>
                <a:cs typeface="Times New Roman" panose="02020603050405020304" pitchFamily="18" charset="0"/>
              </a:rPr>
              <a:t>\</a:t>
            </a:r>
          </a:p>
          <a:p>
            <a:r>
              <a:rPr lang="en-US" dirty="0">
                <a:latin typeface="Times New Roman" panose="02020603050405020304" pitchFamily="18" charset="0"/>
                <a:cs typeface="Times New Roman" panose="02020603050405020304" pitchFamily="18" charset="0"/>
              </a:rPr>
              <a:t>int x = 5 +  // Line-splicing used within // comment </a:t>
            </a:r>
            <a:r>
              <a:rPr lang="en-US" dirty="0">
                <a:highlight>
                  <a:srgbClr val="FFFF00"/>
                </a:highlight>
                <a:latin typeface="Times New Roman" panose="02020603050405020304" pitchFamily="18" charset="0"/>
                <a:cs typeface="Times New Roman" panose="02020603050405020304" pitchFamily="18" charset="0"/>
              </a:rPr>
              <a:t>\</a:t>
            </a:r>
          </a:p>
          <a:p>
            <a:r>
              <a:rPr lang="en-US" dirty="0">
                <a:latin typeface="Times New Roman" panose="02020603050405020304" pitchFamily="18" charset="0"/>
                <a:cs typeface="Times New Roman" panose="02020603050405020304" pitchFamily="18" charset="0"/>
              </a:rPr>
              <a:t>        10;  // This line continues the comment</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 This is a valid comment without line-splicing</a:t>
            </a:r>
          </a:p>
          <a:p>
            <a:r>
              <a:rPr lang="en-US" dirty="0">
                <a:latin typeface="Times New Roman" panose="02020603050405020304" pitchFamily="18" charset="0"/>
                <a:cs typeface="Times New Roman" panose="02020603050405020304" pitchFamily="18" charset="0"/>
              </a:rPr>
              <a:t>int x = 5 +    // Line-splicing is not used within // comments</a:t>
            </a:r>
          </a:p>
          <a:p>
            <a:r>
              <a:rPr lang="en-US" dirty="0">
                <a:latin typeface="Times New Roman" panose="02020603050405020304" pitchFamily="18" charset="0"/>
                <a:cs typeface="Times New Roman" panose="02020603050405020304" pitchFamily="18" charset="0"/>
              </a:rPr>
              <a:t>        10;</a:t>
            </a:r>
          </a:p>
          <a:p>
            <a:endParaRPr lang="en-IN" dirty="0">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3BEBAFEE-B117-F80A-3238-35883C77E34C}"/>
              </a:ext>
            </a:extLst>
          </p:cNvPr>
          <p:cNvSpPr txBox="1"/>
          <p:nvPr/>
        </p:nvSpPr>
        <p:spPr>
          <a:xfrm>
            <a:off x="1263942" y="2039593"/>
            <a:ext cx="10650070" cy="369332"/>
          </a:xfrm>
          <a:prstGeom prst="rect">
            <a:avLst/>
          </a:prstGeom>
          <a:noFill/>
        </p:spPr>
        <p:txBody>
          <a:bodyPr wrap="square">
            <a:spAutoFit/>
          </a:bodyPr>
          <a:lstStyle/>
          <a:p>
            <a:r>
              <a:rPr lang="en-US" dirty="0">
                <a:latin typeface="Times New Roman" panose="02020603050405020304" pitchFamily="18" charset="0"/>
                <a:cs typeface="Times New Roman" panose="02020603050405020304" pitchFamily="18" charset="0"/>
              </a:rPr>
              <a:t>line-splicing (\) is used within a // comment, which is not allowed</a:t>
            </a:r>
            <a:endParaRPr lang="en-IN"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C571CA19-A36B-7D93-981A-5F92A3EA59D7}"/>
              </a:ext>
            </a:extLst>
          </p:cNvPr>
          <p:cNvSpPr txBox="1"/>
          <p:nvPr/>
        </p:nvSpPr>
        <p:spPr>
          <a:xfrm>
            <a:off x="1288922" y="2416057"/>
            <a:ext cx="1046338" cy="369332"/>
          </a:xfrm>
          <a:prstGeom prst="rect">
            <a:avLst/>
          </a:prstGeom>
          <a:noFill/>
        </p:spPr>
        <p:txBody>
          <a:bodyPr wrap="square">
            <a:spAutoFit/>
          </a:bodyPr>
          <a:lstStyle/>
          <a:p>
            <a:pPr algn="l"/>
            <a:r>
              <a:rPr lang="en-IN" dirty="0">
                <a:highlight>
                  <a:srgbClr val="FFFF00"/>
                </a:highlight>
              </a:rPr>
              <a:t>Example</a:t>
            </a:r>
          </a:p>
        </p:txBody>
      </p:sp>
      <p:sp>
        <p:nvSpPr>
          <p:cNvPr id="9" name="Slide Number Placeholder 8">
            <a:extLst>
              <a:ext uri="{FF2B5EF4-FFF2-40B4-BE49-F238E27FC236}">
                <a16:creationId xmlns:a16="http://schemas.microsoft.com/office/drawing/2014/main" id="{FC0B98F2-7669-AD4A-F860-6AC541723249}"/>
              </a:ext>
            </a:extLst>
          </p:cNvPr>
          <p:cNvSpPr>
            <a:spLocks noGrp="1"/>
          </p:cNvSpPr>
          <p:nvPr>
            <p:ph type="sldNum" sz="quarter" idx="12"/>
          </p:nvPr>
        </p:nvSpPr>
        <p:spPr/>
        <p:txBody>
          <a:bodyPr/>
          <a:lstStyle/>
          <a:p>
            <a:fld id="{91247CA1-BCEC-4DD4-9B23-E2AE1AEA27A6}" type="slidenum">
              <a:rPr lang="en-IN" smtClean="0"/>
              <a:t>23</a:t>
            </a:fld>
            <a:endParaRPr lang="en-IN"/>
          </a:p>
        </p:txBody>
      </p:sp>
      <p:sp>
        <p:nvSpPr>
          <p:cNvPr id="8" name="TextBox 7">
            <a:extLst>
              <a:ext uri="{FF2B5EF4-FFF2-40B4-BE49-F238E27FC236}">
                <a16:creationId xmlns:a16="http://schemas.microsoft.com/office/drawing/2014/main" id="{0B48F25C-0106-6069-242B-5EBC4F77436F}"/>
              </a:ext>
            </a:extLst>
          </p:cNvPr>
          <p:cNvSpPr txBox="1"/>
          <p:nvPr/>
        </p:nvSpPr>
        <p:spPr>
          <a:xfrm>
            <a:off x="10532532" y="526059"/>
            <a:ext cx="1451144" cy="369332"/>
          </a:xfrm>
          <a:prstGeom prst="rect">
            <a:avLst/>
          </a:prstGeom>
          <a:noFill/>
        </p:spPr>
        <p:txBody>
          <a:bodyPr wrap="square">
            <a:spAutoFit/>
          </a:bodyPr>
          <a:lstStyle/>
          <a:p>
            <a:r>
              <a:rPr lang="en-IN" dirty="0"/>
              <a:t>Session 1</a:t>
            </a:r>
          </a:p>
        </p:txBody>
      </p:sp>
    </p:spTree>
    <p:extLst>
      <p:ext uri="{BB962C8B-B14F-4D97-AF65-F5344CB8AC3E}">
        <p14:creationId xmlns:p14="http://schemas.microsoft.com/office/powerpoint/2010/main" val="305506664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5A292AEA-2528-46C0-B426-95822B6141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D8B7B198-E4DF-43CD-AD8C-1998843237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34" name="Freeform: Shape 33">
            <a:extLst>
              <a:ext uri="{FF2B5EF4-FFF2-40B4-BE49-F238E27FC236}">
                <a16:creationId xmlns:a16="http://schemas.microsoft.com/office/drawing/2014/main" id="{2BE67753-EA0E-4819-8D22-0B6600CF7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96934" y="3984"/>
            <a:ext cx="9376632" cy="6858000"/>
          </a:xfrm>
          <a:custGeom>
            <a:avLst/>
            <a:gdLst>
              <a:gd name="connsiteX0" fmla="*/ 1691615 w 9376632"/>
              <a:gd name="connsiteY0" fmla="*/ 0 h 6858000"/>
              <a:gd name="connsiteX1" fmla="*/ 7685017 w 9376632"/>
              <a:gd name="connsiteY1" fmla="*/ 0 h 6858000"/>
              <a:gd name="connsiteX2" fmla="*/ 7840634 w 9376632"/>
              <a:gd name="connsiteY2" fmla="*/ 134799 h 6858000"/>
              <a:gd name="connsiteX3" fmla="*/ 9376632 w 9376632"/>
              <a:gd name="connsiteY3" fmla="*/ 3605175 h 6858000"/>
              <a:gd name="connsiteX4" fmla="*/ 8158692 w 9376632"/>
              <a:gd name="connsiteY4" fmla="*/ 6757493 h 6858000"/>
              <a:gd name="connsiteX5" fmla="*/ 8062868 w 9376632"/>
              <a:gd name="connsiteY5" fmla="*/ 6858000 h 6858000"/>
              <a:gd name="connsiteX6" fmla="*/ 1313765 w 9376632"/>
              <a:gd name="connsiteY6" fmla="*/ 6858000 h 6858000"/>
              <a:gd name="connsiteX7" fmla="*/ 1217940 w 9376632"/>
              <a:gd name="connsiteY7" fmla="*/ 6757493 h 6858000"/>
              <a:gd name="connsiteX8" fmla="*/ 0 w 9376632"/>
              <a:gd name="connsiteY8" fmla="*/ 3605175 h 6858000"/>
              <a:gd name="connsiteX9" fmla="*/ 1535999 w 9376632"/>
              <a:gd name="connsiteY9" fmla="*/ 13479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376632" h="6858000">
                <a:moveTo>
                  <a:pt x="1691615" y="0"/>
                </a:moveTo>
                <a:lnTo>
                  <a:pt x="7685017" y="0"/>
                </a:lnTo>
                <a:lnTo>
                  <a:pt x="7840634" y="134799"/>
                </a:lnTo>
                <a:cubicBezTo>
                  <a:pt x="8784230" y="992423"/>
                  <a:pt x="9376632" y="2229618"/>
                  <a:pt x="9376632" y="3605175"/>
                </a:cubicBezTo>
                <a:cubicBezTo>
                  <a:pt x="9376632" y="4818903"/>
                  <a:pt x="8915419" y="5924908"/>
                  <a:pt x="8158692" y="6757493"/>
                </a:cubicBezTo>
                <a:lnTo>
                  <a:pt x="8062868" y="6858000"/>
                </a:lnTo>
                <a:lnTo>
                  <a:pt x="1313765" y="6858000"/>
                </a:lnTo>
                <a:lnTo>
                  <a:pt x="1217940" y="6757493"/>
                </a:lnTo>
                <a:cubicBezTo>
                  <a:pt x="461213" y="5924908"/>
                  <a:pt x="0" y="4818903"/>
                  <a:pt x="0" y="3605175"/>
                </a:cubicBezTo>
                <a:cubicBezTo>
                  <a:pt x="0" y="2229618"/>
                  <a:pt x="592403" y="992423"/>
                  <a:pt x="1535999" y="134799"/>
                </a:cubicBezTo>
                <a:close/>
              </a:path>
            </a:pathLst>
          </a:cu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5" name="Group 34">
            <a:extLst>
              <a:ext uri="{FF2B5EF4-FFF2-40B4-BE49-F238E27FC236}">
                <a16:creationId xmlns:a16="http://schemas.microsoft.com/office/drawing/2014/main" id="{D76D63AC-0421-45EC-B383-E79A61A78C6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303402" y="3985"/>
            <a:ext cx="9772765" cy="6858000"/>
            <a:chOff x="1303402" y="36937"/>
            <a:chExt cx="9772765" cy="6858000"/>
          </a:xfrm>
          <a:solidFill>
            <a:schemeClr val="bg1">
              <a:alpha val="30000"/>
            </a:schemeClr>
          </a:solidFill>
        </p:grpSpPr>
        <p:sp>
          <p:nvSpPr>
            <p:cNvPr id="15" name="Freeform: Shape 14">
              <a:extLst>
                <a:ext uri="{FF2B5EF4-FFF2-40B4-BE49-F238E27FC236}">
                  <a16:creationId xmlns:a16="http://schemas.microsoft.com/office/drawing/2014/main" id="{B997A32E-7032-4107-9C8B-99DB59EDD5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6937"/>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Shape 15">
              <a:extLst>
                <a:ext uri="{FF2B5EF4-FFF2-40B4-BE49-F238E27FC236}">
                  <a16:creationId xmlns:a16="http://schemas.microsoft.com/office/drawing/2014/main" id="{943BB27F-1470-42CA-91FF-D94BC691C8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6937"/>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Freeform: Shape 16">
              <a:extLst>
                <a:ext uri="{FF2B5EF4-FFF2-40B4-BE49-F238E27FC236}">
                  <a16:creationId xmlns:a16="http://schemas.microsoft.com/office/drawing/2014/main" id="{E997B002-17FD-47B3-A06A-76802FE15C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6937"/>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Freeform: Shape 17">
              <a:extLst>
                <a:ext uri="{FF2B5EF4-FFF2-40B4-BE49-F238E27FC236}">
                  <a16:creationId xmlns:a16="http://schemas.microsoft.com/office/drawing/2014/main" id="{E401EA35-9D2E-43B7-860F-EBB8A6C3E0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6937"/>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Freeform: Shape 18">
              <a:extLst>
                <a:ext uri="{FF2B5EF4-FFF2-40B4-BE49-F238E27FC236}">
                  <a16:creationId xmlns:a16="http://schemas.microsoft.com/office/drawing/2014/main" id="{F8C44827-3D81-4FF9-B4A5-5650D1B20A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6937"/>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Freeform: Shape 19">
              <a:extLst>
                <a:ext uri="{FF2B5EF4-FFF2-40B4-BE49-F238E27FC236}">
                  <a16:creationId xmlns:a16="http://schemas.microsoft.com/office/drawing/2014/main" id="{F613D97F-F6DF-4D32-AD91-209A80E7A2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8320" y="36937"/>
              <a:ext cx="9767847" cy="6858000"/>
            </a:xfrm>
            <a:custGeom>
              <a:avLst/>
              <a:gdLst>
                <a:gd name="connsiteX0" fmla="*/ 7151367 w 9767847"/>
                <a:gd name="connsiteY0" fmla="*/ 0 h 6858000"/>
                <a:gd name="connsiteX1" fmla="*/ 7881247 w 9767847"/>
                <a:gd name="connsiteY1" fmla="*/ 0 h 6858000"/>
                <a:gd name="connsiteX2" fmla="*/ 7990553 w 9767847"/>
                <a:gd name="connsiteY2" fmla="*/ 81317 h 6858000"/>
                <a:gd name="connsiteX3" fmla="*/ 9767847 w 9767847"/>
                <a:gd name="connsiteY3" fmla="*/ 3649031 h 6858000"/>
                <a:gd name="connsiteX4" fmla="*/ 8652597 w 9767847"/>
                <a:gd name="connsiteY4" fmla="*/ 6590005 h 6858000"/>
                <a:gd name="connsiteX5" fmla="*/ 8395306 w 9767847"/>
                <a:gd name="connsiteY5" fmla="*/ 6858000 h 6858000"/>
                <a:gd name="connsiteX6" fmla="*/ 6762603 w 9767847"/>
                <a:gd name="connsiteY6" fmla="*/ 6858000 h 6858000"/>
                <a:gd name="connsiteX7" fmla="*/ 6765962 w 9767847"/>
                <a:gd name="connsiteY7" fmla="*/ 6854844 h 6858000"/>
                <a:gd name="connsiteX8" fmla="*/ 6804586 w 9767847"/>
                <a:gd name="connsiteY8" fmla="*/ 6817103 h 6858000"/>
                <a:gd name="connsiteX9" fmla="*/ 6881735 w 9767847"/>
                <a:gd name="connsiteY9" fmla="*/ 6741197 h 6858000"/>
                <a:gd name="connsiteX10" fmla="*/ 6958883 w 9767847"/>
                <a:gd name="connsiteY10" fmla="*/ 6664822 h 6858000"/>
                <a:gd name="connsiteX11" fmla="*/ 7267925 w 9767847"/>
                <a:gd name="connsiteY11" fmla="*/ 6355694 h 6858000"/>
                <a:gd name="connsiteX12" fmla="*/ 7424360 w 9767847"/>
                <a:gd name="connsiteY12" fmla="*/ 6200685 h 6858000"/>
                <a:gd name="connsiteX13" fmla="*/ 7504938 w 9767847"/>
                <a:gd name="connsiteY13" fmla="*/ 6122708 h 6858000"/>
                <a:gd name="connsiteX14" fmla="*/ 7546396 w 9767847"/>
                <a:gd name="connsiteY14" fmla="*/ 6083697 h 6858000"/>
                <a:gd name="connsiteX15" fmla="*/ 7588002 w 9767847"/>
                <a:gd name="connsiteY15" fmla="*/ 6045532 h 6858000"/>
                <a:gd name="connsiteX16" fmla="*/ 7631000 w 9767847"/>
                <a:gd name="connsiteY16" fmla="*/ 6006709 h 6858000"/>
                <a:gd name="connsiteX17" fmla="*/ 7675440 w 9767847"/>
                <a:gd name="connsiteY17" fmla="*/ 5968309 h 6858000"/>
                <a:gd name="connsiteX18" fmla="*/ 7720626 w 9767847"/>
                <a:gd name="connsiteY18" fmla="*/ 5930851 h 6858000"/>
                <a:gd name="connsiteX19" fmla="*/ 7766458 w 9767847"/>
                <a:gd name="connsiteY19" fmla="*/ 5894334 h 6858000"/>
                <a:gd name="connsiteX20" fmla="*/ 7955254 w 9767847"/>
                <a:gd name="connsiteY20" fmla="*/ 5756828 h 6858000"/>
                <a:gd name="connsiteX21" fmla="*/ 8352678 w 9767847"/>
                <a:gd name="connsiteY21" fmla="*/ 5517630 h 6858000"/>
                <a:gd name="connsiteX22" fmla="*/ 8451350 w 9767847"/>
                <a:gd name="connsiteY22" fmla="*/ 5465254 h 6858000"/>
                <a:gd name="connsiteX23" fmla="*/ 8548532 w 9767847"/>
                <a:gd name="connsiteY23" fmla="*/ 5413395 h 6858000"/>
                <a:gd name="connsiteX24" fmla="*/ 8729473 w 9767847"/>
                <a:gd name="connsiteY24" fmla="*/ 5309961 h 6858000"/>
                <a:gd name="connsiteX25" fmla="*/ 8770781 w 9767847"/>
                <a:gd name="connsiteY25" fmla="*/ 5283232 h 6858000"/>
                <a:gd name="connsiteX26" fmla="*/ 8790964 w 9767847"/>
                <a:gd name="connsiteY26" fmla="*/ 5269492 h 6858000"/>
                <a:gd name="connsiteX27" fmla="*/ 8810499 w 9767847"/>
                <a:gd name="connsiteY27" fmla="*/ 5255703 h 6858000"/>
                <a:gd name="connsiteX28" fmla="*/ 8883571 w 9767847"/>
                <a:gd name="connsiteY28" fmla="*/ 5198479 h 6858000"/>
                <a:gd name="connsiteX29" fmla="*/ 9006651 w 9767847"/>
                <a:gd name="connsiteY29" fmla="*/ 5070527 h 6858000"/>
                <a:gd name="connsiteX30" fmla="*/ 9033494 w 9767847"/>
                <a:gd name="connsiteY30" fmla="*/ 5034105 h 6858000"/>
                <a:gd name="connsiteX31" fmla="*/ 9040305 w 9767847"/>
                <a:gd name="connsiteY31" fmla="*/ 5024551 h 6858000"/>
                <a:gd name="connsiteX32" fmla="*/ 9046568 w 9767847"/>
                <a:gd name="connsiteY32" fmla="*/ 5015281 h 6858000"/>
                <a:gd name="connsiteX33" fmla="*/ 9058846 w 9767847"/>
                <a:gd name="connsiteY33" fmla="*/ 4996645 h 6858000"/>
                <a:gd name="connsiteX34" fmla="*/ 9104529 w 9767847"/>
                <a:gd name="connsiteY34" fmla="*/ 4918105 h 6858000"/>
                <a:gd name="connsiteX35" fmla="*/ 9181081 w 9767847"/>
                <a:gd name="connsiteY35" fmla="*/ 4744694 h 6858000"/>
                <a:gd name="connsiteX36" fmla="*/ 9240731 w 9767847"/>
                <a:gd name="connsiteY36" fmla="*/ 4557872 h 6858000"/>
                <a:gd name="connsiteX37" fmla="*/ 9265388 w 9767847"/>
                <a:gd name="connsiteY37" fmla="*/ 4461073 h 6858000"/>
                <a:gd name="connsiteX38" fmla="*/ 9276571 w 9767847"/>
                <a:gd name="connsiteY38" fmla="*/ 4411943 h 6858000"/>
                <a:gd name="connsiteX39" fmla="*/ 9281841 w 9767847"/>
                <a:gd name="connsiteY39" fmla="*/ 4387379 h 6858000"/>
                <a:gd name="connsiteX40" fmla="*/ 9286513 w 9767847"/>
                <a:gd name="connsiteY40" fmla="*/ 4364838 h 6858000"/>
                <a:gd name="connsiteX41" fmla="*/ 9296754 w 9767847"/>
                <a:gd name="connsiteY41" fmla="*/ 4312038 h 6858000"/>
                <a:gd name="connsiteX42" fmla="*/ 9301029 w 9767847"/>
                <a:gd name="connsiteY42" fmla="*/ 4289074 h 6858000"/>
                <a:gd name="connsiteX43" fmla="*/ 9302818 w 9767847"/>
                <a:gd name="connsiteY43" fmla="*/ 4278581 h 6858000"/>
                <a:gd name="connsiteX44" fmla="*/ 9304658 w 9767847"/>
                <a:gd name="connsiteY44" fmla="*/ 4266816 h 6858000"/>
                <a:gd name="connsiteX45" fmla="*/ 9312810 w 9767847"/>
                <a:gd name="connsiteY45" fmla="*/ 4215945 h 6858000"/>
                <a:gd name="connsiteX46" fmla="*/ 9316887 w 9767847"/>
                <a:gd name="connsiteY46" fmla="*/ 4190486 h 6858000"/>
                <a:gd name="connsiteX47" fmla="*/ 9318923 w 9767847"/>
                <a:gd name="connsiteY47" fmla="*/ 4177780 h 6858000"/>
                <a:gd name="connsiteX48" fmla="*/ 9320515 w 9767847"/>
                <a:gd name="connsiteY48" fmla="*/ 4164886 h 6858000"/>
                <a:gd name="connsiteX49" fmla="*/ 9332445 w 9767847"/>
                <a:gd name="connsiteY49" fmla="*/ 4064981 h 6858000"/>
                <a:gd name="connsiteX50" fmla="*/ 9336173 w 9767847"/>
                <a:gd name="connsiteY50" fmla="*/ 4018676 h 6858000"/>
                <a:gd name="connsiteX51" fmla="*/ 9340199 w 9767847"/>
                <a:gd name="connsiteY51" fmla="*/ 3965171 h 6858000"/>
                <a:gd name="connsiteX52" fmla="*/ 9347557 w 9767847"/>
                <a:gd name="connsiteY52" fmla="*/ 3765972 h 6858000"/>
                <a:gd name="connsiteX53" fmla="*/ 9346364 w 9767847"/>
                <a:gd name="connsiteY53" fmla="*/ 3664938 h 6858000"/>
                <a:gd name="connsiteX54" fmla="*/ 9344921 w 9767847"/>
                <a:gd name="connsiteY54" fmla="*/ 3615243 h 6858000"/>
                <a:gd name="connsiteX55" fmla="*/ 9344524 w 9767847"/>
                <a:gd name="connsiteY55" fmla="*/ 3603526 h 6858000"/>
                <a:gd name="connsiteX56" fmla="*/ 9343728 w 9767847"/>
                <a:gd name="connsiteY56" fmla="*/ 3590774 h 6858000"/>
                <a:gd name="connsiteX57" fmla="*/ 9342188 w 9767847"/>
                <a:gd name="connsiteY57" fmla="*/ 3565268 h 6858000"/>
                <a:gd name="connsiteX58" fmla="*/ 9339056 w 9767847"/>
                <a:gd name="connsiteY58" fmla="*/ 3514256 h 6858000"/>
                <a:gd name="connsiteX59" fmla="*/ 9334334 w 9767847"/>
                <a:gd name="connsiteY59" fmla="*/ 3463057 h 6858000"/>
                <a:gd name="connsiteX60" fmla="*/ 9329363 w 9767847"/>
                <a:gd name="connsiteY60" fmla="*/ 3411810 h 6858000"/>
                <a:gd name="connsiteX61" fmla="*/ 9328319 w 9767847"/>
                <a:gd name="connsiteY61" fmla="*/ 3400657 h 6858000"/>
                <a:gd name="connsiteX62" fmla="*/ 9327177 w 9767847"/>
                <a:gd name="connsiteY62" fmla="*/ 3390116 h 6858000"/>
                <a:gd name="connsiteX63" fmla="*/ 9324293 w 9767847"/>
                <a:gd name="connsiteY63" fmla="*/ 3366774 h 6858000"/>
                <a:gd name="connsiteX64" fmla="*/ 9320763 w 9767847"/>
                <a:gd name="connsiteY64" fmla="*/ 3340329 h 6858000"/>
                <a:gd name="connsiteX65" fmla="*/ 9317184 w 9767847"/>
                <a:gd name="connsiteY65" fmla="*/ 3311245 h 6858000"/>
                <a:gd name="connsiteX66" fmla="*/ 9311021 w 9767847"/>
                <a:gd name="connsiteY66" fmla="*/ 3266211 h 6858000"/>
                <a:gd name="connsiteX67" fmla="*/ 9302719 w 9767847"/>
                <a:gd name="connsiteY67" fmla="*/ 3215717 h 6858000"/>
                <a:gd name="connsiteX68" fmla="*/ 9293970 w 9767847"/>
                <a:gd name="connsiteY68" fmla="*/ 3165789 h 6858000"/>
                <a:gd name="connsiteX69" fmla="*/ 9252065 w 9767847"/>
                <a:gd name="connsiteY69" fmla="*/ 2967107 h 6858000"/>
                <a:gd name="connsiteX70" fmla="*/ 9227211 w 9767847"/>
                <a:gd name="connsiteY70" fmla="*/ 2868473 h 6858000"/>
                <a:gd name="connsiteX71" fmla="*/ 9220699 w 9767847"/>
                <a:gd name="connsiteY71" fmla="*/ 2844426 h 6858000"/>
                <a:gd name="connsiteX72" fmla="*/ 9213740 w 9767847"/>
                <a:gd name="connsiteY72" fmla="*/ 2820191 h 6858000"/>
                <a:gd name="connsiteX73" fmla="*/ 9199374 w 9767847"/>
                <a:gd name="connsiteY73" fmla="*/ 2771438 h 6858000"/>
                <a:gd name="connsiteX74" fmla="*/ 9061829 w 9767847"/>
                <a:gd name="connsiteY74" fmla="*/ 2385418 h 6858000"/>
                <a:gd name="connsiteX75" fmla="*/ 8978865 w 9767847"/>
                <a:gd name="connsiteY75" fmla="*/ 2196855 h 6858000"/>
                <a:gd name="connsiteX76" fmla="*/ 8956694 w 9767847"/>
                <a:gd name="connsiteY76" fmla="*/ 2150219 h 6858000"/>
                <a:gd name="connsiteX77" fmla="*/ 8934176 w 9767847"/>
                <a:gd name="connsiteY77" fmla="*/ 2103914 h 6858000"/>
                <a:gd name="connsiteX78" fmla="*/ 8887151 w 9767847"/>
                <a:gd name="connsiteY78" fmla="*/ 2011350 h 6858000"/>
                <a:gd name="connsiteX79" fmla="*/ 8787533 w 9767847"/>
                <a:gd name="connsiteY79" fmla="*/ 1828527 h 6858000"/>
                <a:gd name="connsiteX80" fmla="*/ 8761485 w 9767847"/>
                <a:gd name="connsiteY80" fmla="*/ 1783398 h 6858000"/>
                <a:gd name="connsiteX81" fmla="*/ 8734791 w 9767847"/>
                <a:gd name="connsiteY81" fmla="*/ 1737893 h 6858000"/>
                <a:gd name="connsiteX82" fmla="*/ 8680808 w 9767847"/>
                <a:gd name="connsiteY82" fmla="*/ 1648812 h 6858000"/>
                <a:gd name="connsiteX83" fmla="*/ 8567024 w 9767847"/>
                <a:gd name="connsiteY83" fmla="*/ 1472906 h 6858000"/>
                <a:gd name="connsiteX84" fmla="*/ 8537446 w 9767847"/>
                <a:gd name="connsiteY84" fmla="*/ 1429330 h 6858000"/>
                <a:gd name="connsiteX85" fmla="*/ 8507423 w 9767847"/>
                <a:gd name="connsiteY85" fmla="*/ 1385896 h 6858000"/>
                <a:gd name="connsiteX86" fmla="*/ 8446529 w 9767847"/>
                <a:gd name="connsiteY86" fmla="*/ 1300295 h 6858000"/>
                <a:gd name="connsiteX87" fmla="*/ 8319224 w 9767847"/>
                <a:gd name="connsiteY87" fmla="*/ 1131026 h 6858000"/>
                <a:gd name="connsiteX88" fmla="*/ 8286366 w 9767847"/>
                <a:gd name="connsiteY88" fmla="*/ 1089050 h 6858000"/>
                <a:gd name="connsiteX89" fmla="*/ 8270161 w 9767847"/>
                <a:gd name="connsiteY89" fmla="*/ 1068439 h 6858000"/>
                <a:gd name="connsiteX90" fmla="*/ 8253856 w 9767847"/>
                <a:gd name="connsiteY90" fmla="*/ 1048156 h 6858000"/>
                <a:gd name="connsiteX91" fmla="*/ 8186352 w 9767847"/>
                <a:gd name="connsiteY91" fmla="*/ 966275 h 6858000"/>
                <a:gd name="connsiteX92" fmla="*/ 8046768 w 9767847"/>
                <a:gd name="connsiteY92" fmla="*/ 805429 h 6858000"/>
                <a:gd name="connsiteX93" fmla="*/ 8010927 w 9767847"/>
                <a:gd name="connsiteY93" fmla="*/ 765853 h 6858000"/>
                <a:gd name="connsiteX94" fmla="*/ 7974788 w 9767847"/>
                <a:gd name="connsiteY94" fmla="*/ 726653 h 6858000"/>
                <a:gd name="connsiteX95" fmla="*/ 7901070 w 9767847"/>
                <a:gd name="connsiteY95" fmla="*/ 648724 h 6858000"/>
                <a:gd name="connsiteX96" fmla="*/ 7750054 w 9767847"/>
                <a:gd name="connsiteY96" fmla="*/ 497008 h 6858000"/>
                <a:gd name="connsiteX97" fmla="*/ 7592277 w 9767847"/>
                <a:gd name="connsiteY97" fmla="*/ 351221 h 6858000"/>
                <a:gd name="connsiteX98" fmla="*/ 7257734 w 9767847"/>
                <a:gd name="connsiteY98" fmla="*/ 76964 h 6858000"/>
                <a:gd name="connsiteX99" fmla="*/ 1886601 w 9767847"/>
                <a:gd name="connsiteY99" fmla="*/ 0 h 6858000"/>
                <a:gd name="connsiteX100" fmla="*/ 2292926 w 9767847"/>
                <a:gd name="connsiteY100" fmla="*/ 0 h 6858000"/>
                <a:gd name="connsiteX101" fmla="*/ 2135542 w 9767847"/>
                <a:gd name="connsiteY101" fmla="*/ 117781 h 6858000"/>
                <a:gd name="connsiteX102" fmla="*/ 1969576 w 9767847"/>
                <a:gd name="connsiteY102" fmla="*/ 254986 h 6858000"/>
                <a:gd name="connsiteX103" fmla="*/ 1659938 w 9767847"/>
                <a:gd name="connsiteY103" fmla="*/ 549855 h 6858000"/>
                <a:gd name="connsiteX104" fmla="*/ 729383 w 9767847"/>
                <a:gd name="connsiteY104" fmla="*/ 1936480 h 6858000"/>
                <a:gd name="connsiteX105" fmla="*/ 578465 w 9767847"/>
                <a:gd name="connsiteY105" fmla="*/ 2320807 h 6858000"/>
                <a:gd name="connsiteX106" fmla="*/ 465080 w 9767847"/>
                <a:gd name="connsiteY106" fmla="*/ 2714875 h 6858000"/>
                <a:gd name="connsiteX107" fmla="*/ 423820 w 9767847"/>
                <a:gd name="connsiteY107" fmla="*/ 2915436 h 6858000"/>
                <a:gd name="connsiteX108" fmla="*/ 392355 w 9767847"/>
                <a:gd name="connsiteY108" fmla="*/ 3118071 h 6858000"/>
                <a:gd name="connsiteX109" fmla="*/ 358801 w 9767847"/>
                <a:gd name="connsiteY109" fmla="*/ 3526915 h 6858000"/>
                <a:gd name="connsiteX110" fmla="*/ 410350 w 9767847"/>
                <a:gd name="connsiteY110" fmla="*/ 4348226 h 6858000"/>
                <a:gd name="connsiteX111" fmla="*/ 449022 w 9767847"/>
                <a:gd name="connsiteY111" fmla="*/ 4551049 h 6858000"/>
                <a:gd name="connsiteX112" fmla="*/ 498882 w 9767847"/>
                <a:gd name="connsiteY112" fmla="*/ 4752365 h 6858000"/>
                <a:gd name="connsiteX113" fmla="*/ 559775 w 9767847"/>
                <a:gd name="connsiteY113" fmla="*/ 4951657 h 6858000"/>
                <a:gd name="connsiteX114" fmla="*/ 631406 w 9767847"/>
                <a:gd name="connsiteY114" fmla="*/ 5147986 h 6858000"/>
                <a:gd name="connsiteX115" fmla="*/ 1023461 w 9767847"/>
                <a:gd name="connsiteY115" fmla="*/ 5893957 h 6858000"/>
                <a:gd name="connsiteX116" fmla="*/ 1575880 w 9767847"/>
                <a:gd name="connsiteY116" fmla="*/ 6547646 h 6858000"/>
                <a:gd name="connsiteX117" fmla="*/ 1905228 w 9767847"/>
                <a:gd name="connsiteY117" fmla="*/ 6829468 h 6858000"/>
                <a:gd name="connsiteX118" fmla="*/ 1944230 w 9767847"/>
                <a:gd name="connsiteY118" fmla="*/ 6858000 h 6858000"/>
                <a:gd name="connsiteX119" fmla="*/ 1372541 w 9767847"/>
                <a:gd name="connsiteY119" fmla="*/ 6858000 h 6858000"/>
                <a:gd name="connsiteX120" fmla="*/ 1115251 w 9767847"/>
                <a:gd name="connsiteY120" fmla="*/ 6590005 h 6858000"/>
                <a:gd name="connsiteX121" fmla="*/ 0 w 9767847"/>
                <a:gd name="connsiteY121" fmla="*/ 3649031 h 6858000"/>
                <a:gd name="connsiteX122" fmla="*/ 1777294 w 9767847"/>
                <a:gd name="connsiteY122" fmla="*/ 813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9767847" h="6858000">
                  <a:moveTo>
                    <a:pt x="7151367" y="0"/>
                  </a:moveTo>
                  <a:lnTo>
                    <a:pt x="7881247" y="0"/>
                  </a:lnTo>
                  <a:lnTo>
                    <a:pt x="7990553" y="81317"/>
                  </a:lnTo>
                  <a:cubicBezTo>
                    <a:pt x="9075991" y="929334"/>
                    <a:pt x="9767847" y="2212695"/>
                    <a:pt x="9767847" y="3649031"/>
                  </a:cubicBezTo>
                  <a:cubicBezTo>
                    <a:pt x="9767847" y="4766182"/>
                    <a:pt x="9349317" y="5790792"/>
                    <a:pt x="8652597" y="6590005"/>
                  </a:cubicBezTo>
                  <a:lnTo>
                    <a:pt x="8395306" y="6858000"/>
                  </a:lnTo>
                  <a:lnTo>
                    <a:pt x="6762603" y="6858000"/>
                  </a:lnTo>
                  <a:lnTo>
                    <a:pt x="6765962" y="6854844"/>
                  </a:lnTo>
                  <a:cubicBezTo>
                    <a:pt x="6779036" y="6842703"/>
                    <a:pt x="6791663" y="6829621"/>
                    <a:pt x="6804586" y="6817103"/>
                  </a:cubicBezTo>
                  <a:lnTo>
                    <a:pt x="6881735" y="6741197"/>
                  </a:lnTo>
                  <a:cubicBezTo>
                    <a:pt x="6907435" y="6715881"/>
                    <a:pt x="6933134" y="6690798"/>
                    <a:pt x="6958883" y="6664822"/>
                  </a:cubicBezTo>
                  <a:lnTo>
                    <a:pt x="7267925" y="6355694"/>
                  </a:lnTo>
                  <a:lnTo>
                    <a:pt x="7424360" y="6200685"/>
                  </a:lnTo>
                  <a:cubicBezTo>
                    <a:pt x="7450754" y="6174802"/>
                    <a:pt x="7477598" y="6148731"/>
                    <a:pt x="7504938" y="6122708"/>
                  </a:cubicBezTo>
                  <a:lnTo>
                    <a:pt x="7546396" y="6083697"/>
                  </a:lnTo>
                  <a:cubicBezTo>
                    <a:pt x="7560264" y="6070803"/>
                    <a:pt x="7574780" y="6057532"/>
                    <a:pt x="7588002" y="6045532"/>
                  </a:cubicBezTo>
                  <a:lnTo>
                    <a:pt x="7631000" y="6006709"/>
                  </a:lnTo>
                  <a:lnTo>
                    <a:pt x="7675440" y="5968309"/>
                  </a:lnTo>
                  <a:cubicBezTo>
                    <a:pt x="7690404" y="5955698"/>
                    <a:pt x="7705564" y="5943321"/>
                    <a:pt x="7720626" y="5930851"/>
                  </a:cubicBezTo>
                  <a:cubicBezTo>
                    <a:pt x="7735738" y="5918427"/>
                    <a:pt x="7751197" y="5906521"/>
                    <a:pt x="7766458" y="5894334"/>
                  </a:cubicBezTo>
                  <a:cubicBezTo>
                    <a:pt x="7827949" y="5846192"/>
                    <a:pt x="7890979" y="5800499"/>
                    <a:pt x="7955254" y="5756828"/>
                  </a:cubicBezTo>
                  <a:cubicBezTo>
                    <a:pt x="8083800" y="5669534"/>
                    <a:pt x="8216872" y="5590336"/>
                    <a:pt x="8352678" y="5517630"/>
                  </a:cubicBezTo>
                  <a:lnTo>
                    <a:pt x="8451350" y="5465254"/>
                  </a:lnTo>
                  <a:lnTo>
                    <a:pt x="8548532" y="5413395"/>
                  </a:lnTo>
                  <a:cubicBezTo>
                    <a:pt x="8612110" y="5379090"/>
                    <a:pt x="8673251" y="5345208"/>
                    <a:pt x="8729473" y="5309961"/>
                  </a:cubicBezTo>
                  <a:cubicBezTo>
                    <a:pt x="8743591" y="5301115"/>
                    <a:pt x="8757161" y="5292361"/>
                    <a:pt x="8770781" y="5283232"/>
                  </a:cubicBezTo>
                  <a:cubicBezTo>
                    <a:pt x="8777591" y="5278667"/>
                    <a:pt x="8784451" y="5274103"/>
                    <a:pt x="8790964" y="5269492"/>
                  </a:cubicBezTo>
                  <a:cubicBezTo>
                    <a:pt x="8797574" y="5264879"/>
                    <a:pt x="8804235" y="5260314"/>
                    <a:pt x="8810499" y="5255703"/>
                  </a:cubicBezTo>
                  <a:cubicBezTo>
                    <a:pt x="8835999" y="5237303"/>
                    <a:pt x="8860407" y="5218291"/>
                    <a:pt x="8883571" y="5198479"/>
                  </a:cubicBezTo>
                  <a:cubicBezTo>
                    <a:pt x="8929900" y="5158856"/>
                    <a:pt x="8971258" y="5116315"/>
                    <a:pt x="9006651" y="5070527"/>
                  </a:cubicBezTo>
                  <a:cubicBezTo>
                    <a:pt x="9015351" y="5059328"/>
                    <a:pt x="9024398" y="5046857"/>
                    <a:pt x="9033494" y="5034105"/>
                  </a:cubicBezTo>
                  <a:lnTo>
                    <a:pt x="9040305" y="5024551"/>
                  </a:lnTo>
                  <a:lnTo>
                    <a:pt x="9046568" y="5015281"/>
                  </a:lnTo>
                  <a:cubicBezTo>
                    <a:pt x="9050743" y="5009163"/>
                    <a:pt x="9054819" y="5002952"/>
                    <a:pt x="9058846" y="4996645"/>
                  </a:cubicBezTo>
                  <a:cubicBezTo>
                    <a:pt x="9075002" y="4971517"/>
                    <a:pt x="9090212" y="4945305"/>
                    <a:pt x="9104529" y="4918105"/>
                  </a:cubicBezTo>
                  <a:cubicBezTo>
                    <a:pt x="9133211" y="4863752"/>
                    <a:pt x="9158313" y="4805447"/>
                    <a:pt x="9181081" y="4744694"/>
                  </a:cubicBezTo>
                  <a:cubicBezTo>
                    <a:pt x="9203748" y="4684178"/>
                    <a:pt x="9223383" y="4621778"/>
                    <a:pt x="9240731" y="4557872"/>
                  </a:cubicBezTo>
                  <a:cubicBezTo>
                    <a:pt x="9249481" y="4525966"/>
                    <a:pt x="9257682" y="4493684"/>
                    <a:pt x="9265388" y="4461073"/>
                  </a:cubicBezTo>
                  <a:cubicBezTo>
                    <a:pt x="9269215" y="4444744"/>
                    <a:pt x="9272943" y="4428367"/>
                    <a:pt x="9276571" y="4411943"/>
                  </a:cubicBezTo>
                  <a:lnTo>
                    <a:pt x="9281841" y="4387379"/>
                  </a:lnTo>
                  <a:lnTo>
                    <a:pt x="9286513" y="4364838"/>
                  </a:lnTo>
                  <a:lnTo>
                    <a:pt x="9296754" y="4312038"/>
                  </a:lnTo>
                  <a:lnTo>
                    <a:pt x="9301029" y="4289074"/>
                  </a:lnTo>
                  <a:lnTo>
                    <a:pt x="9302818" y="4278581"/>
                  </a:lnTo>
                  <a:lnTo>
                    <a:pt x="9304658" y="4266816"/>
                  </a:lnTo>
                  <a:lnTo>
                    <a:pt x="9312810" y="4215945"/>
                  </a:lnTo>
                  <a:lnTo>
                    <a:pt x="9316887" y="4190486"/>
                  </a:lnTo>
                  <a:lnTo>
                    <a:pt x="9318923" y="4177780"/>
                  </a:lnTo>
                  <a:cubicBezTo>
                    <a:pt x="9319570" y="4173546"/>
                    <a:pt x="9319969" y="4169169"/>
                    <a:pt x="9320515" y="4164886"/>
                  </a:cubicBezTo>
                  <a:lnTo>
                    <a:pt x="9332445" y="4064981"/>
                  </a:lnTo>
                  <a:cubicBezTo>
                    <a:pt x="9333836" y="4052370"/>
                    <a:pt x="9334880" y="4036888"/>
                    <a:pt x="9336173" y="4018676"/>
                  </a:cubicBezTo>
                  <a:lnTo>
                    <a:pt x="9340199" y="3965171"/>
                  </a:lnTo>
                  <a:cubicBezTo>
                    <a:pt x="9345071" y="3899806"/>
                    <a:pt x="9347358" y="3832983"/>
                    <a:pt x="9347557" y="3765972"/>
                  </a:cubicBezTo>
                  <a:cubicBezTo>
                    <a:pt x="9347656" y="3732420"/>
                    <a:pt x="9347209" y="3698773"/>
                    <a:pt x="9346364" y="3664938"/>
                  </a:cubicBezTo>
                  <a:lnTo>
                    <a:pt x="9344921" y="3615243"/>
                  </a:lnTo>
                  <a:lnTo>
                    <a:pt x="9344524" y="3603526"/>
                  </a:lnTo>
                  <a:lnTo>
                    <a:pt x="9343728" y="3590774"/>
                  </a:lnTo>
                  <a:lnTo>
                    <a:pt x="9342188" y="3565268"/>
                  </a:lnTo>
                  <a:lnTo>
                    <a:pt x="9339056" y="3514256"/>
                  </a:lnTo>
                  <a:cubicBezTo>
                    <a:pt x="9337914" y="3497221"/>
                    <a:pt x="9335874" y="3480138"/>
                    <a:pt x="9334334" y="3463057"/>
                  </a:cubicBezTo>
                  <a:lnTo>
                    <a:pt x="9329363" y="3411810"/>
                  </a:lnTo>
                  <a:lnTo>
                    <a:pt x="9328319" y="3400657"/>
                  </a:lnTo>
                  <a:lnTo>
                    <a:pt x="9327177" y="3390116"/>
                  </a:lnTo>
                  <a:lnTo>
                    <a:pt x="9324293" y="3366774"/>
                  </a:lnTo>
                  <a:lnTo>
                    <a:pt x="9320763" y="3340329"/>
                  </a:lnTo>
                  <a:lnTo>
                    <a:pt x="9317184" y="3311245"/>
                  </a:lnTo>
                  <a:cubicBezTo>
                    <a:pt x="9315594" y="3296893"/>
                    <a:pt x="9313506" y="3282306"/>
                    <a:pt x="9311021" y="3266211"/>
                  </a:cubicBezTo>
                  <a:lnTo>
                    <a:pt x="9302719" y="3215717"/>
                  </a:lnTo>
                  <a:cubicBezTo>
                    <a:pt x="9299936" y="3199059"/>
                    <a:pt x="9297003" y="3182400"/>
                    <a:pt x="9293970" y="3165789"/>
                  </a:cubicBezTo>
                  <a:cubicBezTo>
                    <a:pt x="9281891" y="3099295"/>
                    <a:pt x="9267674" y="3033084"/>
                    <a:pt x="9252065" y="2967107"/>
                  </a:cubicBezTo>
                  <a:cubicBezTo>
                    <a:pt x="9244261" y="2934167"/>
                    <a:pt x="9235959" y="2901273"/>
                    <a:pt x="9227211" y="2868473"/>
                  </a:cubicBezTo>
                  <a:lnTo>
                    <a:pt x="9220699" y="2844426"/>
                  </a:lnTo>
                  <a:lnTo>
                    <a:pt x="9213740" y="2820191"/>
                  </a:lnTo>
                  <a:cubicBezTo>
                    <a:pt x="9209216" y="2804049"/>
                    <a:pt x="9204345" y="2787768"/>
                    <a:pt x="9199374" y="2771438"/>
                  </a:cubicBezTo>
                  <a:cubicBezTo>
                    <a:pt x="9159855" y="2641086"/>
                    <a:pt x="9114272" y="2512099"/>
                    <a:pt x="9061829" y="2385418"/>
                  </a:cubicBezTo>
                  <a:cubicBezTo>
                    <a:pt x="9035582" y="2322077"/>
                    <a:pt x="9008043" y="2259160"/>
                    <a:pt x="8978865" y="2196855"/>
                  </a:cubicBezTo>
                  <a:lnTo>
                    <a:pt x="8956694" y="2150219"/>
                  </a:lnTo>
                  <a:lnTo>
                    <a:pt x="8934176" y="2103914"/>
                  </a:lnTo>
                  <a:cubicBezTo>
                    <a:pt x="8918915" y="2073091"/>
                    <a:pt x="8903157" y="2042032"/>
                    <a:pt x="8887151" y="2011350"/>
                  </a:cubicBezTo>
                  <a:cubicBezTo>
                    <a:pt x="8854988" y="1949891"/>
                    <a:pt x="8822082" y="1888810"/>
                    <a:pt x="8787533" y="1828527"/>
                  </a:cubicBezTo>
                  <a:lnTo>
                    <a:pt x="8761485" y="1783398"/>
                  </a:lnTo>
                  <a:lnTo>
                    <a:pt x="8734791" y="1737893"/>
                  </a:lnTo>
                  <a:cubicBezTo>
                    <a:pt x="8717047" y="1707823"/>
                    <a:pt x="8699200" y="1678363"/>
                    <a:pt x="8680808" y="1648812"/>
                  </a:cubicBezTo>
                  <a:cubicBezTo>
                    <a:pt x="8644322" y="1589658"/>
                    <a:pt x="8606194" y="1531118"/>
                    <a:pt x="8567024" y="1472906"/>
                  </a:cubicBezTo>
                  <a:lnTo>
                    <a:pt x="8537446" y="1429330"/>
                  </a:lnTo>
                  <a:lnTo>
                    <a:pt x="8507423" y="1385896"/>
                  </a:lnTo>
                  <a:cubicBezTo>
                    <a:pt x="8487390" y="1357284"/>
                    <a:pt x="8467158" y="1328719"/>
                    <a:pt x="8446529" y="1300295"/>
                  </a:cubicBezTo>
                  <a:cubicBezTo>
                    <a:pt x="8405271" y="1243496"/>
                    <a:pt x="8362718" y="1187120"/>
                    <a:pt x="8319224" y="1131026"/>
                  </a:cubicBezTo>
                  <a:lnTo>
                    <a:pt x="8286366" y="1089050"/>
                  </a:lnTo>
                  <a:lnTo>
                    <a:pt x="8270161" y="1068439"/>
                  </a:lnTo>
                  <a:lnTo>
                    <a:pt x="8253856" y="1048156"/>
                  </a:lnTo>
                  <a:cubicBezTo>
                    <a:pt x="8231636" y="1020675"/>
                    <a:pt x="8209117" y="993381"/>
                    <a:pt x="8186352" y="966275"/>
                  </a:cubicBezTo>
                  <a:cubicBezTo>
                    <a:pt x="8140917" y="911922"/>
                    <a:pt x="8094240" y="858417"/>
                    <a:pt x="8046768" y="805429"/>
                  </a:cubicBezTo>
                  <a:lnTo>
                    <a:pt x="8010927" y="765853"/>
                  </a:lnTo>
                  <a:lnTo>
                    <a:pt x="7974788" y="726653"/>
                  </a:lnTo>
                  <a:cubicBezTo>
                    <a:pt x="7950382" y="700489"/>
                    <a:pt x="7925824" y="674465"/>
                    <a:pt x="7901070" y="648724"/>
                  </a:cubicBezTo>
                  <a:cubicBezTo>
                    <a:pt x="7851510" y="597289"/>
                    <a:pt x="7801404" y="546514"/>
                    <a:pt x="7750054" y="497008"/>
                  </a:cubicBezTo>
                  <a:cubicBezTo>
                    <a:pt x="7698902" y="447644"/>
                    <a:pt x="7645913" y="398938"/>
                    <a:pt x="7592277" y="351221"/>
                  </a:cubicBezTo>
                  <a:cubicBezTo>
                    <a:pt x="7484856" y="255786"/>
                    <a:pt x="7373308" y="164304"/>
                    <a:pt x="7257734" y="76964"/>
                  </a:cubicBezTo>
                  <a:close/>
                  <a:moveTo>
                    <a:pt x="1886601" y="0"/>
                  </a:moveTo>
                  <a:lnTo>
                    <a:pt x="2292926" y="0"/>
                  </a:lnTo>
                  <a:lnTo>
                    <a:pt x="2135542" y="117781"/>
                  </a:lnTo>
                  <a:cubicBezTo>
                    <a:pt x="2078998" y="162280"/>
                    <a:pt x="2023659" y="208045"/>
                    <a:pt x="1969576" y="254986"/>
                  </a:cubicBezTo>
                  <a:cubicBezTo>
                    <a:pt x="1861309" y="348820"/>
                    <a:pt x="1758064" y="447314"/>
                    <a:pt x="1659938" y="549855"/>
                  </a:cubicBezTo>
                  <a:cubicBezTo>
                    <a:pt x="1266987" y="960346"/>
                    <a:pt x="953820" y="1431495"/>
                    <a:pt x="729383" y="1936480"/>
                  </a:cubicBezTo>
                  <a:cubicBezTo>
                    <a:pt x="673260" y="2062362"/>
                    <a:pt x="622855" y="2190972"/>
                    <a:pt x="578465" y="2320807"/>
                  </a:cubicBezTo>
                  <a:cubicBezTo>
                    <a:pt x="534125" y="2450687"/>
                    <a:pt x="496147" y="2582216"/>
                    <a:pt x="465080" y="2714875"/>
                  </a:cubicBezTo>
                  <a:cubicBezTo>
                    <a:pt x="449769" y="2780991"/>
                    <a:pt x="435850" y="2848191"/>
                    <a:pt x="423820" y="2915436"/>
                  </a:cubicBezTo>
                  <a:cubicBezTo>
                    <a:pt x="411840" y="2982731"/>
                    <a:pt x="401054" y="3050260"/>
                    <a:pt x="392355" y="3118071"/>
                  </a:cubicBezTo>
                  <a:cubicBezTo>
                    <a:pt x="374509" y="3253646"/>
                    <a:pt x="363424" y="3389880"/>
                    <a:pt x="358801" y="3526915"/>
                  </a:cubicBezTo>
                  <a:cubicBezTo>
                    <a:pt x="349009" y="3800843"/>
                    <a:pt x="366357" y="4075570"/>
                    <a:pt x="410350" y="4348226"/>
                  </a:cubicBezTo>
                  <a:cubicBezTo>
                    <a:pt x="421286" y="4416132"/>
                    <a:pt x="434209" y="4483660"/>
                    <a:pt x="449022" y="4551049"/>
                  </a:cubicBezTo>
                  <a:cubicBezTo>
                    <a:pt x="463737" y="4618436"/>
                    <a:pt x="480389" y="4685588"/>
                    <a:pt x="498882" y="4752365"/>
                  </a:cubicBezTo>
                  <a:cubicBezTo>
                    <a:pt x="517373" y="4819141"/>
                    <a:pt x="537704" y="4885635"/>
                    <a:pt x="559775" y="4951657"/>
                  </a:cubicBezTo>
                  <a:cubicBezTo>
                    <a:pt x="581946" y="5017775"/>
                    <a:pt x="605358" y="5083375"/>
                    <a:pt x="631406" y="5147986"/>
                  </a:cubicBezTo>
                  <a:cubicBezTo>
                    <a:pt x="734055" y="5407608"/>
                    <a:pt x="865188" y="5658570"/>
                    <a:pt x="1023461" y="5893957"/>
                  </a:cubicBezTo>
                  <a:cubicBezTo>
                    <a:pt x="1181487" y="6129578"/>
                    <a:pt x="1367051" y="6349247"/>
                    <a:pt x="1575880" y="6547646"/>
                  </a:cubicBezTo>
                  <a:cubicBezTo>
                    <a:pt x="1680269" y="6646916"/>
                    <a:pt x="1790338" y="6740939"/>
                    <a:pt x="1905228" y="6829468"/>
                  </a:cubicBezTo>
                  <a:lnTo>
                    <a:pt x="1944230" y="6858000"/>
                  </a:lnTo>
                  <a:lnTo>
                    <a:pt x="1372541" y="6858000"/>
                  </a:lnTo>
                  <a:lnTo>
                    <a:pt x="1115251" y="6590005"/>
                  </a:lnTo>
                  <a:cubicBezTo>
                    <a:pt x="418530" y="5790792"/>
                    <a:pt x="0" y="4766182"/>
                    <a:pt x="0" y="3649031"/>
                  </a:cubicBezTo>
                  <a:cubicBezTo>
                    <a:pt x="0" y="2212695"/>
                    <a:pt x="691856" y="929334"/>
                    <a:pt x="1777294" y="81317"/>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1" name="Freeform: Shape 20">
              <a:extLst>
                <a:ext uri="{FF2B5EF4-FFF2-40B4-BE49-F238E27FC236}">
                  <a16:creationId xmlns:a16="http://schemas.microsoft.com/office/drawing/2014/main" id="{82B0ED5C-927D-4C5F-8F27-1B403820B9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3402" y="36937"/>
              <a:ext cx="9767847" cy="6858000"/>
            </a:xfrm>
            <a:custGeom>
              <a:avLst/>
              <a:gdLst>
                <a:gd name="connsiteX0" fmla="*/ 7145704 w 9767847"/>
                <a:gd name="connsiteY0" fmla="*/ 0 h 6858000"/>
                <a:gd name="connsiteX1" fmla="*/ 7875738 w 9767847"/>
                <a:gd name="connsiteY1" fmla="*/ 0 h 6858000"/>
                <a:gd name="connsiteX2" fmla="*/ 7990553 w 9767847"/>
                <a:gd name="connsiteY2" fmla="*/ 85415 h 6858000"/>
                <a:gd name="connsiteX3" fmla="*/ 9767847 w 9767847"/>
                <a:gd name="connsiteY3" fmla="*/ 3653129 h 6858000"/>
                <a:gd name="connsiteX4" fmla="*/ 8652597 w 9767847"/>
                <a:gd name="connsiteY4" fmla="*/ 6594103 h 6858000"/>
                <a:gd name="connsiteX5" fmla="*/ 8399240 w 9767847"/>
                <a:gd name="connsiteY5" fmla="*/ 6858000 h 6858000"/>
                <a:gd name="connsiteX6" fmla="*/ 6766926 w 9767847"/>
                <a:gd name="connsiteY6" fmla="*/ 6858000 h 6858000"/>
                <a:gd name="connsiteX7" fmla="*/ 6804586 w 9767847"/>
                <a:gd name="connsiteY7" fmla="*/ 6821201 h 6858000"/>
                <a:gd name="connsiteX8" fmla="*/ 6881735 w 9767847"/>
                <a:gd name="connsiteY8" fmla="*/ 6745295 h 6858000"/>
                <a:gd name="connsiteX9" fmla="*/ 6958883 w 9767847"/>
                <a:gd name="connsiteY9" fmla="*/ 6668920 h 6858000"/>
                <a:gd name="connsiteX10" fmla="*/ 7267925 w 9767847"/>
                <a:gd name="connsiteY10" fmla="*/ 6359792 h 6858000"/>
                <a:gd name="connsiteX11" fmla="*/ 7424360 w 9767847"/>
                <a:gd name="connsiteY11" fmla="*/ 6204783 h 6858000"/>
                <a:gd name="connsiteX12" fmla="*/ 7504938 w 9767847"/>
                <a:gd name="connsiteY12" fmla="*/ 6126806 h 6858000"/>
                <a:gd name="connsiteX13" fmla="*/ 7546396 w 9767847"/>
                <a:gd name="connsiteY13" fmla="*/ 6087795 h 6858000"/>
                <a:gd name="connsiteX14" fmla="*/ 7588002 w 9767847"/>
                <a:gd name="connsiteY14" fmla="*/ 6049630 h 6858000"/>
                <a:gd name="connsiteX15" fmla="*/ 7631000 w 9767847"/>
                <a:gd name="connsiteY15" fmla="*/ 6010807 h 6858000"/>
                <a:gd name="connsiteX16" fmla="*/ 7675440 w 9767847"/>
                <a:gd name="connsiteY16" fmla="*/ 5972407 h 6858000"/>
                <a:gd name="connsiteX17" fmla="*/ 7720626 w 9767847"/>
                <a:gd name="connsiteY17" fmla="*/ 5934949 h 6858000"/>
                <a:gd name="connsiteX18" fmla="*/ 7766458 w 9767847"/>
                <a:gd name="connsiteY18" fmla="*/ 5898432 h 6858000"/>
                <a:gd name="connsiteX19" fmla="*/ 7955254 w 9767847"/>
                <a:gd name="connsiteY19" fmla="*/ 5760926 h 6858000"/>
                <a:gd name="connsiteX20" fmla="*/ 8352678 w 9767847"/>
                <a:gd name="connsiteY20" fmla="*/ 5521728 h 6858000"/>
                <a:gd name="connsiteX21" fmla="*/ 8451350 w 9767847"/>
                <a:gd name="connsiteY21" fmla="*/ 5469352 h 6858000"/>
                <a:gd name="connsiteX22" fmla="*/ 8548532 w 9767847"/>
                <a:gd name="connsiteY22" fmla="*/ 5417493 h 6858000"/>
                <a:gd name="connsiteX23" fmla="*/ 8729473 w 9767847"/>
                <a:gd name="connsiteY23" fmla="*/ 5314059 h 6858000"/>
                <a:gd name="connsiteX24" fmla="*/ 8770781 w 9767847"/>
                <a:gd name="connsiteY24" fmla="*/ 5287330 h 6858000"/>
                <a:gd name="connsiteX25" fmla="*/ 8790964 w 9767847"/>
                <a:gd name="connsiteY25" fmla="*/ 5273590 h 6858000"/>
                <a:gd name="connsiteX26" fmla="*/ 8810499 w 9767847"/>
                <a:gd name="connsiteY26" fmla="*/ 5259801 h 6858000"/>
                <a:gd name="connsiteX27" fmla="*/ 8883571 w 9767847"/>
                <a:gd name="connsiteY27" fmla="*/ 5202577 h 6858000"/>
                <a:gd name="connsiteX28" fmla="*/ 9006651 w 9767847"/>
                <a:gd name="connsiteY28" fmla="*/ 5074625 h 6858000"/>
                <a:gd name="connsiteX29" fmla="*/ 9033494 w 9767847"/>
                <a:gd name="connsiteY29" fmla="*/ 5038203 h 6858000"/>
                <a:gd name="connsiteX30" fmla="*/ 9040305 w 9767847"/>
                <a:gd name="connsiteY30" fmla="*/ 5028649 h 6858000"/>
                <a:gd name="connsiteX31" fmla="*/ 9046568 w 9767847"/>
                <a:gd name="connsiteY31" fmla="*/ 5019379 h 6858000"/>
                <a:gd name="connsiteX32" fmla="*/ 9058846 w 9767847"/>
                <a:gd name="connsiteY32" fmla="*/ 5000743 h 6858000"/>
                <a:gd name="connsiteX33" fmla="*/ 9104529 w 9767847"/>
                <a:gd name="connsiteY33" fmla="*/ 4922203 h 6858000"/>
                <a:gd name="connsiteX34" fmla="*/ 9181081 w 9767847"/>
                <a:gd name="connsiteY34" fmla="*/ 4748792 h 6858000"/>
                <a:gd name="connsiteX35" fmla="*/ 9240731 w 9767847"/>
                <a:gd name="connsiteY35" fmla="*/ 4561970 h 6858000"/>
                <a:gd name="connsiteX36" fmla="*/ 9265388 w 9767847"/>
                <a:gd name="connsiteY36" fmla="*/ 4465171 h 6858000"/>
                <a:gd name="connsiteX37" fmla="*/ 9276571 w 9767847"/>
                <a:gd name="connsiteY37" fmla="*/ 4416041 h 6858000"/>
                <a:gd name="connsiteX38" fmla="*/ 9281841 w 9767847"/>
                <a:gd name="connsiteY38" fmla="*/ 4391477 h 6858000"/>
                <a:gd name="connsiteX39" fmla="*/ 9286513 w 9767847"/>
                <a:gd name="connsiteY39" fmla="*/ 4368936 h 6858000"/>
                <a:gd name="connsiteX40" fmla="*/ 9296754 w 9767847"/>
                <a:gd name="connsiteY40" fmla="*/ 4316136 h 6858000"/>
                <a:gd name="connsiteX41" fmla="*/ 9301029 w 9767847"/>
                <a:gd name="connsiteY41" fmla="*/ 4293172 h 6858000"/>
                <a:gd name="connsiteX42" fmla="*/ 9302818 w 9767847"/>
                <a:gd name="connsiteY42" fmla="*/ 4282679 h 6858000"/>
                <a:gd name="connsiteX43" fmla="*/ 9304658 w 9767847"/>
                <a:gd name="connsiteY43" fmla="*/ 4270914 h 6858000"/>
                <a:gd name="connsiteX44" fmla="*/ 9312810 w 9767847"/>
                <a:gd name="connsiteY44" fmla="*/ 4220043 h 6858000"/>
                <a:gd name="connsiteX45" fmla="*/ 9316887 w 9767847"/>
                <a:gd name="connsiteY45" fmla="*/ 4194584 h 6858000"/>
                <a:gd name="connsiteX46" fmla="*/ 9318923 w 9767847"/>
                <a:gd name="connsiteY46" fmla="*/ 4181878 h 6858000"/>
                <a:gd name="connsiteX47" fmla="*/ 9320515 w 9767847"/>
                <a:gd name="connsiteY47" fmla="*/ 4168984 h 6858000"/>
                <a:gd name="connsiteX48" fmla="*/ 9332445 w 9767847"/>
                <a:gd name="connsiteY48" fmla="*/ 4069079 h 6858000"/>
                <a:gd name="connsiteX49" fmla="*/ 9336173 w 9767847"/>
                <a:gd name="connsiteY49" fmla="*/ 4022774 h 6858000"/>
                <a:gd name="connsiteX50" fmla="*/ 9340199 w 9767847"/>
                <a:gd name="connsiteY50" fmla="*/ 3969269 h 6858000"/>
                <a:gd name="connsiteX51" fmla="*/ 9347557 w 9767847"/>
                <a:gd name="connsiteY51" fmla="*/ 3770070 h 6858000"/>
                <a:gd name="connsiteX52" fmla="*/ 9346364 w 9767847"/>
                <a:gd name="connsiteY52" fmla="*/ 3669036 h 6858000"/>
                <a:gd name="connsiteX53" fmla="*/ 9344921 w 9767847"/>
                <a:gd name="connsiteY53" fmla="*/ 3619341 h 6858000"/>
                <a:gd name="connsiteX54" fmla="*/ 9344524 w 9767847"/>
                <a:gd name="connsiteY54" fmla="*/ 3607624 h 6858000"/>
                <a:gd name="connsiteX55" fmla="*/ 9343728 w 9767847"/>
                <a:gd name="connsiteY55" fmla="*/ 3594872 h 6858000"/>
                <a:gd name="connsiteX56" fmla="*/ 9342188 w 9767847"/>
                <a:gd name="connsiteY56" fmla="*/ 3569366 h 6858000"/>
                <a:gd name="connsiteX57" fmla="*/ 9339056 w 9767847"/>
                <a:gd name="connsiteY57" fmla="*/ 3518354 h 6858000"/>
                <a:gd name="connsiteX58" fmla="*/ 9334334 w 9767847"/>
                <a:gd name="connsiteY58" fmla="*/ 3467155 h 6858000"/>
                <a:gd name="connsiteX59" fmla="*/ 9329363 w 9767847"/>
                <a:gd name="connsiteY59" fmla="*/ 3415908 h 6858000"/>
                <a:gd name="connsiteX60" fmla="*/ 9328319 w 9767847"/>
                <a:gd name="connsiteY60" fmla="*/ 3404755 h 6858000"/>
                <a:gd name="connsiteX61" fmla="*/ 9327177 w 9767847"/>
                <a:gd name="connsiteY61" fmla="*/ 3394214 h 6858000"/>
                <a:gd name="connsiteX62" fmla="*/ 9324293 w 9767847"/>
                <a:gd name="connsiteY62" fmla="*/ 3370872 h 6858000"/>
                <a:gd name="connsiteX63" fmla="*/ 9320763 w 9767847"/>
                <a:gd name="connsiteY63" fmla="*/ 3344427 h 6858000"/>
                <a:gd name="connsiteX64" fmla="*/ 9317184 w 9767847"/>
                <a:gd name="connsiteY64" fmla="*/ 3315343 h 6858000"/>
                <a:gd name="connsiteX65" fmla="*/ 9311021 w 9767847"/>
                <a:gd name="connsiteY65" fmla="*/ 3270309 h 6858000"/>
                <a:gd name="connsiteX66" fmla="*/ 9302719 w 9767847"/>
                <a:gd name="connsiteY66" fmla="*/ 3219815 h 6858000"/>
                <a:gd name="connsiteX67" fmla="*/ 9293970 w 9767847"/>
                <a:gd name="connsiteY67" fmla="*/ 3169887 h 6858000"/>
                <a:gd name="connsiteX68" fmla="*/ 9252065 w 9767847"/>
                <a:gd name="connsiteY68" fmla="*/ 2971205 h 6858000"/>
                <a:gd name="connsiteX69" fmla="*/ 9227211 w 9767847"/>
                <a:gd name="connsiteY69" fmla="*/ 2872571 h 6858000"/>
                <a:gd name="connsiteX70" fmla="*/ 9220699 w 9767847"/>
                <a:gd name="connsiteY70" fmla="*/ 2848524 h 6858000"/>
                <a:gd name="connsiteX71" fmla="*/ 9213740 w 9767847"/>
                <a:gd name="connsiteY71" fmla="*/ 2824289 h 6858000"/>
                <a:gd name="connsiteX72" fmla="*/ 9199374 w 9767847"/>
                <a:gd name="connsiteY72" fmla="*/ 2775536 h 6858000"/>
                <a:gd name="connsiteX73" fmla="*/ 9061829 w 9767847"/>
                <a:gd name="connsiteY73" fmla="*/ 2389515 h 6858000"/>
                <a:gd name="connsiteX74" fmla="*/ 8978865 w 9767847"/>
                <a:gd name="connsiteY74" fmla="*/ 2200953 h 6858000"/>
                <a:gd name="connsiteX75" fmla="*/ 8956694 w 9767847"/>
                <a:gd name="connsiteY75" fmla="*/ 2154317 h 6858000"/>
                <a:gd name="connsiteX76" fmla="*/ 8934176 w 9767847"/>
                <a:gd name="connsiteY76" fmla="*/ 2108012 h 6858000"/>
                <a:gd name="connsiteX77" fmla="*/ 8887151 w 9767847"/>
                <a:gd name="connsiteY77" fmla="*/ 2015448 h 6858000"/>
                <a:gd name="connsiteX78" fmla="*/ 8787533 w 9767847"/>
                <a:gd name="connsiteY78" fmla="*/ 1832625 h 6858000"/>
                <a:gd name="connsiteX79" fmla="*/ 8761485 w 9767847"/>
                <a:gd name="connsiteY79" fmla="*/ 1787496 h 6858000"/>
                <a:gd name="connsiteX80" fmla="*/ 8734791 w 9767847"/>
                <a:gd name="connsiteY80" fmla="*/ 1741991 h 6858000"/>
                <a:gd name="connsiteX81" fmla="*/ 8680808 w 9767847"/>
                <a:gd name="connsiteY81" fmla="*/ 1652910 h 6858000"/>
                <a:gd name="connsiteX82" fmla="*/ 8567024 w 9767847"/>
                <a:gd name="connsiteY82" fmla="*/ 1477004 h 6858000"/>
                <a:gd name="connsiteX83" fmla="*/ 8537446 w 9767847"/>
                <a:gd name="connsiteY83" fmla="*/ 1433428 h 6858000"/>
                <a:gd name="connsiteX84" fmla="*/ 8507423 w 9767847"/>
                <a:gd name="connsiteY84" fmla="*/ 1389994 h 6858000"/>
                <a:gd name="connsiteX85" fmla="*/ 8446529 w 9767847"/>
                <a:gd name="connsiteY85" fmla="*/ 1304393 h 6858000"/>
                <a:gd name="connsiteX86" fmla="*/ 8319224 w 9767847"/>
                <a:gd name="connsiteY86" fmla="*/ 1135124 h 6858000"/>
                <a:gd name="connsiteX87" fmla="*/ 8286366 w 9767847"/>
                <a:gd name="connsiteY87" fmla="*/ 1093148 h 6858000"/>
                <a:gd name="connsiteX88" fmla="*/ 8270161 w 9767847"/>
                <a:gd name="connsiteY88" fmla="*/ 1072538 h 6858000"/>
                <a:gd name="connsiteX89" fmla="*/ 8253856 w 9767847"/>
                <a:gd name="connsiteY89" fmla="*/ 1052254 h 6858000"/>
                <a:gd name="connsiteX90" fmla="*/ 8186352 w 9767847"/>
                <a:gd name="connsiteY90" fmla="*/ 970373 h 6858000"/>
                <a:gd name="connsiteX91" fmla="*/ 8046768 w 9767847"/>
                <a:gd name="connsiteY91" fmla="*/ 809527 h 6858000"/>
                <a:gd name="connsiteX92" fmla="*/ 8010927 w 9767847"/>
                <a:gd name="connsiteY92" fmla="*/ 769951 h 6858000"/>
                <a:gd name="connsiteX93" fmla="*/ 7974788 w 9767847"/>
                <a:gd name="connsiteY93" fmla="*/ 730751 h 6858000"/>
                <a:gd name="connsiteX94" fmla="*/ 7901070 w 9767847"/>
                <a:gd name="connsiteY94" fmla="*/ 652823 h 6858000"/>
                <a:gd name="connsiteX95" fmla="*/ 7750054 w 9767847"/>
                <a:gd name="connsiteY95" fmla="*/ 501106 h 6858000"/>
                <a:gd name="connsiteX96" fmla="*/ 7592277 w 9767847"/>
                <a:gd name="connsiteY96" fmla="*/ 355319 h 6858000"/>
                <a:gd name="connsiteX97" fmla="*/ 7257734 w 9767847"/>
                <a:gd name="connsiteY97" fmla="*/ 81062 h 6858000"/>
                <a:gd name="connsiteX98" fmla="*/ 1892109 w 9767847"/>
                <a:gd name="connsiteY98" fmla="*/ 0 h 6858000"/>
                <a:gd name="connsiteX99" fmla="*/ 2298402 w 9767847"/>
                <a:gd name="connsiteY99" fmla="*/ 0 h 6858000"/>
                <a:gd name="connsiteX100" fmla="*/ 2135542 w 9767847"/>
                <a:gd name="connsiteY100" fmla="*/ 121879 h 6858000"/>
                <a:gd name="connsiteX101" fmla="*/ 1969576 w 9767847"/>
                <a:gd name="connsiteY101" fmla="*/ 259084 h 6858000"/>
                <a:gd name="connsiteX102" fmla="*/ 1659938 w 9767847"/>
                <a:gd name="connsiteY102" fmla="*/ 553953 h 6858000"/>
                <a:gd name="connsiteX103" fmla="*/ 729383 w 9767847"/>
                <a:gd name="connsiteY103" fmla="*/ 1940578 h 6858000"/>
                <a:gd name="connsiteX104" fmla="*/ 578465 w 9767847"/>
                <a:gd name="connsiteY104" fmla="*/ 2324905 h 6858000"/>
                <a:gd name="connsiteX105" fmla="*/ 465080 w 9767847"/>
                <a:gd name="connsiteY105" fmla="*/ 2718973 h 6858000"/>
                <a:gd name="connsiteX106" fmla="*/ 423820 w 9767847"/>
                <a:gd name="connsiteY106" fmla="*/ 2919535 h 6858000"/>
                <a:gd name="connsiteX107" fmla="*/ 392355 w 9767847"/>
                <a:gd name="connsiteY107" fmla="*/ 3122169 h 6858000"/>
                <a:gd name="connsiteX108" fmla="*/ 358801 w 9767847"/>
                <a:gd name="connsiteY108" fmla="*/ 3531013 h 6858000"/>
                <a:gd name="connsiteX109" fmla="*/ 410350 w 9767847"/>
                <a:gd name="connsiteY109" fmla="*/ 4352324 h 6858000"/>
                <a:gd name="connsiteX110" fmla="*/ 449022 w 9767847"/>
                <a:gd name="connsiteY110" fmla="*/ 4555147 h 6858000"/>
                <a:gd name="connsiteX111" fmla="*/ 498882 w 9767847"/>
                <a:gd name="connsiteY111" fmla="*/ 4756463 h 6858000"/>
                <a:gd name="connsiteX112" fmla="*/ 559775 w 9767847"/>
                <a:gd name="connsiteY112" fmla="*/ 4955755 h 6858000"/>
                <a:gd name="connsiteX113" fmla="*/ 631406 w 9767847"/>
                <a:gd name="connsiteY113" fmla="*/ 5152084 h 6858000"/>
                <a:gd name="connsiteX114" fmla="*/ 1023461 w 9767847"/>
                <a:gd name="connsiteY114" fmla="*/ 5898055 h 6858000"/>
                <a:gd name="connsiteX115" fmla="*/ 1575880 w 9767847"/>
                <a:gd name="connsiteY115" fmla="*/ 6551744 h 6858000"/>
                <a:gd name="connsiteX116" fmla="*/ 1905228 w 9767847"/>
                <a:gd name="connsiteY116" fmla="*/ 6833566 h 6858000"/>
                <a:gd name="connsiteX117" fmla="*/ 1938629 w 9767847"/>
                <a:gd name="connsiteY117" fmla="*/ 6858000 h 6858000"/>
                <a:gd name="connsiteX118" fmla="*/ 1368607 w 9767847"/>
                <a:gd name="connsiteY118" fmla="*/ 6858000 h 6858000"/>
                <a:gd name="connsiteX119" fmla="*/ 1115251 w 9767847"/>
                <a:gd name="connsiteY119" fmla="*/ 6594103 h 6858000"/>
                <a:gd name="connsiteX120" fmla="*/ 0 w 9767847"/>
                <a:gd name="connsiteY120" fmla="*/ 3653129 h 6858000"/>
                <a:gd name="connsiteX121" fmla="*/ 1777294 w 9767847"/>
                <a:gd name="connsiteY121" fmla="*/ 854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9767847" h="6858000">
                  <a:moveTo>
                    <a:pt x="7145704" y="0"/>
                  </a:moveTo>
                  <a:lnTo>
                    <a:pt x="7875738" y="0"/>
                  </a:lnTo>
                  <a:lnTo>
                    <a:pt x="7990553" y="85415"/>
                  </a:lnTo>
                  <a:cubicBezTo>
                    <a:pt x="9075991" y="933432"/>
                    <a:pt x="9767847" y="2216793"/>
                    <a:pt x="9767847" y="3653129"/>
                  </a:cubicBezTo>
                  <a:cubicBezTo>
                    <a:pt x="9767847" y="4770280"/>
                    <a:pt x="9349317" y="5794890"/>
                    <a:pt x="8652597" y="6594103"/>
                  </a:cubicBezTo>
                  <a:lnTo>
                    <a:pt x="8399240" y="6858000"/>
                  </a:lnTo>
                  <a:lnTo>
                    <a:pt x="6766926" y="6858000"/>
                  </a:lnTo>
                  <a:lnTo>
                    <a:pt x="6804586" y="6821201"/>
                  </a:lnTo>
                  <a:lnTo>
                    <a:pt x="6881735" y="6745295"/>
                  </a:lnTo>
                  <a:cubicBezTo>
                    <a:pt x="6907435" y="6719979"/>
                    <a:pt x="6933134" y="6694896"/>
                    <a:pt x="6958883" y="6668920"/>
                  </a:cubicBezTo>
                  <a:lnTo>
                    <a:pt x="7267925" y="6359792"/>
                  </a:lnTo>
                  <a:lnTo>
                    <a:pt x="7424360" y="6204783"/>
                  </a:lnTo>
                  <a:cubicBezTo>
                    <a:pt x="7450754" y="6178900"/>
                    <a:pt x="7477598" y="6152829"/>
                    <a:pt x="7504938" y="6126806"/>
                  </a:cubicBezTo>
                  <a:lnTo>
                    <a:pt x="7546396" y="6087795"/>
                  </a:lnTo>
                  <a:cubicBezTo>
                    <a:pt x="7560264" y="6074901"/>
                    <a:pt x="7574780" y="6061630"/>
                    <a:pt x="7588002" y="6049630"/>
                  </a:cubicBezTo>
                  <a:lnTo>
                    <a:pt x="7631000" y="6010807"/>
                  </a:lnTo>
                  <a:lnTo>
                    <a:pt x="7675440" y="5972407"/>
                  </a:lnTo>
                  <a:cubicBezTo>
                    <a:pt x="7690404" y="5959796"/>
                    <a:pt x="7705564" y="5947419"/>
                    <a:pt x="7720626" y="5934949"/>
                  </a:cubicBezTo>
                  <a:cubicBezTo>
                    <a:pt x="7735738" y="5922525"/>
                    <a:pt x="7751197" y="5910619"/>
                    <a:pt x="7766458" y="5898432"/>
                  </a:cubicBezTo>
                  <a:cubicBezTo>
                    <a:pt x="7827949" y="5850290"/>
                    <a:pt x="7890979" y="5804597"/>
                    <a:pt x="7955254" y="5760926"/>
                  </a:cubicBezTo>
                  <a:cubicBezTo>
                    <a:pt x="8083800" y="5673632"/>
                    <a:pt x="8216872" y="5594434"/>
                    <a:pt x="8352678" y="5521728"/>
                  </a:cubicBezTo>
                  <a:lnTo>
                    <a:pt x="8451350" y="5469352"/>
                  </a:lnTo>
                  <a:lnTo>
                    <a:pt x="8548532" y="5417493"/>
                  </a:lnTo>
                  <a:cubicBezTo>
                    <a:pt x="8612110" y="5383188"/>
                    <a:pt x="8673251" y="5349306"/>
                    <a:pt x="8729473" y="5314059"/>
                  </a:cubicBezTo>
                  <a:cubicBezTo>
                    <a:pt x="8743591" y="5305213"/>
                    <a:pt x="8757161" y="5296459"/>
                    <a:pt x="8770781" y="5287330"/>
                  </a:cubicBezTo>
                  <a:cubicBezTo>
                    <a:pt x="8777591" y="5282765"/>
                    <a:pt x="8784451" y="5278201"/>
                    <a:pt x="8790964" y="5273590"/>
                  </a:cubicBezTo>
                  <a:cubicBezTo>
                    <a:pt x="8797574" y="5268977"/>
                    <a:pt x="8804235" y="5264412"/>
                    <a:pt x="8810499" y="5259801"/>
                  </a:cubicBezTo>
                  <a:cubicBezTo>
                    <a:pt x="8835999" y="5241401"/>
                    <a:pt x="8860407" y="5222389"/>
                    <a:pt x="8883571" y="5202577"/>
                  </a:cubicBezTo>
                  <a:cubicBezTo>
                    <a:pt x="8929900" y="5162954"/>
                    <a:pt x="8971258" y="5120413"/>
                    <a:pt x="9006651" y="5074625"/>
                  </a:cubicBezTo>
                  <a:cubicBezTo>
                    <a:pt x="9015351" y="5063426"/>
                    <a:pt x="9024398" y="5050955"/>
                    <a:pt x="9033494" y="5038203"/>
                  </a:cubicBezTo>
                  <a:lnTo>
                    <a:pt x="9040305" y="5028649"/>
                  </a:lnTo>
                  <a:lnTo>
                    <a:pt x="9046568" y="5019379"/>
                  </a:lnTo>
                  <a:cubicBezTo>
                    <a:pt x="9050743" y="5013261"/>
                    <a:pt x="9054819" y="5007050"/>
                    <a:pt x="9058846" y="5000743"/>
                  </a:cubicBezTo>
                  <a:cubicBezTo>
                    <a:pt x="9075002" y="4975615"/>
                    <a:pt x="9090212" y="4949403"/>
                    <a:pt x="9104529" y="4922203"/>
                  </a:cubicBezTo>
                  <a:cubicBezTo>
                    <a:pt x="9133211" y="4867850"/>
                    <a:pt x="9158313" y="4809545"/>
                    <a:pt x="9181081" y="4748792"/>
                  </a:cubicBezTo>
                  <a:cubicBezTo>
                    <a:pt x="9203748" y="4688276"/>
                    <a:pt x="9223383" y="4625876"/>
                    <a:pt x="9240731" y="4561970"/>
                  </a:cubicBezTo>
                  <a:cubicBezTo>
                    <a:pt x="9249481" y="4530064"/>
                    <a:pt x="9257682" y="4497782"/>
                    <a:pt x="9265388" y="4465171"/>
                  </a:cubicBezTo>
                  <a:cubicBezTo>
                    <a:pt x="9269215" y="4448842"/>
                    <a:pt x="9272943" y="4432465"/>
                    <a:pt x="9276571" y="4416041"/>
                  </a:cubicBezTo>
                  <a:lnTo>
                    <a:pt x="9281841" y="4391477"/>
                  </a:lnTo>
                  <a:lnTo>
                    <a:pt x="9286513" y="4368936"/>
                  </a:lnTo>
                  <a:lnTo>
                    <a:pt x="9296754" y="4316136"/>
                  </a:lnTo>
                  <a:lnTo>
                    <a:pt x="9301029" y="4293172"/>
                  </a:lnTo>
                  <a:lnTo>
                    <a:pt x="9302818" y="4282679"/>
                  </a:lnTo>
                  <a:lnTo>
                    <a:pt x="9304658" y="4270914"/>
                  </a:lnTo>
                  <a:lnTo>
                    <a:pt x="9312810" y="4220043"/>
                  </a:lnTo>
                  <a:lnTo>
                    <a:pt x="9316887" y="4194584"/>
                  </a:lnTo>
                  <a:lnTo>
                    <a:pt x="9318923" y="4181878"/>
                  </a:lnTo>
                  <a:cubicBezTo>
                    <a:pt x="9319570" y="4177644"/>
                    <a:pt x="9319969" y="4173267"/>
                    <a:pt x="9320515" y="4168984"/>
                  </a:cubicBezTo>
                  <a:lnTo>
                    <a:pt x="9332445" y="4069079"/>
                  </a:lnTo>
                  <a:cubicBezTo>
                    <a:pt x="9333836" y="4056468"/>
                    <a:pt x="9334880" y="4040986"/>
                    <a:pt x="9336173" y="4022774"/>
                  </a:cubicBezTo>
                  <a:lnTo>
                    <a:pt x="9340199" y="3969269"/>
                  </a:lnTo>
                  <a:cubicBezTo>
                    <a:pt x="9345071" y="3903904"/>
                    <a:pt x="9347358" y="3837081"/>
                    <a:pt x="9347557" y="3770070"/>
                  </a:cubicBezTo>
                  <a:cubicBezTo>
                    <a:pt x="9347656" y="3736518"/>
                    <a:pt x="9347209" y="3702871"/>
                    <a:pt x="9346364" y="3669036"/>
                  </a:cubicBezTo>
                  <a:lnTo>
                    <a:pt x="9344921" y="3619341"/>
                  </a:lnTo>
                  <a:lnTo>
                    <a:pt x="9344524" y="3607624"/>
                  </a:lnTo>
                  <a:lnTo>
                    <a:pt x="9343728" y="3594872"/>
                  </a:lnTo>
                  <a:lnTo>
                    <a:pt x="9342188" y="3569366"/>
                  </a:lnTo>
                  <a:lnTo>
                    <a:pt x="9339056" y="3518354"/>
                  </a:lnTo>
                  <a:cubicBezTo>
                    <a:pt x="9337914" y="3501319"/>
                    <a:pt x="9335874" y="3484236"/>
                    <a:pt x="9334334" y="3467155"/>
                  </a:cubicBezTo>
                  <a:lnTo>
                    <a:pt x="9329363" y="3415908"/>
                  </a:lnTo>
                  <a:lnTo>
                    <a:pt x="9328319" y="3404755"/>
                  </a:lnTo>
                  <a:lnTo>
                    <a:pt x="9327177" y="3394214"/>
                  </a:lnTo>
                  <a:lnTo>
                    <a:pt x="9324293" y="3370872"/>
                  </a:lnTo>
                  <a:lnTo>
                    <a:pt x="9320763" y="3344427"/>
                  </a:lnTo>
                  <a:lnTo>
                    <a:pt x="9317184" y="3315343"/>
                  </a:lnTo>
                  <a:cubicBezTo>
                    <a:pt x="9315594" y="3300991"/>
                    <a:pt x="9313506" y="3286404"/>
                    <a:pt x="9311021" y="3270309"/>
                  </a:cubicBezTo>
                  <a:lnTo>
                    <a:pt x="9302719" y="3219815"/>
                  </a:lnTo>
                  <a:cubicBezTo>
                    <a:pt x="9299936" y="3203157"/>
                    <a:pt x="9297003" y="3186498"/>
                    <a:pt x="9293970" y="3169887"/>
                  </a:cubicBezTo>
                  <a:cubicBezTo>
                    <a:pt x="9281891" y="3103393"/>
                    <a:pt x="9267674" y="3037182"/>
                    <a:pt x="9252065" y="2971205"/>
                  </a:cubicBezTo>
                  <a:cubicBezTo>
                    <a:pt x="9244261" y="2938265"/>
                    <a:pt x="9235959" y="2905371"/>
                    <a:pt x="9227211" y="2872571"/>
                  </a:cubicBezTo>
                  <a:lnTo>
                    <a:pt x="9220699" y="2848524"/>
                  </a:lnTo>
                  <a:lnTo>
                    <a:pt x="9213740" y="2824289"/>
                  </a:lnTo>
                  <a:cubicBezTo>
                    <a:pt x="9209216" y="2808147"/>
                    <a:pt x="9204345" y="2791866"/>
                    <a:pt x="9199374" y="2775536"/>
                  </a:cubicBezTo>
                  <a:cubicBezTo>
                    <a:pt x="9159855" y="2645184"/>
                    <a:pt x="9114272" y="2516197"/>
                    <a:pt x="9061829" y="2389515"/>
                  </a:cubicBezTo>
                  <a:cubicBezTo>
                    <a:pt x="9035582" y="2326175"/>
                    <a:pt x="9008043" y="2263258"/>
                    <a:pt x="8978865" y="2200953"/>
                  </a:cubicBezTo>
                  <a:lnTo>
                    <a:pt x="8956694" y="2154317"/>
                  </a:lnTo>
                  <a:lnTo>
                    <a:pt x="8934176" y="2108012"/>
                  </a:lnTo>
                  <a:cubicBezTo>
                    <a:pt x="8918915" y="2077189"/>
                    <a:pt x="8903157" y="2046130"/>
                    <a:pt x="8887151" y="2015448"/>
                  </a:cubicBezTo>
                  <a:cubicBezTo>
                    <a:pt x="8854988" y="1953989"/>
                    <a:pt x="8822082" y="1892908"/>
                    <a:pt x="8787533" y="1832625"/>
                  </a:cubicBezTo>
                  <a:lnTo>
                    <a:pt x="8761485" y="1787496"/>
                  </a:lnTo>
                  <a:lnTo>
                    <a:pt x="8734791" y="1741991"/>
                  </a:lnTo>
                  <a:cubicBezTo>
                    <a:pt x="8717047" y="1711921"/>
                    <a:pt x="8699200" y="1682461"/>
                    <a:pt x="8680808" y="1652910"/>
                  </a:cubicBezTo>
                  <a:cubicBezTo>
                    <a:pt x="8644322" y="1593756"/>
                    <a:pt x="8606194" y="1535216"/>
                    <a:pt x="8567024" y="1477004"/>
                  </a:cubicBezTo>
                  <a:lnTo>
                    <a:pt x="8537446" y="1433428"/>
                  </a:lnTo>
                  <a:lnTo>
                    <a:pt x="8507423" y="1389994"/>
                  </a:lnTo>
                  <a:cubicBezTo>
                    <a:pt x="8487390" y="1361382"/>
                    <a:pt x="8467158" y="1332817"/>
                    <a:pt x="8446529" y="1304393"/>
                  </a:cubicBezTo>
                  <a:cubicBezTo>
                    <a:pt x="8405271" y="1247595"/>
                    <a:pt x="8362718" y="1191218"/>
                    <a:pt x="8319224" y="1135124"/>
                  </a:cubicBezTo>
                  <a:lnTo>
                    <a:pt x="8286366" y="1093148"/>
                  </a:lnTo>
                  <a:lnTo>
                    <a:pt x="8270161" y="1072538"/>
                  </a:lnTo>
                  <a:lnTo>
                    <a:pt x="8253856" y="1052254"/>
                  </a:lnTo>
                  <a:cubicBezTo>
                    <a:pt x="8231636" y="1024773"/>
                    <a:pt x="8209117" y="997479"/>
                    <a:pt x="8186352" y="970373"/>
                  </a:cubicBezTo>
                  <a:cubicBezTo>
                    <a:pt x="8140917" y="916020"/>
                    <a:pt x="8094240" y="862515"/>
                    <a:pt x="8046768" y="809527"/>
                  </a:cubicBezTo>
                  <a:lnTo>
                    <a:pt x="8010927" y="769951"/>
                  </a:lnTo>
                  <a:lnTo>
                    <a:pt x="7974788" y="730751"/>
                  </a:lnTo>
                  <a:cubicBezTo>
                    <a:pt x="7950382" y="704587"/>
                    <a:pt x="7925824" y="678563"/>
                    <a:pt x="7901070" y="652823"/>
                  </a:cubicBezTo>
                  <a:cubicBezTo>
                    <a:pt x="7851510" y="601387"/>
                    <a:pt x="7801404" y="550612"/>
                    <a:pt x="7750054" y="501106"/>
                  </a:cubicBezTo>
                  <a:cubicBezTo>
                    <a:pt x="7698902" y="451742"/>
                    <a:pt x="7645913" y="403036"/>
                    <a:pt x="7592277" y="355319"/>
                  </a:cubicBezTo>
                  <a:cubicBezTo>
                    <a:pt x="7484856" y="259884"/>
                    <a:pt x="7373308" y="168402"/>
                    <a:pt x="7257734" y="81062"/>
                  </a:cubicBezTo>
                  <a:close/>
                  <a:moveTo>
                    <a:pt x="1892109" y="0"/>
                  </a:moveTo>
                  <a:lnTo>
                    <a:pt x="2298402" y="0"/>
                  </a:lnTo>
                  <a:lnTo>
                    <a:pt x="2135542" y="121879"/>
                  </a:lnTo>
                  <a:cubicBezTo>
                    <a:pt x="2078998" y="166378"/>
                    <a:pt x="2023659" y="212143"/>
                    <a:pt x="1969576" y="259084"/>
                  </a:cubicBezTo>
                  <a:cubicBezTo>
                    <a:pt x="1861309" y="352918"/>
                    <a:pt x="1758064" y="451412"/>
                    <a:pt x="1659938" y="553953"/>
                  </a:cubicBezTo>
                  <a:cubicBezTo>
                    <a:pt x="1266987" y="964444"/>
                    <a:pt x="953820" y="1435593"/>
                    <a:pt x="729383" y="1940578"/>
                  </a:cubicBezTo>
                  <a:cubicBezTo>
                    <a:pt x="673260" y="2066459"/>
                    <a:pt x="622855" y="2195070"/>
                    <a:pt x="578465" y="2324905"/>
                  </a:cubicBezTo>
                  <a:cubicBezTo>
                    <a:pt x="534125" y="2454785"/>
                    <a:pt x="496147" y="2586314"/>
                    <a:pt x="465080" y="2718973"/>
                  </a:cubicBezTo>
                  <a:cubicBezTo>
                    <a:pt x="449769" y="2785089"/>
                    <a:pt x="435850" y="2852289"/>
                    <a:pt x="423820" y="2919535"/>
                  </a:cubicBezTo>
                  <a:cubicBezTo>
                    <a:pt x="411840" y="2986829"/>
                    <a:pt x="401054" y="3054358"/>
                    <a:pt x="392355" y="3122169"/>
                  </a:cubicBezTo>
                  <a:cubicBezTo>
                    <a:pt x="374509" y="3257744"/>
                    <a:pt x="363424" y="3393978"/>
                    <a:pt x="358801" y="3531013"/>
                  </a:cubicBezTo>
                  <a:cubicBezTo>
                    <a:pt x="349009" y="3804941"/>
                    <a:pt x="366357" y="4079668"/>
                    <a:pt x="410350" y="4352324"/>
                  </a:cubicBezTo>
                  <a:cubicBezTo>
                    <a:pt x="421286" y="4420230"/>
                    <a:pt x="434209" y="4487758"/>
                    <a:pt x="449022" y="4555147"/>
                  </a:cubicBezTo>
                  <a:cubicBezTo>
                    <a:pt x="463737" y="4622534"/>
                    <a:pt x="480389" y="4689686"/>
                    <a:pt x="498882" y="4756463"/>
                  </a:cubicBezTo>
                  <a:cubicBezTo>
                    <a:pt x="517373" y="4823239"/>
                    <a:pt x="537704" y="4889733"/>
                    <a:pt x="559775" y="4955755"/>
                  </a:cubicBezTo>
                  <a:cubicBezTo>
                    <a:pt x="581946" y="5021873"/>
                    <a:pt x="605358" y="5087473"/>
                    <a:pt x="631406" y="5152084"/>
                  </a:cubicBezTo>
                  <a:cubicBezTo>
                    <a:pt x="734055" y="5411706"/>
                    <a:pt x="865188" y="5662668"/>
                    <a:pt x="1023461" y="5898055"/>
                  </a:cubicBezTo>
                  <a:cubicBezTo>
                    <a:pt x="1181487" y="6133676"/>
                    <a:pt x="1367051" y="6353345"/>
                    <a:pt x="1575880" y="6551744"/>
                  </a:cubicBezTo>
                  <a:cubicBezTo>
                    <a:pt x="1680269" y="6651014"/>
                    <a:pt x="1790338" y="6745037"/>
                    <a:pt x="1905228" y="6833566"/>
                  </a:cubicBezTo>
                  <a:lnTo>
                    <a:pt x="1938629" y="6858000"/>
                  </a:lnTo>
                  <a:lnTo>
                    <a:pt x="1368607" y="6858000"/>
                  </a:lnTo>
                  <a:lnTo>
                    <a:pt x="1115251" y="6594103"/>
                  </a:lnTo>
                  <a:cubicBezTo>
                    <a:pt x="418530" y="5794890"/>
                    <a:pt x="0" y="4770280"/>
                    <a:pt x="0" y="3653129"/>
                  </a:cubicBezTo>
                  <a:cubicBezTo>
                    <a:pt x="0" y="2216793"/>
                    <a:pt x="691856" y="933432"/>
                    <a:pt x="1777294" y="85415"/>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grpSp>
      <p:sp>
        <p:nvSpPr>
          <p:cNvPr id="2" name="Title 1">
            <a:extLst>
              <a:ext uri="{FF2B5EF4-FFF2-40B4-BE49-F238E27FC236}">
                <a16:creationId xmlns:a16="http://schemas.microsoft.com/office/drawing/2014/main" id="{8FB44EAD-9809-7711-9716-CB8F557A1391}"/>
              </a:ext>
            </a:extLst>
          </p:cNvPr>
          <p:cNvSpPr>
            <a:spLocks noGrp="1"/>
          </p:cNvSpPr>
          <p:nvPr>
            <p:ph type="ctrTitle"/>
          </p:nvPr>
        </p:nvSpPr>
        <p:spPr>
          <a:xfrm>
            <a:off x="876300" y="45868"/>
            <a:ext cx="10263459" cy="923925"/>
          </a:xfrm>
        </p:spPr>
        <p:txBody>
          <a:bodyPr anchor="b">
            <a:normAutofit/>
          </a:bodyPr>
          <a:lstStyle/>
          <a:p>
            <a:r>
              <a:rPr lang="en-IN" sz="4000" dirty="0">
                <a:solidFill>
                  <a:schemeClr val="tx2"/>
                </a:solidFill>
                <a:latin typeface="Engravers MT" panose="02090707080505020304" pitchFamily="18" charset="0"/>
              </a:rPr>
              <a:t>History  of MISRA-C</a:t>
            </a:r>
            <a:endParaRPr lang="en-IN" sz="4000" dirty="0">
              <a:solidFill>
                <a:schemeClr val="tx2"/>
              </a:solidFill>
            </a:endParaRPr>
          </a:p>
        </p:txBody>
      </p:sp>
      <p:grpSp>
        <p:nvGrpSpPr>
          <p:cNvPr id="23" name="Group 22">
            <a:extLst>
              <a:ext uri="{FF2B5EF4-FFF2-40B4-BE49-F238E27FC236}">
                <a16:creationId xmlns:a16="http://schemas.microsoft.com/office/drawing/2014/main" id="{87F87F1B-42BA-4AC7-A4E2-41544DDB2CE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05" y="-4155"/>
            <a:ext cx="2514948" cy="2174333"/>
            <a:chOff x="-305" y="-4155"/>
            <a:chExt cx="2514948" cy="2174333"/>
          </a:xfrm>
        </p:grpSpPr>
        <p:sp>
          <p:nvSpPr>
            <p:cNvPr id="24" name="Freeform: Shape 23">
              <a:extLst>
                <a:ext uri="{FF2B5EF4-FFF2-40B4-BE49-F238E27FC236}">
                  <a16:creationId xmlns:a16="http://schemas.microsoft.com/office/drawing/2014/main" id="{68B53067-4E48-4E71-A6A9-A8CAABAFBF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Shape 24">
              <a:extLst>
                <a:ext uri="{FF2B5EF4-FFF2-40B4-BE49-F238E27FC236}">
                  <a16:creationId xmlns:a16="http://schemas.microsoft.com/office/drawing/2014/main" id="{06D1A0D3-4BB8-41D9-9CE7-2884C83F44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reeform: Shape 25">
              <a:extLst>
                <a:ext uri="{FF2B5EF4-FFF2-40B4-BE49-F238E27FC236}">
                  <a16:creationId xmlns:a16="http://schemas.microsoft.com/office/drawing/2014/main" id="{81E20F06-3B09-4B89-A36B-AB8BFBCCA5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27" name="Freeform: Shape 26">
              <a:extLst>
                <a:ext uri="{FF2B5EF4-FFF2-40B4-BE49-F238E27FC236}">
                  <a16:creationId xmlns:a16="http://schemas.microsoft.com/office/drawing/2014/main" id="{DAE6C3D7-7D5B-4926-877D-45F117BB6B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9" name="Group 28">
            <a:extLst>
              <a:ext uri="{FF2B5EF4-FFF2-40B4-BE49-F238E27FC236}">
                <a16:creationId xmlns:a16="http://schemas.microsoft.com/office/drawing/2014/main" id="{967346A5-7569-4F15-AB5D-BE3DADF192C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9685727" y="4683666"/>
            <a:ext cx="2514948" cy="2174333"/>
            <a:chOff x="-305" y="-4155"/>
            <a:chExt cx="2514948" cy="2174333"/>
          </a:xfrm>
        </p:grpSpPr>
        <p:sp>
          <p:nvSpPr>
            <p:cNvPr id="30" name="Freeform: Shape 29">
              <a:extLst>
                <a:ext uri="{FF2B5EF4-FFF2-40B4-BE49-F238E27FC236}">
                  <a16:creationId xmlns:a16="http://schemas.microsoft.com/office/drawing/2014/main" id="{E1951533-A568-4765-AB1F-F71D9AFDEA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reeform: Shape 30">
              <a:extLst>
                <a:ext uri="{FF2B5EF4-FFF2-40B4-BE49-F238E27FC236}">
                  <a16:creationId xmlns:a16="http://schemas.microsoft.com/office/drawing/2014/main" id="{A7214F52-4F3F-4C96-A62E-F1401D6C04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Freeform: Shape 31">
              <a:extLst>
                <a:ext uri="{FF2B5EF4-FFF2-40B4-BE49-F238E27FC236}">
                  <a16:creationId xmlns:a16="http://schemas.microsoft.com/office/drawing/2014/main" id="{023146A1-291C-4FA0-AB5B-EB04D42398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33" name="Freeform: Shape 32">
              <a:extLst>
                <a:ext uri="{FF2B5EF4-FFF2-40B4-BE49-F238E27FC236}">
                  <a16:creationId xmlns:a16="http://schemas.microsoft.com/office/drawing/2014/main" id="{62977932-2B03-4899-8306-5002CEE68E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5" name="Title 1">
            <a:extLst>
              <a:ext uri="{FF2B5EF4-FFF2-40B4-BE49-F238E27FC236}">
                <a16:creationId xmlns:a16="http://schemas.microsoft.com/office/drawing/2014/main" id="{D6EE584E-84BC-FC84-2A5F-A0E7AF1256B7}"/>
              </a:ext>
            </a:extLst>
          </p:cNvPr>
          <p:cNvSpPr txBox="1">
            <a:spLocks/>
          </p:cNvSpPr>
          <p:nvPr/>
        </p:nvSpPr>
        <p:spPr>
          <a:xfrm>
            <a:off x="10382250" y="3983"/>
            <a:ext cx="1809445" cy="44767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2000" dirty="0">
                <a:solidFill>
                  <a:schemeClr val="tx2"/>
                </a:solidFill>
              </a:rPr>
              <a:t>MISRA C -2012</a:t>
            </a:r>
          </a:p>
        </p:txBody>
      </p:sp>
      <p:sp>
        <p:nvSpPr>
          <p:cNvPr id="6" name="Subtitle 2">
            <a:extLst>
              <a:ext uri="{FF2B5EF4-FFF2-40B4-BE49-F238E27FC236}">
                <a16:creationId xmlns:a16="http://schemas.microsoft.com/office/drawing/2014/main" id="{C992C8E1-40D9-45CC-B67A-D8B86D2A381E}"/>
              </a:ext>
            </a:extLst>
          </p:cNvPr>
          <p:cNvSpPr txBox="1">
            <a:spLocks/>
          </p:cNvSpPr>
          <p:nvPr/>
        </p:nvSpPr>
        <p:spPr>
          <a:xfrm>
            <a:off x="3432265" y="853500"/>
            <a:ext cx="5188034" cy="682079"/>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115000"/>
              </a:lnSpc>
              <a:spcAft>
                <a:spcPts val="800"/>
              </a:spcAft>
            </a:pPr>
            <a:r>
              <a:rPr lang="en-IN" kern="100" dirty="0">
                <a:solidFill>
                  <a:srgbClr val="666666"/>
                </a:solidFill>
                <a:effectLst/>
                <a:highlight>
                  <a:srgbClr val="FFFF00"/>
                </a:highlight>
                <a:latin typeface="Times New Roman" panose="02020603050405020304" pitchFamily="18" charset="0"/>
                <a:ea typeface="Aptos" panose="020B0004020202020204" pitchFamily="34" charset="0"/>
                <a:cs typeface="Times New Roman" panose="02020603050405020304" pitchFamily="18" charset="0"/>
              </a:rPr>
              <a:t>Misra2012:Rule-4.1</a:t>
            </a:r>
          </a:p>
        </p:txBody>
      </p:sp>
      <p:sp>
        <p:nvSpPr>
          <p:cNvPr id="3" name="TextBox 2">
            <a:extLst>
              <a:ext uri="{FF2B5EF4-FFF2-40B4-BE49-F238E27FC236}">
                <a16:creationId xmlns:a16="http://schemas.microsoft.com/office/drawing/2014/main" id="{F52B51FF-E201-359D-4743-DA9B627F1CC1}"/>
              </a:ext>
            </a:extLst>
          </p:cNvPr>
          <p:cNvSpPr txBox="1"/>
          <p:nvPr/>
        </p:nvSpPr>
        <p:spPr>
          <a:xfrm>
            <a:off x="1018190" y="1295519"/>
            <a:ext cx="7766610" cy="369332"/>
          </a:xfrm>
          <a:prstGeom prst="rect">
            <a:avLst/>
          </a:prstGeom>
          <a:noFill/>
        </p:spPr>
        <p:txBody>
          <a:bodyPr wrap="square">
            <a:spAutoFit/>
          </a:bodyPr>
          <a:lstStyle/>
          <a:p>
            <a:pPr marL="285750" indent="-285750" algn="l">
              <a:buFont typeface="Wingdings" panose="05000000000000000000" pitchFamily="2" charset="2"/>
              <a:buChar char="q"/>
            </a:pPr>
            <a:r>
              <a:rPr lang="en-US" sz="1800" b="1" i="0" u="none" strike="noStrike" baseline="0" dirty="0">
                <a:latin typeface="Times New Roman" panose="02020603050405020304" pitchFamily="18" charset="0"/>
                <a:cs typeface="Times New Roman" panose="02020603050405020304" pitchFamily="18" charset="0"/>
              </a:rPr>
              <a:t>Octal and hexadecimal escape sequences shall be terminated</a:t>
            </a:r>
            <a:endParaRPr lang="en-IN" b="1" kern="100" dirty="0">
              <a:effectLst/>
              <a:highlight>
                <a:srgbClr val="FFFF00"/>
              </a:highlight>
              <a:latin typeface="Times New Roman" panose="02020603050405020304" pitchFamily="18" charset="0"/>
              <a:ea typeface="Aptos" panose="020B0004020202020204" pitchFamily="34" charset="0"/>
              <a:cs typeface="Times New Roman" panose="02020603050405020304" pitchFamily="18" charset="0"/>
            </a:endParaRPr>
          </a:p>
        </p:txBody>
      </p:sp>
      <p:sp>
        <p:nvSpPr>
          <p:cNvPr id="11" name="TextBox 10">
            <a:extLst>
              <a:ext uri="{FF2B5EF4-FFF2-40B4-BE49-F238E27FC236}">
                <a16:creationId xmlns:a16="http://schemas.microsoft.com/office/drawing/2014/main" id="{3BAF9C64-DAA2-791C-A360-DC870B79332D}"/>
              </a:ext>
            </a:extLst>
          </p:cNvPr>
          <p:cNvSpPr txBox="1"/>
          <p:nvPr/>
        </p:nvSpPr>
        <p:spPr>
          <a:xfrm>
            <a:off x="1300470" y="1641148"/>
            <a:ext cx="9642403" cy="369332"/>
          </a:xfrm>
          <a:prstGeom prst="rect">
            <a:avLst/>
          </a:prstGeom>
          <a:noFill/>
        </p:spPr>
        <p:txBody>
          <a:bodyPr wrap="square">
            <a:spAutoFit/>
          </a:bodyPr>
          <a:lstStyle/>
          <a:p>
            <a:pPr algn="l"/>
            <a:r>
              <a:rPr lang="en-IN" sz="1800" b="0" i="0" u="none" strike="noStrike" baseline="0" dirty="0">
                <a:latin typeface="OpenSans"/>
              </a:rPr>
              <a:t>Category –</a:t>
            </a:r>
            <a:r>
              <a:rPr lang="en-IN" sz="1800" b="0" i="0" u="none" strike="noStrike" baseline="0" dirty="0">
                <a:latin typeface="OpenSans-Light"/>
              </a:rPr>
              <a:t>Required    Analysis </a:t>
            </a:r>
            <a:r>
              <a:rPr lang="en-IN" sz="1800" b="0" i="0" u="none" strike="noStrike" baseline="0" dirty="0">
                <a:latin typeface="OpenSans"/>
              </a:rPr>
              <a:t> -</a:t>
            </a:r>
            <a:r>
              <a:rPr lang="en-IN" sz="1800" b="0" i="0" u="none" strike="noStrike" baseline="0" dirty="0">
                <a:latin typeface="OpenSans-Light"/>
              </a:rPr>
              <a:t> Decidable, Single Translation Unit </a:t>
            </a:r>
            <a:r>
              <a:rPr lang="en-IN" sz="1800" b="0" i="0" u="none" strike="noStrike" baseline="0" dirty="0">
                <a:latin typeface="OpenSans"/>
              </a:rPr>
              <a:t>Applies to -</a:t>
            </a:r>
            <a:r>
              <a:rPr lang="en-IN" sz="1800" b="0" i="0" u="none" strike="noStrike" baseline="0" dirty="0">
                <a:latin typeface="OpenSans-Light"/>
              </a:rPr>
              <a:t> C90, C99</a:t>
            </a:r>
            <a:endParaRPr lang="en-IN" dirty="0"/>
          </a:p>
        </p:txBody>
      </p:sp>
      <p:sp>
        <p:nvSpPr>
          <p:cNvPr id="12" name="TextBox 11">
            <a:extLst>
              <a:ext uri="{FF2B5EF4-FFF2-40B4-BE49-F238E27FC236}">
                <a16:creationId xmlns:a16="http://schemas.microsoft.com/office/drawing/2014/main" id="{3B6B20D6-4372-E7FE-5B7C-3A5C456054FD}"/>
              </a:ext>
            </a:extLst>
          </p:cNvPr>
          <p:cNvSpPr txBox="1"/>
          <p:nvPr/>
        </p:nvSpPr>
        <p:spPr>
          <a:xfrm>
            <a:off x="2495694" y="2466363"/>
            <a:ext cx="9002657" cy="2862322"/>
          </a:xfrm>
          <a:prstGeom prst="rect">
            <a:avLst/>
          </a:prstGeom>
          <a:noFill/>
        </p:spPr>
        <p:txBody>
          <a:bodyPr wrap="square">
            <a:spAutoFit/>
          </a:bodyPr>
          <a:lstStyle/>
          <a:p>
            <a:pPr algn="l"/>
            <a:r>
              <a:rPr lang="en-US" sz="1800" b="0" i="0" u="none" strike="noStrike" baseline="0" dirty="0">
                <a:latin typeface="Times New Roman" panose="02020603050405020304" pitchFamily="18" charset="0"/>
                <a:cs typeface="Times New Roman" panose="02020603050405020304" pitchFamily="18" charset="0"/>
              </a:rPr>
              <a:t> // Non-compliant: Improperly terminated hexadecimal escape sequence</a:t>
            </a:r>
          </a:p>
          <a:p>
            <a:pPr algn="l"/>
            <a:r>
              <a:rPr lang="en-US" sz="1800" b="0" i="0" u="none" strike="noStrike" baseline="0" dirty="0">
                <a:latin typeface="Times New Roman" panose="02020603050405020304" pitchFamily="18" charset="0"/>
                <a:cs typeface="Times New Roman" panose="02020603050405020304" pitchFamily="18" charset="0"/>
              </a:rPr>
              <a:t>    </a:t>
            </a:r>
            <a:r>
              <a:rPr lang="en-US" sz="1800" b="0" i="0" u="none" strike="noStrike" baseline="0" dirty="0">
                <a:highlight>
                  <a:srgbClr val="FFFF00"/>
                </a:highlight>
                <a:latin typeface="Times New Roman" panose="02020603050405020304" pitchFamily="18" charset="0"/>
                <a:cs typeface="Times New Roman" panose="02020603050405020304" pitchFamily="18" charset="0"/>
              </a:rPr>
              <a:t>const char *s1 = "\x41g"; </a:t>
            </a:r>
          </a:p>
          <a:p>
            <a:pPr algn="l"/>
            <a:r>
              <a:rPr lang="en-US" sz="1800" b="0" i="0" u="none" strike="noStrike" baseline="0" dirty="0">
                <a:latin typeface="Times New Roman" panose="02020603050405020304" pitchFamily="18" charset="0"/>
                <a:cs typeface="Times New Roman" panose="02020603050405020304" pitchFamily="18" charset="0"/>
              </a:rPr>
              <a:t>    // Compliant: Hexadecimal escape sequence terminated by end of literal</a:t>
            </a:r>
          </a:p>
          <a:p>
            <a:pPr algn="l"/>
            <a:r>
              <a:rPr lang="en-US" sz="1800" b="0" i="0" u="none" strike="noStrike" baseline="0" dirty="0">
                <a:latin typeface="Times New Roman" panose="02020603050405020304" pitchFamily="18" charset="0"/>
                <a:cs typeface="Times New Roman" panose="02020603050405020304" pitchFamily="18" charset="0"/>
              </a:rPr>
              <a:t>    const char *s2 = "\x41" "g"; </a:t>
            </a:r>
          </a:p>
          <a:p>
            <a:pPr algn="l"/>
            <a:r>
              <a:rPr lang="en-US" sz="1800" b="0" i="0" u="none" strike="noStrike" baseline="0" dirty="0">
                <a:latin typeface="Times New Roman" panose="02020603050405020304" pitchFamily="18" charset="0"/>
                <a:cs typeface="Times New Roman" panose="02020603050405020304" pitchFamily="18" charset="0"/>
              </a:rPr>
              <a:t>    // Compliant: Hexadecimal escape sequences terminated by another escape</a:t>
            </a:r>
          </a:p>
          <a:p>
            <a:pPr algn="l"/>
            <a:r>
              <a:rPr lang="en-US" sz="1800" b="0" i="0" u="none" strike="noStrike" baseline="0" dirty="0">
                <a:latin typeface="Times New Roman" panose="02020603050405020304" pitchFamily="18" charset="0"/>
                <a:cs typeface="Times New Roman" panose="02020603050405020304" pitchFamily="18" charset="0"/>
              </a:rPr>
              <a:t>    const char *s3 = "\x41\x67"; </a:t>
            </a:r>
          </a:p>
          <a:p>
            <a:pPr algn="l"/>
            <a:r>
              <a:rPr lang="en-US" sz="1800" b="0" i="0" u="none" strike="noStrike" baseline="0" dirty="0">
                <a:latin typeface="Times New Roman" panose="02020603050405020304" pitchFamily="18" charset="0"/>
                <a:cs typeface="Times New Roman" panose="02020603050405020304" pitchFamily="18" charset="0"/>
              </a:rPr>
              <a:t>    // Non-compliant: Improperly terminated octal escape sequence</a:t>
            </a:r>
          </a:p>
          <a:p>
            <a:pPr algn="l"/>
            <a:r>
              <a:rPr lang="en-US" sz="1800" b="0" i="0" u="none" strike="noStrike" baseline="0" dirty="0">
                <a:highlight>
                  <a:srgbClr val="FFFF00"/>
                </a:highlight>
                <a:latin typeface="Times New Roman" panose="02020603050405020304" pitchFamily="18" charset="0"/>
                <a:cs typeface="Times New Roman" panose="02020603050405020304" pitchFamily="18" charset="0"/>
              </a:rPr>
              <a:t>    int c1 = '\141t'; </a:t>
            </a:r>
          </a:p>
          <a:p>
            <a:pPr algn="l"/>
            <a:r>
              <a:rPr lang="en-US" sz="1800" b="0" i="0" u="none" strike="noStrike" baseline="0" dirty="0">
                <a:latin typeface="Times New Roman" panose="02020603050405020304" pitchFamily="18" charset="0"/>
                <a:cs typeface="Times New Roman" panose="02020603050405020304" pitchFamily="18" charset="0"/>
              </a:rPr>
              <a:t>    // Compliant: Octal escape sequence terminated by another escape</a:t>
            </a:r>
          </a:p>
          <a:p>
            <a:pPr algn="l"/>
            <a:r>
              <a:rPr lang="en-US" sz="1800" b="0" i="0" u="none" strike="noStrike" baseline="0" dirty="0">
                <a:latin typeface="Times New Roman" panose="02020603050405020304" pitchFamily="18" charset="0"/>
                <a:cs typeface="Times New Roman" panose="02020603050405020304" pitchFamily="18" charset="0"/>
              </a:rPr>
              <a:t>    int c2 = '\141\t';</a:t>
            </a:r>
            <a:endParaRPr lang="en-IN" dirty="0">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3BEBAFEE-B117-F80A-3238-35883C77E34C}"/>
              </a:ext>
            </a:extLst>
          </p:cNvPr>
          <p:cNvSpPr txBox="1"/>
          <p:nvPr/>
        </p:nvSpPr>
        <p:spPr>
          <a:xfrm>
            <a:off x="1308015" y="2041021"/>
            <a:ext cx="10650070" cy="369332"/>
          </a:xfrm>
          <a:prstGeom prst="rect">
            <a:avLst/>
          </a:prstGeom>
          <a:noFill/>
        </p:spPr>
        <p:txBody>
          <a:bodyPr wrap="square">
            <a:spAutoFit/>
          </a:bodyPr>
          <a:lstStyle/>
          <a:p>
            <a:r>
              <a:rPr lang="en-US" dirty="0">
                <a:solidFill>
                  <a:srgbClr val="0D0D0D"/>
                </a:solidFill>
                <a:latin typeface="Times New Roman" panose="02020603050405020304" pitchFamily="18" charset="0"/>
                <a:cs typeface="Times New Roman" panose="02020603050405020304" pitchFamily="18" charset="0"/>
              </a:rPr>
              <a:t>O</a:t>
            </a:r>
            <a:r>
              <a:rPr lang="en-US" b="0" i="0" dirty="0">
                <a:solidFill>
                  <a:srgbClr val="0D0D0D"/>
                </a:solidFill>
                <a:effectLst/>
                <a:latin typeface="Times New Roman" panose="02020603050405020304" pitchFamily="18" charset="0"/>
                <a:cs typeface="Times New Roman" panose="02020603050405020304" pitchFamily="18" charset="0"/>
              </a:rPr>
              <a:t>ctal and hexadecimal escape sequences within string literals should be properly terminated</a:t>
            </a:r>
            <a:endParaRPr lang="en-IN"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C571CA19-A36B-7D93-981A-5F92A3EA59D7}"/>
              </a:ext>
            </a:extLst>
          </p:cNvPr>
          <p:cNvSpPr txBox="1"/>
          <p:nvPr/>
        </p:nvSpPr>
        <p:spPr>
          <a:xfrm>
            <a:off x="1298458" y="2461214"/>
            <a:ext cx="1046338" cy="369332"/>
          </a:xfrm>
          <a:prstGeom prst="rect">
            <a:avLst/>
          </a:prstGeom>
          <a:noFill/>
        </p:spPr>
        <p:txBody>
          <a:bodyPr wrap="square">
            <a:spAutoFit/>
          </a:bodyPr>
          <a:lstStyle/>
          <a:p>
            <a:pPr algn="l"/>
            <a:r>
              <a:rPr lang="en-IN" dirty="0">
                <a:highlight>
                  <a:srgbClr val="FFFF00"/>
                </a:highlight>
              </a:rPr>
              <a:t>Example</a:t>
            </a:r>
          </a:p>
        </p:txBody>
      </p:sp>
      <p:sp>
        <p:nvSpPr>
          <p:cNvPr id="9" name="Slide Number Placeholder 8">
            <a:extLst>
              <a:ext uri="{FF2B5EF4-FFF2-40B4-BE49-F238E27FC236}">
                <a16:creationId xmlns:a16="http://schemas.microsoft.com/office/drawing/2014/main" id="{763F6706-C9A7-E485-EDC7-AA3510A896DC}"/>
              </a:ext>
            </a:extLst>
          </p:cNvPr>
          <p:cNvSpPr>
            <a:spLocks noGrp="1"/>
          </p:cNvSpPr>
          <p:nvPr>
            <p:ph type="sldNum" sz="quarter" idx="12"/>
          </p:nvPr>
        </p:nvSpPr>
        <p:spPr/>
        <p:txBody>
          <a:bodyPr/>
          <a:lstStyle/>
          <a:p>
            <a:fld id="{91247CA1-BCEC-4DD4-9B23-E2AE1AEA27A6}" type="slidenum">
              <a:rPr lang="en-IN" smtClean="0"/>
              <a:t>24</a:t>
            </a:fld>
            <a:endParaRPr lang="en-IN"/>
          </a:p>
        </p:txBody>
      </p:sp>
      <p:sp>
        <p:nvSpPr>
          <p:cNvPr id="8" name="TextBox 7">
            <a:extLst>
              <a:ext uri="{FF2B5EF4-FFF2-40B4-BE49-F238E27FC236}">
                <a16:creationId xmlns:a16="http://schemas.microsoft.com/office/drawing/2014/main" id="{0480585B-D7A3-F31D-1029-D201D63A6A83}"/>
              </a:ext>
            </a:extLst>
          </p:cNvPr>
          <p:cNvSpPr txBox="1"/>
          <p:nvPr/>
        </p:nvSpPr>
        <p:spPr>
          <a:xfrm>
            <a:off x="10532532" y="526059"/>
            <a:ext cx="1451144" cy="369332"/>
          </a:xfrm>
          <a:prstGeom prst="rect">
            <a:avLst/>
          </a:prstGeom>
          <a:noFill/>
        </p:spPr>
        <p:txBody>
          <a:bodyPr wrap="square">
            <a:spAutoFit/>
          </a:bodyPr>
          <a:lstStyle/>
          <a:p>
            <a:r>
              <a:rPr lang="en-IN" dirty="0"/>
              <a:t>Session 1</a:t>
            </a:r>
          </a:p>
        </p:txBody>
      </p:sp>
    </p:spTree>
    <p:extLst>
      <p:ext uri="{BB962C8B-B14F-4D97-AF65-F5344CB8AC3E}">
        <p14:creationId xmlns:p14="http://schemas.microsoft.com/office/powerpoint/2010/main" val="341168784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5A292AEA-2528-46C0-B426-95822B6141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D8B7B198-E4DF-43CD-AD8C-1998843237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34" name="Freeform: Shape 33">
            <a:extLst>
              <a:ext uri="{FF2B5EF4-FFF2-40B4-BE49-F238E27FC236}">
                <a16:creationId xmlns:a16="http://schemas.microsoft.com/office/drawing/2014/main" id="{2BE67753-EA0E-4819-8D22-0B6600CF7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96934" y="3984"/>
            <a:ext cx="9376632" cy="6858000"/>
          </a:xfrm>
          <a:custGeom>
            <a:avLst/>
            <a:gdLst>
              <a:gd name="connsiteX0" fmla="*/ 1691615 w 9376632"/>
              <a:gd name="connsiteY0" fmla="*/ 0 h 6858000"/>
              <a:gd name="connsiteX1" fmla="*/ 7685017 w 9376632"/>
              <a:gd name="connsiteY1" fmla="*/ 0 h 6858000"/>
              <a:gd name="connsiteX2" fmla="*/ 7840634 w 9376632"/>
              <a:gd name="connsiteY2" fmla="*/ 134799 h 6858000"/>
              <a:gd name="connsiteX3" fmla="*/ 9376632 w 9376632"/>
              <a:gd name="connsiteY3" fmla="*/ 3605175 h 6858000"/>
              <a:gd name="connsiteX4" fmla="*/ 8158692 w 9376632"/>
              <a:gd name="connsiteY4" fmla="*/ 6757493 h 6858000"/>
              <a:gd name="connsiteX5" fmla="*/ 8062868 w 9376632"/>
              <a:gd name="connsiteY5" fmla="*/ 6858000 h 6858000"/>
              <a:gd name="connsiteX6" fmla="*/ 1313765 w 9376632"/>
              <a:gd name="connsiteY6" fmla="*/ 6858000 h 6858000"/>
              <a:gd name="connsiteX7" fmla="*/ 1217940 w 9376632"/>
              <a:gd name="connsiteY7" fmla="*/ 6757493 h 6858000"/>
              <a:gd name="connsiteX8" fmla="*/ 0 w 9376632"/>
              <a:gd name="connsiteY8" fmla="*/ 3605175 h 6858000"/>
              <a:gd name="connsiteX9" fmla="*/ 1535999 w 9376632"/>
              <a:gd name="connsiteY9" fmla="*/ 13479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376632" h="6858000">
                <a:moveTo>
                  <a:pt x="1691615" y="0"/>
                </a:moveTo>
                <a:lnTo>
                  <a:pt x="7685017" y="0"/>
                </a:lnTo>
                <a:lnTo>
                  <a:pt x="7840634" y="134799"/>
                </a:lnTo>
                <a:cubicBezTo>
                  <a:pt x="8784230" y="992423"/>
                  <a:pt x="9376632" y="2229618"/>
                  <a:pt x="9376632" y="3605175"/>
                </a:cubicBezTo>
                <a:cubicBezTo>
                  <a:pt x="9376632" y="4818903"/>
                  <a:pt x="8915419" y="5924908"/>
                  <a:pt x="8158692" y="6757493"/>
                </a:cubicBezTo>
                <a:lnTo>
                  <a:pt x="8062868" y="6858000"/>
                </a:lnTo>
                <a:lnTo>
                  <a:pt x="1313765" y="6858000"/>
                </a:lnTo>
                <a:lnTo>
                  <a:pt x="1217940" y="6757493"/>
                </a:lnTo>
                <a:cubicBezTo>
                  <a:pt x="461213" y="5924908"/>
                  <a:pt x="0" y="4818903"/>
                  <a:pt x="0" y="3605175"/>
                </a:cubicBezTo>
                <a:cubicBezTo>
                  <a:pt x="0" y="2229618"/>
                  <a:pt x="592403" y="992423"/>
                  <a:pt x="1535999" y="134799"/>
                </a:cubicBezTo>
                <a:close/>
              </a:path>
            </a:pathLst>
          </a:cu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5" name="Group 34">
            <a:extLst>
              <a:ext uri="{FF2B5EF4-FFF2-40B4-BE49-F238E27FC236}">
                <a16:creationId xmlns:a16="http://schemas.microsoft.com/office/drawing/2014/main" id="{D76D63AC-0421-45EC-B383-E79A61A78C6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303402" y="3985"/>
            <a:ext cx="9772765" cy="6858000"/>
            <a:chOff x="1303402" y="36937"/>
            <a:chExt cx="9772765" cy="6858000"/>
          </a:xfrm>
          <a:solidFill>
            <a:schemeClr val="bg1">
              <a:alpha val="30000"/>
            </a:schemeClr>
          </a:solidFill>
        </p:grpSpPr>
        <p:sp>
          <p:nvSpPr>
            <p:cNvPr id="15" name="Freeform: Shape 14">
              <a:extLst>
                <a:ext uri="{FF2B5EF4-FFF2-40B4-BE49-F238E27FC236}">
                  <a16:creationId xmlns:a16="http://schemas.microsoft.com/office/drawing/2014/main" id="{B997A32E-7032-4107-9C8B-99DB59EDD5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6937"/>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Shape 15">
              <a:extLst>
                <a:ext uri="{FF2B5EF4-FFF2-40B4-BE49-F238E27FC236}">
                  <a16:creationId xmlns:a16="http://schemas.microsoft.com/office/drawing/2014/main" id="{943BB27F-1470-42CA-91FF-D94BC691C8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6937"/>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Freeform: Shape 16">
              <a:extLst>
                <a:ext uri="{FF2B5EF4-FFF2-40B4-BE49-F238E27FC236}">
                  <a16:creationId xmlns:a16="http://schemas.microsoft.com/office/drawing/2014/main" id="{E997B002-17FD-47B3-A06A-76802FE15C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6937"/>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Freeform: Shape 17">
              <a:extLst>
                <a:ext uri="{FF2B5EF4-FFF2-40B4-BE49-F238E27FC236}">
                  <a16:creationId xmlns:a16="http://schemas.microsoft.com/office/drawing/2014/main" id="{E401EA35-9D2E-43B7-860F-EBB8A6C3E0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6937"/>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Freeform: Shape 18">
              <a:extLst>
                <a:ext uri="{FF2B5EF4-FFF2-40B4-BE49-F238E27FC236}">
                  <a16:creationId xmlns:a16="http://schemas.microsoft.com/office/drawing/2014/main" id="{F8C44827-3D81-4FF9-B4A5-5650D1B20A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6937"/>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Freeform: Shape 19">
              <a:extLst>
                <a:ext uri="{FF2B5EF4-FFF2-40B4-BE49-F238E27FC236}">
                  <a16:creationId xmlns:a16="http://schemas.microsoft.com/office/drawing/2014/main" id="{F613D97F-F6DF-4D32-AD91-209A80E7A2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8320" y="36937"/>
              <a:ext cx="9767847" cy="6858000"/>
            </a:xfrm>
            <a:custGeom>
              <a:avLst/>
              <a:gdLst>
                <a:gd name="connsiteX0" fmla="*/ 7151367 w 9767847"/>
                <a:gd name="connsiteY0" fmla="*/ 0 h 6858000"/>
                <a:gd name="connsiteX1" fmla="*/ 7881247 w 9767847"/>
                <a:gd name="connsiteY1" fmla="*/ 0 h 6858000"/>
                <a:gd name="connsiteX2" fmla="*/ 7990553 w 9767847"/>
                <a:gd name="connsiteY2" fmla="*/ 81317 h 6858000"/>
                <a:gd name="connsiteX3" fmla="*/ 9767847 w 9767847"/>
                <a:gd name="connsiteY3" fmla="*/ 3649031 h 6858000"/>
                <a:gd name="connsiteX4" fmla="*/ 8652597 w 9767847"/>
                <a:gd name="connsiteY4" fmla="*/ 6590005 h 6858000"/>
                <a:gd name="connsiteX5" fmla="*/ 8395306 w 9767847"/>
                <a:gd name="connsiteY5" fmla="*/ 6858000 h 6858000"/>
                <a:gd name="connsiteX6" fmla="*/ 6762603 w 9767847"/>
                <a:gd name="connsiteY6" fmla="*/ 6858000 h 6858000"/>
                <a:gd name="connsiteX7" fmla="*/ 6765962 w 9767847"/>
                <a:gd name="connsiteY7" fmla="*/ 6854844 h 6858000"/>
                <a:gd name="connsiteX8" fmla="*/ 6804586 w 9767847"/>
                <a:gd name="connsiteY8" fmla="*/ 6817103 h 6858000"/>
                <a:gd name="connsiteX9" fmla="*/ 6881735 w 9767847"/>
                <a:gd name="connsiteY9" fmla="*/ 6741197 h 6858000"/>
                <a:gd name="connsiteX10" fmla="*/ 6958883 w 9767847"/>
                <a:gd name="connsiteY10" fmla="*/ 6664822 h 6858000"/>
                <a:gd name="connsiteX11" fmla="*/ 7267925 w 9767847"/>
                <a:gd name="connsiteY11" fmla="*/ 6355694 h 6858000"/>
                <a:gd name="connsiteX12" fmla="*/ 7424360 w 9767847"/>
                <a:gd name="connsiteY12" fmla="*/ 6200685 h 6858000"/>
                <a:gd name="connsiteX13" fmla="*/ 7504938 w 9767847"/>
                <a:gd name="connsiteY13" fmla="*/ 6122708 h 6858000"/>
                <a:gd name="connsiteX14" fmla="*/ 7546396 w 9767847"/>
                <a:gd name="connsiteY14" fmla="*/ 6083697 h 6858000"/>
                <a:gd name="connsiteX15" fmla="*/ 7588002 w 9767847"/>
                <a:gd name="connsiteY15" fmla="*/ 6045532 h 6858000"/>
                <a:gd name="connsiteX16" fmla="*/ 7631000 w 9767847"/>
                <a:gd name="connsiteY16" fmla="*/ 6006709 h 6858000"/>
                <a:gd name="connsiteX17" fmla="*/ 7675440 w 9767847"/>
                <a:gd name="connsiteY17" fmla="*/ 5968309 h 6858000"/>
                <a:gd name="connsiteX18" fmla="*/ 7720626 w 9767847"/>
                <a:gd name="connsiteY18" fmla="*/ 5930851 h 6858000"/>
                <a:gd name="connsiteX19" fmla="*/ 7766458 w 9767847"/>
                <a:gd name="connsiteY19" fmla="*/ 5894334 h 6858000"/>
                <a:gd name="connsiteX20" fmla="*/ 7955254 w 9767847"/>
                <a:gd name="connsiteY20" fmla="*/ 5756828 h 6858000"/>
                <a:gd name="connsiteX21" fmla="*/ 8352678 w 9767847"/>
                <a:gd name="connsiteY21" fmla="*/ 5517630 h 6858000"/>
                <a:gd name="connsiteX22" fmla="*/ 8451350 w 9767847"/>
                <a:gd name="connsiteY22" fmla="*/ 5465254 h 6858000"/>
                <a:gd name="connsiteX23" fmla="*/ 8548532 w 9767847"/>
                <a:gd name="connsiteY23" fmla="*/ 5413395 h 6858000"/>
                <a:gd name="connsiteX24" fmla="*/ 8729473 w 9767847"/>
                <a:gd name="connsiteY24" fmla="*/ 5309961 h 6858000"/>
                <a:gd name="connsiteX25" fmla="*/ 8770781 w 9767847"/>
                <a:gd name="connsiteY25" fmla="*/ 5283232 h 6858000"/>
                <a:gd name="connsiteX26" fmla="*/ 8790964 w 9767847"/>
                <a:gd name="connsiteY26" fmla="*/ 5269492 h 6858000"/>
                <a:gd name="connsiteX27" fmla="*/ 8810499 w 9767847"/>
                <a:gd name="connsiteY27" fmla="*/ 5255703 h 6858000"/>
                <a:gd name="connsiteX28" fmla="*/ 8883571 w 9767847"/>
                <a:gd name="connsiteY28" fmla="*/ 5198479 h 6858000"/>
                <a:gd name="connsiteX29" fmla="*/ 9006651 w 9767847"/>
                <a:gd name="connsiteY29" fmla="*/ 5070527 h 6858000"/>
                <a:gd name="connsiteX30" fmla="*/ 9033494 w 9767847"/>
                <a:gd name="connsiteY30" fmla="*/ 5034105 h 6858000"/>
                <a:gd name="connsiteX31" fmla="*/ 9040305 w 9767847"/>
                <a:gd name="connsiteY31" fmla="*/ 5024551 h 6858000"/>
                <a:gd name="connsiteX32" fmla="*/ 9046568 w 9767847"/>
                <a:gd name="connsiteY32" fmla="*/ 5015281 h 6858000"/>
                <a:gd name="connsiteX33" fmla="*/ 9058846 w 9767847"/>
                <a:gd name="connsiteY33" fmla="*/ 4996645 h 6858000"/>
                <a:gd name="connsiteX34" fmla="*/ 9104529 w 9767847"/>
                <a:gd name="connsiteY34" fmla="*/ 4918105 h 6858000"/>
                <a:gd name="connsiteX35" fmla="*/ 9181081 w 9767847"/>
                <a:gd name="connsiteY35" fmla="*/ 4744694 h 6858000"/>
                <a:gd name="connsiteX36" fmla="*/ 9240731 w 9767847"/>
                <a:gd name="connsiteY36" fmla="*/ 4557872 h 6858000"/>
                <a:gd name="connsiteX37" fmla="*/ 9265388 w 9767847"/>
                <a:gd name="connsiteY37" fmla="*/ 4461073 h 6858000"/>
                <a:gd name="connsiteX38" fmla="*/ 9276571 w 9767847"/>
                <a:gd name="connsiteY38" fmla="*/ 4411943 h 6858000"/>
                <a:gd name="connsiteX39" fmla="*/ 9281841 w 9767847"/>
                <a:gd name="connsiteY39" fmla="*/ 4387379 h 6858000"/>
                <a:gd name="connsiteX40" fmla="*/ 9286513 w 9767847"/>
                <a:gd name="connsiteY40" fmla="*/ 4364838 h 6858000"/>
                <a:gd name="connsiteX41" fmla="*/ 9296754 w 9767847"/>
                <a:gd name="connsiteY41" fmla="*/ 4312038 h 6858000"/>
                <a:gd name="connsiteX42" fmla="*/ 9301029 w 9767847"/>
                <a:gd name="connsiteY42" fmla="*/ 4289074 h 6858000"/>
                <a:gd name="connsiteX43" fmla="*/ 9302818 w 9767847"/>
                <a:gd name="connsiteY43" fmla="*/ 4278581 h 6858000"/>
                <a:gd name="connsiteX44" fmla="*/ 9304658 w 9767847"/>
                <a:gd name="connsiteY44" fmla="*/ 4266816 h 6858000"/>
                <a:gd name="connsiteX45" fmla="*/ 9312810 w 9767847"/>
                <a:gd name="connsiteY45" fmla="*/ 4215945 h 6858000"/>
                <a:gd name="connsiteX46" fmla="*/ 9316887 w 9767847"/>
                <a:gd name="connsiteY46" fmla="*/ 4190486 h 6858000"/>
                <a:gd name="connsiteX47" fmla="*/ 9318923 w 9767847"/>
                <a:gd name="connsiteY47" fmla="*/ 4177780 h 6858000"/>
                <a:gd name="connsiteX48" fmla="*/ 9320515 w 9767847"/>
                <a:gd name="connsiteY48" fmla="*/ 4164886 h 6858000"/>
                <a:gd name="connsiteX49" fmla="*/ 9332445 w 9767847"/>
                <a:gd name="connsiteY49" fmla="*/ 4064981 h 6858000"/>
                <a:gd name="connsiteX50" fmla="*/ 9336173 w 9767847"/>
                <a:gd name="connsiteY50" fmla="*/ 4018676 h 6858000"/>
                <a:gd name="connsiteX51" fmla="*/ 9340199 w 9767847"/>
                <a:gd name="connsiteY51" fmla="*/ 3965171 h 6858000"/>
                <a:gd name="connsiteX52" fmla="*/ 9347557 w 9767847"/>
                <a:gd name="connsiteY52" fmla="*/ 3765972 h 6858000"/>
                <a:gd name="connsiteX53" fmla="*/ 9346364 w 9767847"/>
                <a:gd name="connsiteY53" fmla="*/ 3664938 h 6858000"/>
                <a:gd name="connsiteX54" fmla="*/ 9344921 w 9767847"/>
                <a:gd name="connsiteY54" fmla="*/ 3615243 h 6858000"/>
                <a:gd name="connsiteX55" fmla="*/ 9344524 w 9767847"/>
                <a:gd name="connsiteY55" fmla="*/ 3603526 h 6858000"/>
                <a:gd name="connsiteX56" fmla="*/ 9343728 w 9767847"/>
                <a:gd name="connsiteY56" fmla="*/ 3590774 h 6858000"/>
                <a:gd name="connsiteX57" fmla="*/ 9342188 w 9767847"/>
                <a:gd name="connsiteY57" fmla="*/ 3565268 h 6858000"/>
                <a:gd name="connsiteX58" fmla="*/ 9339056 w 9767847"/>
                <a:gd name="connsiteY58" fmla="*/ 3514256 h 6858000"/>
                <a:gd name="connsiteX59" fmla="*/ 9334334 w 9767847"/>
                <a:gd name="connsiteY59" fmla="*/ 3463057 h 6858000"/>
                <a:gd name="connsiteX60" fmla="*/ 9329363 w 9767847"/>
                <a:gd name="connsiteY60" fmla="*/ 3411810 h 6858000"/>
                <a:gd name="connsiteX61" fmla="*/ 9328319 w 9767847"/>
                <a:gd name="connsiteY61" fmla="*/ 3400657 h 6858000"/>
                <a:gd name="connsiteX62" fmla="*/ 9327177 w 9767847"/>
                <a:gd name="connsiteY62" fmla="*/ 3390116 h 6858000"/>
                <a:gd name="connsiteX63" fmla="*/ 9324293 w 9767847"/>
                <a:gd name="connsiteY63" fmla="*/ 3366774 h 6858000"/>
                <a:gd name="connsiteX64" fmla="*/ 9320763 w 9767847"/>
                <a:gd name="connsiteY64" fmla="*/ 3340329 h 6858000"/>
                <a:gd name="connsiteX65" fmla="*/ 9317184 w 9767847"/>
                <a:gd name="connsiteY65" fmla="*/ 3311245 h 6858000"/>
                <a:gd name="connsiteX66" fmla="*/ 9311021 w 9767847"/>
                <a:gd name="connsiteY66" fmla="*/ 3266211 h 6858000"/>
                <a:gd name="connsiteX67" fmla="*/ 9302719 w 9767847"/>
                <a:gd name="connsiteY67" fmla="*/ 3215717 h 6858000"/>
                <a:gd name="connsiteX68" fmla="*/ 9293970 w 9767847"/>
                <a:gd name="connsiteY68" fmla="*/ 3165789 h 6858000"/>
                <a:gd name="connsiteX69" fmla="*/ 9252065 w 9767847"/>
                <a:gd name="connsiteY69" fmla="*/ 2967107 h 6858000"/>
                <a:gd name="connsiteX70" fmla="*/ 9227211 w 9767847"/>
                <a:gd name="connsiteY70" fmla="*/ 2868473 h 6858000"/>
                <a:gd name="connsiteX71" fmla="*/ 9220699 w 9767847"/>
                <a:gd name="connsiteY71" fmla="*/ 2844426 h 6858000"/>
                <a:gd name="connsiteX72" fmla="*/ 9213740 w 9767847"/>
                <a:gd name="connsiteY72" fmla="*/ 2820191 h 6858000"/>
                <a:gd name="connsiteX73" fmla="*/ 9199374 w 9767847"/>
                <a:gd name="connsiteY73" fmla="*/ 2771438 h 6858000"/>
                <a:gd name="connsiteX74" fmla="*/ 9061829 w 9767847"/>
                <a:gd name="connsiteY74" fmla="*/ 2385418 h 6858000"/>
                <a:gd name="connsiteX75" fmla="*/ 8978865 w 9767847"/>
                <a:gd name="connsiteY75" fmla="*/ 2196855 h 6858000"/>
                <a:gd name="connsiteX76" fmla="*/ 8956694 w 9767847"/>
                <a:gd name="connsiteY76" fmla="*/ 2150219 h 6858000"/>
                <a:gd name="connsiteX77" fmla="*/ 8934176 w 9767847"/>
                <a:gd name="connsiteY77" fmla="*/ 2103914 h 6858000"/>
                <a:gd name="connsiteX78" fmla="*/ 8887151 w 9767847"/>
                <a:gd name="connsiteY78" fmla="*/ 2011350 h 6858000"/>
                <a:gd name="connsiteX79" fmla="*/ 8787533 w 9767847"/>
                <a:gd name="connsiteY79" fmla="*/ 1828527 h 6858000"/>
                <a:gd name="connsiteX80" fmla="*/ 8761485 w 9767847"/>
                <a:gd name="connsiteY80" fmla="*/ 1783398 h 6858000"/>
                <a:gd name="connsiteX81" fmla="*/ 8734791 w 9767847"/>
                <a:gd name="connsiteY81" fmla="*/ 1737893 h 6858000"/>
                <a:gd name="connsiteX82" fmla="*/ 8680808 w 9767847"/>
                <a:gd name="connsiteY82" fmla="*/ 1648812 h 6858000"/>
                <a:gd name="connsiteX83" fmla="*/ 8567024 w 9767847"/>
                <a:gd name="connsiteY83" fmla="*/ 1472906 h 6858000"/>
                <a:gd name="connsiteX84" fmla="*/ 8537446 w 9767847"/>
                <a:gd name="connsiteY84" fmla="*/ 1429330 h 6858000"/>
                <a:gd name="connsiteX85" fmla="*/ 8507423 w 9767847"/>
                <a:gd name="connsiteY85" fmla="*/ 1385896 h 6858000"/>
                <a:gd name="connsiteX86" fmla="*/ 8446529 w 9767847"/>
                <a:gd name="connsiteY86" fmla="*/ 1300295 h 6858000"/>
                <a:gd name="connsiteX87" fmla="*/ 8319224 w 9767847"/>
                <a:gd name="connsiteY87" fmla="*/ 1131026 h 6858000"/>
                <a:gd name="connsiteX88" fmla="*/ 8286366 w 9767847"/>
                <a:gd name="connsiteY88" fmla="*/ 1089050 h 6858000"/>
                <a:gd name="connsiteX89" fmla="*/ 8270161 w 9767847"/>
                <a:gd name="connsiteY89" fmla="*/ 1068439 h 6858000"/>
                <a:gd name="connsiteX90" fmla="*/ 8253856 w 9767847"/>
                <a:gd name="connsiteY90" fmla="*/ 1048156 h 6858000"/>
                <a:gd name="connsiteX91" fmla="*/ 8186352 w 9767847"/>
                <a:gd name="connsiteY91" fmla="*/ 966275 h 6858000"/>
                <a:gd name="connsiteX92" fmla="*/ 8046768 w 9767847"/>
                <a:gd name="connsiteY92" fmla="*/ 805429 h 6858000"/>
                <a:gd name="connsiteX93" fmla="*/ 8010927 w 9767847"/>
                <a:gd name="connsiteY93" fmla="*/ 765853 h 6858000"/>
                <a:gd name="connsiteX94" fmla="*/ 7974788 w 9767847"/>
                <a:gd name="connsiteY94" fmla="*/ 726653 h 6858000"/>
                <a:gd name="connsiteX95" fmla="*/ 7901070 w 9767847"/>
                <a:gd name="connsiteY95" fmla="*/ 648724 h 6858000"/>
                <a:gd name="connsiteX96" fmla="*/ 7750054 w 9767847"/>
                <a:gd name="connsiteY96" fmla="*/ 497008 h 6858000"/>
                <a:gd name="connsiteX97" fmla="*/ 7592277 w 9767847"/>
                <a:gd name="connsiteY97" fmla="*/ 351221 h 6858000"/>
                <a:gd name="connsiteX98" fmla="*/ 7257734 w 9767847"/>
                <a:gd name="connsiteY98" fmla="*/ 76964 h 6858000"/>
                <a:gd name="connsiteX99" fmla="*/ 1886601 w 9767847"/>
                <a:gd name="connsiteY99" fmla="*/ 0 h 6858000"/>
                <a:gd name="connsiteX100" fmla="*/ 2292926 w 9767847"/>
                <a:gd name="connsiteY100" fmla="*/ 0 h 6858000"/>
                <a:gd name="connsiteX101" fmla="*/ 2135542 w 9767847"/>
                <a:gd name="connsiteY101" fmla="*/ 117781 h 6858000"/>
                <a:gd name="connsiteX102" fmla="*/ 1969576 w 9767847"/>
                <a:gd name="connsiteY102" fmla="*/ 254986 h 6858000"/>
                <a:gd name="connsiteX103" fmla="*/ 1659938 w 9767847"/>
                <a:gd name="connsiteY103" fmla="*/ 549855 h 6858000"/>
                <a:gd name="connsiteX104" fmla="*/ 729383 w 9767847"/>
                <a:gd name="connsiteY104" fmla="*/ 1936480 h 6858000"/>
                <a:gd name="connsiteX105" fmla="*/ 578465 w 9767847"/>
                <a:gd name="connsiteY105" fmla="*/ 2320807 h 6858000"/>
                <a:gd name="connsiteX106" fmla="*/ 465080 w 9767847"/>
                <a:gd name="connsiteY106" fmla="*/ 2714875 h 6858000"/>
                <a:gd name="connsiteX107" fmla="*/ 423820 w 9767847"/>
                <a:gd name="connsiteY107" fmla="*/ 2915436 h 6858000"/>
                <a:gd name="connsiteX108" fmla="*/ 392355 w 9767847"/>
                <a:gd name="connsiteY108" fmla="*/ 3118071 h 6858000"/>
                <a:gd name="connsiteX109" fmla="*/ 358801 w 9767847"/>
                <a:gd name="connsiteY109" fmla="*/ 3526915 h 6858000"/>
                <a:gd name="connsiteX110" fmla="*/ 410350 w 9767847"/>
                <a:gd name="connsiteY110" fmla="*/ 4348226 h 6858000"/>
                <a:gd name="connsiteX111" fmla="*/ 449022 w 9767847"/>
                <a:gd name="connsiteY111" fmla="*/ 4551049 h 6858000"/>
                <a:gd name="connsiteX112" fmla="*/ 498882 w 9767847"/>
                <a:gd name="connsiteY112" fmla="*/ 4752365 h 6858000"/>
                <a:gd name="connsiteX113" fmla="*/ 559775 w 9767847"/>
                <a:gd name="connsiteY113" fmla="*/ 4951657 h 6858000"/>
                <a:gd name="connsiteX114" fmla="*/ 631406 w 9767847"/>
                <a:gd name="connsiteY114" fmla="*/ 5147986 h 6858000"/>
                <a:gd name="connsiteX115" fmla="*/ 1023461 w 9767847"/>
                <a:gd name="connsiteY115" fmla="*/ 5893957 h 6858000"/>
                <a:gd name="connsiteX116" fmla="*/ 1575880 w 9767847"/>
                <a:gd name="connsiteY116" fmla="*/ 6547646 h 6858000"/>
                <a:gd name="connsiteX117" fmla="*/ 1905228 w 9767847"/>
                <a:gd name="connsiteY117" fmla="*/ 6829468 h 6858000"/>
                <a:gd name="connsiteX118" fmla="*/ 1944230 w 9767847"/>
                <a:gd name="connsiteY118" fmla="*/ 6858000 h 6858000"/>
                <a:gd name="connsiteX119" fmla="*/ 1372541 w 9767847"/>
                <a:gd name="connsiteY119" fmla="*/ 6858000 h 6858000"/>
                <a:gd name="connsiteX120" fmla="*/ 1115251 w 9767847"/>
                <a:gd name="connsiteY120" fmla="*/ 6590005 h 6858000"/>
                <a:gd name="connsiteX121" fmla="*/ 0 w 9767847"/>
                <a:gd name="connsiteY121" fmla="*/ 3649031 h 6858000"/>
                <a:gd name="connsiteX122" fmla="*/ 1777294 w 9767847"/>
                <a:gd name="connsiteY122" fmla="*/ 813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9767847" h="6858000">
                  <a:moveTo>
                    <a:pt x="7151367" y="0"/>
                  </a:moveTo>
                  <a:lnTo>
                    <a:pt x="7881247" y="0"/>
                  </a:lnTo>
                  <a:lnTo>
                    <a:pt x="7990553" y="81317"/>
                  </a:lnTo>
                  <a:cubicBezTo>
                    <a:pt x="9075991" y="929334"/>
                    <a:pt x="9767847" y="2212695"/>
                    <a:pt x="9767847" y="3649031"/>
                  </a:cubicBezTo>
                  <a:cubicBezTo>
                    <a:pt x="9767847" y="4766182"/>
                    <a:pt x="9349317" y="5790792"/>
                    <a:pt x="8652597" y="6590005"/>
                  </a:cubicBezTo>
                  <a:lnTo>
                    <a:pt x="8395306" y="6858000"/>
                  </a:lnTo>
                  <a:lnTo>
                    <a:pt x="6762603" y="6858000"/>
                  </a:lnTo>
                  <a:lnTo>
                    <a:pt x="6765962" y="6854844"/>
                  </a:lnTo>
                  <a:cubicBezTo>
                    <a:pt x="6779036" y="6842703"/>
                    <a:pt x="6791663" y="6829621"/>
                    <a:pt x="6804586" y="6817103"/>
                  </a:cubicBezTo>
                  <a:lnTo>
                    <a:pt x="6881735" y="6741197"/>
                  </a:lnTo>
                  <a:cubicBezTo>
                    <a:pt x="6907435" y="6715881"/>
                    <a:pt x="6933134" y="6690798"/>
                    <a:pt x="6958883" y="6664822"/>
                  </a:cubicBezTo>
                  <a:lnTo>
                    <a:pt x="7267925" y="6355694"/>
                  </a:lnTo>
                  <a:lnTo>
                    <a:pt x="7424360" y="6200685"/>
                  </a:lnTo>
                  <a:cubicBezTo>
                    <a:pt x="7450754" y="6174802"/>
                    <a:pt x="7477598" y="6148731"/>
                    <a:pt x="7504938" y="6122708"/>
                  </a:cubicBezTo>
                  <a:lnTo>
                    <a:pt x="7546396" y="6083697"/>
                  </a:lnTo>
                  <a:cubicBezTo>
                    <a:pt x="7560264" y="6070803"/>
                    <a:pt x="7574780" y="6057532"/>
                    <a:pt x="7588002" y="6045532"/>
                  </a:cubicBezTo>
                  <a:lnTo>
                    <a:pt x="7631000" y="6006709"/>
                  </a:lnTo>
                  <a:lnTo>
                    <a:pt x="7675440" y="5968309"/>
                  </a:lnTo>
                  <a:cubicBezTo>
                    <a:pt x="7690404" y="5955698"/>
                    <a:pt x="7705564" y="5943321"/>
                    <a:pt x="7720626" y="5930851"/>
                  </a:cubicBezTo>
                  <a:cubicBezTo>
                    <a:pt x="7735738" y="5918427"/>
                    <a:pt x="7751197" y="5906521"/>
                    <a:pt x="7766458" y="5894334"/>
                  </a:cubicBezTo>
                  <a:cubicBezTo>
                    <a:pt x="7827949" y="5846192"/>
                    <a:pt x="7890979" y="5800499"/>
                    <a:pt x="7955254" y="5756828"/>
                  </a:cubicBezTo>
                  <a:cubicBezTo>
                    <a:pt x="8083800" y="5669534"/>
                    <a:pt x="8216872" y="5590336"/>
                    <a:pt x="8352678" y="5517630"/>
                  </a:cubicBezTo>
                  <a:lnTo>
                    <a:pt x="8451350" y="5465254"/>
                  </a:lnTo>
                  <a:lnTo>
                    <a:pt x="8548532" y="5413395"/>
                  </a:lnTo>
                  <a:cubicBezTo>
                    <a:pt x="8612110" y="5379090"/>
                    <a:pt x="8673251" y="5345208"/>
                    <a:pt x="8729473" y="5309961"/>
                  </a:cubicBezTo>
                  <a:cubicBezTo>
                    <a:pt x="8743591" y="5301115"/>
                    <a:pt x="8757161" y="5292361"/>
                    <a:pt x="8770781" y="5283232"/>
                  </a:cubicBezTo>
                  <a:cubicBezTo>
                    <a:pt x="8777591" y="5278667"/>
                    <a:pt x="8784451" y="5274103"/>
                    <a:pt x="8790964" y="5269492"/>
                  </a:cubicBezTo>
                  <a:cubicBezTo>
                    <a:pt x="8797574" y="5264879"/>
                    <a:pt x="8804235" y="5260314"/>
                    <a:pt x="8810499" y="5255703"/>
                  </a:cubicBezTo>
                  <a:cubicBezTo>
                    <a:pt x="8835999" y="5237303"/>
                    <a:pt x="8860407" y="5218291"/>
                    <a:pt x="8883571" y="5198479"/>
                  </a:cubicBezTo>
                  <a:cubicBezTo>
                    <a:pt x="8929900" y="5158856"/>
                    <a:pt x="8971258" y="5116315"/>
                    <a:pt x="9006651" y="5070527"/>
                  </a:cubicBezTo>
                  <a:cubicBezTo>
                    <a:pt x="9015351" y="5059328"/>
                    <a:pt x="9024398" y="5046857"/>
                    <a:pt x="9033494" y="5034105"/>
                  </a:cubicBezTo>
                  <a:lnTo>
                    <a:pt x="9040305" y="5024551"/>
                  </a:lnTo>
                  <a:lnTo>
                    <a:pt x="9046568" y="5015281"/>
                  </a:lnTo>
                  <a:cubicBezTo>
                    <a:pt x="9050743" y="5009163"/>
                    <a:pt x="9054819" y="5002952"/>
                    <a:pt x="9058846" y="4996645"/>
                  </a:cubicBezTo>
                  <a:cubicBezTo>
                    <a:pt x="9075002" y="4971517"/>
                    <a:pt x="9090212" y="4945305"/>
                    <a:pt x="9104529" y="4918105"/>
                  </a:cubicBezTo>
                  <a:cubicBezTo>
                    <a:pt x="9133211" y="4863752"/>
                    <a:pt x="9158313" y="4805447"/>
                    <a:pt x="9181081" y="4744694"/>
                  </a:cubicBezTo>
                  <a:cubicBezTo>
                    <a:pt x="9203748" y="4684178"/>
                    <a:pt x="9223383" y="4621778"/>
                    <a:pt x="9240731" y="4557872"/>
                  </a:cubicBezTo>
                  <a:cubicBezTo>
                    <a:pt x="9249481" y="4525966"/>
                    <a:pt x="9257682" y="4493684"/>
                    <a:pt x="9265388" y="4461073"/>
                  </a:cubicBezTo>
                  <a:cubicBezTo>
                    <a:pt x="9269215" y="4444744"/>
                    <a:pt x="9272943" y="4428367"/>
                    <a:pt x="9276571" y="4411943"/>
                  </a:cubicBezTo>
                  <a:lnTo>
                    <a:pt x="9281841" y="4387379"/>
                  </a:lnTo>
                  <a:lnTo>
                    <a:pt x="9286513" y="4364838"/>
                  </a:lnTo>
                  <a:lnTo>
                    <a:pt x="9296754" y="4312038"/>
                  </a:lnTo>
                  <a:lnTo>
                    <a:pt x="9301029" y="4289074"/>
                  </a:lnTo>
                  <a:lnTo>
                    <a:pt x="9302818" y="4278581"/>
                  </a:lnTo>
                  <a:lnTo>
                    <a:pt x="9304658" y="4266816"/>
                  </a:lnTo>
                  <a:lnTo>
                    <a:pt x="9312810" y="4215945"/>
                  </a:lnTo>
                  <a:lnTo>
                    <a:pt x="9316887" y="4190486"/>
                  </a:lnTo>
                  <a:lnTo>
                    <a:pt x="9318923" y="4177780"/>
                  </a:lnTo>
                  <a:cubicBezTo>
                    <a:pt x="9319570" y="4173546"/>
                    <a:pt x="9319969" y="4169169"/>
                    <a:pt x="9320515" y="4164886"/>
                  </a:cubicBezTo>
                  <a:lnTo>
                    <a:pt x="9332445" y="4064981"/>
                  </a:lnTo>
                  <a:cubicBezTo>
                    <a:pt x="9333836" y="4052370"/>
                    <a:pt x="9334880" y="4036888"/>
                    <a:pt x="9336173" y="4018676"/>
                  </a:cubicBezTo>
                  <a:lnTo>
                    <a:pt x="9340199" y="3965171"/>
                  </a:lnTo>
                  <a:cubicBezTo>
                    <a:pt x="9345071" y="3899806"/>
                    <a:pt x="9347358" y="3832983"/>
                    <a:pt x="9347557" y="3765972"/>
                  </a:cubicBezTo>
                  <a:cubicBezTo>
                    <a:pt x="9347656" y="3732420"/>
                    <a:pt x="9347209" y="3698773"/>
                    <a:pt x="9346364" y="3664938"/>
                  </a:cubicBezTo>
                  <a:lnTo>
                    <a:pt x="9344921" y="3615243"/>
                  </a:lnTo>
                  <a:lnTo>
                    <a:pt x="9344524" y="3603526"/>
                  </a:lnTo>
                  <a:lnTo>
                    <a:pt x="9343728" y="3590774"/>
                  </a:lnTo>
                  <a:lnTo>
                    <a:pt x="9342188" y="3565268"/>
                  </a:lnTo>
                  <a:lnTo>
                    <a:pt x="9339056" y="3514256"/>
                  </a:lnTo>
                  <a:cubicBezTo>
                    <a:pt x="9337914" y="3497221"/>
                    <a:pt x="9335874" y="3480138"/>
                    <a:pt x="9334334" y="3463057"/>
                  </a:cubicBezTo>
                  <a:lnTo>
                    <a:pt x="9329363" y="3411810"/>
                  </a:lnTo>
                  <a:lnTo>
                    <a:pt x="9328319" y="3400657"/>
                  </a:lnTo>
                  <a:lnTo>
                    <a:pt x="9327177" y="3390116"/>
                  </a:lnTo>
                  <a:lnTo>
                    <a:pt x="9324293" y="3366774"/>
                  </a:lnTo>
                  <a:lnTo>
                    <a:pt x="9320763" y="3340329"/>
                  </a:lnTo>
                  <a:lnTo>
                    <a:pt x="9317184" y="3311245"/>
                  </a:lnTo>
                  <a:cubicBezTo>
                    <a:pt x="9315594" y="3296893"/>
                    <a:pt x="9313506" y="3282306"/>
                    <a:pt x="9311021" y="3266211"/>
                  </a:cubicBezTo>
                  <a:lnTo>
                    <a:pt x="9302719" y="3215717"/>
                  </a:lnTo>
                  <a:cubicBezTo>
                    <a:pt x="9299936" y="3199059"/>
                    <a:pt x="9297003" y="3182400"/>
                    <a:pt x="9293970" y="3165789"/>
                  </a:cubicBezTo>
                  <a:cubicBezTo>
                    <a:pt x="9281891" y="3099295"/>
                    <a:pt x="9267674" y="3033084"/>
                    <a:pt x="9252065" y="2967107"/>
                  </a:cubicBezTo>
                  <a:cubicBezTo>
                    <a:pt x="9244261" y="2934167"/>
                    <a:pt x="9235959" y="2901273"/>
                    <a:pt x="9227211" y="2868473"/>
                  </a:cubicBezTo>
                  <a:lnTo>
                    <a:pt x="9220699" y="2844426"/>
                  </a:lnTo>
                  <a:lnTo>
                    <a:pt x="9213740" y="2820191"/>
                  </a:lnTo>
                  <a:cubicBezTo>
                    <a:pt x="9209216" y="2804049"/>
                    <a:pt x="9204345" y="2787768"/>
                    <a:pt x="9199374" y="2771438"/>
                  </a:cubicBezTo>
                  <a:cubicBezTo>
                    <a:pt x="9159855" y="2641086"/>
                    <a:pt x="9114272" y="2512099"/>
                    <a:pt x="9061829" y="2385418"/>
                  </a:cubicBezTo>
                  <a:cubicBezTo>
                    <a:pt x="9035582" y="2322077"/>
                    <a:pt x="9008043" y="2259160"/>
                    <a:pt x="8978865" y="2196855"/>
                  </a:cubicBezTo>
                  <a:lnTo>
                    <a:pt x="8956694" y="2150219"/>
                  </a:lnTo>
                  <a:lnTo>
                    <a:pt x="8934176" y="2103914"/>
                  </a:lnTo>
                  <a:cubicBezTo>
                    <a:pt x="8918915" y="2073091"/>
                    <a:pt x="8903157" y="2042032"/>
                    <a:pt x="8887151" y="2011350"/>
                  </a:cubicBezTo>
                  <a:cubicBezTo>
                    <a:pt x="8854988" y="1949891"/>
                    <a:pt x="8822082" y="1888810"/>
                    <a:pt x="8787533" y="1828527"/>
                  </a:cubicBezTo>
                  <a:lnTo>
                    <a:pt x="8761485" y="1783398"/>
                  </a:lnTo>
                  <a:lnTo>
                    <a:pt x="8734791" y="1737893"/>
                  </a:lnTo>
                  <a:cubicBezTo>
                    <a:pt x="8717047" y="1707823"/>
                    <a:pt x="8699200" y="1678363"/>
                    <a:pt x="8680808" y="1648812"/>
                  </a:cubicBezTo>
                  <a:cubicBezTo>
                    <a:pt x="8644322" y="1589658"/>
                    <a:pt x="8606194" y="1531118"/>
                    <a:pt x="8567024" y="1472906"/>
                  </a:cubicBezTo>
                  <a:lnTo>
                    <a:pt x="8537446" y="1429330"/>
                  </a:lnTo>
                  <a:lnTo>
                    <a:pt x="8507423" y="1385896"/>
                  </a:lnTo>
                  <a:cubicBezTo>
                    <a:pt x="8487390" y="1357284"/>
                    <a:pt x="8467158" y="1328719"/>
                    <a:pt x="8446529" y="1300295"/>
                  </a:cubicBezTo>
                  <a:cubicBezTo>
                    <a:pt x="8405271" y="1243496"/>
                    <a:pt x="8362718" y="1187120"/>
                    <a:pt x="8319224" y="1131026"/>
                  </a:cubicBezTo>
                  <a:lnTo>
                    <a:pt x="8286366" y="1089050"/>
                  </a:lnTo>
                  <a:lnTo>
                    <a:pt x="8270161" y="1068439"/>
                  </a:lnTo>
                  <a:lnTo>
                    <a:pt x="8253856" y="1048156"/>
                  </a:lnTo>
                  <a:cubicBezTo>
                    <a:pt x="8231636" y="1020675"/>
                    <a:pt x="8209117" y="993381"/>
                    <a:pt x="8186352" y="966275"/>
                  </a:cubicBezTo>
                  <a:cubicBezTo>
                    <a:pt x="8140917" y="911922"/>
                    <a:pt x="8094240" y="858417"/>
                    <a:pt x="8046768" y="805429"/>
                  </a:cubicBezTo>
                  <a:lnTo>
                    <a:pt x="8010927" y="765853"/>
                  </a:lnTo>
                  <a:lnTo>
                    <a:pt x="7974788" y="726653"/>
                  </a:lnTo>
                  <a:cubicBezTo>
                    <a:pt x="7950382" y="700489"/>
                    <a:pt x="7925824" y="674465"/>
                    <a:pt x="7901070" y="648724"/>
                  </a:cubicBezTo>
                  <a:cubicBezTo>
                    <a:pt x="7851510" y="597289"/>
                    <a:pt x="7801404" y="546514"/>
                    <a:pt x="7750054" y="497008"/>
                  </a:cubicBezTo>
                  <a:cubicBezTo>
                    <a:pt x="7698902" y="447644"/>
                    <a:pt x="7645913" y="398938"/>
                    <a:pt x="7592277" y="351221"/>
                  </a:cubicBezTo>
                  <a:cubicBezTo>
                    <a:pt x="7484856" y="255786"/>
                    <a:pt x="7373308" y="164304"/>
                    <a:pt x="7257734" y="76964"/>
                  </a:cubicBezTo>
                  <a:close/>
                  <a:moveTo>
                    <a:pt x="1886601" y="0"/>
                  </a:moveTo>
                  <a:lnTo>
                    <a:pt x="2292926" y="0"/>
                  </a:lnTo>
                  <a:lnTo>
                    <a:pt x="2135542" y="117781"/>
                  </a:lnTo>
                  <a:cubicBezTo>
                    <a:pt x="2078998" y="162280"/>
                    <a:pt x="2023659" y="208045"/>
                    <a:pt x="1969576" y="254986"/>
                  </a:cubicBezTo>
                  <a:cubicBezTo>
                    <a:pt x="1861309" y="348820"/>
                    <a:pt x="1758064" y="447314"/>
                    <a:pt x="1659938" y="549855"/>
                  </a:cubicBezTo>
                  <a:cubicBezTo>
                    <a:pt x="1266987" y="960346"/>
                    <a:pt x="953820" y="1431495"/>
                    <a:pt x="729383" y="1936480"/>
                  </a:cubicBezTo>
                  <a:cubicBezTo>
                    <a:pt x="673260" y="2062362"/>
                    <a:pt x="622855" y="2190972"/>
                    <a:pt x="578465" y="2320807"/>
                  </a:cubicBezTo>
                  <a:cubicBezTo>
                    <a:pt x="534125" y="2450687"/>
                    <a:pt x="496147" y="2582216"/>
                    <a:pt x="465080" y="2714875"/>
                  </a:cubicBezTo>
                  <a:cubicBezTo>
                    <a:pt x="449769" y="2780991"/>
                    <a:pt x="435850" y="2848191"/>
                    <a:pt x="423820" y="2915436"/>
                  </a:cubicBezTo>
                  <a:cubicBezTo>
                    <a:pt x="411840" y="2982731"/>
                    <a:pt x="401054" y="3050260"/>
                    <a:pt x="392355" y="3118071"/>
                  </a:cubicBezTo>
                  <a:cubicBezTo>
                    <a:pt x="374509" y="3253646"/>
                    <a:pt x="363424" y="3389880"/>
                    <a:pt x="358801" y="3526915"/>
                  </a:cubicBezTo>
                  <a:cubicBezTo>
                    <a:pt x="349009" y="3800843"/>
                    <a:pt x="366357" y="4075570"/>
                    <a:pt x="410350" y="4348226"/>
                  </a:cubicBezTo>
                  <a:cubicBezTo>
                    <a:pt x="421286" y="4416132"/>
                    <a:pt x="434209" y="4483660"/>
                    <a:pt x="449022" y="4551049"/>
                  </a:cubicBezTo>
                  <a:cubicBezTo>
                    <a:pt x="463737" y="4618436"/>
                    <a:pt x="480389" y="4685588"/>
                    <a:pt x="498882" y="4752365"/>
                  </a:cubicBezTo>
                  <a:cubicBezTo>
                    <a:pt x="517373" y="4819141"/>
                    <a:pt x="537704" y="4885635"/>
                    <a:pt x="559775" y="4951657"/>
                  </a:cubicBezTo>
                  <a:cubicBezTo>
                    <a:pt x="581946" y="5017775"/>
                    <a:pt x="605358" y="5083375"/>
                    <a:pt x="631406" y="5147986"/>
                  </a:cubicBezTo>
                  <a:cubicBezTo>
                    <a:pt x="734055" y="5407608"/>
                    <a:pt x="865188" y="5658570"/>
                    <a:pt x="1023461" y="5893957"/>
                  </a:cubicBezTo>
                  <a:cubicBezTo>
                    <a:pt x="1181487" y="6129578"/>
                    <a:pt x="1367051" y="6349247"/>
                    <a:pt x="1575880" y="6547646"/>
                  </a:cubicBezTo>
                  <a:cubicBezTo>
                    <a:pt x="1680269" y="6646916"/>
                    <a:pt x="1790338" y="6740939"/>
                    <a:pt x="1905228" y="6829468"/>
                  </a:cubicBezTo>
                  <a:lnTo>
                    <a:pt x="1944230" y="6858000"/>
                  </a:lnTo>
                  <a:lnTo>
                    <a:pt x="1372541" y="6858000"/>
                  </a:lnTo>
                  <a:lnTo>
                    <a:pt x="1115251" y="6590005"/>
                  </a:lnTo>
                  <a:cubicBezTo>
                    <a:pt x="418530" y="5790792"/>
                    <a:pt x="0" y="4766182"/>
                    <a:pt x="0" y="3649031"/>
                  </a:cubicBezTo>
                  <a:cubicBezTo>
                    <a:pt x="0" y="2212695"/>
                    <a:pt x="691856" y="929334"/>
                    <a:pt x="1777294" y="81317"/>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1" name="Freeform: Shape 20">
              <a:extLst>
                <a:ext uri="{FF2B5EF4-FFF2-40B4-BE49-F238E27FC236}">
                  <a16:creationId xmlns:a16="http://schemas.microsoft.com/office/drawing/2014/main" id="{82B0ED5C-927D-4C5F-8F27-1B403820B9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3402" y="36937"/>
              <a:ext cx="9767847" cy="6858000"/>
            </a:xfrm>
            <a:custGeom>
              <a:avLst/>
              <a:gdLst>
                <a:gd name="connsiteX0" fmla="*/ 7145704 w 9767847"/>
                <a:gd name="connsiteY0" fmla="*/ 0 h 6858000"/>
                <a:gd name="connsiteX1" fmla="*/ 7875738 w 9767847"/>
                <a:gd name="connsiteY1" fmla="*/ 0 h 6858000"/>
                <a:gd name="connsiteX2" fmla="*/ 7990553 w 9767847"/>
                <a:gd name="connsiteY2" fmla="*/ 85415 h 6858000"/>
                <a:gd name="connsiteX3" fmla="*/ 9767847 w 9767847"/>
                <a:gd name="connsiteY3" fmla="*/ 3653129 h 6858000"/>
                <a:gd name="connsiteX4" fmla="*/ 8652597 w 9767847"/>
                <a:gd name="connsiteY4" fmla="*/ 6594103 h 6858000"/>
                <a:gd name="connsiteX5" fmla="*/ 8399240 w 9767847"/>
                <a:gd name="connsiteY5" fmla="*/ 6858000 h 6858000"/>
                <a:gd name="connsiteX6" fmla="*/ 6766926 w 9767847"/>
                <a:gd name="connsiteY6" fmla="*/ 6858000 h 6858000"/>
                <a:gd name="connsiteX7" fmla="*/ 6804586 w 9767847"/>
                <a:gd name="connsiteY7" fmla="*/ 6821201 h 6858000"/>
                <a:gd name="connsiteX8" fmla="*/ 6881735 w 9767847"/>
                <a:gd name="connsiteY8" fmla="*/ 6745295 h 6858000"/>
                <a:gd name="connsiteX9" fmla="*/ 6958883 w 9767847"/>
                <a:gd name="connsiteY9" fmla="*/ 6668920 h 6858000"/>
                <a:gd name="connsiteX10" fmla="*/ 7267925 w 9767847"/>
                <a:gd name="connsiteY10" fmla="*/ 6359792 h 6858000"/>
                <a:gd name="connsiteX11" fmla="*/ 7424360 w 9767847"/>
                <a:gd name="connsiteY11" fmla="*/ 6204783 h 6858000"/>
                <a:gd name="connsiteX12" fmla="*/ 7504938 w 9767847"/>
                <a:gd name="connsiteY12" fmla="*/ 6126806 h 6858000"/>
                <a:gd name="connsiteX13" fmla="*/ 7546396 w 9767847"/>
                <a:gd name="connsiteY13" fmla="*/ 6087795 h 6858000"/>
                <a:gd name="connsiteX14" fmla="*/ 7588002 w 9767847"/>
                <a:gd name="connsiteY14" fmla="*/ 6049630 h 6858000"/>
                <a:gd name="connsiteX15" fmla="*/ 7631000 w 9767847"/>
                <a:gd name="connsiteY15" fmla="*/ 6010807 h 6858000"/>
                <a:gd name="connsiteX16" fmla="*/ 7675440 w 9767847"/>
                <a:gd name="connsiteY16" fmla="*/ 5972407 h 6858000"/>
                <a:gd name="connsiteX17" fmla="*/ 7720626 w 9767847"/>
                <a:gd name="connsiteY17" fmla="*/ 5934949 h 6858000"/>
                <a:gd name="connsiteX18" fmla="*/ 7766458 w 9767847"/>
                <a:gd name="connsiteY18" fmla="*/ 5898432 h 6858000"/>
                <a:gd name="connsiteX19" fmla="*/ 7955254 w 9767847"/>
                <a:gd name="connsiteY19" fmla="*/ 5760926 h 6858000"/>
                <a:gd name="connsiteX20" fmla="*/ 8352678 w 9767847"/>
                <a:gd name="connsiteY20" fmla="*/ 5521728 h 6858000"/>
                <a:gd name="connsiteX21" fmla="*/ 8451350 w 9767847"/>
                <a:gd name="connsiteY21" fmla="*/ 5469352 h 6858000"/>
                <a:gd name="connsiteX22" fmla="*/ 8548532 w 9767847"/>
                <a:gd name="connsiteY22" fmla="*/ 5417493 h 6858000"/>
                <a:gd name="connsiteX23" fmla="*/ 8729473 w 9767847"/>
                <a:gd name="connsiteY23" fmla="*/ 5314059 h 6858000"/>
                <a:gd name="connsiteX24" fmla="*/ 8770781 w 9767847"/>
                <a:gd name="connsiteY24" fmla="*/ 5287330 h 6858000"/>
                <a:gd name="connsiteX25" fmla="*/ 8790964 w 9767847"/>
                <a:gd name="connsiteY25" fmla="*/ 5273590 h 6858000"/>
                <a:gd name="connsiteX26" fmla="*/ 8810499 w 9767847"/>
                <a:gd name="connsiteY26" fmla="*/ 5259801 h 6858000"/>
                <a:gd name="connsiteX27" fmla="*/ 8883571 w 9767847"/>
                <a:gd name="connsiteY27" fmla="*/ 5202577 h 6858000"/>
                <a:gd name="connsiteX28" fmla="*/ 9006651 w 9767847"/>
                <a:gd name="connsiteY28" fmla="*/ 5074625 h 6858000"/>
                <a:gd name="connsiteX29" fmla="*/ 9033494 w 9767847"/>
                <a:gd name="connsiteY29" fmla="*/ 5038203 h 6858000"/>
                <a:gd name="connsiteX30" fmla="*/ 9040305 w 9767847"/>
                <a:gd name="connsiteY30" fmla="*/ 5028649 h 6858000"/>
                <a:gd name="connsiteX31" fmla="*/ 9046568 w 9767847"/>
                <a:gd name="connsiteY31" fmla="*/ 5019379 h 6858000"/>
                <a:gd name="connsiteX32" fmla="*/ 9058846 w 9767847"/>
                <a:gd name="connsiteY32" fmla="*/ 5000743 h 6858000"/>
                <a:gd name="connsiteX33" fmla="*/ 9104529 w 9767847"/>
                <a:gd name="connsiteY33" fmla="*/ 4922203 h 6858000"/>
                <a:gd name="connsiteX34" fmla="*/ 9181081 w 9767847"/>
                <a:gd name="connsiteY34" fmla="*/ 4748792 h 6858000"/>
                <a:gd name="connsiteX35" fmla="*/ 9240731 w 9767847"/>
                <a:gd name="connsiteY35" fmla="*/ 4561970 h 6858000"/>
                <a:gd name="connsiteX36" fmla="*/ 9265388 w 9767847"/>
                <a:gd name="connsiteY36" fmla="*/ 4465171 h 6858000"/>
                <a:gd name="connsiteX37" fmla="*/ 9276571 w 9767847"/>
                <a:gd name="connsiteY37" fmla="*/ 4416041 h 6858000"/>
                <a:gd name="connsiteX38" fmla="*/ 9281841 w 9767847"/>
                <a:gd name="connsiteY38" fmla="*/ 4391477 h 6858000"/>
                <a:gd name="connsiteX39" fmla="*/ 9286513 w 9767847"/>
                <a:gd name="connsiteY39" fmla="*/ 4368936 h 6858000"/>
                <a:gd name="connsiteX40" fmla="*/ 9296754 w 9767847"/>
                <a:gd name="connsiteY40" fmla="*/ 4316136 h 6858000"/>
                <a:gd name="connsiteX41" fmla="*/ 9301029 w 9767847"/>
                <a:gd name="connsiteY41" fmla="*/ 4293172 h 6858000"/>
                <a:gd name="connsiteX42" fmla="*/ 9302818 w 9767847"/>
                <a:gd name="connsiteY42" fmla="*/ 4282679 h 6858000"/>
                <a:gd name="connsiteX43" fmla="*/ 9304658 w 9767847"/>
                <a:gd name="connsiteY43" fmla="*/ 4270914 h 6858000"/>
                <a:gd name="connsiteX44" fmla="*/ 9312810 w 9767847"/>
                <a:gd name="connsiteY44" fmla="*/ 4220043 h 6858000"/>
                <a:gd name="connsiteX45" fmla="*/ 9316887 w 9767847"/>
                <a:gd name="connsiteY45" fmla="*/ 4194584 h 6858000"/>
                <a:gd name="connsiteX46" fmla="*/ 9318923 w 9767847"/>
                <a:gd name="connsiteY46" fmla="*/ 4181878 h 6858000"/>
                <a:gd name="connsiteX47" fmla="*/ 9320515 w 9767847"/>
                <a:gd name="connsiteY47" fmla="*/ 4168984 h 6858000"/>
                <a:gd name="connsiteX48" fmla="*/ 9332445 w 9767847"/>
                <a:gd name="connsiteY48" fmla="*/ 4069079 h 6858000"/>
                <a:gd name="connsiteX49" fmla="*/ 9336173 w 9767847"/>
                <a:gd name="connsiteY49" fmla="*/ 4022774 h 6858000"/>
                <a:gd name="connsiteX50" fmla="*/ 9340199 w 9767847"/>
                <a:gd name="connsiteY50" fmla="*/ 3969269 h 6858000"/>
                <a:gd name="connsiteX51" fmla="*/ 9347557 w 9767847"/>
                <a:gd name="connsiteY51" fmla="*/ 3770070 h 6858000"/>
                <a:gd name="connsiteX52" fmla="*/ 9346364 w 9767847"/>
                <a:gd name="connsiteY52" fmla="*/ 3669036 h 6858000"/>
                <a:gd name="connsiteX53" fmla="*/ 9344921 w 9767847"/>
                <a:gd name="connsiteY53" fmla="*/ 3619341 h 6858000"/>
                <a:gd name="connsiteX54" fmla="*/ 9344524 w 9767847"/>
                <a:gd name="connsiteY54" fmla="*/ 3607624 h 6858000"/>
                <a:gd name="connsiteX55" fmla="*/ 9343728 w 9767847"/>
                <a:gd name="connsiteY55" fmla="*/ 3594872 h 6858000"/>
                <a:gd name="connsiteX56" fmla="*/ 9342188 w 9767847"/>
                <a:gd name="connsiteY56" fmla="*/ 3569366 h 6858000"/>
                <a:gd name="connsiteX57" fmla="*/ 9339056 w 9767847"/>
                <a:gd name="connsiteY57" fmla="*/ 3518354 h 6858000"/>
                <a:gd name="connsiteX58" fmla="*/ 9334334 w 9767847"/>
                <a:gd name="connsiteY58" fmla="*/ 3467155 h 6858000"/>
                <a:gd name="connsiteX59" fmla="*/ 9329363 w 9767847"/>
                <a:gd name="connsiteY59" fmla="*/ 3415908 h 6858000"/>
                <a:gd name="connsiteX60" fmla="*/ 9328319 w 9767847"/>
                <a:gd name="connsiteY60" fmla="*/ 3404755 h 6858000"/>
                <a:gd name="connsiteX61" fmla="*/ 9327177 w 9767847"/>
                <a:gd name="connsiteY61" fmla="*/ 3394214 h 6858000"/>
                <a:gd name="connsiteX62" fmla="*/ 9324293 w 9767847"/>
                <a:gd name="connsiteY62" fmla="*/ 3370872 h 6858000"/>
                <a:gd name="connsiteX63" fmla="*/ 9320763 w 9767847"/>
                <a:gd name="connsiteY63" fmla="*/ 3344427 h 6858000"/>
                <a:gd name="connsiteX64" fmla="*/ 9317184 w 9767847"/>
                <a:gd name="connsiteY64" fmla="*/ 3315343 h 6858000"/>
                <a:gd name="connsiteX65" fmla="*/ 9311021 w 9767847"/>
                <a:gd name="connsiteY65" fmla="*/ 3270309 h 6858000"/>
                <a:gd name="connsiteX66" fmla="*/ 9302719 w 9767847"/>
                <a:gd name="connsiteY66" fmla="*/ 3219815 h 6858000"/>
                <a:gd name="connsiteX67" fmla="*/ 9293970 w 9767847"/>
                <a:gd name="connsiteY67" fmla="*/ 3169887 h 6858000"/>
                <a:gd name="connsiteX68" fmla="*/ 9252065 w 9767847"/>
                <a:gd name="connsiteY68" fmla="*/ 2971205 h 6858000"/>
                <a:gd name="connsiteX69" fmla="*/ 9227211 w 9767847"/>
                <a:gd name="connsiteY69" fmla="*/ 2872571 h 6858000"/>
                <a:gd name="connsiteX70" fmla="*/ 9220699 w 9767847"/>
                <a:gd name="connsiteY70" fmla="*/ 2848524 h 6858000"/>
                <a:gd name="connsiteX71" fmla="*/ 9213740 w 9767847"/>
                <a:gd name="connsiteY71" fmla="*/ 2824289 h 6858000"/>
                <a:gd name="connsiteX72" fmla="*/ 9199374 w 9767847"/>
                <a:gd name="connsiteY72" fmla="*/ 2775536 h 6858000"/>
                <a:gd name="connsiteX73" fmla="*/ 9061829 w 9767847"/>
                <a:gd name="connsiteY73" fmla="*/ 2389515 h 6858000"/>
                <a:gd name="connsiteX74" fmla="*/ 8978865 w 9767847"/>
                <a:gd name="connsiteY74" fmla="*/ 2200953 h 6858000"/>
                <a:gd name="connsiteX75" fmla="*/ 8956694 w 9767847"/>
                <a:gd name="connsiteY75" fmla="*/ 2154317 h 6858000"/>
                <a:gd name="connsiteX76" fmla="*/ 8934176 w 9767847"/>
                <a:gd name="connsiteY76" fmla="*/ 2108012 h 6858000"/>
                <a:gd name="connsiteX77" fmla="*/ 8887151 w 9767847"/>
                <a:gd name="connsiteY77" fmla="*/ 2015448 h 6858000"/>
                <a:gd name="connsiteX78" fmla="*/ 8787533 w 9767847"/>
                <a:gd name="connsiteY78" fmla="*/ 1832625 h 6858000"/>
                <a:gd name="connsiteX79" fmla="*/ 8761485 w 9767847"/>
                <a:gd name="connsiteY79" fmla="*/ 1787496 h 6858000"/>
                <a:gd name="connsiteX80" fmla="*/ 8734791 w 9767847"/>
                <a:gd name="connsiteY80" fmla="*/ 1741991 h 6858000"/>
                <a:gd name="connsiteX81" fmla="*/ 8680808 w 9767847"/>
                <a:gd name="connsiteY81" fmla="*/ 1652910 h 6858000"/>
                <a:gd name="connsiteX82" fmla="*/ 8567024 w 9767847"/>
                <a:gd name="connsiteY82" fmla="*/ 1477004 h 6858000"/>
                <a:gd name="connsiteX83" fmla="*/ 8537446 w 9767847"/>
                <a:gd name="connsiteY83" fmla="*/ 1433428 h 6858000"/>
                <a:gd name="connsiteX84" fmla="*/ 8507423 w 9767847"/>
                <a:gd name="connsiteY84" fmla="*/ 1389994 h 6858000"/>
                <a:gd name="connsiteX85" fmla="*/ 8446529 w 9767847"/>
                <a:gd name="connsiteY85" fmla="*/ 1304393 h 6858000"/>
                <a:gd name="connsiteX86" fmla="*/ 8319224 w 9767847"/>
                <a:gd name="connsiteY86" fmla="*/ 1135124 h 6858000"/>
                <a:gd name="connsiteX87" fmla="*/ 8286366 w 9767847"/>
                <a:gd name="connsiteY87" fmla="*/ 1093148 h 6858000"/>
                <a:gd name="connsiteX88" fmla="*/ 8270161 w 9767847"/>
                <a:gd name="connsiteY88" fmla="*/ 1072538 h 6858000"/>
                <a:gd name="connsiteX89" fmla="*/ 8253856 w 9767847"/>
                <a:gd name="connsiteY89" fmla="*/ 1052254 h 6858000"/>
                <a:gd name="connsiteX90" fmla="*/ 8186352 w 9767847"/>
                <a:gd name="connsiteY90" fmla="*/ 970373 h 6858000"/>
                <a:gd name="connsiteX91" fmla="*/ 8046768 w 9767847"/>
                <a:gd name="connsiteY91" fmla="*/ 809527 h 6858000"/>
                <a:gd name="connsiteX92" fmla="*/ 8010927 w 9767847"/>
                <a:gd name="connsiteY92" fmla="*/ 769951 h 6858000"/>
                <a:gd name="connsiteX93" fmla="*/ 7974788 w 9767847"/>
                <a:gd name="connsiteY93" fmla="*/ 730751 h 6858000"/>
                <a:gd name="connsiteX94" fmla="*/ 7901070 w 9767847"/>
                <a:gd name="connsiteY94" fmla="*/ 652823 h 6858000"/>
                <a:gd name="connsiteX95" fmla="*/ 7750054 w 9767847"/>
                <a:gd name="connsiteY95" fmla="*/ 501106 h 6858000"/>
                <a:gd name="connsiteX96" fmla="*/ 7592277 w 9767847"/>
                <a:gd name="connsiteY96" fmla="*/ 355319 h 6858000"/>
                <a:gd name="connsiteX97" fmla="*/ 7257734 w 9767847"/>
                <a:gd name="connsiteY97" fmla="*/ 81062 h 6858000"/>
                <a:gd name="connsiteX98" fmla="*/ 1892109 w 9767847"/>
                <a:gd name="connsiteY98" fmla="*/ 0 h 6858000"/>
                <a:gd name="connsiteX99" fmla="*/ 2298402 w 9767847"/>
                <a:gd name="connsiteY99" fmla="*/ 0 h 6858000"/>
                <a:gd name="connsiteX100" fmla="*/ 2135542 w 9767847"/>
                <a:gd name="connsiteY100" fmla="*/ 121879 h 6858000"/>
                <a:gd name="connsiteX101" fmla="*/ 1969576 w 9767847"/>
                <a:gd name="connsiteY101" fmla="*/ 259084 h 6858000"/>
                <a:gd name="connsiteX102" fmla="*/ 1659938 w 9767847"/>
                <a:gd name="connsiteY102" fmla="*/ 553953 h 6858000"/>
                <a:gd name="connsiteX103" fmla="*/ 729383 w 9767847"/>
                <a:gd name="connsiteY103" fmla="*/ 1940578 h 6858000"/>
                <a:gd name="connsiteX104" fmla="*/ 578465 w 9767847"/>
                <a:gd name="connsiteY104" fmla="*/ 2324905 h 6858000"/>
                <a:gd name="connsiteX105" fmla="*/ 465080 w 9767847"/>
                <a:gd name="connsiteY105" fmla="*/ 2718973 h 6858000"/>
                <a:gd name="connsiteX106" fmla="*/ 423820 w 9767847"/>
                <a:gd name="connsiteY106" fmla="*/ 2919535 h 6858000"/>
                <a:gd name="connsiteX107" fmla="*/ 392355 w 9767847"/>
                <a:gd name="connsiteY107" fmla="*/ 3122169 h 6858000"/>
                <a:gd name="connsiteX108" fmla="*/ 358801 w 9767847"/>
                <a:gd name="connsiteY108" fmla="*/ 3531013 h 6858000"/>
                <a:gd name="connsiteX109" fmla="*/ 410350 w 9767847"/>
                <a:gd name="connsiteY109" fmla="*/ 4352324 h 6858000"/>
                <a:gd name="connsiteX110" fmla="*/ 449022 w 9767847"/>
                <a:gd name="connsiteY110" fmla="*/ 4555147 h 6858000"/>
                <a:gd name="connsiteX111" fmla="*/ 498882 w 9767847"/>
                <a:gd name="connsiteY111" fmla="*/ 4756463 h 6858000"/>
                <a:gd name="connsiteX112" fmla="*/ 559775 w 9767847"/>
                <a:gd name="connsiteY112" fmla="*/ 4955755 h 6858000"/>
                <a:gd name="connsiteX113" fmla="*/ 631406 w 9767847"/>
                <a:gd name="connsiteY113" fmla="*/ 5152084 h 6858000"/>
                <a:gd name="connsiteX114" fmla="*/ 1023461 w 9767847"/>
                <a:gd name="connsiteY114" fmla="*/ 5898055 h 6858000"/>
                <a:gd name="connsiteX115" fmla="*/ 1575880 w 9767847"/>
                <a:gd name="connsiteY115" fmla="*/ 6551744 h 6858000"/>
                <a:gd name="connsiteX116" fmla="*/ 1905228 w 9767847"/>
                <a:gd name="connsiteY116" fmla="*/ 6833566 h 6858000"/>
                <a:gd name="connsiteX117" fmla="*/ 1938629 w 9767847"/>
                <a:gd name="connsiteY117" fmla="*/ 6858000 h 6858000"/>
                <a:gd name="connsiteX118" fmla="*/ 1368607 w 9767847"/>
                <a:gd name="connsiteY118" fmla="*/ 6858000 h 6858000"/>
                <a:gd name="connsiteX119" fmla="*/ 1115251 w 9767847"/>
                <a:gd name="connsiteY119" fmla="*/ 6594103 h 6858000"/>
                <a:gd name="connsiteX120" fmla="*/ 0 w 9767847"/>
                <a:gd name="connsiteY120" fmla="*/ 3653129 h 6858000"/>
                <a:gd name="connsiteX121" fmla="*/ 1777294 w 9767847"/>
                <a:gd name="connsiteY121" fmla="*/ 854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9767847" h="6858000">
                  <a:moveTo>
                    <a:pt x="7145704" y="0"/>
                  </a:moveTo>
                  <a:lnTo>
                    <a:pt x="7875738" y="0"/>
                  </a:lnTo>
                  <a:lnTo>
                    <a:pt x="7990553" y="85415"/>
                  </a:lnTo>
                  <a:cubicBezTo>
                    <a:pt x="9075991" y="933432"/>
                    <a:pt x="9767847" y="2216793"/>
                    <a:pt x="9767847" y="3653129"/>
                  </a:cubicBezTo>
                  <a:cubicBezTo>
                    <a:pt x="9767847" y="4770280"/>
                    <a:pt x="9349317" y="5794890"/>
                    <a:pt x="8652597" y="6594103"/>
                  </a:cubicBezTo>
                  <a:lnTo>
                    <a:pt x="8399240" y="6858000"/>
                  </a:lnTo>
                  <a:lnTo>
                    <a:pt x="6766926" y="6858000"/>
                  </a:lnTo>
                  <a:lnTo>
                    <a:pt x="6804586" y="6821201"/>
                  </a:lnTo>
                  <a:lnTo>
                    <a:pt x="6881735" y="6745295"/>
                  </a:lnTo>
                  <a:cubicBezTo>
                    <a:pt x="6907435" y="6719979"/>
                    <a:pt x="6933134" y="6694896"/>
                    <a:pt x="6958883" y="6668920"/>
                  </a:cubicBezTo>
                  <a:lnTo>
                    <a:pt x="7267925" y="6359792"/>
                  </a:lnTo>
                  <a:lnTo>
                    <a:pt x="7424360" y="6204783"/>
                  </a:lnTo>
                  <a:cubicBezTo>
                    <a:pt x="7450754" y="6178900"/>
                    <a:pt x="7477598" y="6152829"/>
                    <a:pt x="7504938" y="6126806"/>
                  </a:cubicBezTo>
                  <a:lnTo>
                    <a:pt x="7546396" y="6087795"/>
                  </a:lnTo>
                  <a:cubicBezTo>
                    <a:pt x="7560264" y="6074901"/>
                    <a:pt x="7574780" y="6061630"/>
                    <a:pt x="7588002" y="6049630"/>
                  </a:cubicBezTo>
                  <a:lnTo>
                    <a:pt x="7631000" y="6010807"/>
                  </a:lnTo>
                  <a:lnTo>
                    <a:pt x="7675440" y="5972407"/>
                  </a:lnTo>
                  <a:cubicBezTo>
                    <a:pt x="7690404" y="5959796"/>
                    <a:pt x="7705564" y="5947419"/>
                    <a:pt x="7720626" y="5934949"/>
                  </a:cubicBezTo>
                  <a:cubicBezTo>
                    <a:pt x="7735738" y="5922525"/>
                    <a:pt x="7751197" y="5910619"/>
                    <a:pt x="7766458" y="5898432"/>
                  </a:cubicBezTo>
                  <a:cubicBezTo>
                    <a:pt x="7827949" y="5850290"/>
                    <a:pt x="7890979" y="5804597"/>
                    <a:pt x="7955254" y="5760926"/>
                  </a:cubicBezTo>
                  <a:cubicBezTo>
                    <a:pt x="8083800" y="5673632"/>
                    <a:pt x="8216872" y="5594434"/>
                    <a:pt x="8352678" y="5521728"/>
                  </a:cubicBezTo>
                  <a:lnTo>
                    <a:pt x="8451350" y="5469352"/>
                  </a:lnTo>
                  <a:lnTo>
                    <a:pt x="8548532" y="5417493"/>
                  </a:lnTo>
                  <a:cubicBezTo>
                    <a:pt x="8612110" y="5383188"/>
                    <a:pt x="8673251" y="5349306"/>
                    <a:pt x="8729473" y="5314059"/>
                  </a:cubicBezTo>
                  <a:cubicBezTo>
                    <a:pt x="8743591" y="5305213"/>
                    <a:pt x="8757161" y="5296459"/>
                    <a:pt x="8770781" y="5287330"/>
                  </a:cubicBezTo>
                  <a:cubicBezTo>
                    <a:pt x="8777591" y="5282765"/>
                    <a:pt x="8784451" y="5278201"/>
                    <a:pt x="8790964" y="5273590"/>
                  </a:cubicBezTo>
                  <a:cubicBezTo>
                    <a:pt x="8797574" y="5268977"/>
                    <a:pt x="8804235" y="5264412"/>
                    <a:pt x="8810499" y="5259801"/>
                  </a:cubicBezTo>
                  <a:cubicBezTo>
                    <a:pt x="8835999" y="5241401"/>
                    <a:pt x="8860407" y="5222389"/>
                    <a:pt x="8883571" y="5202577"/>
                  </a:cubicBezTo>
                  <a:cubicBezTo>
                    <a:pt x="8929900" y="5162954"/>
                    <a:pt x="8971258" y="5120413"/>
                    <a:pt x="9006651" y="5074625"/>
                  </a:cubicBezTo>
                  <a:cubicBezTo>
                    <a:pt x="9015351" y="5063426"/>
                    <a:pt x="9024398" y="5050955"/>
                    <a:pt x="9033494" y="5038203"/>
                  </a:cubicBezTo>
                  <a:lnTo>
                    <a:pt x="9040305" y="5028649"/>
                  </a:lnTo>
                  <a:lnTo>
                    <a:pt x="9046568" y="5019379"/>
                  </a:lnTo>
                  <a:cubicBezTo>
                    <a:pt x="9050743" y="5013261"/>
                    <a:pt x="9054819" y="5007050"/>
                    <a:pt x="9058846" y="5000743"/>
                  </a:cubicBezTo>
                  <a:cubicBezTo>
                    <a:pt x="9075002" y="4975615"/>
                    <a:pt x="9090212" y="4949403"/>
                    <a:pt x="9104529" y="4922203"/>
                  </a:cubicBezTo>
                  <a:cubicBezTo>
                    <a:pt x="9133211" y="4867850"/>
                    <a:pt x="9158313" y="4809545"/>
                    <a:pt x="9181081" y="4748792"/>
                  </a:cubicBezTo>
                  <a:cubicBezTo>
                    <a:pt x="9203748" y="4688276"/>
                    <a:pt x="9223383" y="4625876"/>
                    <a:pt x="9240731" y="4561970"/>
                  </a:cubicBezTo>
                  <a:cubicBezTo>
                    <a:pt x="9249481" y="4530064"/>
                    <a:pt x="9257682" y="4497782"/>
                    <a:pt x="9265388" y="4465171"/>
                  </a:cubicBezTo>
                  <a:cubicBezTo>
                    <a:pt x="9269215" y="4448842"/>
                    <a:pt x="9272943" y="4432465"/>
                    <a:pt x="9276571" y="4416041"/>
                  </a:cubicBezTo>
                  <a:lnTo>
                    <a:pt x="9281841" y="4391477"/>
                  </a:lnTo>
                  <a:lnTo>
                    <a:pt x="9286513" y="4368936"/>
                  </a:lnTo>
                  <a:lnTo>
                    <a:pt x="9296754" y="4316136"/>
                  </a:lnTo>
                  <a:lnTo>
                    <a:pt x="9301029" y="4293172"/>
                  </a:lnTo>
                  <a:lnTo>
                    <a:pt x="9302818" y="4282679"/>
                  </a:lnTo>
                  <a:lnTo>
                    <a:pt x="9304658" y="4270914"/>
                  </a:lnTo>
                  <a:lnTo>
                    <a:pt x="9312810" y="4220043"/>
                  </a:lnTo>
                  <a:lnTo>
                    <a:pt x="9316887" y="4194584"/>
                  </a:lnTo>
                  <a:lnTo>
                    <a:pt x="9318923" y="4181878"/>
                  </a:lnTo>
                  <a:cubicBezTo>
                    <a:pt x="9319570" y="4177644"/>
                    <a:pt x="9319969" y="4173267"/>
                    <a:pt x="9320515" y="4168984"/>
                  </a:cubicBezTo>
                  <a:lnTo>
                    <a:pt x="9332445" y="4069079"/>
                  </a:lnTo>
                  <a:cubicBezTo>
                    <a:pt x="9333836" y="4056468"/>
                    <a:pt x="9334880" y="4040986"/>
                    <a:pt x="9336173" y="4022774"/>
                  </a:cubicBezTo>
                  <a:lnTo>
                    <a:pt x="9340199" y="3969269"/>
                  </a:lnTo>
                  <a:cubicBezTo>
                    <a:pt x="9345071" y="3903904"/>
                    <a:pt x="9347358" y="3837081"/>
                    <a:pt x="9347557" y="3770070"/>
                  </a:cubicBezTo>
                  <a:cubicBezTo>
                    <a:pt x="9347656" y="3736518"/>
                    <a:pt x="9347209" y="3702871"/>
                    <a:pt x="9346364" y="3669036"/>
                  </a:cubicBezTo>
                  <a:lnTo>
                    <a:pt x="9344921" y="3619341"/>
                  </a:lnTo>
                  <a:lnTo>
                    <a:pt x="9344524" y="3607624"/>
                  </a:lnTo>
                  <a:lnTo>
                    <a:pt x="9343728" y="3594872"/>
                  </a:lnTo>
                  <a:lnTo>
                    <a:pt x="9342188" y="3569366"/>
                  </a:lnTo>
                  <a:lnTo>
                    <a:pt x="9339056" y="3518354"/>
                  </a:lnTo>
                  <a:cubicBezTo>
                    <a:pt x="9337914" y="3501319"/>
                    <a:pt x="9335874" y="3484236"/>
                    <a:pt x="9334334" y="3467155"/>
                  </a:cubicBezTo>
                  <a:lnTo>
                    <a:pt x="9329363" y="3415908"/>
                  </a:lnTo>
                  <a:lnTo>
                    <a:pt x="9328319" y="3404755"/>
                  </a:lnTo>
                  <a:lnTo>
                    <a:pt x="9327177" y="3394214"/>
                  </a:lnTo>
                  <a:lnTo>
                    <a:pt x="9324293" y="3370872"/>
                  </a:lnTo>
                  <a:lnTo>
                    <a:pt x="9320763" y="3344427"/>
                  </a:lnTo>
                  <a:lnTo>
                    <a:pt x="9317184" y="3315343"/>
                  </a:lnTo>
                  <a:cubicBezTo>
                    <a:pt x="9315594" y="3300991"/>
                    <a:pt x="9313506" y="3286404"/>
                    <a:pt x="9311021" y="3270309"/>
                  </a:cubicBezTo>
                  <a:lnTo>
                    <a:pt x="9302719" y="3219815"/>
                  </a:lnTo>
                  <a:cubicBezTo>
                    <a:pt x="9299936" y="3203157"/>
                    <a:pt x="9297003" y="3186498"/>
                    <a:pt x="9293970" y="3169887"/>
                  </a:cubicBezTo>
                  <a:cubicBezTo>
                    <a:pt x="9281891" y="3103393"/>
                    <a:pt x="9267674" y="3037182"/>
                    <a:pt x="9252065" y="2971205"/>
                  </a:cubicBezTo>
                  <a:cubicBezTo>
                    <a:pt x="9244261" y="2938265"/>
                    <a:pt x="9235959" y="2905371"/>
                    <a:pt x="9227211" y="2872571"/>
                  </a:cubicBezTo>
                  <a:lnTo>
                    <a:pt x="9220699" y="2848524"/>
                  </a:lnTo>
                  <a:lnTo>
                    <a:pt x="9213740" y="2824289"/>
                  </a:lnTo>
                  <a:cubicBezTo>
                    <a:pt x="9209216" y="2808147"/>
                    <a:pt x="9204345" y="2791866"/>
                    <a:pt x="9199374" y="2775536"/>
                  </a:cubicBezTo>
                  <a:cubicBezTo>
                    <a:pt x="9159855" y="2645184"/>
                    <a:pt x="9114272" y="2516197"/>
                    <a:pt x="9061829" y="2389515"/>
                  </a:cubicBezTo>
                  <a:cubicBezTo>
                    <a:pt x="9035582" y="2326175"/>
                    <a:pt x="9008043" y="2263258"/>
                    <a:pt x="8978865" y="2200953"/>
                  </a:cubicBezTo>
                  <a:lnTo>
                    <a:pt x="8956694" y="2154317"/>
                  </a:lnTo>
                  <a:lnTo>
                    <a:pt x="8934176" y="2108012"/>
                  </a:lnTo>
                  <a:cubicBezTo>
                    <a:pt x="8918915" y="2077189"/>
                    <a:pt x="8903157" y="2046130"/>
                    <a:pt x="8887151" y="2015448"/>
                  </a:cubicBezTo>
                  <a:cubicBezTo>
                    <a:pt x="8854988" y="1953989"/>
                    <a:pt x="8822082" y="1892908"/>
                    <a:pt x="8787533" y="1832625"/>
                  </a:cubicBezTo>
                  <a:lnTo>
                    <a:pt x="8761485" y="1787496"/>
                  </a:lnTo>
                  <a:lnTo>
                    <a:pt x="8734791" y="1741991"/>
                  </a:lnTo>
                  <a:cubicBezTo>
                    <a:pt x="8717047" y="1711921"/>
                    <a:pt x="8699200" y="1682461"/>
                    <a:pt x="8680808" y="1652910"/>
                  </a:cubicBezTo>
                  <a:cubicBezTo>
                    <a:pt x="8644322" y="1593756"/>
                    <a:pt x="8606194" y="1535216"/>
                    <a:pt x="8567024" y="1477004"/>
                  </a:cubicBezTo>
                  <a:lnTo>
                    <a:pt x="8537446" y="1433428"/>
                  </a:lnTo>
                  <a:lnTo>
                    <a:pt x="8507423" y="1389994"/>
                  </a:lnTo>
                  <a:cubicBezTo>
                    <a:pt x="8487390" y="1361382"/>
                    <a:pt x="8467158" y="1332817"/>
                    <a:pt x="8446529" y="1304393"/>
                  </a:cubicBezTo>
                  <a:cubicBezTo>
                    <a:pt x="8405271" y="1247595"/>
                    <a:pt x="8362718" y="1191218"/>
                    <a:pt x="8319224" y="1135124"/>
                  </a:cubicBezTo>
                  <a:lnTo>
                    <a:pt x="8286366" y="1093148"/>
                  </a:lnTo>
                  <a:lnTo>
                    <a:pt x="8270161" y="1072538"/>
                  </a:lnTo>
                  <a:lnTo>
                    <a:pt x="8253856" y="1052254"/>
                  </a:lnTo>
                  <a:cubicBezTo>
                    <a:pt x="8231636" y="1024773"/>
                    <a:pt x="8209117" y="997479"/>
                    <a:pt x="8186352" y="970373"/>
                  </a:cubicBezTo>
                  <a:cubicBezTo>
                    <a:pt x="8140917" y="916020"/>
                    <a:pt x="8094240" y="862515"/>
                    <a:pt x="8046768" y="809527"/>
                  </a:cubicBezTo>
                  <a:lnTo>
                    <a:pt x="8010927" y="769951"/>
                  </a:lnTo>
                  <a:lnTo>
                    <a:pt x="7974788" y="730751"/>
                  </a:lnTo>
                  <a:cubicBezTo>
                    <a:pt x="7950382" y="704587"/>
                    <a:pt x="7925824" y="678563"/>
                    <a:pt x="7901070" y="652823"/>
                  </a:cubicBezTo>
                  <a:cubicBezTo>
                    <a:pt x="7851510" y="601387"/>
                    <a:pt x="7801404" y="550612"/>
                    <a:pt x="7750054" y="501106"/>
                  </a:cubicBezTo>
                  <a:cubicBezTo>
                    <a:pt x="7698902" y="451742"/>
                    <a:pt x="7645913" y="403036"/>
                    <a:pt x="7592277" y="355319"/>
                  </a:cubicBezTo>
                  <a:cubicBezTo>
                    <a:pt x="7484856" y="259884"/>
                    <a:pt x="7373308" y="168402"/>
                    <a:pt x="7257734" y="81062"/>
                  </a:cubicBezTo>
                  <a:close/>
                  <a:moveTo>
                    <a:pt x="1892109" y="0"/>
                  </a:moveTo>
                  <a:lnTo>
                    <a:pt x="2298402" y="0"/>
                  </a:lnTo>
                  <a:lnTo>
                    <a:pt x="2135542" y="121879"/>
                  </a:lnTo>
                  <a:cubicBezTo>
                    <a:pt x="2078998" y="166378"/>
                    <a:pt x="2023659" y="212143"/>
                    <a:pt x="1969576" y="259084"/>
                  </a:cubicBezTo>
                  <a:cubicBezTo>
                    <a:pt x="1861309" y="352918"/>
                    <a:pt x="1758064" y="451412"/>
                    <a:pt x="1659938" y="553953"/>
                  </a:cubicBezTo>
                  <a:cubicBezTo>
                    <a:pt x="1266987" y="964444"/>
                    <a:pt x="953820" y="1435593"/>
                    <a:pt x="729383" y="1940578"/>
                  </a:cubicBezTo>
                  <a:cubicBezTo>
                    <a:pt x="673260" y="2066459"/>
                    <a:pt x="622855" y="2195070"/>
                    <a:pt x="578465" y="2324905"/>
                  </a:cubicBezTo>
                  <a:cubicBezTo>
                    <a:pt x="534125" y="2454785"/>
                    <a:pt x="496147" y="2586314"/>
                    <a:pt x="465080" y="2718973"/>
                  </a:cubicBezTo>
                  <a:cubicBezTo>
                    <a:pt x="449769" y="2785089"/>
                    <a:pt x="435850" y="2852289"/>
                    <a:pt x="423820" y="2919535"/>
                  </a:cubicBezTo>
                  <a:cubicBezTo>
                    <a:pt x="411840" y="2986829"/>
                    <a:pt x="401054" y="3054358"/>
                    <a:pt x="392355" y="3122169"/>
                  </a:cubicBezTo>
                  <a:cubicBezTo>
                    <a:pt x="374509" y="3257744"/>
                    <a:pt x="363424" y="3393978"/>
                    <a:pt x="358801" y="3531013"/>
                  </a:cubicBezTo>
                  <a:cubicBezTo>
                    <a:pt x="349009" y="3804941"/>
                    <a:pt x="366357" y="4079668"/>
                    <a:pt x="410350" y="4352324"/>
                  </a:cubicBezTo>
                  <a:cubicBezTo>
                    <a:pt x="421286" y="4420230"/>
                    <a:pt x="434209" y="4487758"/>
                    <a:pt x="449022" y="4555147"/>
                  </a:cubicBezTo>
                  <a:cubicBezTo>
                    <a:pt x="463737" y="4622534"/>
                    <a:pt x="480389" y="4689686"/>
                    <a:pt x="498882" y="4756463"/>
                  </a:cubicBezTo>
                  <a:cubicBezTo>
                    <a:pt x="517373" y="4823239"/>
                    <a:pt x="537704" y="4889733"/>
                    <a:pt x="559775" y="4955755"/>
                  </a:cubicBezTo>
                  <a:cubicBezTo>
                    <a:pt x="581946" y="5021873"/>
                    <a:pt x="605358" y="5087473"/>
                    <a:pt x="631406" y="5152084"/>
                  </a:cubicBezTo>
                  <a:cubicBezTo>
                    <a:pt x="734055" y="5411706"/>
                    <a:pt x="865188" y="5662668"/>
                    <a:pt x="1023461" y="5898055"/>
                  </a:cubicBezTo>
                  <a:cubicBezTo>
                    <a:pt x="1181487" y="6133676"/>
                    <a:pt x="1367051" y="6353345"/>
                    <a:pt x="1575880" y="6551744"/>
                  </a:cubicBezTo>
                  <a:cubicBezTo>
                    <a:pt x="1680269" y="6651014"/>
                    <a:pt x="1790338" y="6745037"/>
                    <a:pt x="1905228" y="6833566"/>
                  </a:cubicBezTo>
                  <a:lnTo>
                    <a:pt x="1938629" y="6858000"/>
                  </a:lnTo>
                  <a:lnTo>
                    <a:pt x="1368607" y="6858000"/>
                  </a:lnTo>
                  <a:lnTo>
                    <a:pt x="1115251" y="6594103"/>
                  </a:lnTo>
                  <a:cubicBezTo>
                    <a:pt x="418530" y="5794890"/>
                    <a:pt x="0" y="4770280"/>
                    <a:pt x="0" y="3653129"/>
                  </a:cubicBezTo>
                  <a:cubicBezTo>
                    <a:pt x="0" y="2216793"/>
                    <a:pt x="691856" y="933432"/>
                    <a:pt x="1777294" y="85415"/>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grpSp>
      <p:sp>
        <p:nvSpPr>
          <p:cNvPr id="2" name="Title 1">
            <a:extLst>
              <a:ext uri="{FF2B5EF4-FFF2-40B4-BE49-F238E27FC236}">
                <a16:creationId xmlns:a16="http://schemas.microsoft.com/office/drawing/2014/main" id="{8FB44EAD-9809-7711-9716-CB8F557A1391}"/>
              </a:ext>
            </a:extLst>
          </p:cNvPr>
          <p:cNvSpPr>
            <a:spLocks noGrp="1"/>
          </p:cNvSpPr>
          <p:nvPr>
            <p:ph type="ctrTitle"/>
          </p:nvPr>
        </p:nvSpPr>
        <p:spPr>
          <a:xfrm>
            <a:off x="876300" y="45868"/>
            <a:ext cx="10263459" cy="923925"/>
          </a:xfrm>
        </p:spPr>
        <p:txBody>
          <a:bodyPr anchor="b">
            <a:normAutofit/>
          </a:bodyPr>
          <a:lstStyle/>
          <a:p>
            <a:r>
              <a:rPr lang="en-IN" sz="4000" dirty="0">
                <a:solidFill>
                  <a:schemeClr val="tx2"/>
                </a:solidFill>
                <a:latin typeface="Engravers MT" panose="02090707080505020304" pitchFamily="18" charset="0"/>
              </a:rPr>
              <a:t>History  of MISRA-C</a:t>
            </a:r>
            <a:endParaRPr lang="en-IN" sz="4000" dirty="0">
              <a:solidFill>
                <a:schemeClr val="tx2"/>
              </a:solidFill>
            </a:endParaRPr>
          </a:p>
        </p:txBody>
      </p:sp>
      <p:grpSp>
        <p:nvGrpSpPr>
          <p:cNvPr id="23" name="Group 22">
            <a:extLst>
              <a:ext uri="{FF2B5EF4-FFF2-40B4-BE49-F238E27FC236}">
                <a16:creationId xmlns:a16="http://schemas.microsoft.com/office/drawing/2014/main" id="{87F87F1B-42BA-4AC7-A4E2-41544DDB2CE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05" y="-4155"/>
            <a:ext cx="2514948" cy="2174333"/>
            <a:chOff x="-305" y="-4155"/>
            <a:chExt cx="2514948" cy="2174333"/>
          </a:xfrm>
        </p:grpSpPr>
        <p:sp>
          <p:nvSpPr>
            <p:cNvPr id="24" name="Freeform: Shape 23">
              <a:extLst>
                <a:ext uri="{FF2B5EF4-FFF2-40B4-BE49-F238E27FC236}">
                  <a16:creationId xmlns:a16="http://schemas.microsoft.com/office/drawing/2014/main" id="{68B53067-4E48-4E71-A6A9-A8CAABAFBF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Shape 24">
              <a:extLst>
                <a:ext uri="{FF2B5EF4-FFF2-40B4-BE49-F238E27FC236}">
                  <a16:creationId xmlns:a16="http://schemas.microsoft.com/office/drawing/2014/main" id="{06D1A0D3-4BB8-41D9-9CE7-2884C83F44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reeform: Shape 25">
              <a:extLst>
                <a:ext uri="{FF2B5EF4-FFF2-40B4-BE49-F238E27FC236}">
                  <a16:creationId xmlns:a16="http://schemas.microsoft.com/office/drawing/2014/main" id="{81E20F06-3B09-4B89-A36B-AB8BFBCCA5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27" name="Freeform: Shape 26">
              <a:extLst>
                <a:ext uri="{FF2B5EF4-FFF2-40B4-BE49-F238E27FC236}">
                  <a16:creationId xmlns:a16="http://schemas.microsoft.com/office/drawing/2014/main" id="{DAE6C3D7-7D5B-4926-877D-45F117BB6B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9" name="Group 28">
            <a:extLst>
              <a:ext uri="{FF2B5EF4-FFF2-40B4-BE49-F238E27FC236}">
                <a16:creationId xmlns:a16="http://schemas.microsoft.com/office/drawing/2014/main" id="{967346A5-7569-4F15-AB5D-BE3DADF192C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9685727" y="4683666"/>
            <a:ext cx="2514948" cy="2174333"/>
            <a:chOff x="-305" y="-4155"/>
            <a:chExt cx="2514948" cy="2174333"/>
          </a:xfrm>
        </p:grpSpPr>
        <p:sp>
          <p:nvSpPr>
            <p:cNvPr id="30" name="Freeform: Shape 29">
              <a:extLst>
                <a:ext uri="{FF2B5EF4-FFF2-40B4-BE49-F238E27FC236}">
                  <a16:creationId xmlns:a16="http://schemas.microsoft.com/office/drawing/2014/main" id="{E1951533-A568-4765-AB1F-F71D9AFDEA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reeform: Shape 30">
              <a:extLst>
                <a:ext uri="{FF2B5EF4-FFF2-40B4-BE49-F238E27FC236}">
                  <a16:creationId xmlns:a16="http://schemas.microsoft.com/office/drawing/2014/main" id="{A7214F52-4F3F-4C96-A62E-F1401D6C04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Freeform: Shape 31">
              <a:extLst>
                <a:ext uri="{FF2B5EF4-FFF2-40B4-BE49-F238E27FC236}">
                  <a16:creationId xmlns:a16="http://schemas.microsoft.com/office/drawing/2014/main" id="{023146A1-291C-4FA0-AB5B-EB04D42398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33" name="Freeform: Shape 32">
              <a:extLst>
                <a:ext uri="{FF2B5EF4-FFF2-40B4-BE49-F238E27FC236}">
                  <a16:creationId xmlns:a16="http://schemas.microsoft.com/office/drawing/2014/main" id="{62977932-2B03-4899-8306-5002CEE68E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5" name="Title 1">
            <a:extLst>
              <a:ext uri="{FF2B5EF4-FFF2-40B4-BE49-F238E27FC236}">
                <a16:creationId xmlns:a16="http://schemas.microsoft.com/office/drawing/2014/main" id="{D6EE584E-84BC-FC84-2A5F-A0E7AF1256B7}"/>
              </a:ext>
            </a:extLst>
          </p:cNvPr>
          <p:cNvSpPr txBox="1">
            <a:spLocks/>
          </p:cNvSpPr>
          <p:nvPr/>
        </p:nvSpPr>
        <p:spPr>
          <a:xfrm>
            <a:off x="10382250" y="3983"/>
            <a:ext cx="1809445" cy="44767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2000" dirty="0">
                <a:solidFill>
                  <a:schemeClr val="tx2"/>
                </a:solidFill>
              </a:rPr>
              <a:t>MISRA C -2012</a:t>
            </a:r>
          </a:p>
        </p:txBody>
      </p:sp>
      <p:sp>
        <p:nvSpPr>
          <p:cNvPr id="6" name="Subtitle 2">
            <a:extLst>
              <a:ext uri="{FF2B5EF4-FFF2-40B4-BE49-F238E27FC236}">
                <a16:creationId xmlns:a16="http://schemas.microsoft.com/office/drawing/2014/main" id="{C992C8E1-40D9-45CC-B67A-D8B86D2A381E}"/>
              </a:ext>
            </a:extLst>
          </p:cNvPr>
          <p:cNvSpPr txBox="1">
            <a:spLocks/>
          </p:cNvSpPr>
          <p:nvPr/>
        </p:nvSpPr>
        <p:spPr>
          <a:xfrm>
            <a:off x="3432265" y="853500"/>
            <a:ext cx="5188034" cy="682079"/>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115000"/>
              </a:lnSpc>
              <a:spcAft>
                <a:spcPts val="800"/>
              </a:spcAft>
            </a:pPr>
            <a:r>
              <a:rPr lang="en-IN" kern="100" dirty="0">
                <a:solidFill>
                  <a:srgbClr val="666666"/>
                </a:solidFill>
                <a:effectLst/>
                <a:highlight>
                  <a:srgbClr val="FFFF00"/>
                </a:highlight>
                <a:latin typeface="Times New Roman" panose="02020603050405020304" pitchFamily="18" charset="0"/>
                <a:ea typeface="Aptos" panose="020B0004020202020204" pitchFamily="34" charset="0"/>
                <a:cs typeface="Times New Roman" panose="02020603050405020304" pitchFamily="18" charset="0"/>
              </a:rPr>
              <a:t>Misra2012:Rule-4.2</a:t>
            </a:r>
          </a:p>
        </p:txBody>
      </p:sp>
      <p:sp>
        <p:nvSpPr>
          <p:cNvPr id="3" name="TextBox 2">
            <a:extLst>
              <a:ext uri="{FF2B5EF4-FFF2-40B4-BE49-F238E27FC236}">
                <a16:creationId xmlns:a16="http://schemas.microsoft.com/office/drawing/2014/main" id="{F52B51FF-E201-359D-4743-DA9B627F1CC1}"/>
              </a:ext>
            </a:extLst>
          </p:cNvPr>
          <p:cNvSpPr txBox="1"/>
          <p:nvPr/>
        </p:nvSpPr>
        <p:spPr>
          <a:xfrm>
            <a:off x="1016249" y="1286899"/>
            <a:ext cx="7766610" cy="369332"/>
          </a:xfrm>
          <a:prstGeom prst="rect">
            <a:avLst/>
          </a:prstGeom>
          <a:noFill/>
        </p:spPr>
        <p:txBody>
          <a:bodyPr wrap="square">
            <a:spAutoFit/>
          </a:bodyPr>
          <a:lstStyle/>
          <a:p>
            <a:pPr marL="285750" indent="-285750" algn="l">
              <a:buFont typeface="Wingdings" panose="05000000000000000000" pitchFamily="2" charset="2"/>
              <a:buChar char="q"/>
            </a:pPr>
            <a:r>
              <a:rPr lang="en-US" sz="1800" b="1" i="0" u="none" strike="noStrike" baseline="0" dirty="0">
                <a:latin typeface="Times New Roman" panose="02020603050405020304" pitchFamily="18" charset="0"/>
                <a:cs typeface="Times New Roman" panose="02020603050405020304" pitchFamily="18" charset="0"/>
              </a:rPr>
              <a:t>Trigraphs should not be used</a:t>
            </a:r>
            <a:endParaRPr lang="en-IN" b="1" kern="100" dirty="0">
              <a:effectLst/>
              <a:highlight>
                <a:srgbClr val="FFFF00"/>
              </a:highlight>
              <a:latin typeface="Times New Roman" panose="02020603050405020304" pitchFamily="18" charset="0"/>
              <a:ea typeface="Aptos" panose="020B0004020202020204" pitchFamily="34" charset="0"/>
              <a:cs typeface="Times New Roman" panose="02020603050405020304" pitchFamily="18" charset="0"/>
            </a:endParaRPr>
          </a:p>
        </p:txBody>
      </p:sp>
      <p:sp>
        <p:nvSpPr>
          <p:cNvPr id="11" name="TextBox 10">
            <a:extLst>
              <a:ext uri="{FF2B5EF4-FFF2-40B4-BE49-F238E27FC236}">
                <a16:creationId xmlns:a16="http://schemas.microsoft.com/office/drawing/2014/main" id="{3BAF9C64-DAA2-791C-A360-DC870B79332D}"/>
              </a:ext>
            </a:extLst>
          </p:cNvPr>
          <p:cNvSpPr txBox="1"/>
          <p:nvPr/>
        </p:nvSpPr>
        <p:spPr>
          <a:xfrm>
            <a:off x="1304712" y="1630330"/>
            <a:ext cx="9642403" cy="369332"/>
          </a:xfrm>
          <a:prstGeom prst="rect">
            <a:avLst/>
          </a:prstGeom>
          <a:noFill/>
        </p:spPr>
        <p:txBody>
          <a:bodyPr wrap="square">
            <a:spAutoFit/>
          </a:bodyPr>
          <a:lstStyle/>
          <a:p>
            <a:pPr algn="l"/>
            <a:r>
              <a:rPr lang="en-IN" sz="1800" b="0" i="0" u="none" strike="noStrike" baseline="0" dirty="0">
                <a:latin typeface="OpenSans"/>
              </a:rPr>
              <a:t>Category –</a:t>
            </a:r>
            <a:r>
              <a:rPr lang="en-IN" sz="1800" b="0" i="0" u="none" strike="noStrike" baseline="0" dirty="0">
                <a:latin typeface="OpenSans-Light"/>
              </a:rPr>
              <a:t>Advisory    Analysis </a:t>
            </a:r>
            <a:r>
              <a:rPr lang="en-IN" sz="1800" b="0" i="0" u="none" strike="noStrike" baseline="0" dirty="0">
                <a:latin typeface="OpenSans"/>
              </a:rPr>
              <a:t> -</a:t>
            </a:r>
            <a:r>
              <a:rPr lang="en-IN" sz="1800" b="0" i="0" u="none" strike="noStrike" baseline="0" dirty="0">
                <a:latin typeface="OpenSans-Light"/>
              </a:rPr>
              <a:t> Decidable, Single Translation Unit </a:t>
            </a:r>
            <a:r>
              <a:rPr lang="en-IN" sz="1800" b="0" i="0" u="none" strike="noStrike" baseline="0" dirty="0">
                <a:latin typeface="OpenSans"/>
              </a:rPr>
              <a:t>Applies to -</a:t>
            </a:r>
            <a:r>
              <a:rPr lang="en-IN" sz="1800" b="0" i="0" u="none" strike="noStrike" baseline="0" dirty="0">
                <a:latin typeface="OpenSans-Light"/>
              </a:rPr>
              <a:t> C90, C99</a:t>
            </a:r>
            <a:endParaRPr lang="en-IN" dirty="0"/>
          </a:p>
        </p:txBody>
      </p:sp>
      <p:sp>
        <p:nvSpPr>
          <p:cNvPr id="12" name="TextBox 11">
            <a:extLst>
              <a:ext uri="{FF2B5EF4-FFF2-40B4-BE49-F238E27FC236}">
                <a16:creationId xmlns:a16="http://schemas.microsoft.com/office/drawing/2014/main" id="{3B6B20D6-4372-E7FE-5B7C-3A5C456054FD}"/>
              </a:ext>
            </a:extLst>
          </p:cNvPr>
          <p:cNvSpPr txBox="1"/>
          <p:nvPr/>
        </p:nvSpPr>
        <p:spPr>
          <a:xfrm>
            <a:off x="2695882" y="2700195"/>
            <a:ext cx="7863964" cy="1200329"/>
          </a:xfrm>
          <a:prstGeom prst="rect">
            <a:avLst/>
          </a:prstGeom>
          <a:noFill/>
        </p:spPr>
        <p:txBody>
          <a:bodyPr wrap="square">
            <a:spAutoFit/>
          </a:bodyPr>
          <a:lstStyle/>
          <a:p>
            <a:pPr algn="l"/>
            <a:r>
              <a:rPr lang="en-US" sz="1800" b="0" i="0" u="none" strike="noStrike" baseline="0" dirty="0">
                <a:latin typeface="Times New Roman" panose="02020603050405020304" pitchFamily="18" charset="0"/>
                <a:cs typeface="Times New Roman" panose="02020603050405020304" pitchFamily="18" charset="0"/>
              </a:rPr>
              <a:t>int main() {</a:t>
            </a:r>
          </a:p>
          <a:p>
            <a:pPr algn="l"/>
            <a:r>
              <a:rPr lang="en-US" sz="1800" b="0" i="0" u="none" strike="noStrike" baseline="0" dirty="0">
                <a:highlight>
                  <a:srgbClr val="FFFF00"/>
                </a:highlight>
                <a:latin typeface="Times New Roman" panose="02020603050405020304" pitchFamily="18" charset="0"/>
                <a:cs typeface="Times New Roman" panose="02020603050405020304" pitchFamily="18" charset="0"/>
              </a:rPr>
              <a:t>    </a:t>
            </a:r>
            <a:r>
              <a:rPr lang="en-US" sz="1800" b="0" i="0" u="none" strike="noStrike" baseline="0" dirty="0" err="1">
                <a:highlight>
                  <a:srgbClr val="FFFF00"/>
                </a:highlight>
                <a:latin typeface="Times New Roman" panose="02020603050405020304" pitchFamily="18" charset="0"/>
                <a:cs typeface="Times New Roman" panose="02020603050405020304" pitchFamily="18" charset="0"/>
              </a:rPr>
              <a:t>printf</a:t>
            </a:r>
            <a:r>
              <a:rPr lang="en-US" sz="1800" b="0" i="0" u="none" strike="noStrike" baseline="0" dirty="0">
                <a:highlight>
                  <a:srgbClr val="FFFF00"/>
                </a:highlight>
                <a:latin typeface="Times New Roman" panose="02020603050405020304" pitchFamily="18" charset="0"/>
                <a:cs typeface="Times New Roman" panose="02020603050405020304" pitchFamily="18" charset="0"/>
              </a:rPr>
              <a:t>("This is a backslash: ??/"); // Using trigraph instead of backslash</a:t>
            </a:r>
          </a:p>
          <a:p>
            <a:pPr algn="l"/>
            <a:r>
              <a:rPr lang="en-US" sz="1800" b="0" i="0" u="none" strike="noStrike" baseline="0" dirty="0">
                <a:latin typeface="Times New Roman" panose="02020603050405020304" pitchFamily="18" charset="0"/>
                <a:cs typeface="Times New Roman" panose="02020603050405020304" pitchFamily="18" charset="0"/>
              </a:rPr>
              <a:t>    return 0;</a:t>
            </a:r>
          </a:p>
          <a:p>
            <a:pPr algn="l"/>
            <a:r>
              <a:rPr lang="en-US" sz="1800" b="0" i="0" u="none" strike="noStrike" baseline="0" dirty="0">
                <a:latin typeface="Times New Roman" panose="02020603050405020304" pitchFamily="18" charset="0"/>
                <a:cs typeface="Times New Roman" panose="02020603050405020304" pitchFamily="18" charset="0"/>
              </a:rPr>
              <a:t>}</a:t>
            </a:r>
            <a:endParaRPr lang="en-IN" dirty="0">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3BEBAFEE-B117-F80A-3238-35883C77E34C}"/>
              </a:ext>
            </a:extLst>
          </p:cNvPr>
          <p:cNvSpPr txBox="1"/>
          <p:nvPr/>
        </p:nvSpPr>
        <p:spPr>
          <a:xfrm>
            <a:off x="1205080" y="1912240"/>
            <a:ext cx="10650070" cy="923330"/>
          </a:xfrm>
          <a:prstGeom prst="rect">
            <a:avLst/>
          </a:prstGeom>
          <a:noFill/>
        </p:spPr>
        <p:txBody>
          <a:bodyPr wrap="square">
            <a:spAutoFit/>
          </a:bodyPr>
          <a:lstStyle/>
          <a:p>
            <a:r>
              <a:rPr lang="en-US" b="0" i="0" dirty="0">
                <a:solidFill>
                  <a:srgbClr val="0D0D0D"/>
                </a:solidFill>
                <a:effectLst/>
                <a:latin typeface="Söhne"/>
              </a:rPr>
              <a:t>Trigraphs are sequences of three characters that represent a single character. They were introduced in C programming to allow input of </a:t>
            </a:r>
            <a:r>
              <a:rPr lang="en-US" b="0" i="0" dirty="0">
                <a:solidFill>
                  <a:srgbClr val="0D0D0D"/>
                </a:solidFill>
                <a:effectLst/>
                <a:highlight>
                  <a:srgbClr val="FFFF00"/>
                </a:highlight>
                <a:latin typeface="Söhne"/>
              </a:rPr>
              <a:t>special</a:t>
            </a:r>
            <a:r>
              <a:rPr lang="en-US" b="0" i="0" dirty="0">
                <a:solidFill>
                  <a:srgbClr val="0D0D0D"/>
                </a:solidFill>
                <a:effectLst/>
                <a:latin typeface="Söhne"/>
              </a:rPr>
              <a:t> characters on keyboards that lacked certain symbols.</a:t>
            </a:r>
          </a:p>
          <a:p>
            <a:endParaRPr lang="en-IN"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C571CA19-A36B-7D93-981A-5F92A3EA59D7}"/>
              </a:ext>
            </a:extLst>
          </p:cNvPr>
          <p:cNvSpPr txBox="1"/>
          <p:nvPr/>
        </p:nvSpPr>
        <p:spPr>
          <a:xfrm>
            <a:off x="1300824" y="2734839"/>
            <a:ext cx="1046338" cy="369332"/>
          </a:xfrm>
          <a:prstGeom prst="rect">
            <a:avLst/>
          </a:prstGeom>
          <a:noFill/>
        </p:spPr>
        <p:txBody>
          <a:bodyPr wrap="square">
            <a:spAutoFit/>
          </a:bodyPr>
          <a:lstStyle/>
          <a:p>
            <a:pPr algn="l"/>
            <a:r>
              <a:rPr lang="en-IN" dirty="0">
                <a:highlight>
                  <a:srgbClr val="FFFF00"/>
                </a:highlight>
              </a:rPr>
              <a:t>Example</a:t>
            </a:r>
          </a:p>
        </p:txBody>
      </p:sp>
      <p:sp>
        <p:nvSpPr>
          <p:cNvPr id="9" name="Slide Number Placeholder 8">
            <a:extLst>
              <a:ext uri="{FF2B5EF4-FFF2-40B4-BE49-F238E27FC236}">
                <a16:creationId xmlns:a16="http://schemas.microsoft.com/office/drawing/2014/main" id="{14C7FCFA-67BB-3392-D9F1-BFC2B1F6CE87}"/>
              </a:ext>
            </a:extLst>
          </p:cNvPr>
          <p:cNvSpPr>
            <a:spLocks noGrp="1"/>
          </p:cNvSpPr>
          <p:nvPr>
            <p:ph type="sldNum" sz="quarter" idx="12"/>
          </p:nvPr>
        </p:nvSpPr>
        <p:spPr/>
        <p:txBody>
          <a:bodyPr/>
          <a:lstStyle/>
          <a:p>
            <a:fld id="{91247CA1-BCEC-4DD4-9B23-E2AE1AEA27A6}" type="slidenum">
              <a:rPr lang="en-IN" smtClean="0"/>
              <a:t>25</a:t>
            </a:fld>
            <a:endParaRPr lang="en-IN"/>
          </a:p>
        </p:txBody>
      </p:sp>
      <p:sp>
        <p:nvSpPr>
          <p:cNvPr id="8" name="TextBox 7">
            <a:extLst>
              <a:ext uri="{FF2B5EF4-FFF2-40B4-BE49-F238E27FC236}">
                <a16:creationId xmlns:a16="http://schemas.microsoft.com/office/drawing/2014/main" id="{FADD6E6D-86BC-5393-7CA7-C7FE8A1DEE46}"/>
              </a:ext>
            </a:extLst>
          </p:cNvPr>
          <p:cNvSpPr txBox="1"/>
          <p:nvPr/>
        </p:nvSpPr>
        <p:spPr>
          <a:xfrm>
            <a:off x="10532532" y="526059"/>
            <a:ext cx="1451144" cy="369332"/>
          </a:xfrm>
          <a:prstGeom prst="rect">
            <a:avLst/>
          </a:prstGeom>
          <a:noFill/>
        </p:spPr>
        <p:txBody>
          <a:bodyPr wrap="square">
            <a:spAutoFit/>
          </a:bodyPr>
          <a:lstStyle/>
          <a:p>
            <a:r>
              <a:rPr lang="en-IN" dirty="0"/>
              <a:t>Session 1</a:t>
            </a:r>
          </a:p>
        </p:txBody>
      </p:sp>
    </p:spTree>
    <p:extLst>
      <p:ext uri="{BB962C8B-B14F-4D97-AF65-F5344CB8AC3E}">
        <p14:creationId xmlns:p14="http://schemas.microsoft.com/office/powerpoint/2010/main" val="316738084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5A292AEA-2528-46C0-B426-95822B6141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D8B7B198-E4DF-43CD-AD8C-1998843237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34" name="Freeform: Shape 33">
            <a:extLst>
              <a:ext uri="{FF2B5EF4-FFF2-40B4-BE49-F238E27FC236}">
                <a16:creationId xmlns:a16="http://schemas.microsoft.com/office/drawing/2014/main" id="{2BE67753-EA0E-4819-8D22-0B6600CF7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96934" y="3984"/>
            <a:ext cx="9376632" cy="6858000"/>
          </a:xfrm>
          <a:custGeom>
            <a:avLst/>
            <a:gdLst>
              <a:gd name="connsiteX0" fmla="*/ 1691615 w 9376632"/>
              <a:gd name="connsiteY0" fmla="*/ 0 h 6858000"/>
              <a:gd name="connsiteX1" fmla="*/ 7685017 w 9376632"/>
              <a:gd name="connsiteY1" fmla="*/ 0 h 6858000"/>
              <a:gd name="connsiteX2" fmla="*/ 7840634 w 9376632"/>
              <a:gd name="connsiteY2" fmla="*/ 134799 h 6858000"/>
              <a:gd name="connsiteX3" fmla="*/ 9376632 w 9376632"/>
              <a:gd name="connsiteY3" fmla="*/ 3605175 h 6858000"/>
              <a:gd name="connsiteX4" fmla="*/ 8158692 w 9376632"/>
              <a:gd name="connsiteY4" fmla="*/ 6757493 h 6858000"/>
              <a:gd name="connsiteX5" fmla="*/ 8062868 w 9376632"/>
              <a:gd name="connsiteY5" fmla="*/ 6858000 h 6858000"/>
              <a:gd name="connsiteX6" fmla="*/ 1313765 w 9376632"/>
              <a:gd name="connsiteY6" fmla="*/ 6858000 h 6858000"/>
              <a:gd name="connsiteX7" fmla="*/ 1217940 w 9376632"/>
              <a:gd name="connsiteY7" fmla="*/ 6757493 h 6858000"/>
              <a:gd name="connsiteX8" fmla="*/ 0 w 9376632"/>
              <a:gd name="connsiteY8" fmla="*/ 3605175 h 6858000"/>
              <a:gd name="connsiteX9" fmla="*/ 1535999 w 9376632"/>
              <a:gd name="connsiteY9" fmla="*/ 13479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376632" h="6858000">
                <a:moveTo>
                  <a:pt x="1691615" y="0"/>
                </a:moveTo>
                <a:lnTo>
                  <a:pt x="7685017" y="0"/>
                </a:lnTo>
                <a:lnTo>
                  <a:pt x="7840634" y="134799"/>
                </a:lnTo>
                <a:cubicBezTo>
                  <a:pt x="8784230" y="992423"/>
                  <a:pt x="9376632" y="2229618"/>
                  <a:pt x="9376632" y="3605175"/>
                </a:cubicBezTo>
                <a:cubicBezTo>
                  <a:pt x="9376632" y="4818903"/>
                  <a:pt x="8915419" y="5924908"/>
                  <a:pt x="8158692" y="6757493"/>
                </a:cubicBezTo>
                <a:lnTo>
                  <a:pt x="8062868" y="6858000"/>
                </a:lnTo>
                <a:lnTo>
                  <a:pt x="1313765" y="6858000"/>
                </a:lnTo>
                <a:lnTo>
                  <a:pt x="1217940" y="6757493"/>
                </a:lnTo>
                <a:cubicBezTo>
                  <a:pt x="461213" y="5924908"/>
                  <a:pt x="0" y="4818903"/>
                  <a:pt x="0" y="3605175"/>
                </a:cubicBezTo>
                <a:cubicBezTo>
                  <a:pt x="0" y="2229618"/>
                  <a:pt x="592403" y="992423"/>
                  <a:pt x="1535999" y="134799"/>
                </a:cubicBezTo>
                <a:close/>
              </a:path>
            </a:pathLst>
          </a:cu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5" name="Group 34">
            <a:extLst>
              <a:ext uri="{FF2B5EF4-FFF2-40B4-BE49-F238E27FC236}">
                <a16:creationId xmlns:a16="http://schemas.microsoft.com/office/drawing/2014/main" id="{D76D63AC-0421-45EC-B383-E79A61A78C6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303402" y="3985"/>
            <a:ext cx="9772765" cy="6858000"/>
            <a:chOff x="1303402" y="36937"/>
            <a:chExt cx="9772765" cy="6858000"/>
          </a:xfrm>
          <a:solidFill>
            <a:schemeClr val="bg1">
              <a:alpha val="30000"/>
            </a:schemeClr>
          </a:solidFill>
        </p:grpSpPr>
        <p:sp>
          <p:nvSpPr>
            <p:cNvPr id="15" name="Freeform: Shape 14">
              <a:extLst>
                <a:ext uri="{FF2B5EF4-FFF2-40B4-BE49-F238E27FC236}">
                  <a16:creationId xmlns:a16="http://schemas.microsoft.com/office/drawing/2014/main" id="{B997A32E-7032-4107-9C8B-99DB59EDD5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6937"/>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Shape 15">
              <a:extLst>
                <a:ext uri="{FF2B5EF4-FFF2-40B4-BE49-F238E27FC236}">
                  <a16:creationId xmlns:a16="http://schemas.microsoft.com/office/drawing/2014/main" id="{943BB27F-1470-42CA-91FF-D94BC691C8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6937"/>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Freeform: Shape 16">
              <a:extLst>
                <a:ext uri="{FF2B5EF4-FFF2-40B4-BE49-F238E27FC236}">
                  <a16:creationId xmlns:a16="http://schemas.microsoft.com/office/drawing/2014/main" id="{E997B002-17FD-47B3-A06A-76802FE15C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6937"/>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Freeform: Shape 17">
              <a:extLst>
                <a:ext uri="{FF2B5EF4-FFF2-40B4-BE49-F238E27FC236}">
                  <a16:creationId xmlns:a16="http://schemas.microsoft.com/office/drawing/2014/main" id="{E401EA35-9D2E-43B7-860F-EBB8A6C3E0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6937"/>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Freeform: Shape 18">
              <a:extLst>
                <a:ext uri="{FF2B5EF4-FFF2-40B4-BE49-F238E27FC236}">
                  <a16:creationId xmlns:a16="http://schemas.microsoft.com/office/drawing/2014/main" id="{F8C44827-3D81-4FF9-B4A5-5650D1B20A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6937"/>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Freeform: Shape 19">
              <a:extLst>
                <a:ext uri="{FF2B5EF4-FFF2-40B4-BE49-F238E27FC236}">
                  <a16:creationId xmlns:a16="http://schemas.microsoft.com/office/drawing/2014/main" id="{F613D97F-F6DF-4D32-AD91-209A80E7A2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8320" y="36937"/>
              <a:ext cx="9767847" cy="6858000"/>
            </a:xfrm>
            <a:custGeom>
              <a:avLst/>
              <a:gdLst>
                <a:gd name="connsiteX0" fmla="*/ 7151367 w 9767847"/>
                <a:gd name="connsiteY0" fmla="*/ 0 h 6858000"/>
                <a:gd name="connsiteX1" fmla="*/ 7881247 w 9767847"/>
                <a:gd name="connsiteY1" fmla="*/ 0 h 6858000"/>
                <a:gd name="connsiteX2" fmla="*/ 7990553 w 9767847"/>
                <a:gd name="connsiteY2" fmla="*/ 81317 h 6858000"/>
                <a:gd name="connsiteX3" fmla="*/ 9767847 w 9767847"/>
                <a:gd name="connsiteY3" fmla="*/ 3649031 h 6858000"/>
                <a:gd name="connsiteX4" fmla="*/ 8652597 w 9767847"/>
                <a:gd name="connsiteY4" fmla="*/ 6590005 h 6858000"/>
                <a:gd name="connsiteX5" fmla="*/ 8395306 w 9767847"/>
                <a:gd name="connsiteY5" fmla="*/ 6858000 h 6858000"/>
                <a:gd name="connsiteX6" fmla="*/ 6762603 w 9767847"/>
                <a:gd name="connsiteY6" fmla="*/ 6858000 h 6858000"/>
                <a:gd name="connsiteX7" fmla="*/ 6765962 w 9767847"/>
                <a:gd name="connsiteY7" fmla="*/ 6854844 h 6858000"/>
                <a:gd name="connsiteX8" fmla="*/ 6804586 w 9767847"/>
                <a:gd name="connsiteY8" fmla="*/ 6817103 h 6858000"/>
                <a:gd name="connsiteX9" fmla="*/ 6881735 w 9767847"/>
                <a:gd name="connsiteY9" fmla="*/ 6741197 h 6858000"/>
                <a:gd name="connsiteX10" fmla="*/ 6958883 w 9767847"/>
                <a:gd name="connsiteY10" fmla="*/ 6664822 h 6858000"/>
                <a:gd name="connsiteX11" fmla="*/ 7267925 w 9767847"/>
                <a:gd name="connsiteY11" fmla="*/ 6355694 h 6858000"/>
                <a:gd name="connsiteX12" fmla="*/ 7424360 w 9767847"/>
                <a:gd name="connsiteY12" fmla="*/ 6200685 h 6858000"/>
                <a:gd name="connsiteX13" fmla="*/ 7504938 w 9767847"/>
                <a:gd name="connsiteY13" fmla="*/ 6122708 h 6858000"/>
                <a:gd name="connsiteX14" fmla="*/ 7546396 w 9767847"/>
                <a:gd name="connsiteY14" fmla="*/ 6083697 h 6858000"/>
                <a:gd name="connsiteX15" fmla="*/ 7588002 w 9767847"/>
                <a:gd name="connsiteY15" fmla="*/ 6045532 h 6858000"/>
                <a:gd name="connsiteX16" fmla="*/ 7631000 w 9767847"/>
                <a:gd name="connsiteY16" fmla="*/ 6006709 h 6858000"/>
                <a:gd name="connsiteX17" fmla="*/ 7675440 w 9767847"/>
                <a:gd name="connsiteY17" fmla="*/ 5968309 h 6858000"/>
                <a:gd name="connsiteX18" fmla="*/ 7720626 w 9767847"/>
                <a:gd name="connsiteY18" fmla="*/ 5930851 h 6858000"/>
                <a:gd name="connsiteX19" fmla="*/ 7766458 w 9767847"/>
                <a:gd name="connsiteY19" fmla="*/ 5894334 h 6858000"/>
                <a:gd name="connsiteX20" fmla="*/ 7955254 w 9767847"/>
                <a:gd name="connsiteY20" fmla="*/ 5756828 h 6858000"/>
                <a:gd name="connsiteX21" fmla="*/ 8352678 w 9767847"/>
                <a:gd name="connsiteY21" fmla="*/ 5517630 h 6858000"/>
                <a:gd name="connsiteX22" fmla="*/ 8451350 w 9767847"/>
                <a:gd name="connsiteY22" fmla="*/ 5465254 h 6858000"/>
                <a:gd name="connsiteX23" fmla="*/ 8548532 w 9767847"/>
                <a:gd name="connsiteY23" fmla="*/ 5413395 h 6858000"/>
                <a:gd name="connsiteX24" fmla="*/ 8729473 w 9767847"/>
                <a:gd name="connsiteY24" fmla="*/ 5309961 h 6858000"/>
                <a:gd name="connsiteX25" fmla="*/ 8770781 w 9767847"/>
                <a:gd name="connsiteY25" fmla="*/ 5283232 h 6858000"/>
                <a:gd name="connsiteX26" fmla="*/ 8790964 w 9767847"/>
                <a:gd name="connsiteY26" fmla="*/ 5269492 h 6858000"/>
                <a:gd name="connsiteX27" fmla="*/ 8810499 w 9767847"/>
                <a:gd name="connsiteY27" fmla="*/ 5255703 h 6858000"/>
                <a:gd name="connsiteX28" fmla="*/ 8883571 w 9767847"/>
                <a:gd name="connsiteY28" fmla="*/ 5198479 h 6858000"/>
                <a:gd name="connsiteX29" fmla="*/ 9006651 w 9767847"/>
                <a:gd name="connsiteY29" fmla="*/ 5070527 h 6858000"/>
                <a:gd name="connsiteX30" fmla="*/ 9033494 w 9767847"/>
                <a:gd name="connsiteY30" fmla="*/ 5034105 h 6858000"/>
                <a:gd name="connsiteX31" fmla="*/ 9040305 w 9767847"/>
                <a:gd name="connsiteY31" fmla="*/ 5024551 h 6858000"/>
                <a:gd name="connsiteX32" fmla="*/ 9046568 w 9767847"/>
                <a:gd name="connsiteY32" fmla="*/ 5015281 h 6858000"/>
                <a:gd name="connsiteX33" fmla="*/ 9058846 w 9767847"/>
                <a:gd name="connsiteY33" fmla="*/ 4996645 h 6858000"/>
                <a:gd name="connsiteX34" fmla="*/ 9104529 w 9767847"/>
                <a:gd name="connsiteY34" fmla="*/ 4918105 h 6858000"/>
                <a:gd name="connsiteX35" fmla="*/ 9181081 w 9767847"/>
                <a:gd name="connsiteY35" fmla="*/ 4744694 h 6858000"/>
                <a:gd name="connsiteX36" fmla="*/ 9240731 w 9767847"/>
                <a:gd name="connsiteY36" fmla="*/ 4557872 h 6858000"/>
                <a:gd name="connsiteX37" fmla="*/ 9265388 w 9767847"/>
                <a:gd name="connsiteY37" fmla="*/ 4461073 h 6858000"/>
                <a:gd name="connsiteX38" fmla="*/ 9276571 w 9767847"/>
                <a:gd name="connsiteY38" fmla="*/ 4411943 h 6858000"/>
                <a:gd name="connsiteX39" fmla="*/ 9281841 w 9767847"/>
                <a:gd name="connsiteY39" fmla="*/ 4387379 h 6858000"/>
                <a:gd name="connsiteX40" fmla="*/ 9286513 w 9767847"/>
                <a:gd name="connsiteY40" fmla="*/ 4364838 h 6858000"/>
                <a:gd name="connsiteX41" fmla="*/ 9296754 w 9767847"/>
                <a:gd name="connsiteY41" fmla="*/ 4312038 h 6858000"/>
                <a:gd name="connsiteX42" fmla="*/ 9301029 w 9767847"/>
                <a:gd name="connsiteY42" fmla="*/ 4289074 h 6858000"/>
                <a:gd name="connsiteX43" fmla="*/ 9302818 w 9767847"/>
                <a:gd name="connsiteY43" fmla="*/ 4278581 h 6858000"/>
                <a:gd name="connsiteX44" fmla="*/ 9304658 w 9767847"/>
                <a:gd name="connsiteY44" fmla="*/ 4266816 h 6858000"/>
                <a:gd name="connsiteX45" fmla="*/ 9312810 w 9767847"/>
                <a:gd name="connsiteY45" fmla="*/ 4215945 h 6858000"/>
                <a:gd name="connsiteX46" fmla="*/ 9316887 w 9767847"/>
                <a:gd name="connsiteY46" fmla="*/ 4190486 h 6858000"/>
                <a:gd name="connsiteX47" fmla="*/ 9318923 w 9767847"/>
                <a:gd name="connsiteY47" fmla="*/ 4177780 h 6858000"/>
                <a:gd name="connsiteX48" fmla="*/ 9320515 w 9767847"/>
                <a:gd name="connsiteY48" fmla="*/ 4164886 h 6858000"/>
                <a:gd name="connsiteX49" fmla="*/ 9332445 w 9767847"/>
                <a:gd name="connsiteY49" fmla="*/ 4064981 h 6858000"/>
                <a:gd name="connsiteX50" fmla="*/ 9336173 w 9767847"/>
                <a:gd name="connsiteY50" fmla="*/ 4018676 h 6858000"/>
                <a:gd name="connsiteX51" fmla="*/ 9340199 w 9767847"/>
                <a:gd name="connsiteY51" fmla="*/ 3965171 h 6858000"/>
                <a:gd name="connsiteX52" fmla="*/ 9347557 w 9767847"/>
                <a:gd name="connsiteY52" fmla="*/ 3765972 h 6858000"/>
                <a:gd name="connsiteX53" fmla="*/ 9346364 w 9767847"/>
                <a:gd name="connsiteY53" fmla="*/ 3664938 h 6858000"/>
                <a:gd name="connsiteX54" fmla="*/ 9344921 w 9767847"/>
                <a:gd name="connsiteY54" fmla="*/ 3615243 h 6858000"/>
                <a:gd name="connsiteX55" fmla="*/ 9344524 w 9767847"/>
                <a:gd name="connsiteY55" fmla="*/ 3603526 h 6858000"/>
                <a:gd name="connsiteX56" fmla="*/ 9343728 w 9767847"/>
                <a:gd name="connsiteY56" fmla="*/ 3590774 h 6858000"/>
                <a:gd name="connsiteX57" fmla="*/ 9342188 w 9767847"/>
                <a:gd name="connsiteY57" fmla="*/ 3565268 h 6858000"/>
                <a:gd name="connsiteX58" fmla="*/ 9339056 w 9767847"/>
                <a:gd name="connsiteY58" fmla="*/ 3514256 h 6858000"/>
                <a:gd name="connsiteX59" fmla="*/ 9334334 w 9767847"/>
                <a:gd name="connsiteY59" fmla="*/ 3463057 h 6858000"/>
                <a:gd name="connsiteX60" fmla="*/ 9329363 w 9767847"/>
                <a:gd name="connsiteY60" fmla="*/ 3411810 h 6858000"/>
                <a:gd name="connsiteX61" fmla="*/ 9328319 w 9767847"/>
                <a:gd name="connsiteY61" fmla="*/ 3400657 h 6858000"/>
                <a:gd name="connsiteX62" fmla="*/ 9327177 w 9767847"/>
                <a:gd name="connsiteY62" fmla="*/ 3390116 h 6858000"/>
                <a:gd name="connsiteX63" fmla="*/ 9324293 w 9767847"/>
                <a:gd name="connsiteY63" fmla="*/ 3366774 h 6858000"/>
                <a:gd name="connsiteX64" fmla="*/ 9320763 w 9767847"/>
                <a:gd name="connsiteY64" fmla="*/ 3340329 h 6858000"/>
                <a:gd name="connsiteX65" fmla="*/ 9317184 w 9767847"/>
                <a:gd name="connsiteY65" fmla="*/ 3311245 h 6858000"/>
                <a:gd name="connsiteX66" fmla="*/ 9311021 w 9767847"/>
                <a:gd name="connsiteY66" fmla="*/ 3266211 h 6858000"/>
                <a:gd name="connsiteX67" fmla="*/ 9302719 w 9767847"/>
                <a:gd name="connsiteY67" fmla="*/ 3215717 h 6858000"/>
                <a:gd name="connsiteX68" fmla="*/ 9293970 w 9767847"/>
                <a:gd name="connsiteY68" fmla="*/ 3165789 h 6858000"/>
                <a:gd name="connsiteX69" fmla="*/ 9252065 w 9767847"/>
                <a:gd name="connsiteY69" fmla="*/ 2967107 h 6858000"/>
                <a:gd name="connsiteX70" fmla="*/ 9227211 w 9767847"/>
                <a:gd name="connsiteY70" fmla="*/ 2868473 h 6858000"/>
                <a:gd name="connsiteX71" fmla="*/ 9220699 w 9767847"/>
                <a:gd name="connsiteY71" fmla="*/ 2844426 h 6858000"/>
                <a:gd name="connsiteX72" fmla="*/ 9213740 w 9767847"/>
                <a:gd name="connsiteY72" fmla="*/ 2820191 h 6858000"/>
                <a:gd name="connsiteX73" fmla="*/ 9199374 w 9767847"/>
                <a:gd name="connsiteY73" fmla="*/ 2771438 h 6858000"/>
                <a:gd name="connsiteX74" fmla="*/ 9061829 w 9767847"/>
                <a:gd name="connsiteY74" fmla="*/ 2385418 h 6858000"/>
                <a:gd name="connsiteX75" fmla="*/ 8978865 w 9767847"/>
                <a:gd name="connsiteY75" fmla="*/ 2196855 h 6858000"/>
                <a:gd name="connsiteX76" fmla="*/ 8956694 w 9767847"/>
                <a:gd name="connsiteY76" fmla="*/ 2150219 h 6858000"/>
                <a:gd name="connsiteX77" fmla="*/ 8934176 w 9767847"/>
                <a:gd name="connsiteY77" fmla="*/ 2103914 h 6858000"/>
                <a:gd name="connsiteX78" fmla="*/ 8887151 w 9767847"/>
                <a:gd name="connsiteY78" fmla="*/ 2011350 h 6858000"/>
                <a:gd name="connsiteX79" fmla="*/ 8787533 w 9767847"/>
                <a:gd name="connsiteY79" fmla="*/ 1828527 h 6858000"/>
                <a:gd name="connsiteX80" fmla="*/ 8761485 w 9767847"/>
                <a:gd name="connsiteY80" fmla="*/ 1783398 h 6858000"/>
                <a:gd name="connsiteX81" fmla="*/ 8734791 w 9767847"/>
                <a:gd name="connsiteY81" fmla="*/ 1737893 h 6858000"/>
                <a:gd name="connsiteX82" fmla="*/ 8680808 w 9767847"/>
                <a:gd name="connsiteY82" fmla="*/ 1648812 h 6858000"/>
                <a:gd name="connsiteX83" fmla="*/ 8567024 w 9767847"/>
                <a:gd name="connsiteY83" fmla="*/ 1472906 h 6858000"/>
                <a:gd name="connsiteX84" fmla="*/ 8537446 w 9767847"/>
                <a:gd name="connsiteY84" fmla="*/ 1429330 h 6858000"/>
                <a:gd name="connsiteX85" fmla="*/ 8507423 w 9767847"/>
                <a:gd name="connsiteY85" fmla="*/ 1385896 h 6858000"/>
                <a:gd name="connsiteX86" fmla="*/ 8446529 w 9767847"/>
                <a:gd name="connsiteY86" fmla="*/ 1300295 h 6858000"/>
                <a:gd name="connsiteX87" fmla="*/ 8319224 w 9767847"/>
                <a:gd name="connsiteY87" fmla="*/ 1131026 h 6858000"/>
                <a:gd name="connsiteX88" fmla="*/ 8286366 w 9767847"/>
                <a:gd name="connsiteY88" fmla="*/ 1089050 h 6858000"/>
                <a:gd name="connsiteX89" fmla="*/ 8270161 w 9767847"/>
                <a:gd name="connsiteY89" fmla="*/ 1068439 h 6858000"/>
                <a:gd name="connsiteX90" fmla="*/ 8253856 w 9767847"/>
                <a:gd name="connsiteY90" fmla="*/ 1048156 h 6858000"/>
                <a:gd name="connsiteX91" fmla="*/ 8186352 w 9767847"/>
                <a:gd name="connsiteY91" fmla="*/ 966275 h 6858000"/>
                <a:gd name="connsiteX92" fmla="*/ 8046768 w 9767847"/>
                <a:gd name="connsiteY92" fmla="*/ 805429 h 6858000"/>
                <a:gd name="connsiteX93" fmla="*/ 8010927 w 9767847"/>
                <a:gd name="connsiteY93" fmla="*/ 765853 h 6858000"/>
                <a:gd name="connsiteX94" fmla="*/ 7974788 w 9767847"/>
                <a:gd name="connsiteY94" fmla="*/ 726653 h 6858000"/>
                <a:gd name="connsiteX95" fmla="*/ 7901070 w 9767847"/>
                <a:gd name="connsiteY95" fmla="*/ 648724 h 6858000"/>
                <a:gd name="connsiteX96" fmla="*/ 7750054 w 9767847"/>
                <a:gd name="connsiteY96" fmla="*/ 497008 h 6858000"/>
                <a:gd name="connsiteX97" fmla="*/ 7592277 w 9767847"/>
                <a:gd name="connsiteY97" fmla="*/ 351221 h 6858000"/>
                <a:gd name="connsiteX98" fmla="*/ 7257734 w 9767847"/>
                <a:gd name="connsiteY98" fmla="*/ 76964 h 6858000"/>
                <a:gd name="connsiteX99" fmla="*/ 1886601 w 9767847"/>
                <a:gd name="connsiteY99" fmla="*/ 0 h 6858000"/>
                <a:gd name="connsiteX100" fmla="*/ 2292926 w 9767847"/>
                <a:gd name="connsiteY100" fmla="*/ 0 h 6858000"/>
                <a:gd name="connsiteX101" fmla="*/ 2135542 w 9767847"/>
                <a:gd name="connsiteY101" fmla="*/ 117781 h 6858000"/>
                <a:gd name="connsiteX102" fmla="*/ 1969576 w 9767847"/>
                <a:gd name="connsiteY102" fmla="*/ 254986 h 6858000"/>
                <a:gd name="connsiteX103" fmla="*/ 1659938 w 9767847"/>
                <a:gd name="connsiteY103" fmla="*/ 549855 h 6858000"/>
                <a:gd name="connsiteX104" fmla="*/ 729383 w 9767847"/>
                <a:gd name="connsiteY104" fmla="*/ 1936480 h 6858000"/>
                <a:gd name="connsiteX105" fmla="*/ 578465 w 9767847"/>
                <a:gd name="connsiteY105" fmla="*/ 2320807 h 6858000"/>
                <a:gd name="connsiteX106" fmla="*/ 465080 w 9767847"/>
                <a:gd name="connsiteY106" fmla="*/ 2714875 h 6858000"/>
                <a:gd name="connsiteX107" fmla="*/ 423820 w 9767847"/>
                <a:gd name="connsiteY107" fmla="*/ 2915436 h 6858000"/>
                <a:gd name="connsiteX108" fmla="*/ 392355 w 9767847"/>
                <a:gd name="connsiteY108" fmla="*/ 3118071 h 6858000"/>
                <a:gd name="connsiteX109" fmla="*/ 358801 w 9767847"/>
                <a:gd name="connsiteY109" fmla="*/ 3526915 h 6858000"/>
                <a:gd name="connsiteX110" fmla="*/ 410350 w 9767847"/>
                <a:gd name="connsiteY110" fmla="*/ 4348226 h 6858000"/>
                <a:gd name="connsiteX111" fmla="*/ 449022 w 9767847"/>
                <a:gd name="connsiteY111" fmla="*/ 4551049 h 6858000"/>
                <a:gd name="connsiteX112" fmla="*/ 498882 w 9767847"/>
                <a:gd name="connsiteY112" fmla="*/ 4752365 h 6858000"/>
                <a:gd name="connsiteX113" fmla="*/ 559775 w 9767847"/>
                <a:gd name="connsiteY113" fmla="*/ 4951657 h 6858000"/>
                <a:gd name="connsiteX114" fmla="*/ 631406 w 9767847"/>
                <a:gd name="connsiteY114" fmla="*/ 5147986 h 6858000"/>
                <a:gd name="connsiteX115" fmla="*/ 1023461 w 9767847"/>
                <a:gd name="connsiteY115" fmla="*/ 5893957 h 6858000"/>
                <a:gd name="connsiteX116" fmla="*/ 1575880 w 9767847"/>
                <a:gd name="connsiteY116" fmla="*/ 6547646 h 6858000"/>
                <a:gd name="connsiteX117" fmla="*/ 1905228 w 9767847"/>
                <a:gd name="connsiteY117" fmla="*/ 6829468 h 6858000"/>
                <a:gd name="connsiteX118" fmla="*/ 1944230 w 9767847"/>
                <a:gd name="connsiteY118" fmla="*/ 6858000 h 6858000"/>
                <a:gd name="connsiteX119" fmla="*/ 1372541 w 9767847"/>
                <a:gd name="connsiteY119" fmla="*/ 6858000 h 6858000"/>
                <a:gd name="connsiteX120" fmla="*/ 1115251 w 9767847"/>
                <a:gd name="connsiteY120" fmla="*/ 6590005 h 6858000"/>
                <a:gd name="connsiteX121" fmla="*/ 0 w 9767847"/>
                <a:gd name="connsiteY121" fmla="*/ 3649031 h 6858000"/>
                <a:gd name="connsiteX122" fmla="*/ 1777294 w 9767847"/>
                <a:gd name="connsiteY122" fmla="*/ 813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9767847" h="6858000">
                  <a:moveTo>
                    <a:pt x="7151367" y="0"/>
                  </a:moveTo>
                  <a:lnTo>
                    <a:pt x="7881247" y="0"/>
                  </a:lnTo>
                  <a:lnTo>
                    <a:pt x="7990553" y="81317"/>
                  </a:lnTo>
                  <a:cubicBezTo>
                    <a:pt x="9075991" y="929334"/>
                    <a:pt x="9767847" y="2212695"/>
                    <a:pt x="9767847" y="3649031"/>
                  </a:cubicBezTo>
                  <a:cubicBezTo>
                    <a:pt x="9767847" y="4766182"/>
                    <a:pt x="9349317" y="5790792"/>
                    <a:pt x="8652597" y="6590005"/>
                  </a:cubicBezTo>
                  <a:lnTo>
                    <a:pt x="8395306" y="6858000"/>
                  </a:lnTo>
                  <a:lnTo>
                    <a:pt x="6762603" y="6858000"/>
                  </a:lnTo>
                  <a:lnTo>
                    <a:pt x="6765962" y="6854844"/>
                  </a:lnTo>
                  <a:cubicBezTo>
                    <a:pt x="6779036" y="6842703"/>
                    <a:pt x="6791663" y="6829621"/>
                    <a:pt x="6804586" y="6817103"/>
                  </a:cubicBezTo>
                  <a:lnTo>
                    <a:pt x="6881735" y="6741197"/>
                  </a:lnTo>
                  <a:cubicBezTo>
                    <a:pt x="6907435" y="6715881"/>
                    <a:pt x="6933134" y="6690798"/>
                    <a:pt x="6958883" y="6664822"/>
                  </a:cubicBezTo>
                  <a:lnTo>
                    <a:pt x="7267925" y="6355694"/>
                  </a:lnTo>
                  <a:lnTo>
                    <a:pt x="7424360" y="6200685"/>
                  </a:lnTo>
                  <a:cubicBezTo>
                    <a:pt x="7450754" y="6174802"/>
                    <a:pt x="7477598" y="6148731"/>
                    <a:pt x="7504938" y="6122708"/>
                  </a:cubicBezTo>
                  <a:lnTo>
                    <a:pt x="7546396" y="6083697"/>
                  </a:lnTo>
                  <a:cubicBezTo>
                    <a:pt x="7560264" y="6070803"/>
                    <a:pt x="7574780" y="6057532"/>
                    <a:pt x="7588002" y="6045532"/>
                  </a:cubicBezTo>
                  <a:lnTo>
                    <a:pt x="7631000" y="6006709"/>
                  </a:lnTo>
                  <a:lnTo>
                    <a:pt x="7675440" y="5968309"/>
                  </a:lnTo>
                  <a:cubicBezTo>
                    <a:pt x="7690404" y="5955698"/>
                    <a:pt x="7705564" y="5943321"/>
                    <a:pt x="7720626" y="5930851"/>
                  </a:cubicBezTo>
                  <a:cubicBezTo>
                    <a:pt x="7735738" y="5918427"/>
                    <a:pt x="7751197" y="5906521"/>
                    <a:pt x="7766458" y="5894334"/>
                  </a:cubicBezTo>
                  <a:cubicBezTo>
                    <a:pt x="7827949" y="5846192"/>
                    <a:pt x="7890979" y="5800499"/>
                    <a:pt x="7955254" y="5756828"/>
                  </a:cubicBezTo>
                  <a:cubicBezTo>
                    <a:pt x="8083800" y="5669534"/>
                    <a:pt x="8216872" y="5590336"/>
                    <a:pt x="8352678" y="5517630"/>
                  </a:cubicBezTo>
                  <a:lnTo>
                    <a:pt x="8451350" y="5465254"/>
                  </a:lnTo>
                  <a:lnTo>
                    <a:pt x="8548532" y="5413395"/>
                  </a:lnTo>
                  <a:cubicBezTo>
                    <a:pt x="8612110" y="5379090"/>
                    <a:pt x="8673251" y="5345208"/>
                    <a:pt x="8729473" y="5309961"/>
                  </a:cubicBezTo>
                  <a:cubicBezTo>
                    <a:pt x="8743591" y="5301115"/>
                    <a:pt x="8757161" y="5292361"/>
                    <a:pt x="8770781" y="5283232"/>
                  </a:cubicBezTo>
                  <a:cubicBezTo>
                    <a:pt x="8777591" y="5278667"/>
                    <a:pt x="8784451" y="5274103"/>
                    <a:pt x="8790964" y="5269492"/>
                  </a:cubicBezTo>
                  <a:cubicBezTo>
                    <a:pt x="8797574" y="5264879"/>
                    <a:pt x="8804235" y="5260314"/>
                    <a:pt x="8810499" y="5255703"/>
                  </a:cubicBezTo>
                  <a:cubicBezTo>
                    <a:pt x="8835999" y="5237303"/>
                    <a:pt x="8860407" y="5218291"/>
                    <a:pt x="8883571" y="5198479"/>
                  </a:cubicBezTo>
                  <a:cubicBezTo>
                    <a:pt x="8929900" y="5158856"/>
                    <a:pt x="8971258" y="5116315"/>
                    <a:pt x="9006651" y="5070527"/>
                  </a:cubicBezTo>
                  <a:cubicBezTo>
                    <a:pt x="9015351" y="5059328"/>
                    <a:pt x="9024398" y="5046857"/>
                    <a:pt x="9033494" y="5034105"/>
                  </a:cubicBezTo>
                  <a:lnTo>
                    <a:pt x="9040305" y="5024551"/>
                  </a:lnTo>
                  <a:lnTo>
                    <a:pt x="9046568" y="5015281"/>
                  </a:lnTo>
                  <a:cubicBezTo>
                    <a:pt x="9050743" y="5009163"/>
                    <a:pt x="9054819" y="5002952"/>
                    <a:pt x="9058846" y="4996645"/>
                  </a:cubicBezTo>
                  <a:cubicBezTo>
                    <a:pt x="9075002" y="4971517"/>
                    <a:pt x="9090212" y="4945305"/>
                    <a:pt x="9104529" y="4918105"/>
                  </a:cubicBezTo>
                  <a:cubicBezTo>
                    <a:pt x="9133211" y="4863752"/>
                    <a:pt x="9158313" y="4805447"/>
                    <a:pt x="9181081" y="4744694"/>
                  </a:cubicBezTo>
                  <a:cubicBezTo>
                    <a:pt x="9203748" y="4684178"/>
                    <a:pt x="9223383" y="4621778"/>
                    <a:pt x="9240731" y="4557872"/>
                  </a:cubicBezTo>
                  <a:cubicBezTo>
                    <a:pt x="9249481" y="4525966"/>
                    <a:pt x="9257682" y="4493684"/>
                    <a:pt x="9265388" y="4461073"/>
                  </a:cubicBezTo>
                  <a:cubicBezTo>
                    <a:pt x="9269215" y="4444744"/>
                    <a:pt x="9272943" y="4428367"/>
                    <a:pt x="9276571" y="4411943"/>
                  </a:cubicBezTo>
                  <a:lnTo>
                    <a:pt x="9281841" y="4387379"/>
                  </a:lnTo>
                  <a:lnTo>
                    <a:pt x="9286513" y="4364838"/>
                  </a:lnTo>
                  <a:lnTo>
                    <a:pt x="9296754" y="4312038"/>
                  </a:lnTo>
                  <a:lnTo>
                    <a:pt x="9301029" y="4289074"/>
                  </a:lnTo>
                  <a:lnTo>
                    <a:pt x="9302818" y="4278581"/>
                  </a:lnTo>
                  <a:lnTo>
                    <a:pt x="9304658" y="4266816"/>
                  </a:lnTo>
                  <a:lnTo>
                    <a:pt x="9312810" y="4215945"/>
                  </a:lnTo>
                  <a:lnTo>
                    <a:pt x="9316887" y="4190486"/>
                  </a:lnTo>
                  <a:lnTo>
                    <a:pt x="9318923" y="4177780"/>
                  </a:lnTo>
                  <a:cubicBezTo>
                    <a:pt x="9319570" y="4173546"/>
                    <a:pt x="9319969" y="4169169"/>
                    <a:pt x="9320515" y="4164886"/>
                  </a:cubicBezTo>
                  <a:lnTo>
                    <a:pt x="9332445" y="4064981"/>
                  </a:lnTo>
                  <a:cubicBezTo>
                    <a:pt x="9333836" y="4052370"/>
                    <a:pt x="9334880" y="4036888"/>
                    <a:pt x="9336173" y="4018676"/>
                  </a:cubicBezTo>
                  <a:lnTo>
                    <a:pt x="9340199" y="3965171"/>
                  </a:lnTo>
                  <a:cubicBezTo>
                    <a:pt x="9345071" y="3899806"/>
                    <a:pt x="9347358" y="3832983"/>
                    <a:pt x="9347557" y="3765972"/>
                  </a:cubicBezTo>
                  <a:cubicBezTo>
                    <a:pt x="9347656" y="3732420"/>
                    <a:pt x="9347209" y="3698773"/>
                    <a:pt x="9346364" y="3664938"/>
                  </a:cubicBezTo>
                  <a:lnTo>
                    <a:pt x="9344921" y="3615243"/>
                  </a:lnTo>
                  <a:lnTo>
                    <a:pt x="9344524" y="3603526"/>
                  </a:lnTo>
                  <a:lnTo>
                    <a:pt x="9343728" y="3590774"/>
                  </a:lnTo>
                  <a:lnTo>
                    <a:pt x="9342188" y="3565268"/>
                  </a:lnTo>
                  <a:lnTo>
                    <a:pt x="9339056" y="3514256"/>
                  </a:lnTo>
                  <a:cubicBezTo>
                    <a:pt x="9337914" y="3497221"/>
                    <a:pt x="9335874" y="3480138"/>
                    <a:pt x="9334334" y="3463057"/>
                  </a:cubicBezTo>
                  <a:lnTo>
                    <a:pt x="9329363" y="3411810"/>
                  </a:lnTo>
                  <a:lnTo>
                    <a:pt x="9328319" y="3400657"/>
                  </a:lnTo>
                  <a:lnTo>
                    <a:pt x="9327177" y="3390116"/>
                  </a:lnTo>
                  <a:lnTo>
                    <a:pt x="9324293" y="3366774"/>
                  </a:lnTo>
                  <a:lnTo>
                    <a:pt x="9320763" y="3340329"/>
                  </a:lnTo>
                  <a:lnTo>
                    <a:pt x="9317184" y="3311245"/>
                  </a:lnTo>
                  <a:cubicBezTo>
                    <a:pt x="9315594" y="3296893"/>
                    <a:pt x="9313506" y="3282306"/>
                    <a:pt x="9311021" y="3266211"/>
                  </a:cubicBezTo>
                  <a:lnTo>
                    <a:pt x="9302719" y="3215717"/>
                  </a:lnTo>
                  <a:cubicBezTo>
                    <a:pt x="9299936" y="3199059"/>
                    <a:pt x="9297003" y="3182400"/>
                    <a:pt x="9293970" y="3165789"/>
                  </a:cubicBezTo>
                  <a:cubicBezTo>
                    <a:pt x="9281891" y="3099295"/>
                    <a:pt x="9267674" y="3033084"/>
                    <a:pt x="9252065" y="2967107"/>
                  </a:cubicBezTo>
                  <a:cubicBezTo>
                    <a:pt x="9244261" y="2934167"/>
                    <a:pt x="9235959" y="2901273"/>
                    <a:pt x="9227211" y="2868473"/>
                  </a:cubicBezTo>
                  <a:lnTo>
                    <a:pt x="9220699" y="2844426"/>
                  </a:lnTo>
                  <a:lnTo>
                    <a:pt x="9213740" y="2820191"/>
                  </a:lnTo>
                  <a:cubicBezTo>
                    <a:pt x="9209216" y="2804049"/>
                    <a:pt x="9204345" y="2787768"/>
                    <a:pt x="9199374" y="2771438"/>
                  </a:cubicBezTo>
                  <a:cubicBezTo>
                    <a:pt x="9159855" y="2641086"/>
                    <a:pt x="9114272" y="2512099"/>
                    <a:pt x="9061829" y="2385418"/>
                  </a:cubicBezTo>
                  <a:cubicBezTo>
                    <a:pt x="9035582" y="2322077"/>
                    <a:pt x="9008043" y="2259160"/>
                    <a:pt x="8978865" y="2196855"/>
                  </a:cubicBezTo>
                  <a:lnTo>
                    <a:pt x="8956694" y="2150219"/>
                  </a:lnTo>
                  <a:lnTo>
                    <a:pt x="8934176" y="2103914"/>
                  </a:lnTo>
                  <a:cubicBezTo>
                    <a:pt x="8918915" y="2073091"/>
                    <a:pt x="8903157" y="2042032"/>
                    <a:pt x="8887151" y="2011350"/>
                  </a:cubicBezTo>
                  <a:cubicBezTo>
                    <a:pt x="8854988" y="1949891"/>
                    <a:pt x="8822082" y="1888810"/>
                    <a:pt x="8787533" y="1828527"/>
                  </a:cubicBezTo>
                  <a:lnTo>
                    <a:pt x="8761485" y="1783398"/>
                  </a:lnTo>
                  <a:lnTo>
                    <a:pt x="8734791" y="1737893"/>
                  </a:lnTo>
                  <a:cubicBezTo>
                    <a:pt x="8717047" y="1707823"/>
                    <a:pt x="8699200" y="1678363"/>
                    <a:pt x="8680808" y="1648812"/>
                  </a:cubicBezTo>
                  <a:cubicBezTo>
                    <a:pt x="8644322" y="1589658"/>
                    <a:pt x="8606194" y="1531118"/>
                    <a:pt x="8567024" y="1472906"/>
                  </a:cubicBezTo>
                  <a:lnTo>
                    <a:pt x="8537446" y="1429330"/>
                  </a:lnTo>
                  <a:lnTo>
                    <a:pt x="8507423" y="1385896"/>
                  </a:lnTo>
                  <a:cubicBezTo>
                    <a:pt x="8487390" y="1357284"/>
                    <a:pt x="8467158" y="1328719"/>
                    <a:pt x="8446529" y="1300295"/>
                  </a:cubicBezTo>
                  <a:cubicBezTo>
                    <a:pt x="8405271" y="1243496"/>
                    <a:pt x="8362718" y="1187120"/>
                    <a:pt x="8319224" y="1131026"/>
                  </a:cubicBezTo>
                  <a:lnTo>
                    <a:pt x="8286366" y="1089050"/>
                  </a:lnTo>
                  <a:lnTo>
                    <a:pt x="8270161" y="1068439"/>
                  </a:lnTo>
                  <a:lnTo>
                    <a:pt x="8253856" y="1048156"/>
                  </a:lnTo>
                  <a:cubicBezTo>
                    <a:pt x="8231636" y="1020675"/>
                    <a:pt x="8209117" y="993381"/>
                    <a:pt x="8186352" y="966275"/>
                  </a:cubicBezTo>
                  <a:cubicBezTo>
                    <a:pt x="8140917" y="911922"/>
                    <a:pt x="8094240" y="858417"/>
                    <a:pt x="8046768" y="805429"/>
                  </a:cubicBezTo>
                  <a:lnTo>
                    <a:pt x="8010927" y="765853"/>
                  </a:lnTo>
                  <a:lnTo>
                    <a:pt x="7974788" y="726653"/>
                  </a:lnTo>
                  <a:cubicBezTo>
                    <a:pt x="7950382" y="700489"/>
                    <a:pt x="7925824" y="674465"/>
                    <a:pt x="7901070" y="648724"/>
                  </a:cubicBezTo>
                  <a:cubicBezTo>
                    <a:pt x="7851510" y="597289"/>
                    <a:pt x="7801404" y="546514"/>
                    <a:pt x="7750054" y="497008"/>
                  </a:cubicBezTo>
                  <a:cubicBezTo>
                    <a:pt x="7698902" y="447644"/>
                    <a:pt x="7645913" y="398938"/>
                    <a:pt x="7592277" y="351221"/>
                  </a:cubicBezTo>
                  <a:cubicBezTo>
                    <a:pt x="7484856" y="255786"/>
                    <a:pt x="7373308" y="164304"/>
                    <a:pt x="7257734" y="76964"/>
                  </a:cubicBezTo>
                  <a:close/>
                  <a:moveTo>
                    <a:pt x="1886601" y="0"/>
                  </a:moveTo>
                  <a:lnTo>
                    <a:pt x="2292926" y="0"/>
                  </a:lnTo>
                  <a:lnTo>
                    <a:pt x="2135542" y="117781"/>
                  </a:lnTo>
                  <a:cubicBezTo>
                    <a:pt x="2078998" y="162280"/>
                    <a:pt x="2023659" y="208045"/>
                    <a:pt x="1969576" y="254986"/>
                  </a:cubicBezTo>
                  <a:cubicBezTo>
                    <a:pt x="1861309" y="348820"/>
                    <a:pt x="1758064" y="447314"/>
                    <a:pt x="1659938" y="549855"/>
                  </a:cubicBezTo>
                  <a:cubicBezTo>
                    <a:pt x="1266987" y="960346"/>
                    <a:pt x="953820" y="1431495"/>
                    <a:pt x="729383" y="1936480"/>
                  </a:cubicBezTo>
                  <a:cubicBezTo>
                    <a:pt x="673260" y="2062362"/>
                    <a:pt x="622855" y="2190972"/>
                    <a:pt x="578465" y="2320807"/>
                  </a:cubicBezTo>
                  <a:cubicBezTo>
                    <a:pt x="534125" y="2450687"/>
                    <a:pt x="496147" y="2582216"/>
                    <a:pt x="465080" y="2714875"/>
                  </a:cubicBezTo>
                  <a:cubicBezTo>
                    <a:pt x="449769" y="2780991"/>
                    <a:pt x="435850" y="2848191"/>
                    <a:pt x="423820" y="2915436"/>
                  </a:cubicBezTo>
                  <a:cubicBezTo>
                    <a:pt x="411840" y="2982731"/>
                    <a:pt x="401054" y="3050260"/>
                    <a:pt x="392355" y="3118071"/>
                  </a:cubicBezTo>
                  <a:cubicBezTo>
                    <a:pt x="374509" y="3253646"/>
                    <a:pt x="363424" y="3389880"/>
                    <a:pt x="358801" y="3526915"/>
                  </a:cubicBezTo>
                  <a:cubicBezTo>
                    <a:pt x="349009" y="3800843"/>
                    <a:pt x="366357" y="4075570"/>
                    <a:pt x="410350" y="4348226"/>
                  </a:cubicBezTo>
                  <a:cubicBezTo>
                    <a:pt x="421286" y="4416132"/>
                    <a:pt x="434209" y="4483660"/>
                    <a:pt x="449022" y="4551049"/>
                  </a:cubicBezTo>
                  <a:cubicBezTo>
                    <a:pt x="463737" y="4618436"/>
                    <a:pt x="480389" y="4685588"/>
                    <a:pt x="498882" y="4752365"/>
                  </a:cubicBezTo>
                  <a:cubicBezTo>
                    <a:pt x="517373" y="4819141"/>
                    <a:pt x="537704" y="4885635"/>
                    <a:pt x="559775" y="4951657"/>
                  </a:cubicBezTo>
                  <a:cubicBezTo>
                    <a:pt x="581946" y="5017775"/>
                    <a:pt x="605358" y="5083375"/>
                    <a:pt x="631406" y="5147986"/>
                  </a:cubicBezTo>
                  <a:cubicBezTo>
                    <a:pt x="734055" y="5407608"/>
                    <a:pt x="865188" y="5658570"/>
                    <a:pt x="1023461" y="5893957"/>
                  </a:cubicBezTo>
                  <a:cubicBezTo>
                    <a:pt x="1181487" y="6129578"/>
                    <a:pt x="1367051" y="6349247"/>
                    <a:pt x="1575880" y="6547646"/>
                  </a:cubicBezTo>
                  <a:cubicBezTo>
                    <a:pt x="1680269" y="6646916"/>
                    <a:pt x="1790338" y="6740939"/>
                    <a:pt x="1905228" y="6829468"/>
                  </a:cubicBezTo>
                  <a:lnTo>
                    <a:pt x="1944230" y="6858000"/>
                  </a:lnTo>
                  <a:lnTo>
                    <a:pt x="1372541" y="6858000"/>
                  </a:lnTo>
                  <a:lnTo>
                    <a:pt x="1115251" y="6590005"/>
                  </a:lnTo>
                  <a:cubicBezTo>
                    <a:pt x="418530" y="5790792"/>
                    <a:pt x="0" y="4766182"/>
                    <a:pt x="0" y="3649031"/>
                  </a:cubicBezTo>
                  <a:cubicBezTo>
                    <a:pt x="0" y="2212695"/>
                    <a:pt x="691856" y="929334"/>
                    <a:pt x="1777294" y="81317"/>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1" name="Freeform: Shape 20">
              <a:extLst>
                <a:ext uri="{FF2B5EF4-FFF2-40B4-BE49-F238E27FC236}">
                  <a16:creationId xmlns:a16="http://schemas.microsoft.com/office/drawing/2014/main" id="{82B0ED5C-927D-4C5F-8F27-1B403820B9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3402" y="36937"/>
              <a:ext cx="9767847" cy="6858000"/>
            </a:xfrm>
            <a:custGeom>
              <a:avLst/>
              <a:gdLst>
                <a:gd name="connsiteX0" fmla="*/ 7145704 w 9767847"/>
                <a:gd name="connsiteY0" fmla="*/ 0 h 6858000"/>
                <a:gd name="connsiteX1" fmla="*/ 7875738 w 9767847"/>
                <a:gd name="connsiteY1" fmla="*/ 0 h 6858000"/>
                <a:gd name="connsiteX2" fmla="*/ 7990553 w 9767847"/>
                <a:gd name="connsiteY2" fmla="*/ 85415 h 6858000"/>
                <a:gd name="connsiteX3" fmla="*/ 9767847 w 9767847"/>
                <a:gd name="connsiteY3" fmla="*/ 3653129 h 6858000"/>
                <a:gd name="connsiteX4" fmla="*/ 8652597 w 9767847"/>
                <a:gd name="connsiteY4" fmla="*/ 6594103 h 6858000"/>
                <a:gd name="connsiteX5" fmla="*/ 8399240 w 9767847"/>
                <a:gd name="connsiteY5" fmla="*/ 6858000 h 6858000"/>
                <a:gd name="connsiteX6" fmla="*/ 6766926 w 9767847"/>
                <a:gd name="connsiteY6" fmla="*/ 6858000 h 6858000"/>
                <a:gd name="connsiteX7" fmla="*/ 6804586 w 9767847"/>
                <a:gd name="connsiteY7" fmla="*/ 6821201 h 6858000"/>
                <a:gd name="connsiteX8" fmla="*/ 6881735 w 9767847"/>
                <a:gd name="connsiteY8" fmla="*/ 6745295 h 6858000"/>
                <a:gd name="connsiteX9" fmla="*/ 6958883 w 9767847"/>
                <a:gd name="connsiteY9" fmla="*/ 6668920 h 6858000"/>
                <a:gd name="connsiteX10" fmla="*/ 7267925 w 9767847"/>
                <a:gd name="connsiteY10" fmla="*/ 6359792 h 6858000"/>
                <a:gd name="connsiteX11" fmla="*/ 7424360 w 9767847"/>
                <a:gd name="connsiteY11" fmla="*/ 6204783 h 6858000"/>
                <a:gd name="connsiteX12" fmla="*/ 7504938 w 9767847"/>
                <a:gd name="connsiteY12" fmla="*/ 6126806 h 6858000"/>
                <a:gd name="connsiteX13" fmla="*/ 7546396 w 9767847"/>
                <a:gd name="connsiteY13" fmla="*/ 6087795 h 6858000"/>
                <a:gd name="connsiteX14" fmla="*/ 7588002 w 9767847"/>
                <a:gd name="connsiteY14" fmla="*/ 6049630 h 6858000"/>
                <a:gd name="connsiteX15" fmla="*/ 7631000 w 9767847"/>
                <a:gd name="connsiteY15" fmla="*/ 6010807 h 6858000"/>
                <a:gd name="connsiteX16" fmla="*/ 7675440 w 9767847"/>
                <a:gd name="connsiteY16" fmla="*/ 5972407 h 6858000"/>
                <a:gd name="connsiteX17" fmla="*/ 7720626 w 9767847"/>
                <a:gd name="connsiteY17" fmla="*/ 5934949 h 6858000"/>
                <a:gd name="connsiteX18" fmla="*/ 7766458 w 9767847"/>
                <a:gd name="connsiteY18" fmla="*/ 5898432 h 6858000"/>
                <a:gd name="connsiteX19" fmla="*/ 7955254 w 9767847"/>
                <a:gd name="connsiteY19" fmla="*/ 5760926 h 6858000"/>
                <a:gd name="connsiteX20" fmla="*/ 8352678 w 9767847"/>
                <a:gd name="connsiteY20" fmla="*/ 5521728 h 6858000"/>
                <a:gd name="connsiteX21" fmla="*/ 8451350 w 9767847"/>
                <a:gd name="connsiteY21" fmla="*/ 5469352 h 6858000"/>
                <a:gd name="connsiteX22" fmla="*/ 8548532 w 9767847"/>
                <a:gd name="connsiteY22" fmla="*/ 5417493 h 6858000"/>
                <a:gd name="connsiteX23" fmla="*/ 8729473 w 9767847"/>
                <a:gd name="connsiteY23" fmla="*/ 5314059 h 6858000"/>
                <a:gd name="connsiteX24" fmla="*/ 8770781 w 9767847"/>
                <a:gd name="connsiteY24" fmla="*/ 5287330 h 6858000"/>
                <a:gd name="connsiteX25" fmla="*/ 8790964 w 9767847"/>
                <a:gd name="connsiteY25" fmla="*/ 5273590 h 6858000"/>
                <a:gd name="connsiteX26" fmla="*/ 8810499 w 9767847"/>
                <a:gd name="connsiteY26" fmla="*/ 5259801 h 6858000"/>
                <a:gd name="connsiteX27" fmla="*/ 8883571 w 9767847"/>
                <a:gd name="connsiteY27" fmla="*/ 5202577 h 6858000"/>
                <a:gd name="connsiteX28" fmla="*/ 9006651 w 9767847"/>
                <a:gd name="connsiteY28" fmla="*/ 5074625 h 6858000"/>
                <a:gd name="connsiteX29" fmla="*/ 9033494 w 9767847"/>
                <a:gd name="connsiteY29" fmla="*/ 5038203 h 6858000"/>
                <a:gd name="connsiteX30" fmla="*/ 9040305 w 9767847"/>
                <a:gd name="connsiteY30" fmla="*/ 5028649 h 6858000"/>
                <a:gd name="connsiteX31" fmla="*/ 9046568 w 9767847"/>
                <a:gd name="connsiteY31" fmla="*/ 5019379 h 6858000"/>
                <a:gd name="connsiteX32" fmla="*/ 9058846 w 9767847"/>
                <a:gd name="connsiteY32" fmla="*/ 5000743 h 6858000"/>
                <a:gd name="connsiteX33" fmla="*/ 9104529 w 9767847"/>
                <a:gd name="connsiteY33" fmla="*/ 4922203 h 6858000"/>
                <a:gd name="connsiteX34" fmla="*/ 9181081 w 9767847"/>
                <a:gd name="connsiteY34" fmla="*/ 4748792 h 6858000"/>
                <a:gd name="connsiteX35" fmla="*/ 9240731 w 9767847"/>
                <a:gd name="connsiteY35" fmla="*/ 4561970 h 6858000"/>
                <a:gd name="connsiteX36" fmla="*/ 9265388 w 9767847"/>
                <a:gd name="connsiteY36" fmla="*/ 4465171 h 6858000"/>
                <a:gd name="connsiteX37" fmla="*/ 9276571 w 9767847"/>
                <a:gd name="connsiteY37" fmla="*/ 4416041 h 6858000"/>
                <a:gd name="connsiteX38" fmla="*/ 9281841 w 9767847"/>
                <a:gd name="connsiteY38" fmla="*/ 4391477 h 6858000"/>
                <a:gd name="connsiteX39" fmla="*/ 9286513 w 9767847"/>
                <a:gd name="connsiteY39" fmla="*/ 4368936 h 6858000"/>
                <a:gd name="connsiteX40" fmla="*/ 9296754 w 9767847"/>
                <a:gd name="connsiteY40" fmla="*/ 4316136 h 6858000"/>
                <a:gd name="connsiteX41" fmla="*/ 9301029 w 9767847"/>
                <a:gd name="connsiteY41" fmla="*/ 4293172 h 6858000"/>
                <a:gd name="connsiteX42" fmla="*/ 9302818 w 9767847"/>
                <a:gd name="connsiteY42" fmla="*/ 4282679 h 6858000"/>
                <a:gd name="connsiteX43" fmla="*/ 9304658 w 9767847"/>
                <a:gd name="connsiteY43" fmla="*/ 4270914 h 6858000"/>
                <a:gd name="connsiteX44" fmla="*/ 9312810 w 9767847"/>
                <a:gd name="connsiteY44" fmla="*/ 4220043 h 6858000"/>
                <a:gd name="connsiteX45" fmla="*/ 9316887 w 9767847"/>
                <a:gd name="connsiteY45" fmla="*/ 4194584 h 6858000"/>
                <a:gd name="connsiteX46" fmla="*/ 9318923 w 9767847"/>
                <a:gd name="connsiteY46" fmla="*/ 4181878 h 6858000"/>
                <a:gd name="connsiteX47" fmla="*/ 9320515 w 9767847"/>
                <a:gd name="connsiteY47" fmla="*/ 4168984 h 6858000"/>
                <a:gd name="connsiteX48" fmla="*/ 9332445 w 9767847"/>
                <a:gd name="connsiteY48" fmla="*/ 4069079 h 6858000"/>
                <a:gd name="connsiteX49" fmla="*/ 9336173 w 9767847"/>
                <a:gd name="connsiteY49" fmla="*/ 4022774 h 6858000"/>
                <a:gd name="connsiteX50" fmla="*/ 9340199 w 9767847"/>
                <a:gd name="connsiteY50" fmla="*/ 3969269 h 6858000"/>
                <a:gd name="connsiteX51" fmla="*/ 9347557 w 9767847"/>
                <a:gd name="connsiteY51" fmla="*/ 3770070 h 6858000"/>
                <a:gd name="connsiteX52" fmla="*/ 9346364 w 9767847"/>
                <a:gd name="connsiteY52" fmla="*/ 3669036 h 6858000"/>
                <a:gd name="connsiteX53" fmla="*/ 9344921 w 9767847"/>
                <a:gd name="connsiteY53" fmla="*/ 3619341 h 6858000"/>
                <a:gd name="connsiteX54" fmla="*/ 9344524 w 9767847"/>
                <a:gd name="connsiteY54" fmla="*/ 3607624 h 6858000"/>
                <a:gd name="connsiteX55" fmla="*/ 9343728 w 9767847"/>
                <a:gd name="connsiteY55" fmla="*/ 3594872 h 6858000"/>
                <a:gd name="connsiteX56" fmla="*/ 9342188 w 9767847"/>
                <a:gd name="connsiteY56" fmla="*/ 3569366 h 6858000"/>
                <a:gd name="connsiteX57" fmla="*/ 9339056 w 9767847"/>
                <a:gd name="connsiteY57" fmla="*/ 3518354 h 6858000"/>
                <a:gd name="connsiteX58" fmla="*/ 9334334 w 9767847"/>
                <a:gd name="connsiteY58" fmla="*/ 3467155 h 6858000"/>
                <a:gd name="connsiteX59" fmla="*/ 9329363 w 9767847"/>
                <a:gd name="connsiteY59" fmla="*/ 3415908 h 6858000"/>
                <a:gd name="connsiteX60" fmla="*/ 9328319 w 9767847"/>
                <a:gd name="connsiteY60" fmla="*/ 3404755 h 6858000"/>
                <a:gd name="connsiteX61" fmla="*/ 9327177 w 9767847"/>
                <a:gd name="connsiteY61" fmla="*/ 3394214 h 6858000"/>
                <a:gd name="connsiteX62" fmla="*/ 9324293 w 9767847"/>
                <a:gd name="connsiteY62" fmla="*/ 3370872 h 6858000"/>
                <a:gd name="connsiteX63" fmla="*/ 9320763 w 9767847"/>
                <a:gd name="connsiteY63" fmla="*/ 3344427 h 6858000"/>
                <a:gd name="connsiteX64" fmla="*/ 9317184 w 9767847"/>
                <a:gd name="connsiteY64" fmla="*/ 3315343 h 6858000"/>
                <a:gd name="connsiteX65" fmla="*/ 9311021 w 9767847"/>
                <a:gd name="connsiteY65" fmla="*/ 3270309 h 6858000"/>
                <a:gd name="connsiteX66" fmla="*/ 9302719 w 9767847"/>
                <a:gd name="connsiteY66" fmla="*/ 3219815 h 6858000"/>
                <a:gd name="connsiteX67" fmla="*/ 9293970 w 9767847"/>
                <a:gd name="connsiteY67" fmla="*/ 3169887 h 6858000"/>
                <a:gd name="connsiteX68" fmla="*/ 9252065 w 9767847"/>
                <a:gd name="connsiteY68" fmla="*/ 2971205 h 6858000"/>
                <a:gd name="connsiteX69" fmla="*/ 9227211 w 9767847"/>
                <a:gd name="connsiteY69" fmla="*/ 2872571 h 6858000"/>
                <a:gd name="connsiteX70" fmla="*/ 9220699 w 9767847"/>
                <a:gd name="connsiteY70" fmla="*/ 2848524 h 6858000"/>
                <a:gd name="connsiteX71" fmla="*/ 9213740 w 9767847"/>
                <a:gd name="connsiteY71" fmla="*/ 2824289 h 6858000"/>
                <a:gd name="connsiteX72" fmla="*/ 9199374 w 9767847"/>
                <a:gd name="connsiteY72" fmla="*/ 2775536 h 6858000"/>
                <a:gd name="connsiteX73" fmla="*/ 9061829 w 9767847"/>
                <a:gd name="connsiteY73" fmla="*/ 2389515 h 6858000"/>
                <a:gd name="connsiteX74" fmla="*/ 8978865 w 9767847"/>
                <a:gd name="connsiteY74" fmla="*/ 2200953 h 6858000"/>
                <a:gd name="connsiteX75" fmla="*/ 8956694 w 9767847"/>
                <a:gd name="connsiteY75" fmla="*/ 2154317 h 6858000"/>
                <a:gd name="connsiteX76" fmla="*/ 8934176 w 9767847"/>
                <a:gd name="connsiteY76" fmla="*/ 2108012 h 6858000"/>
                <a:gd name="connsiteX77" fmla="*/ 8887151 w 9767847"/>
                <a:gd name="connsiteY77" fmla="*/ 2015448 h 6858000"/>
                <a:gd name="connsiteX78" fmla="*/ 8787533 w 9767847"/>
                <a:gd name="connsiteY78" fmla="*/ 1832625 h 6858000"/>
                <a:gd name="connsiteX79" fmla="*/ 8761485 w 9767847"/>
                <a:gd name="connsiteY79" fmla="*/ 1787496 h 6858000"/>
                <a:gd name="connsiteX80" fmla="*/ 8734791 w 9767847"/>
                <a:gd name="connsiteY80" fmla="*/ 1741991 h 6858000"/>
                <a:gd name="connsiteX81" fmla="*/ 8680808 w 9767847"/>
                <a:gd name="connsiteY81" fmla="*/ 1652910 h 6858000"/>
                <a:gd name="connsiteX82" fmla="*/ 8567024 w 9767847"/>
                <a:gd name="connsiteY82" fmla="*/ 1477004 h 6858000"/>
                <a:gd name="connsiteX83" fmla="*/ 8537446 w 9767847"/>
                <a:gd name="connsiteY83" fmla="*/ 1433428 h 6858000"/>
                <a:gd name="connsiteX84" fmla="*/ 8507423 w 9767847"/>
                <a:gd name="connsiteY84" fmla="*/ 1389994 h 6858000"/>
                <a:gd name="connsiteX85" fmla="*/ 8446529 w 9767847"/>
                <a:gd name="connsiteY85" fmla="*/ 1304393 h 6858000"/>
                <a:gd name="connsiteX86" fmla="*/ 8319224 w 9767847"/>
                <a:gd name="connsiteY86" fmla="*/ 1135124 h 6858000"/>
                <a:gd name="connsiteX87" fmla="*/ 8286366 w 9767847"/>
                <a:gd name="connsiteY87" fmla="*/ 1093148 h 6858000"/>
                <a:gd name="connsiteX88" fmla="*/ 8270161 w 9767847"/>
                <a:gd name="connsiteY88" fmla="*/ 1072538 h 6858000"/>
                <a:gd name="connsiteX89" fmla="*/ 8253856 w 9767847"/>
                <a:gd name="connsiteY89" fmla="*/ 1052254 h 6858000"/>
                <a:gd name="connsiteX90" fmla="*/ 8186352 w 9767847"/>
                <a:gd name="connsiteY90" fmla="*/ 970373 h 6858000"/>
                <a:gd name="connsiteX91" fmla="*/ 8046768 w 9767847"/>
                <a:gd name="connsiteY91" fmla="*/ 809527 h 6858000"/>
                <a:gd name="connsiteX92" fmla="*/ 8010927 w 9767847"/>
                <a:gd name="connsiteY92" fmla="*/ 769951 h 6858000"/>
                <a:gd name="connsiteX93" fmla="*/ 7974788 w 9767847"/>
                <a:gd name="connsiteY93" fmla="*/ 730751 h 6858000"/>
                <a:gd name="connsiteX94" fmla="*/ 7901070 w 9767847"/>
                <a:gd name="connsiteY94" fmla="*/ 652823 h 6858000"/>
                <a:gd name="connsiteX95" fmla="*/ 7750054 w 9767847"/>
                <a:gd name="connsiteY95" fmla="*/ 501106 h 6858000"/>
                <a:gd name="connsiteX96" fmla="*/ 7592277 w 9767847"/>
                <a:gd name="connsiteY96" fmla="*/ 355319 h 6858000"/>
                <a:gd name="connsiteX97" fmla="*/ 7257734 w 9767847"/>
                <a:gd name="connsiteY97" fmla="*/ 81062 h 6858000"/>
                <a:gd name="connsiteX98" fmla="*/ 1892109 w 9767847"/>
                <a:gd name="connsiteY98" fmla="*/ 0 h 6858000"/>
                <a:gd name="connsiteX99" fmla="*/ 2298402 w 9767847"/>
                <a:gd name="connsiteY99" fmla="*/ 0 h 6858000"/>
                <a:gd name="connsiteX100" fmla="*/ 2135542 w 9767847"/>
                <a:gd name="connsiteY100" fmla="*/ 121879 h 6858000"/>
                <a:gd name="connsiteX101" fmla="*/ 1969576 w 9767847"/>
                <a:gd name="connsiteY101" fmla="*/ 259084 h 6858000"/>
                <a:gd name="connsiteX102" fmla="*/ 1659938 w 9767847"/>
                <a:gd name="connsiteY102" fmla="*/ 553953 h 6858000"/>
                <a:gd name="connsiteX103" fmla="*/ 729383 w 9767847"/>
                <a:gd name="connsiteY103" fmla="*/ 1940578 h 6858000"/>
                <a:gd name="connsiteX104" fmla="*/ 578465 w 9767847"/>
                <a:gd name="connsiteY104" fmla="*/ 2324905 h 6858000"/>
                <a:gd name="connsiteX105" fmla="*/ 465080 w 9767847"/>
                <a:gd name="connsiteY105" fmla="*/ 2718973 h 6858000"/>
                <a:gd name="connsiteX106" fmla="*/ 423820 w 9767847"/>
                <a:gd name="connsiteY106" fmla="*/ 2919535 h 6858000"/>
                <a:gd name="connsiteX107" fmla="*/ 392355 w 9767847"/>
                <a:gd name="connsiteY107" fmla="*/ 3122169 h 6858000"/>
                <a:gd name="connsiteX108" fmla="*/ 358801 w 9767847"/>
                <a:gd name="connsiteY108" fmla="*/ 3531013 h 6858000"/>
                <a:gd name="connsiteX109" fmla="*/ 410350 w 9767847"/>
                <a:gd name="connsiteY109" fmla="*/ 4352324 h 6858000"/>
                <a:gd name="connsiteX110" fmla="*/ 449022 w 9767847"/>
                <a:gd name="connsiteY110" fmla="*/ 4555147 h 6858000"/>
                <a:gd name="connsiteX111" fmla="*/ 498882 w 9767847"/>
                <a:gd name="connsiteY111" fmla="*/ 4756463 h 6858000"/>
                <a:gd name="connsiteX112" fmla="*/ 559775 w 9767847"/>
                <a:gd name="connsiteY112" fmla="*/ 4955755 h 6858000"/>
                <a:gd name="connsiteX113" fmla="*/ 631406 w 9767847"/>
                <a:gd name="connsiteY113" fmla="*/ 5152084 h 6858000"/>
                <a:gd name="connsiteX114" fmla="*/ 1023461 w 9767847"/>
                <a:gd name="connsiteY114" fmla="*/ 5898055 h 6858000"/>
                <a:gd name="connsiteX115" fmla="*/ 1575880 w 9767847"/>
                <a:gd name="connsiteY115" fmla="*/ 6551744 h 6858000"/>
                <a:gd name="connsiteX116" fmla="*/ 1905228 w 9767847"/>
                <a:gd name="connsiteY116" fmla="*/ 6833566 h 6858000"/>
                <a:gd name="connsiteX117" fmla="*/ 1938629 w 9767847"/>
                <a:gd name="connsiteY117" fmla="*/ 6858000 h 6858000"/>
                <a:gd name="connsiteX118" fmla="*/ 1368607 w 9767847"/>
                <a:gd name="connsiteY118" fmla="*/ 6858000 h 6858000"/>
                <a:gd name="connsiteX119" fmla="*/ 1115251 w 9767847"/>
                <a:gd name="connsiteY119" fmla="*/ 6594103 h 6858000"/>
                <a:gd name="connsiteX120" fmla="*/ 0 w 9767847"/>
                <a:gd name="connsiteY120" fmla="*/ 3653129 h 6858000"/>
                <a:gd name="connsiteX121" fmla="*/ 1777294 w 9767847"/>
                <a:gd name="connsiteY121" fmla="*/ 854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9767847" h="6858000">
                  <a:moveTo>
                    <a:pt x="7145704" y="0"/>
                  </a:moveTo>
                  <a:lnTo>
                    <a:pt x="7875738" y="0"/>
                  </a:lnTo>
                  <a:lnTo>
                    <a:pt x="7990553" y="85415"/>
                  </a:lnTo>
                  <a:cubicBezTo>
                    <a:pt x="9075991" y="933432"/>
                    <a:pt x="9767847" y="2216793"/>
                    <a:pt x="9767847" y="3653129"/>
                  </a:cubicBezTo>
                  <a:cubicBezTo>
                    <a:pt x="9767847" y="4770280"/>
                    <a:pt x="9349317" y="5794890"/>
                    <a:pt x="8652597" y="6594103"/>
                  </a:cubicBezTo>
                  <a:lnTo>
                    <a:pt x="8399240" y="6858000"/>
                  </a:lnTo>
                  <a:lnTo>
                    <a:pt x="6766926" y="6858000"/>
                  </a:lnTo>
                  <a:lnTo>
                    <a:pt x="6804586" y="6821201"/>
                  </a:lnTo>
                  <a:lnTo>
                    <a:pt x="6881735" y="6745295"/>
                  </a:lnTo>
                  <a:cubicBezTo>
                    <a:pt x="6907435" y="6719979"/>
                    <a:pt x="6933134" y="6694896"/>
                    <a:pt x="6958883" y="6668920"/>
                  </a:cubicBezTo>
                  <a:lnTo>
                    <a:pt x="7267925" y="6359792"/>
                  </a:lnTo>
                  <a:lnTo>
                    <a:pt x="7424360" y="6204783"/>
                  </a:lnTo>
                  <a:cubicBezTo>
                    <a:pt x="7450754" y="6178900"/>
                    <a:pt x="7477598" y="6152829"/>
                    <a:pt x="7504938" y="6126806"/>
                  </a:cubicBezTo>
                  <a:lnTo>
                    <a:pt x="7546396" y="6087795"/>
                  </a:lnTo>
                  <a:cubicBezTo>
                    <a:pt x="7560264" y="6074901"/>
                    <a:pt x="7574780" y="6061630"/>
                    <a:pt x="7588002" y="6049630"/>
                  </a:cubicBezTo>
                  <a:lnTo>
                    <a:pt x="7631000" y="6010807"/>
                  </a:lnTo>
                  <a:lnTo>
                    <a:pt x="7675440" y="5972407"/>
                  </a:lnTo>
                  <a:cubicBezTo>
                    <a:pt x="7690404" y="5959796"/>
                    <a:pt x="7705564" y="5947419"/>
                    <a:pt x="7720626" y="5934949"/>
                  </a:cubicBezTo>
                  <a:cubicBezTo>
                    <a:pt x="7735738" y="5922525"/>
                    <a:pt x="7751197" y="5910619"/>
                    <a:pt x="7766458" y="5898432"/>
                  </a:cubicBezTo>
                  <a:cubicBezTo>
                    <a:pt x="7827949" y="5850290"/>
                    <a:pt x="7890979" y="5804597"/>
                    <a:pt x="7955254" y="5760926"/>
                  </a:cubicBezTo>
                  <a:cubicBezTo>
                    <a:pt x="8083800" y="5673632"/>
                    <a:pt x="8216872" y="5594434"/>
                    <a:pt x="8352678" y="5521728"/>
                  </a:cubicBezTo>
                  <a:lnTo>
                    <a:pt x="8451350" y="5469352"/>
                  </a:lnTo>
                  <a:lnTo>
                    <a:pt x="8548532" y="5417493"/>
                  </a:lnTo>
                  <a:cubicBezTo>
                    <a:pt x="8612110" y="5383188"/>
                    <a:pt x="8673251" y="5349306"/>
                    <a:pt x="8729473" y="5314059"/>
                  </a:cubicBezTo>
                  <a:cubicBezTo>
                    <a:pt x="8743591" y="5305213"/>
                    <a:pt x="8757161" y="5296459"/>
                    <a:pt x="8770781" y="5287330"/>
                  </a:cubicBezTo>
                  <a:cubicBezTo>
                    <a:pt x="8777591" y="5282765"/>
                    <a:pt x="8784451" y="5278201"/>
                    <a:pt x="8790964" y="5273590"/>
                  </a:cubicBezTo>
                  <a:cubicBezTo>
                    <a:pt x="8797574" y="5268977"/>
                    <a:pt x="8804235" y="5264412"/>
                    <a:pt x="8810499" y="5259801"/>
                  </a:cubicBezTo>
                  <a:cubicBezTo>
                    <a:pt x="8835999" y="5241401"/>
                    <a:pt x="8860407" y="5222389"/>
                    <a:pt x="8883571" y="5202577"/>
                  </a:cubicBezTo>
                  <a:cubicBezTo>
                    <a:pt x="8929900" y="5162954"/>
                    <a:pt x="8971258" y="5120413"/>
                    <a:pt x="9006651" y="5074625"/>
                  </a:cubicBezTo>
                  <a:cubicBezTo>
                    <a:pt x="9015351" y="5063426"/>
                    <a:pt x="9024398" y="5050955"/>
                    <a:pt x="9033494" y="5038203"/>
                  </a:cubicBezTo>
                  <a:lnTo>
                    <a:pt x="9040305" y="5028649"/>
                  </a:lnTo>
                  <a:lnTo>
                    <a:pt x="9046568" y="5019379"/>
                  </a:lnTo>
                  <a:cubicBezTo>
                    <a:pt x="9050743" y="5013261"/>
                    <a:pt x="9054819" y="5007050"/>
                    <a:pt x="9058846" y="5000743"/>
                  </a:cubicBezTo>
                  <a:cubicBezTo>
                    <a:pt x="9075002" y="4975615"/>
                    <a:pt x="9090212" y="4949403"/>
                    <a:pt x="9104529" y="4922203"/>
                  </a:cubicBezTo>
                  <a:cubicBezTo>
                    <a:pt x="9133211" y="4867850"/>
                    <a:pt x="9158313" y="4809545"/>
                    <a:pt x="9181081" y="4748792"/>
                  </a:cubicBezTo>
                  <a:cubicBezTo>
                    <a:pt x="9203748" y="4688276"/>
                    <a:pt x="9223383" y="4625876"/>
                    <a:pt x="9240731" y="4561970"/>
                  </a:cubicBezTo>
                  <a:cubicBezTo>
                    <a:pt x="9249481" y="4530064"/>
                    <a:pt x="9257682" y="4497782"/>
                    <a:pt x="9265388" y="4465171"/>
                  </a:cubicBezTo>
                  <a:cubicBezTo>
                    <a:pt x="9269215" y="4448842"/>
                    <a:pt x="9272943" y="4432465"/>
                    <a:pt x="9276571" y="4416041"/>
                  </a:cubicBezTo>
                  <a:lnTo>
                    <a:pt x="9281841" y="4391477"/>
                  </a:lnTo>
                  <a:lnTo>
                    <a:pt x="9286513" y="4368936"/>
                  </a:lnTo>
                  <a:lnTo>
                    <a:pt x="9296754" y="4316136"/>
                  </a:lnTo>
                  <a:lnTo>
                    <a:pt x="9301029" y="4293172"/>
                  </a:lnTo>
                  <a:lnTo>
                    <a:pt x="9302818" y="4282679"/>
                  </a:lnTo>
                  <a:lnTo>
                    <a:pt x="9304658" y="4270914"/>
                  </a:lnTo>
                  <a:lnTo>
                    <a:pt x="9312810" y="4220043"/>
                  </a:lnTo>
                  <a:lnTo>
                    <a:pt x="9316887" y="4194584"/>
                  </a:lnTo>
                  <a:lnTo>
                    <a:pt x="9318923" y="4181878"/>
                  </a:lnTo>
                  <a:cubicBezTo>
                    <a:pt x="9319570" y="4177644"/>
                    <a:pt x="9319969" y="4173267"/>
                    <a:pt x="9320515" y="4168984"/>
                  </a:cubicBezTo>
                  <a:lnTo>
                    <a:pt x="9332445" y="4069079"/>
                  </a:lnTo>
                  <a:cubicBezTo>
                    <a:pt x="9333836" y="4056468"/>
                    <a:pt x="9334880" y="4040986"/>
                    <a:pt x="9336173" y="4022774"/>
                  </a:cubicBezTo>
                  <a:lnTo>
                    <a:pt x="9340199" y="3969269"/>
                  </a:lnTo>
                  <a:cubicBezTo>
                    <a:pt x="9345071" y="3903904"/>
                    <a:pt x="9347358" y="3837081"/>
                    <a:pt x="9347557" y="3770070"/>
                  </a:cubicBezTo>
                  <a:cubicBezTo>
                    <a:pt x="9347656" y="3736518"/>
                    <a:pt x="9347209" y="3702871"/>
                    <a:pt x="9346364" y="3669036"/>
                  </a:cubicBezTo>
                  <a:lnTo>
                    <a:pt x="9344921" y="3619341"/>
                  </a:lnTo>
                  <a:lnTo>
                    <a:pt x="9344524" y="3607624"/>
                  </a:lnTo>
                  <a:lnTo>
                    <a:pt x="9343728" y="3594872"/>
                  </a:lnTo>
                  <a:lnTo>
                    <a:pt x="9342188" y="3569366"/>
                  </a:lnTo>
                  <a:lnTo>
                    <a:pt x="9339056" y="3518354"/>
                  </a:lnTo>
                  <a:cubicBezTo>
                    <a:pt x="9337914" y="3501319"/>
                    <a:pt x="9335874" y="3484236"/>
                    <a:pt x="9334334" y="3467155"/>
                  </a:cubicBezTo>
                  <a:lnTo>
                    <a:pt x="9329363" y="3415908"/>
                  </a:lnTo>
                  <a:lnTo>
                    <a:pt x="9328319" y="3404755"/>
                  </a:lnTo>
                  <a:lnTo>
                    <a:pt x="9327177" y="3394214"/>
                  </a:lnTo>
                  <a:lnTo>
                    <a:pt x="9324293" y="3370872"/>
                  </a:lnTo>
                  <a:lnTo>
                    <a:pt x="9320763" y="3344427"/>
                  </a:lnTo>
                  <a:lnTo>
                    <a:pt x="9317184" y="3315343"/>
                  </a:lnTo>
                  <a:cubicBezTo>
                    <a:pt x="9315594" y="3300991"/>
                    <a:pt x="9313506" y="3286404"/>
                    <a:pt x="9311021" y="3270309"/>
                  </a:cubicBezTo>
                  <a:lnTo>
                    <a:pt x="9302719" y="3219815"/>
                  </a:lnTo>
                  <a:cubicBezTo>
                    <a:pt x="9299936" y="3203157"/>
                    <a:pt x="9297003" y="3186498"/>
                    <a:pt x="9293970" y="3169887"/>
                  </a:cubicBezTo>
                  <a:cubicBezTo>
                    <a:pt x="9281891" y="3103393"/>
                    <a:pt x="9267674" y="3037182"/>
                    <a:pt x="9252065" y="2971205"/>
                  </a:cubicBezTo>
                  <a:cubicBezTo>
                    <a:pt x="9244261" y="2938265"/>
                    <a:pt x="9235959" y="2905371"/>
                    <a:pt x="9227211" y="2872571"/>
                  </a:cubicBezTo>
                  <a:lnTo>
                    <a:pt x="9220699" y="2848524"/>
                  </a:lnTo>
                  <a:lnTo>
                    <a:pt x="9213740" y="2824289"/>
                  </a:lnTo>
                  <a:cubicBezTo>
                    <a:pt x="9209216" y="2808147"/>
                    <a:pt x="9204345" y="2791866"/>
                    <a:pt x="9199374" y="2775536"/>
                  </a:cubicBezTo>
                  <a:cubicBezTo>
                    <a:pt x="9159855" y="2645184"/>
                    <a:pt x="9114272" y="2516197"/>
                    <a:pt x="9061829" y="2389515"/>
                  </a:cubicBezTo>
                  <a:cubicBezTo>
                    <a:pt x="9035582" y="2326175"/>
                    <a:pt x="9008043" y="2263258"/>
                    <a:pt x="8978865" y="2200953"/>
                  </a:cubicBezTo>
                  <a:lnTo>
                    <a:pt x="8956694" y="2154317"/>
                  </a:lnTo>
                  <a:lnTo>
                    <a:pt x="8934176" y="2108012"/>
                  </a:lnTo>
                  <a:cubicBezTo>
                    <a:pt x="8918915" y="2077189"/>
                    <a:pt x="8903157" y="2046130"/>
                    <a:pt x="8887151" y="2015448"/>
                  </a:cubicBezTo>
                  <a:cubicBezTo>
                    <a:pt x="8854988" y="1953989"/>
                    <a:pt x="8822082" y="1892908"/>
                    <a:pt x="8787533" y="1832625"/>
                  </a:cubicBezTo>
                  <a:lnTo>
                    <a:pt x="8761485" y="1787496"/>
                  </a:lnTo>
                  <a:lnTo>
                    <a:pt x="8734791" y="1741991"/>
                  </a:lnTo>
                  <a:cubicBezTo>
                    <a:pt x="8717047" y="1711921"/>
                    <a:pt x="8699200" y="1682461"/>
                    <a:pt x="8680808" y="1652910"/>
                  </a:cubicBezTo>
                  <a:cubicBezTo>
                    <a:pt x="8644322" y="1593756"/>
                    <a:pt x="8606194" y="1535216"/>
                    <a:pt x="8567024" y="1477004"/>
                  </a:cubicBezTo>
                  <a:lnTo>
                    <a:pt x="8537446" y="1433428"/>
                  </a:lnTo>
                  <a:lnTo>
                    <a:pt x="8507423" y="1389994"/>
                  </a:lnTo>
                  <a:cubicBezTo>
                    <a:pt x="8487390" y="1361382"/>
                    <a:pt x="8467158" y="1332817"/>
                    <a:pt x="8446529" y="1304393"/>
                  </a:cubicBezTo>
                  <a:cubicBezTo>
                    <a:pt x="8405271" y="1247595"/>
                    <a:pt x="8362718" y="1191218"/>
                    <a:pt x="8319224" y="1135124"/>
                  </a:cubicBezTo>
                  <a:lnTo>
                    <a:pt x="8286366" y="1093148"/>
                  </a:lnTo>
                  <a:lnTo>
                    <a:pt x="8270161" y="1072538"/>
                  </a:lnTo>
                  <a:lnTo>
                    <a:pt x="8253856" y="1052254"/>
                  </a:lnTo>
                  <a:cubicBezTo>
                    <a:pt x="8231636" y="1024773"/>
                    <a:pt x="8209117" y="997479"/>
                    <a:pt x="8186352" y="970373"/>
                  </a:cubicBezTo>
                  <a:cubicBezTo>
                    <a:pt x="8140917" y="916020"/>
                    <a:pt x="8094240" y="862515"/>
                    <a:pt x="8046768" y="809527"/>
                  </a:cubicBezTo>
                  <a:lnTo>
                    <a:pt x="8010927" y="769951"/>
                  </a:lnTo>
                  <a:lnTo>
                    <a:pt x="7974788" y="730751"/>
                  </a:lnTo>
                  <a:cubicBezTo>
                    <a:pt x="7950382" y="704587"/>
                    <a:pt x="7925824" y="678563"/>
                    <a:pt x="7901070" y="652823"/>
                  </a:cubicBezTo>
                  <a:cubicBezTo>
                    <a:pt x="7851510" y="601387"/>
                    <a:pt x="7801404" y="550612"/>
                    <a:pt x="7750054" y="501106"/>
                  </a:cubicBezTo>
                  <a:cubicBezTo>
                    <a:pt x="7698902" y="451742"/>
                    <a:pt x="7645913" y="403036"/>
                    <a:pt x="7592277" y="355319"/>
                  </a:cubicBezTo>
                  <a:cubicBezTo>
                    <a:pt x="7484856" y="259884"/>
                    <a:pt x="7373308" y="168402"/>
                    <a:pt x="7257734" y="81062"/>
                  </a:cubicBezTo>
                  <a:close/>
                  <a:moveTo>
                    <a:pt x="1892109" y="0"/>
                  </a:moveTo>
                  <a:lnTo>
                    <a:pt x="2298402" y="0"/>
                  </a:lnTo>
                  <a:lnTo>
                    <a:pt x="2135542" y="121879"/>
                  </a:lnTo>
                  <a:cubicBezTo>
                    <a:pt x="2078998" y="166378"/>
                    <a:pt x="2023659" y="212143"/>
                    <a:pt x="1969576" y="259084"/>
                  </a:cubicBezTo>
                  <a:cubicBezTo>
                    <a:pt x="1861309" y="352918"/>
                    <a:pt x="1758064" y="451412"/>
                    <a:pt x="1659938" y="553953"/>
                  </a:cubicBezTo>
                  <a:cubicBezTo>
                    <a:pt x="1266987" y="964444"/>
                    <a:pt x="953820" y="1435593"/>
                    <a:pt x="729383" y="1940578"/>
                  </a:cubicBezTo>
                  <a:cubicBezTo>
                    <a:pt x="673260" y="2066459"/>
                    <a:pt x="622855" y="2195070"/>
                    <a:pt x="578465" y="2324905"/>
                  </a:cubicBezTo>
                  <a:cubicBezTo>
                    <a:pt x="534125" y="2454785"/>
                    <a:pt x="496147" y="2586314"/>
                    <a:pt x="465080" y="2718973"/>
                  </a:cubicBezTo>
                  <a:cubicBezTo>
                    <a:pt x="449769" y="2785089"/>
                    <a:pt x="435850" y="2852289"/>
                    <a:pt x="423820" y="2919535"/>
                  </a:cubicBezTo>
                  <a:cubicBezTo>
                    <a:pt x="411840" y="2986829"/>
                    <a:pt x="401054" y="3054358"/>
                    <a:pt x="392355" y="3122169"/>
                  </a:cubicBezTo>
                  <a:cubicBezTo>
                    <a:pt x="374509" y="3257744"/>
                    <a:pt x="363424" y="3393978"/>
                    <a:pt x="358801" y="3531013"/>
                  </a:cubicBezTo>
                  <a:cubicBezTo>
                    <a:pt x="349009" y="3804941"/>
                    <a:pt x="366357" y="4079668"/>
                    <a:pt x="410350" y="4352324"/>
                  </a:cubicBezTo>
                  <a:cubicBezTo>
                    <a:pt x="421286" y="4420230"/>
                    <a:pt x="434209" y="4487758"/>
                    <a:pt x="449022" y="4555147"/>
                  </a:cubicBezTo>
                  <a:cubicBezTo>
                    <a:pt x="463737" y="4622534"/>
                    <a:pt x="480389" y="4689686"/>
                    <a:pt x="498882" y="4756463"/>
                  </a:cubicBezTo>
                  <a:cubicBezTo>
                    <a:pt x="517373" y="4823239"/>
                    <a:pt x="537704" y="4889733"/>
                    <a:pt x="559775" y="4955755"/>
                  </a:cubicBezTo>
                  <a:cubicBezTo>
                    <a:pt x="581946" y="5021873"/>
                    <a:pt x="605358" y="5087473"/>
                    <a:pt x="631406" y="5152084"/>
                  </a:cubicBezTo>
                  <a:cubicBezTo>
                    <a:pt x="734055" y="5411706"/>
                    <a:pt x="865188" y="5662668"/>
                    <a:pt x="1023461" y="5898055"/>
                  </a:cubicBezTo>
                  <a:cubicBezTo>
                    <a:pt x="1181487" y="6133676"/>
                    <a:pt x="1367051" y="6353345"/>
                    <a:pt x="1575880" y="6551744"/>
                  </a:cubicBezTo>
                  <a:cubicBezTo>
                    <a:pt x="1680269" y="6651014"/>
                    <a:pt x="1790338" y="6745037"/>
                    <a:pt x="1905228" y="6833566"/>
                  </a:cubicBezTo>
                  <a:lnTo>
                    <a:pt x="1938629" y="6858000"/>
                  </a:lnTo>
                  <a:lnTo>
                    <a:pt x="1368607" y="6858000"/>
                  </a:lnTo>
                  <a:lnTo>
                    <a:pt x="1115251" y="6594103"/>
                  </a:lnTo>
                  <a:cubicBezTo>
                    <a:pt x="418530" y="5794890"/>
                    <a:pt x="0" y="4770280"/>
                    <a:pt x="0" y="3653129"/>
                  </a:cubicBezTo>
                  <a:cubicBezTo>
                    <a:pt x="0" y="2216793"/>
                    <a:pt x="691856" y="933432"/>
                    <a:pt x="1777294" y="85415"/>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grpSp>
      <p:sp>
        <p:nvSpPr>
          <p:cNvPr id="2" name="Title 1">
            <a:extLst>
              <a:ext uri="{FF2B5EF4-FFF2-40B4-BE49-F238E27FC236}">
                <a16:creationId xmlns:a16="http://schemas.microsoft.com/office/drawing/2014/main" id="{8FB44EAD-9809-7711-9716-CB8F557A1391}"/>
              </a:ext>
            </a:extLst>
          </p:cNvPr>
          <p:cNvSpPr>
            <a:spLocks noGrp="1"/>
          </p:cNvSpPr>
          <p:nvPr>
            <p:ph type="ctrTitle"/>
          </p:nvPr>
        </p:nvSpPr>
        <p:spPr>
          <a:xfrm>
            <a:off x="876300" y="45868"/>
            <a:ext cx="10263459" cy="923925"/>
          </a:xfrm>
        </p:spPr>
        <p:txBody>
          <a:bodyPr anchor="b">
            <a:normAutofit/>
          </a:bodyPr>
          <a:lstStyle/>
          <a:p>
            <a:r>
              <a:rPr lang="en-IN" sz="4000" dirty="0">
                <a:solidFill>
                  <a:schemeClr val="tx2"/>
                </a:solidFill>
                <a:latin typeface="Engravers MT" panose="02090707080505020304" pitchFamily="18" charset="0"/>
              </a:rPr>
              <a:t>History  of MISRA-C</a:t>
            </a:r>
            <a:endParaRPr lang="en-IN" sz="4000" dirty="0">
              <a:solidFill>
                <a:schemeClr val="tx2"/>
              </a:solidFill>
            </a:endParaRPr>
          </a:p>
        </p:txBody>
      </p:sp>
      <p:grpSp>
        <p:nvGrpSpPr>
          <p:cNvPr id="23" name="Group 22">
            <a:extLst>
              <a:ext uri="{FF2B5EF4-FFF2-40B4-BE49-F238E27FC236}">
                <a16:creationId xmlns:a16="http://schemas.microsoft.com/office/drawing/2014/main" id="{87F87F1B-42BA-4AC7-A4E2-41544DDB2CE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05" y="-4155"/>
            <a:ext cx="2514948" cy="2174333"/>
            <a:chOff x="-305" y="-4155"/>
            <a:chExt cx="2514948" cy="2174333"/>
          </a:xfrm>
        </p:grpSpPr>
        <p:sp>
          <p:nvSpPr>
            <p:cNvPr id="24" name="Freeform: Shape 23">
              <a:extLst>
                <a:ext uri="{FF2B5EF4-FFF2-40B4-BE49-F238E27FC236}">
                  <a16:creationId xmlns:a16="http://schemas.microsoft.com/office/drawing/2014/main" id="{68B53067-4E48-4E71-A6A9-A8CAABAFBF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Shape 24">
              <a:extLst>
                <a:ext uri="{FF2B5EF4-FFF2-40B4-BE49-F238E27FC236}">
                  <a16:creationId xmlns:a16="http://schemas.microsoft.com/office/drawing/2014/main" id="{06D1A0D3-4BB8-41D9-9CE7-2884C83F44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reeform: Shape 25">
              <a:extLst>
                <a:ext uri="{FF2B5EF4-FFF2-40B4-BE49-F238E27FC236}">
                  <a16:creationId xmlns:a16="http://schemas.microsoft.com/office/drawing/2014/main" id="{81E20F06-3B09-4B89-A36B-AB8BFBCCA5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27" name="Freeform: Shape 26">
              <a:extLst>
                <a:ext uri="{FF2B5EF4-FFF2-40B4-BE49-F238E27FC236}">
                  <a16:creationId xmlns:a16="http://schemas.microsoft.com/office/drawing/2014/main" id="{DAE6C3D7-7D5B-4926-877D-45F117BB6B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9" name="Group 28">
            <a:extLst>
              <a:ext uri="{FF2B5EF4-FFF2-40B4-BE49-F238E27FC236}">
                <a16:creationId xmlns:a16="http://schemas.microsoft.com/office/drawing/2014/main" id="{967346A5-7569-4F15-AB5D-BE3DADF192C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9685727" y="4683666"/>
            <a:ext cx="2514948" cy="2174333"/>
            <a:chOff x="-305" y="-4155"/>
            <a:chExt cx="2514948" cy="2174333"/>
          </a:xfrm>
        </p:grpSpPr>
        <p:sp>
          <p:nvSpPr>
            <p:cNvPr id="30" name="Freeform: Shape 29">
              <a:extLst>
                <a:ext uri="{FF2B5EF4-FFF2-40B4-BE49-F238E27FC236}">
                  <a16:creationId xmlns:a16="http://schemas.microsoft.com/office/drawing/2014/main" id="{E1951533-A568-4765-AB1F-F71D9AFDEA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reeform: Shape 30">
              <a:extLst>
                <a:ext uri="{FF2B5EF4-FFF2-40B4-BE49-F238E27FC236}">
                  <a16:creationId xmlns:a16="http://schemas.microsoft.com/office/drawing/2014/main" id="{A7214F52-4F3F-4C96-A62E-F1401D6C04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Freeform: Shape 31">
              <a:extLst>
                <a:ext uri="{FF2B5EF4-FFF2-40B4-BE49-F238E27FC236}">
                  <a16:creationId xmlns:a16="http://schemas.microsoft.com/office/drawing/2014/main" id="{023146A1-291C-4FA0-AB5B-EB04D42398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33" name="Freeform: Shape 32">
              <a:extLst>
                <a:ext uri="{FF2B5EF4-FFF2-40B4-BE49-F238E27FC236}">
                  <a16:creationId xmlns:a16="http://schemas.microsoft.com/office/drawing/2014/main" id="{62977932-2B03-4899-8306-5002CEE68E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5" name="Title 1">
            <a:extLst>
              <a:ext uri="{FF2B5EF4-FFF2-40B4-BE49-F238E27FC236}">
                <a16:creationId xmlns:a16="http://schemas.microsoft.com/office/drawing/2014/main" id="{D6EE584E-84BC-FC84-2A5F-A0E7AF1256B7}"/>
              </a:ext>
            </a:extLst>
          </p:cNvPr>
          <p:cNvSpPr txBox="1">
            <a:spLocks/>
          </p:cNvSpPr>
          <p:nvPr/>
        </p:nvSpPr>
        <p:spPr>
          <a:xfrm>
            <a:off x="10382250" y="3983"/>
            <a:ext cx="1809445" cy="44767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2000" dirty="0">
                <a:solidFill>
                  <a:schemeClr val="tx2"/>
                </a:solidFill>
              </a:rPr>
              <a:t>MISRA C -2012</a:t>
            </a:r>
          </a:p>
        </p:txBody>
      </p:sp>
      <p:sp>
        <p:nvSpPr>
          <p:cNvPr id="6" name="Subtitle 2">
            <a:extLst>
              <a:ext uri="{FF2B5EF4-FFF2-40B4-BE49-F238E27FC236}">
                <a16:creationId xmlns:a16="http://schemas.microsoft.com/office/drawing/2014/main" id="{C992C8E1-40D9-45CC-B67A-D8B86D2A381E}"/>
              </a:ext>
            </a:extLst>
          </p:cNvPr>
          <p:cNvSpPr txBox="1">
            <a:spLocks/>
          </p:cNvSpPr>
          <p:nvPr/>
        </p:nvSpPr>
        <p:spPr>
          <a:xfrm>
            <a:off x="3432265" y="853500"/>
            <a:ext cx="5188034" cy="682079"/>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115000"/>
              </a:lnSpc>
              <a:spcAft>
                <a:spcPts val="800"/>
              </a:spcAft>
            </a:pPr>
            <a:r>
              <a:rPr lang="en-IN" kern="100" dirty="0">
                <a:solidFill>
                  <a:srgbClr val="666666"/>
                </a:solidFill>
                <a:effectLst/>
                <a:highlight>
                  <a:srgbClr val="FFFF00"/>
                </a:highlight>
                <a:latin typeface="Times New Roman" panose="02020603050405020304" pitchFamily="18" charset="0"/>
                <a:ea typeface="Aptos" panose="020B0004020202020204" pitchFamily="34" charset="0"/>
                <a:cs typeface="Times New Roman" panose="02020603050405020304" pitchFamily="18" charset="0"/>
              </a:rPr>
              <a:t>Misra2012:Rule-5.1</a:t>
            </a:r>
          </a:p>
        </p:txBody>
      </p:sp>
      <p:sp>
        <p:nvSpPr>
          <p:cNvPr id="3" name="TextBox 2">
            <a:extLst>
              <a:ext uri="{FF2B5EF4-FFF2-40B4-BE49-F238E27FC236}">
                <a16:creationId xmlns:a16="http://schemas.microsoft.com/office/drawing/2014/main" id="{F52B51FF-E201-359D-4743-DA9B627F1CC1}"/>
              </a:ext>
            </a:extLst>
          </p:cNvPr>
          <p:cNvSpPr txBox="1"/>
          <p:nvPr/>
        </p:nvSpPr>
        <p:spPr>
          <a:xfrm>
            <a:off x="1008380" y="1281622"/>
            <a:ext cx="7766610" cy="369332"/>
          </a:xfrm>
          <a:prstGeom prst="rect">
            <a:avLst/>
          </a:prstGeom>
          <a:noFill/>
        </p:spPr>
        <p:txBody>
          <a:bodyPr wrap="square">
            <a:spAutoFit/>
          </a:bodyPr>
          <a:lstStyle/>
          <a:p>
            <a:pPr marL="285750" indent="-285750" algn="l">
              <a:buFont typeface="Wingdings" panose="05000000000000000000" pitchFamily="2" charset="2"/>
              <a:buChar char="q"/>
            </a:pPr>
            <a:r>
              <a:rPr lang="en-US" sz="1800" b="1" i="0" u="none" strike="noStrike" baseline="0" dirty="0">
                <a:latin typeface="Times New Roman" panose="02020603050405020304" pitchFamily="18" charset="0"/>
                <a:cs typeface="Times New Roman" panose="02020603050405020304" pitchFamily="18" charset="0"/>
              </a:rPr>
              <a:t>External identifiers shall be distinct</a:t>
            </a:r>
            <a:endParaRPr lang="en-IN" b="1" kern="100" dirty="0">
              <a:effectLst/>
              <a:highlight>
                <a:srgbClr val="FFFF00"/>
              </a:highlight>
              <a:latin typeface="Times New Roman" panose="02020603050405020304" pitchFamily="18" charset="0"/>
              <a:ea typeface="Aptos" panose="020B0004020202020204" pitchFamily="34" charset="0"/>
              <a:cs typeface="Times New Roman" panose="02020603050405020304" pitchFamily="18" charset="0"/>
            </a:endParaRPr>
          </a:p>
        </p:txBody>
      </p:sp>
      <p:sp>
        <p:nvSpPr>
          <p:cNvPr id="11" name="TextBox 10">
            <a:extLst>
              <a:ext uri="{FF2B5EF4-FFF2-40B4-BE49-F238E27FC236}">
                <a16:creationId xmlns:a16="http://schemas.microsoft.com/office/drawing/2014/main" id="{3BAF9C64-DAA2-791C-A360-DC870B79332D}"/>
              </a:ext>
            </a:extLst>
          </p:cNvPr>
          <p:cNvSpPr txBox="1"/>
          <p:nvPr/>
        </p:nvSpPr>
        <p:spPr>
          <a:xfrm>
            <a:off x="1298209" y="1655673"/>
            <a:ext cx="9642403" cy="369332"/>
          </a:xfrm>
          <a:prstGeom prst="rect">
            <a:avLst/>
          </a:prstGeom>
          <a:noFill/>
        </p:spPr>
        <p:txBody>
          <a:bodyPr wrap="square">
            <a:spAutoFit/>
          </a:bodyPr>
          <a:lstStyle/>
          <a:p>
            <a:pPr algn="l"/>
            <a:r>
              <a:rPr lang="en-IN" sz="1800" b="0" i="0" u="none" strike="noStrike" baseline="0" dirty="0">
                <a:latin typeface="OpenSans"/>
              </a:rPr>
              <a:t>Category –</a:t>
            </a:r>
            <a:r>
              <a:rPr lang="en-IN" sz="1800" b="0" i="0" u="none" strike="noStrike" baseline="0" dirty="0">
                <a:latin typeface="OpenSans-Light"/>
              </a:rPr>
              <a:t>Required    Analysis </a:t>
            </a:r>
            <a:r>
              <a:rPr lang="en-IN" sz="1800" b="0" i="0" u="none" strike="noStrike" baseline="0" dirty="0">
                <a:latin typeface="OpenSans"/>
              </a:rPr>
              <a:t> -</a:t>
            </a:r>
            <a:r>
              <a:rPr lang="en-IN" sz="1800" b="0" i="0" u="none" strike="noStrike" baseline="0" dirty="0">
                <a:latin typeface="OpenSans-Light"/>
              </a:rPr>
              <a:t> Decidable, System </a:t>
            </a:r>
            <a:r>
              <a:rPr lang="en-IN" sz="1800" b="0" i="0" u="none" strike="noStrike" baseline="0" dirty="0">
                <a:latin typeface="OpenSans"/>
              </a:rPr>
              <a:t>Applies to -</a:t>
            </a:r>
            <a:r>
              <a:rPr lang="en-IN" sz="1800" b="0" i="0" u="none" strike="noStrike" baseline="0" dirty="0">
                <a:latin typeface="OpenSans-Light"/>
              </a:rPr>
              <a:t> C90, C99</a:t>
            </a:r>
            <a:endParaRPr lang="en-IN" dirty="0"/>
          </a:p>
        </p:txBody>
      </p:sp>
      <p:sp>
        <p:nvSpPr>
          <p:cNvPr id="12" name="TextBox 11">
            <a:extLst>
              <a:ext uri="{FF2B5EF4-FFF2-40B4-BE49-F238E27FC236}">
                <a16:creationId xmlns:a16="http://schemas.microsoft.com/office/drawing/2014/main" id="{3B6B20D6-4372-E7FE-5B7C-3A5C456054FD}"/>
              </a:ext>
            </a:extLst>
          </p:cNvPr>
          <p:cNvSpPr txBox="1"/>
          <p:nvPr/>
        </p:nvSpPr>
        <p:spPr>
          <a:xfrm>
            <a:off x="2651565" y="2609037"/>
            <a:ext cx="9005065" cy="4247317"/>
          </a:xfrm>
          <a:prstGeom prst="rect">
            <a:avLst/>
          </a:prstGeom>
          <a:noFill/>
        </p:spPr>
        <p:txBody>
          <a:bodyPr wrap="square">
            <a:spAutoFit/>
          </a:bodyPr>
          <a:lstStyle/>
          <a:p>
            <a:pPr algn="l"/>
            <a:r>
              <a:rPr lang="en-US" sz="1800" b="0" i="0" u="none" strike="noStrike" baseline="0" dirty="0">
                <a:latin typeface="Times New Roman" panose="02020603050405020304" pitchFamily="18" charset="0"/>
                <a:cs typeface="Times New Roman" panose="02020603050405020304" pitchFamily="18" charset="0"/>
              </a:rPr>
              <a:t>#include &lt;</a:t>
            </a:r>
            <a:r>
              <a:rPr lang="en-US" sz="1800" b="0" i="0" u="none" strike="noStrike" baseline="0" dirty="0" err="1">
                <a:latin typeface="Times New Roman" panose="02020603050405020304" pitchFamily="18" charset="0"/>
                <a:cs typeface="Times New Roman" panose="02020603050405020304" pitchFamily="18" charset="0"/>
              </a:rPr>
              <a:t>stdio.h</a:t>
            </a:r>
            <a:r>
              <a:rPr lang="en-US" sz="1800" b="0" i="0" u="none" strike="noStrike" baseline="0" dirty="0">
                <a:latin typeface="Times New Roman" panose="02020603050405020304" pitchFamily="18" charset="0"/>
                <a:cs typeface="Times New Roman" panose="02020603050405020304" pitchFamily="18" charset="0"/>
              </a:rPr>
              <a:t>&gt;</a:t>
            </a:r>
          </a:p>
          <a:p>
            <a:pPr algn="l"/>
            <a:r>
              <a:rPr lang="en-US" sz="1800" b="0" i="0" u="none" strike="noStrike" baseline="0" dirty="0">
                <a:latin typeface="Times New Roman" panose="02020603050405020304" pitchFamily="18" charset="0"/>
                <a:cs typeface="Times New Roman" panose="02020603050405020304" pitchFamily="18" charset="0"/>
              </a:rPr>
              <a:t>// Violation: Non-distinct external identifiers</a:t>
            </a:r>
          </a:p>
          <a:p>
            <a:pPr algn="l"/>
            <a:r>
              <a:rPr lang="en-US" sz="1800" b="0" i="0" u="none" strike="noStrike" baseline="0" dirty="0">
                <a:highlight>
                  <a:srgbClr val="FFFF00"/>
                </a:highlight>
                <a:latin typeface="Times New Roman" panose="02020603050405020304" pitchFamily="18" charset="0"/>
                <a:cs typeface="Times New Roman" panose="02020603050405020304" pitchFamily="18" charset="0"/>
              </a:rPr>
              <a:t>int variable = 10;</a:t>
            </a:r>
          </a:p>
          <a:p>
            <a:pPr algn="l"/>
            <a:r>
              <a:rPr lang="en-US" sz="1800" b="0" i="0" u="none" strike="noStrike" baseline="0" dirty="0">
                <a:highlight>
                  <a:srgbClr val="FFFF00"/>
                </a:highlight>
                <a:latin typeface="Times New Roman" panose="02020603050405020304" pitchFamily="18" charset="0"/>
                <a:cs typeface="Times New Roman" panose="02020603050405020304" pitchFamily="18" charset="0"/>
              </a:rPr>
              <a:t>int variable = 20; // Attempting to declare another variable with the same name</a:t>
            </a:r>
          </a:p>
          <a:p>
            <a:pPr algn="l"/>
            <a:r>
              <a:rPr lang="en-US" sz="1800" b="0" i="0" u="none" strike="noStrike" baseline="0" dirty="0">
                <a:highlight>
                  <a:srgbClr val="FFFF00"/>
                </a:highlight>
                <a:latin typeface="Times New Roman" panose="02020603050405020304" pitchFamily="18" charset="0"/>
                <a:cs typeface="Times New Roman" panose="02020603050405020304" pitchFamily="18" charset="0"/>
              </a:rPr>
              <a:t>void function() {</a:t>
            </a:r>
          </a:p>
          <a:p>
            <a:pPr algn="l"/>
            <a:r>
              <a:rPr lang="en-US" sz="1800" b="0" i="0" u="none" strike="noStrike" baseline="0" dirty="0">
                <a:highlight>
                  <a:srgbClr val="FFFF00"/>
                </a:highlight>
                <a:latin typeface="Times New Roman" panose="02020603050405020304" pitchFamily="18" charset="0"/>
                <a:cs typeface="Times New Roman" panose="02020603050405020304" pitchFamily="18" charset="0"/>
              </a:rPr>
              <a:t>    </a:t>
            </a:r>
            <a:r>
              <a:rPr lang="en-US" sz="1800" b="0" i="0" u="none" strike="noStrike" baseline="0" dirty="0" err="1">
                <a:highlight>
                  <a:srgbClr val="FFFF00"/>
                </a:highlight>
                <a:latin typeface="Times New Roman" panose="02020603050405020304" pitchFamily="18" charset="0"/>
                <a:cs typeface="Times New Roman" panose="02020603050405020304" pitchFamily="18" charset="0"/>
              </a:rPr>
              <a:t>printf</a:t>
            </a:r>
            <a:r>
              <a:rPr lang="en-US" sz="1800" b="0" i="0" u="none" strike="noStrike" baseline="0" dirty="0">
                <a:highlight>
                  <a:srgbClr val="FFFF00"/>
                </a:highlight>
                <a:latin typeface="Times New Roman" panose="02020603050405020304" pitchFamily="18" charset="0"/>
                <a:cs typeface="Times New Roman" panose="02020603050405020304" pitchFamily="18" charset="0"/>
              </a:rPr>
              <a:t>("Hello, world!\n");</a:t>
            </a:r>
          </a:p>
          <a:p>
            <a:pPr algn="l"/>
            <a:r>
              <a:rPr lang="en-US" sz="1800" b="0" i="0" u="none" strike="noStrike" baseline="0" dirty="0">
                <a:highlight>
                  <a:srgbClr val="FFFF00"/>
                </a:highlight>
                <a:latin typeface="Times New Roman" panose="02020603050405020304" pitchFamily="18" charset="0"/>
                <a:cs typeface="Times New Roman" panose="02020603050405020304" pitchFamily="18" charset="0"/>
              </a:rPr>
              <a:t>}</a:t>
            </a:r>
          </a:p>
          <a:p>
            <a:pPr algn="l"/>
            <a:r>
              <a:rPr lang="en-US" sz="1800" b="0" i="0" u="none" strike="noStrike" baseline="0" dirty="0">
                <a:highlight>
                  <a:srgbClr val="FFFF00"/>
                </a:highlight>
                <a:latin typeface="Times New Roman" panose="02020603050405020304" pitchFamily="18" charset="0"/>
                <a:cs typeface="Times New Roman" panose="02020603050405020304" pitchFamily="18" charset="0"/>
              </a:rPr>
              <a:t>void function() { // Attempting to declare another function with the same name</a:t>
            </a:r>
          </a:p>
          <a:p>
            <a:pPr algn="l"/>
            <a:r>
              <a:rPr lang="en-US" sz="1800" b="0" i="0" u="none" strike="noStrike" baseline="0" dirty="0">
                <a:highlight>
                  <a:srgbClr val="FFFF00"/>
                </a:highlight>
                <a:latin typeface="Times New Roman" panose="02020603050405020304" pitchFamily="18" charset="0"/>
                <a:cs typeface="Times New Roman" panose="02020603050405020304" pitchFamily="18" charset="0"/>
              </a:rPr>
              <a:t>    </a:t>
            </a:r>
            <a:r>
              <a:rPr lang="en-US" sz="1800" b="0" i="0" u="none" strike="noStrike" baseline="0" dirty="0" err="1">
                <a:highlight>
                  <a:srgbClr val="FFFF00"/>
                </a:highlight>
                <a:latin typeface="Times New Roman" panose="02020603050405020304" pitchFamily="18" charset="0"/>
                <a:cs typeface="Times New Roman" panose="02020603050405020304" pitchFamily="18" charset="0"/>
              </a:rPr>
              <a:t>printf</a:t>
            </a:r>
            <a:r>
              <a:rPr lang="en-US" sz="1800" b="0" i="0" u="none" strike="noStrike" baseline="0" dirty="0">
                <a:highlight>
                  <a:srgbClr val="FFFF00"/>
                </a:highlight>
                <a:latin typeface="Times New Roman" panose="02020603050405020304" pitchFamily="18" charset="0"/>
                <a:cs typeface="Times New Roman" panose="02020603050405020304" pitchFamily="18" charset="0"/>
              </a:rPr>
              <a:t>("Hello again!\n");</a:t>
            </a:r>
          </a:p>
          <a:p>
            <a:pPr algn="l"/>
            <a:r>
              <a:rPr lang="en-US" sz="1800" b="0" i="0" u="none" strike="noStrike" baseline="0" dirty="0">
                <a:latin typeface="Times New Roman" panose="02020603050405020304" pitchFamily="18" charset="0"/>
                <a:cs typeface="Times New Roman" panose="02020603050405020304" pitchFamily="18" charset="0"/>
              </a:rPr>
              <a:t>}</a:t>
            </a:r>
          </a:p>
          <a:p>
            <a:pPr algn="l"/>
            <a:r>
              <a:rPr lang="en-US" sz="1800" b="0" i="0" u="none" strike="noStrike" baseline="0" dirty="0">
                <a:latin typeface="Times New Roman" panose="02020603050405020304" pitchFamily="18" charset="0"/>
                <a:cs typeface="Times New Roman" panose="02020603050405020304" pitchFamily="18" charset="0"/>
              </a:rPr>
              <a:t>int main() {</a:t>
            </a:r>
          </a:p>
          <a:p>
            <a:pPr algn="l"/>
            <a:r>
              <a:rPr lang="en-US" sz="1800" b="0" i="0" u="none" strike="noStrike" baseline="0" dirty="0">
                <a:latin typeface="Times New Roman" panose="02020603050405020304" pitchFamily="18" charset="0"/>
                <a:cs typeface="Times New Roman" panose="02020603050405020304" pitchFamily="18" charset="0"/>
              </a:rPr>
              <a:t>    </a:t>
            </a:r>
            <a:r>
              <a:rPr lang="en-US" sz="1800" b="0" i="0" u="none" strike="noStrike" baseline="0" dirty="0">
                <a:highlight>
                  <a:srgbClr val="FFFF00"/>
                </a:highlight>
                <a:latin typeface="Times New Roman" panose="02020603050405020304" pitchFamily="18" charset="0"/>
                <a:cs typeface="Times New Roman" panose="02020603050405020304" pitchFamily="18" charset="0"/>
              </a:rPr>
              <a:t>variable = 30; </a:t>
            </a:r>
            <a:r>
              <a:rPr lang="en-US" sz="1800" b="0" i="0" u="none" strike="noStrike" baseline="0" dirty="0">
                <a:latin typeface="Times New Roman" panose="02020603050405020304" pitchFamily="18" charset="0"/>
                <a:cs typeface="Times New Roman" panose="02020603050405020304" pitchFamily="18" charset="0"/>
              </a:rPr>
              <a:t>// Using the non-distinct variable identifier</a:t>
            </a:r>
          </a:p>
          <a:p>
            <a:pPr algn="l"/>
            <a:r>
              <a:rPr lang="en-US" sz="1800" b="0" i="0" u="none" strike="noStrike" baseline="0" dirty="0">
                <a:highlight>
                  <a:srgbClr val="FFFF00"/>
                </a:highlight>
                <a:latin typeface="Times New Roman" panose="02020603050405020304" pitchFamily="18" charset="0"/>
                <a:cs typeface="Times New Roman" panose="02020603050405020304" pitchFamily="18" charset="0"/>
              </a:rPr>
              <a:t>    function(); </a:t>
            </a:r>
            <a:r>
              <a:rPr lang="en-US" sz="1800" b="0" i="0" u="none" strike="noStrike" baseline="0" dirty="0">
                <a:latin typeface="Times New Roman" panose="02020603050405020304" pitchFamily="18" charset="0"/>
                <a:cs typeface="Times New Roman" panose="02020603050405020304" pitchFamily="18" charset="0"/>
              </a:rPr>
              <a:t>// Calling the non-distinct function identifier</a:t>
            </a:r>
          </a:p>
          <a:p>
            <a:pPr algn="l"/>
            <a:r>
              <a:rPr lang="en-US" sz="1800" b="0" i="0" u="none" strike="noStrike" baseline="0" dirty="0">
                <a:latin typeface="Times New Roman" panose="02020603050405020304" pitchFamily="18" charset="0"/>
                <a:cs typeface="Times New Roman" panose="02020603050405020304" pitchFamily="18" charset="0"/>
              </a:rPr>
              <a:t>    return 0;</a:t>
            </a:r>
          </a:p>
          <a:p>
            <a:pPr algn="l"/>
            <a:r>
              <a:rPr lang="en-US" sz="1800" b="0" i="0" u="none" strike="noStrike" baseline="0" dirty="0">
                <a:latin typeface="Times New Roman" panose="02020603050405020304" pitchFamily="18" charset="0"/>
                <a:cs typeface="Times New Roman" panose="02020603050405020304" pitchFamily="18" charset="0"/>
              </a:rPr>
              <a:t>}</a:t>
            </a:r>
            <a:endParaRPr lang="en-IN" dirty="0">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3BEBAFEE-B117-F80A-3238-35883C77E34C}"/>
              </a:ext>
            </a:extLst>
          </p:cNvPr>
          <p:cNvSpPr txBox="1"/>
          <p:nvPr/>
        </p:nvSpPr>
        <p:spPr>
          <a:xfrm>
            <a:off x="1199799" y="2009451"/>
            <a:ext cx="10650070" cy="646331"/>
          </a:xfrm>
          <a:prstGeom prst="rect">
            <a:avLst/>
          </a:prstGeom>
          <a:noFill/>
        </p:spPr>
        <p:txBody>
          <a:bodyPr wrap="square">
            <a:spAutoFit/>
          </a:bodyPr>
          <a:lstStyle/>
          <a:p>
            <a:r>
              <a:rPr lang="en-US" b="0" i="0" dirty="0">
                <a:solidFill>
                  <a:srgbClr val="0D0D0D"/>
                </a:solidFill>
                <a:effectLst/>
                <a:latin typeface="Times New Roman" panose="02020603050405020304" pitchFamily="18" charset="0"/>
                <a:cs typeface="Times New Roman" panose="02020603050405020304" pitchFamily="18" charset="0"/>
              </a:rPr>
              <a:t>Rule 5.1 states that external identifiers, such as variable names, function names, and structure tags, shall be distinct</a:t>
            </a:r>
            <a:endParaRPr lang="en-IN"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C571CA19-A36B-7D93-981A-5F92A3EA59D7}"/>
              </a:ext>
            </a:extLst>
          </p:cNvPr>
          <p:cNvSpPr txBox="1"/>
          <p:nvPr/>
        </p:nvSpPr>
        <p:spPr>
          <a:xfrm>
            <a:off x="1303454" y="2670575"/>
            <a:ext cx="1046338" cy="369332"/>
          </a:xfrm>
          <a:prstGeom prst="rect">
            <a:avLst/>
          </a:prstGeom>
          <a:noFill/>
        </p:spPr>
        <p:txBody>
          <a:bodyPr wrap="square">
            <a:spAutoFit/>
          </a:bodyPr>
          <a:lstStyle/>
          <a:p>
            <a:pPr algn="l"/>
            <a:r>
              <a:rPr lang="en-IN" dirty="0">
                <a:highlight>
                  <a:srgbClr val="FFFF00"/>
                </a:highlight>
              </a:rPr>
              <a:t>Example</a:t>
            </a:r>
          </a:p>
        </p:txBody>
      </p:sp>
      <p:sp>
        <p:nvSpPr>
          <p:cNvPr id="9" name="Slide Number Placeholder 8">
            <a:extLst>
              <a:ext uri="{FF2B5EF4-FFF2-40B4-BE49-F238E27FC236}">
                <a16:creationId xmlns:a16="http://schemas.microsoft.com/office/drawing/2014/main" id="{11728197-01C9-8034-332F-44998CDD8C77}"/>
              </a:ext>
            </a:extLst>
          </p:cNvPr>
          <p:cNvSpPr>
            <a:spLocks noGrp="1"/>
          </p:cNvSpPr>
          <p:nvPr>
            <p:ph type="sldNum" sz="quarter" idx="12"/>
          </p:nvPr>
        </p:nvSpPr>
        <p:spPr/>
        <p:txBody>
          <a:bodyPr/>
          <a:lstStyle/>
          <a:p>
            <a:fld id="{91247CA1-BCEC-4DD4-9B23-E2AE1AEA27A6}" type="slidenum">
              <a:rPr lang="en-IN" smtClean="0"/>
              <a:t>26</a:t>
            </a:fld>
            <a:endParaRPr lang="en-IN"/>
          </a:p>
        </p:txBody>
      </p:sp>
      <p:sp>
        <p:nvSpPr>
          <p:cNvPr id="8" name="TextBox 7">
            <a:extLst>
              <a:ext uri="{FF2B5EF4-FFF2-40B4-BE49-F238E27FC236}">
                <a16:creationId xmlns:a16="http://schemas.microsoft.com/office/drawing/2014/main" id="{A8B1DBC7-DECD-7649-D91C-38A99E6F1431}"/>
              </a:ext>
            </a:extLst>
          </p:cNvPr>
          <p:cNvSpPr txBox="1"/>
          <p:nvPr/>
        </p:nvSpPr>
        <p:spPr>
          <a:xfrm>
            <a:off x="10532532" y="526059"/>
            <a:ext cx="1451144" cy="369332"/>
          </a:xfrm>
          <a:prstGeom prst="rect">
            <a:avLst/>
          </a:prstGeom>
          <a:noFill/>
        </p:spPr>
        <p:txBody>
          <a:bodyPr wrap="square">
            <a:spAutoFit/>
          </a:bodyPr>
          <a:lstStyle/>
          <a:p>
            <a:r>
              <a:rPr lang="en-IN" dirty="0"/>
              <a:t>Session 1</a:t>
            </a:r>
          </a:p>
        </p:txBody>
      </p:sp>
    </p:spTree>
    <p:extLst>
      <p:ext uri="{BB962C8B-B14F-4D97-AF65-F5344CB8AC3E}">
        <p14:creationId xmlns:p14="http://schemas.microsoft.com/office/powerpoint/2010/main" val="219878146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5A292AEA-2528-46C0-B426-95822B6141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D8B7B198-E4DF-43CD-AD8C-1998843237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34" name="Freeform: Shape 33">
            <a:extLst>
              <a:ext uri="{FF2B5EF4-FFF2-40B4-BE49-F238E27FC236}">
                <a16:creationId xmlns:a16="http://schemas.microsoft.com/office/drawing/2014/main" id="{2BE67753-EA0E-4819-8D22-0B6600CF7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96934" y="3984"/>
            <a:ext cx="9376632" cy="6858000"/>
          </a:xfrm>
          <a:custGeom>
            <a:avLst/>
            <a:gdLst>
              <a:gd name="connsiteX0" fmla="*/ 1691615 w 9376632"/>
              <a:gd name="connsiteY0" fmla="*/ 0 h 6858000"/>
              <a:gd name="connsiteX1" fmla="*/ 7685017 w 9376632"/>
              <a:gd name="connsiteY1" fmla="*/ 0 h 6858000"/>
              <a:gd name="connsiteX2" fmla="*/ 7840634 w 9376632"/>
              <a:gd name="connsiteY2" fmla="*/ 134799 h 6858000"/>
              <a:gd name="connsiteX3" fmla="*/ 9376632 w 9376632"/>
              <a:gd name="connsiteY3" fmla="*/ 3605175 h 6858000"/>
              <a:gd name="connsiteX4" fmla="*/ 8158692 w 9376632"/>
              <a:gd name="connsiteY4" fmla="*/ 6757493 h 6858000"/>
              <a:gd name="connsiteX5" fmla="*/ 8062868 w 9376632"/>
              <a:gd name="connsiteY5" fmla="*/ 6858000 h 6858000"/>
              <a:gd name="connsiteX6" fmla="*/ 1313765 w 9376632"/>
              <a:gd name="connsiteY6" fmla="*/ 6858000 h 6858000"/>
              <a:gd name="connsiteX7" fmla="*/ 1217940 w 9376632"/>
              <a:gd name="connsiteY7" fmla="*/ 6757493 h 6858000"/>
              <a:gd name="connsiteX8" fmla="*/ 0 w 9376632"/>
              <a:gd name="connsiteY8" fmla="*/ 3605175 h 6858000"/>
              <a:gd name="connsiteX9" fmla="*/ 1535999 w 9376632"/>
              <a:gd name="connsiteY9" fmla="*/ 13479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376632" h="6858000">
                <a:moveTo>
                  <a:pt x="1691615" y="0"/>
                </a:moveTo>
                <a:lnTo>
                  <a:pt x="7685017" y="0"/>
                </a:lnTo>
                <a:lnTo>
                  <a:pt x="7840634" y="134799"/>
                </a:lnTo>
                <a:cubicBezTo>
                  <a:pt x="8784230" y="992423"/>
                  <a:pt x="9376632" y="2229618"/>
                  <a:pt x="9376632" y="3605175"/>
                </a:cubicBezTo>
                <a:cubicBezTo>
                  <a:pt x="9376632" y="4818903"/>
                  <a:pt x="8915419" y="5924908"/>
                  <a:pt x="8158692" y="6757493"/>
                </a:cubicBezTo>
                <a:lnTo>
                  <a:pt x="8062868" y="6858000"/>
                </a:lnTo>
                <a:lnTo>
                  <a:pt x="1313765" y="6858000"/>
                </a:lnTo>
                <a:lnTo>
                  <a:pt x="1217940" y="6757493"/>
                </a:lnTo>
                <a:cubicBezTo>
                  <a:pt x="461213" y="5924908"/>
                  <a:pt x="0" y="4818903"/>
                  <a:pt x="0" y="3605175"/>
                </a:cubicBezTo>
                <a:cubicBezTo>
                  <a:pt x="0" y="2229618"/>
                  <a:pt x="592403" y="992423"/>
                  <a:pt x="1535999" y="134799"/>
                </a:cubicBezTo>
                <a:close/>
              </a:path>
            </a:pathLst>
          </a:cu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5" name="Group 34">
            <a:extLst>
              <a:ext uri="{FF2B5EF4-FFF2-40B4-BE49-F238E27FC236}">
                <a16:creationId xmlns:a16="http://schemas.microsoft.com/office/drawing/2014/main" id="{D76D63AC-0421-45EC-B383-E79A61A78C6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303402" y="3985"/>
            <a:ext cx="9772765" cy="6858000"/>
            <a:chOff x="1303402" y="36937"/>
            <a:chExt cx="9772765" cy="6858000"/>
          </a:xfrm>
          <a:solidFill>
            <a:schemeClr val="bg1">
              <a:alpha val="30000"/>
            </a:schemeClr>
          </a:solidFill>
        </p:grpSpPr>
        <p:sp>
          <p:nvSpPr>
            <p:cNvPr id="15" name="Freeform: Shape 14">
              <a:extLst>
                <a:ext uri="{FF2B5EF4-FFF2-40B4-BE49-F238E27FC236}">
                  <a16:creationId xmlns:a16="http://schemas.microsoft.com/office/drawing/2014/main" id="{B997A32E-7032-4107-9C8B-99DB59EDD5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6937"/>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Shape 15">
              <a:extLst>
                <a:ext uri="{FF2B5EF4-FFF2-40B4-BE49-F238E27FC236}">
                  <a16:creationId xmlns:a16="http://schemas.microsoft.com/office/drawing/2014/main" id="{943BB27F-1470-42CA-91FF-D94BC691C8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6937"/>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Freeform: Shape 16">
              <a:extLst>
                <a:ext uri="{FF2B5EF4-FFF2-40B4-BE49-F238E27FC236}">
                  <a16:creationId xmlns:a16="http://schemas.microsoft.com/office/drawing/2014/main" id="{E997B002-17FD-47B3-A06A-76802FE15C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6937"/>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Freeform: Shape 17">
              <a:extLst>
                <a:ext uri="{FF2B5EF4-FFF2-40B4-BE49-F238E27FC236}">
                  <a16:creationId xmlns:a16="http://schemas.microsoft.com/office/drawing/2014/main" id="{E401EA35-9D2E-43B7-860F-EBB8A6C3E0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6937"/>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Freeform: Shape 18">
              <a:extLst>
                <a:ext uri="{FF2B5EF4-FFF2-40B4-BE49-F238E27FC236}">
                  <a16:creationId xmlns:a16="http://schemas.microsoft.com/office/drawing/2014/main" id="{F8C44827-3D81-4FF9-B4A5-5650D1B20A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6937"/>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Freeform: Shape 19">
              <a:extLst>
                <a:ext uri="{FF2B5EF4-FFF2-40B4-BE49-F238E27FC236}">
                  <a16:creationId xmlns:a16="http://schemas.microsoft.com/office/drawing/2014/main" id="{F613D97F-F6DF-4D32-AD91-209A80E7A2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8320" y="36937"/>
              <a:ext cx="9767847" cy="6858000"/>
            </a:xfrm>
            <a:custGeom>
              <a:avLst/>
              <a:gdLst>
                <a:gd name="connsiteX0" fmla="*/ 7151367 w 9767847"/>
                <a:gd name="connsiteY0" fmla="*/ 0 h 6858000"/>
                <a:gd name="connsiteX1" fmla="*/ 7881247 w 9767847"/>
                <a:gd name="connsiteY1" fmla="*/ 0 h 6858000"/>
                <a:gd name="connsiteX2" fmla="*/ 7990553 w 9767847"/>
                <a:gd name="connsiteY2" fmla="*/ 81317 h 6858000"/>
                <a:gd name="connsiteX3" fmla="*/ 9767847 w 9767847"/>
                <a:gd name="connsiteY3" fmla="*/ 3649031 h 6858000"/>
                <a:gd name="connsiteX4" fmla="*/ 8652597 w 9767847"/>
                <a:gd name="connsiteY4" fmla="*/ 6590005 h 6858000"/>
                <a:gd name="connsiteX5" fmla="*/ 8395306 w 9767847"/>
                <a:gd name="connsiteY5" fmla="*/ 6858000 h 6858000"/>
                <a:gd name="connsiteX6" fmla="*/ 6762603 w 9767847"/>
                <a:gd name="connsiteY6" fmla="*/ 6858000 h 6858000"/>
                <a:gd name="connsiteX7" fmla="*/ 6765962 w 9767847"/>
                <a:gd name="connsiteY7" fmla="*/ 6854844 h 6858000"/>
                <a:gd name="connsiteX8" fmla="*/ 6804586 w 9767847"/>
                <a:gd name="connsiteY8" fmla="*/ 6817103 h 6858000"/>
                <a:gd name="connsiteX9" fmla="*/ 6881735 w 9767847"/>
                <a:gd name="connsiteY9" fmla="*/ 6741197 h 6858000"/>
                <a:gd name="connsiteX10" fmla="*/ 6958883 w 9767847"/>
                <a:gd name="connsiteY10" fmla="*/ 6664822 h 6858000"/>
                <a:gd name="connsiteX11" fmla="*/ 7267925 w 9767847"/>
                <a:gd name="connsiteY11" fmla="*/ 6355694 h 6858000"/>
                <a:gd name="connsiteX12" fmla="*/ 7424360 w 9767847"/>
                <a:gd name="connsiteY12" fmla="*/ 6200685 h 6858000"/>
                <a:gd name="connsiteX13" fmla="*/ 7504938 w 9767847"/>
                <a:gd name="connsiteY13" fmla="*/ 6122708 h 6858000"/>
                <a:gd name="connsiteX14" fmla="*/ 7546396 w 9767847"/>
                <a:gd name="connsiteY14" fmla="*/ 6083697 h 6858000"/>
                <a:gd name="connsiteX15" fmla="*/ 7588002 w 9767847"/>
                <a:gd name="connsiteY15" fmla="*/ 6045532 h 6858000"/>
                <a:gd name="connsiteX16" fmla="*/ 7631000 w 9767847"/>
                <a:gd name="connsiteY16" fmla="*/ 6006709 h 6858000"/>
                <a:gd name="connsiteX17" fmla="*/ 7675440 w 9767847"/>
                <a:gd name="connsiteY17" fmla="*/ 5968309 h 6858000"/>
                <a:gd name="connsiteX18" fmla="*/ 7720626 w 9767847"/>
                <a:gd name="connsiteY18" fmla="*/ 5930851 h 6858000"/>
                <a:gd name="connsiteX19" fmla="*/ 7766458 w 9767847"/>
                <a:gd name="connsiteY19" fmla="*/ 5894334 h 6858000"/>
                <a:gd name="connsiteX20" fmla="*/ 7955254 w 9767847"/>
                <a:gd name="connsiteY20" fmla="*/ 5756828 h 6858000"/>
                <a:gd name="connsiteX21" fmla="*/ 8352678 w 9767847"/>
                <a:gd name="connsiteY21" fmla="*/ 5517630 h 6858000"/>
                <a:gd name="connsiteX22" fmla="*/ 8451350 w 9767847"/>
                <a:gd name="connsiteY22" fmla="*/ 5465254 h 6858000"/>
                <a:gd name="connsiteX23" fmla="*/ 8548532 w 9767847"/>
                <a:gd name="connsiteY23" fmla="*/ 5413395 h 6858000"/>
                <a:gd name="connsiteX24" fmla="*/ 8729473 w 9767847"/>
                <a:gd name="connsiteY24" fmla="*/ 5309961 h 6858000"/>
                <a:gd name="connsiteX25" fmla="*/ 8770781 w 9767847"/>
                <a:gd name="connsiteY25" fmla="*/ 5283232 h 6858000"/>
                <a:gd name="connsiteX26" fmla="*/ 8790964 w 9767847"/>
                <a:gd name="connsiteY26" fmla="*/ 5269492 h 6858000"/>
                <a:gd name="connsiteX27" fmla="*/ 8810499 w 9767847"/>
                <a:gd name="connsiteY27" fmla="*/ 5255703 h 6858000"/>
                <a:gd name="connsiteX28" fmla="*/ 8883571 w 9767847"/>
                <a:gd name="connsiteY28" fmla="*/ 5198479 h 6858000"/>
                <a:gd name="connsiteX29" fmla="*/ 9006651 w 9767847"/>
                <a:gd name="connsiteY29" fmla="*/ 5070527 h 6858000"/>
                <a:gd name="connsiteX30" fmla="*/ 9033494 w 9767847"/>
                <a:gd name="connsiteY30" fmla="*/ 5034105 h 6858000"/>
                <a:gd name="connsiteX31" fmla="*/ 9040305 w 9767847"/>
                <a:gd name="connsiteY31" fmla="*/ 5024551 h 6858000"/>
                <a:gd name="connsiteX32" fmla="*/ 9046568 w 9767847"/>
                <a:gd name="connsiteY32" fmla="*/ 5015281 h 6858000"/>
                <a:gd name="connsiteX33" fmla="*/ 9058846 w 9767847"/>
                <a:gd name="connsiteY33" fmla="*/ 4996645 h 6858000"/>
                <a:gd name="connsiteX34" fmla="*/ 9104529 w 9767847"/>
                <a:gd name="connsiteY34" fmla="*/ 4918105 h 6858000"/>
                <a:gd name="connsiteX35" fmla="*/ 9181081 w 9767847"/>
                <a:gd name="connsiteY35" fmla="*/ 4744694 h 6858000"/>
                <a:gd name="connsiteX36" fmla="*/ 9240731 w 9767847"/>
                <a:gd name="connsiteY36" fmla="*/ 4557872 h 6858000"/>
                <a:gd name="connsiteX37" fmla="*/ 9265388 w 9767847"/>
                <a:gd name="connsiteY37" fmla="*/ 4461073 h 6858000"/>
                <a:gd name="connsiteX38" fmla="*/ 9276571 w 9767847"/>
                <a:gd name="connsiteY38" fmla="*/ 4411943 h 6858000"/>
                <a:gd name="connsiteX39" fmla="*/ 9281841 w 9767847"/>
                <a:gd name="connsiteY39" fmla="*/ 4387379 h 6858000"/>
                <a:gd name="connsiteX40" fmla="*/ 9286513 w 9767847"/>
                <a:gd name="connsiteY40" fmla="*/ 4364838 h 6858000"/>
                <a:gd name="connsiteX41" fmla="*/ 9296754 w 9767847"/>
                <a:gd name="connsiteY41" fmla="*/ 4312038 h 6858000"/>
                <a:gd name="connsiteX42" fmla="*/ 9301029 w 9767847"/>
                <a:gd name="connsiteY42" fmla="*/ 4289074 h 6858000"/>
                <a:gd name="connsiteX43" fmla="*/ 9302818 w 9767847"/>
                <a:gd name="connsiteY43" fmla="*/ 4278581 h 6858000"/>
                <a:gd name="connsiteX44" fmla="*/ 9304658 w 9767847"/>
                <a:gd name="connsiteY44" fmla="*/ 4266816 h 6858000"/>
                <a:gd name="connsiteX45" fmla="*/ 9312810 w 9767847"/>
                <a:gd name="connsiteY45" fmla="*/ 4215945 h 6858000"/>
                <a:gd name="connsiteX46" fmla="*/ 9316887 w 9767847"/>
                <a:gd name="connsiteY46" fmla="*/ 4190486 h 6858000"/>
                <a:gd name="connsiteX47" fmla="*/ 9318923 w 9767847"/>
                <a:gd name="connsiteY47" fmla="*/ 4177780 h 6858000"/>
                <a:gd name="connsiteX48" fmla="*/ 9320515 w 9767847"/>
                <a:gd name="connsiteY48" fmla="*/ 4164886 h 6858000"/>
                <a:gd name="connsiteX49" fmla="*/ 9332445 w 9767847"/>
                <a:gd name="connsiteY49" fmla="*/ 4064981 h 6858000"/>
                <a:gd name="connsiteX50" fmla="*/ 9336173 w 9767847"/>
                <a:gd name="connsiteY50" fmla="*/ 4018676 h 6858000"/>
                <a:gd name="connsiteX51" fmla="*/ 9340199 w 9767847"/>
                <a:gd name="connsiteY51" fmla="*/ 3965171 h 6858000"/>
                <a:gd name="connsiteX52" fmla="*/ 9347557 w 9767847"/>
                <a:gd name="connsiteY52" fmla="*/ 3765972 h 6858000"/>
                <a:gd name="connsiteX53" fmla="*/ 9346364 w 9767847"/>
                <a:gd name="connsiteY53" fmla="*/ 3664938 h 6858000"/>
                <a:gd name="connsiteX54" fmla="*/ 9344921 w 9767847"/>
                <a:gd name="connsiteY54" fmla="*/ 3615243 h 6858000"/>
                <a:gd name="connsiteX55" fmla="*/ 9344524 w 9767847"/>
                <a:gd name="connsiteY55" fmla="*/ 3603526 h 6858000"/>
                <a:gd name="connsiteX56" fmla="*/ 9343728 w 9767847"/>
                <a:gd name="connsiteY56" fmla="*/ 3590774 h 6858000"/>
                <a:gd name="connsiteX57" fmla="*/ 9342188 w 9767847"/>
                <a:gd name="connsiteY57" fmla="*/ 3565268 h 6858000"/>
                <a:gd name="connsiteX58" fmla="*/ 9339056 w 9767847"/>
                <a:gd name="connsiteY58" fmla="*/ 3514256 h 6858000"/>
                <a:gd name="connsiteX59" fmla="*/ 9334334 w 9767847"/>
                <a:gd name="connsiteY59" fmla="*/ 3463057 h 6858000"/>
                <a:gd name="connsiteX60" fmla="*/ 9329363 w 9767847"/>
                <a:gd name="connsiteY60" fmla="*/ 3411810 h 6858000"/>
                <a:gd name="connsiteX61" fmla="*/ 9328319 w 9767847"/>
                <a:gd name="connsiteY61" fmla="*/ 3400657 h 6858000"/>
                <a:gd name="connsiteX62" fmla="*/ 9327177 w 9767847"/>
                <a:gd name="connsiteY62" fmla="*/ 3390116 h 6858000"/>
                <a:gd name="connsiteX63" fmla="*/ 9324293 w 9767847"/>
                <a:gd name="connsiteY63" fmla="*/ 3366774 h 6858000"/>
                <a:gd name="connsiteX64" fmla="*/ 9320763 w 9767847"/>
                <a:gd name="connsiteY64" fmla="*/ 3340329 h 6858000"/>
                <a:gd name="connsiteX65" fmla="*/ 9317184 w 9767847"/>
                <a:gd name="connsiteY65" fmla="*/ 3311245 h 6858000"/>
                <a:gd name="connsiteX66" fmla="*/ 9311021 w 9767847"/>
                <a:gd name="connsiteY66" fmla="*/ 3266211 h 6858000"/>
                <a:gd name="connsiteX67" fmla="*/ 9302719 w 9767847"/>
                <a:gd name="connsiteY67" fmla="*/ 3215717 h 6858000"/>
                <a:gd name="connsiteX68" fmla="*/ 9293970 w 9767847"/>
                <a:gd name="connsiteY68" fmla="*/ 3165789 h 6858000"/>
                <a:gd name="connsiteX69" fmla="*/ 9252065 w 9767847"/>
                <a:gd name="connsiteY69" fmla="*/ 2967107 h 6858000"/>
                <a:gd name="connsiteX70" fmla="*/ 9227211 w 9767847"/>
                <a:gd name="connsiteY70" fmla="*/ 2868473 h 6858000"/>
                <a:gd name="connsiteX71" fmla="*/ 9220699 w 9767847"/>
                <a:gd name="connsiteY71" fmla="*/ 2844426 h 6858000"/>
                <a:gd name="connsiteX72" fmla="*/ 9213740 w 9767847"/>
                <a:gd name="connsiteY72" fmla="*/ 2820191 h 6858000"/>
                <a:gd name="connsiteX73" fmla="*/ 9199374 w 9767847"/>
                <a:gd name="connsiteY73" fmla="*/ 2771438 h 6858000"/>
                <a:gd name="connsiteX74" fmla="*/ 9061829 w 9767847"/>
                <a:gd name="connsiteY74" fmla="*/ 2385418 h 6858000"/>
                <a:gd name="connsiteX75" fmla="*/ 8978865 w 9767847"/>
                <a:gd name="connsiteY75" fmla="*/ 2196855 h 6858000"/>
                <a:gd name="connsiteX76" fmla="*/ 8956694 w 9767847"/>
                <a:gd name="connsiteY76" fmla="*/ 2150219 h 6858000"/>
                <a:gd name="connsiteX77" fmla="*/ 8934176 w 9767847"/>
                <a:gd name="connsiteY77" fmla="*/ 2103914 h 6858000"/>
                <a:gd name="connsiteX78" fmla="*/ 8887151 w 9767847"/>
                <a:gd name="connsiteY78" fmla="*/ 2011350 h 6858000"/>
                <a:gd name="connsiteX79" fmla="*/ 8787533 w 9767847"/>
                <a:gd name="connsiteY79" fmla="*/ 1828527 h 6858000"/>
                <a:gd name="connsiteX80" fmla="*/ 8761485 w 9767847"/>
                <a:gd name="connsiteY80" fmla="*/ 1783398 h 6858000"/>
                <a:gd name="connsiteX81" fmla="*/ 8734791 w 9767847"/>
                <a:gd name="connsiteY81" fmla="*/ 1737893 h 6858000"/>
                <a:gd name="connsiteX82" fmla="*/ 8680808 w 9767847"/>
                <a:gd name="connsiteY82" fmla="*/ 1648812 h 6858000"/>
                <a:gd name="connsiteX83" fmla="*/ 8567024 w 9767847"/>
                <a:gd name="connsiteY83" fmla="*/ 1472906 h 6858000"/>
                <a:gd name="connsiteX84" fmla="*/ 8537446 w 9767847"/>
                <a:gd name="connsiteY84" fmla="*/ 1429330 h 6858000"/>
                <a:gd name="connsiteX85" fmla="*/ 8507423 w 9767847"/>
                <a:gd name="connsiteY85" fmla="*/ 1385896 h 6858000"/>
                <a:gd name="connsiteX86" fmla="*/ 8446529 w 9767847"/>
                <a:gd name="connsiteY86" fmla="*/ 1300295 h 6858000"/>
                <a:gd name="connsiteX87" fmla="*/ 8319224 w 9767847"/>
                <a:gd name="connsiteY87" fmla="*/ 1131026 h 6858000"/>
                <a:gd name="connsiteX88" fmla="*/ 8286366 w 9767847"/>
                <a:gd name="connsiteY88" fmla="*/ 1089050 h 6858000"/>
                <a:gd name="connsiteX89" fmla="*/ 8270161 w 9767847"/>
                <a:gd name="connsiteY89" fmla="*/ 1068439 h 6858000"/>
                <a:gd name="connsiteX90" fmla="*/ 8253856 w 9767847"/>
                <a:gd name="connsiteY90" fmla="*/ 1048156 h 6858000"/>
                <a:gd name="connsiteX91" fmla="*/ 8186352 w 9767847"/>
                <a:gd name="connsiteY91" fmla="*/ 966275 h 6858000"/>
                <a:gd name="connsiteX92" fmla="*/ 8046768 w 9767847"/>
                <a:gd name="connsiteY92" fmla="*/ 805429 h 6858000"/>
                <a:gd name="connsiteX93" fmla="*/ 8010927 w 9767847"/>
                <a:gd name="connsiteY93" fmla="*/ 765853 h 6858000"/>
                <a:gd name="connsiteX94" fmla="*/ 7974788 w 9767847"/>
                <a:gd name="connsiteY94" fmla="*/ 726653 h 6858000"/>
                <a:gd name="connsiteX95" fmla="*/ 7901070 w 9767847"/>
                <a:gd name="connsiteY95" fmla="*/ 648724 h 6858000"/>
                <a:gd name="connsiteX96" fmla="*/ 7750054 w 9767847"/>
                <a:gd name="connsiteY96" fmla="*/ 497008 h 6858000"/>
                <a:gd name="connsiteX97" fmla="*/ 7592277 w 9767847"/>
                <a:gd name="connsiteY97" fmla="*/ 351221 h 6858000"/>
                <a:gd name="connsiteX98" fmla="*/ 7257734 w 9767847"/>
                <a:gd name="connsiteY98" fmla="*/ 76964 h 6858000"/>
                <a:gd name="connsiteX99" fmla="*/ 1886601 w 9767847"/>
                <a:gd name="connsiteY99" fmla="*/ 0 h 6858000"/>
                <a:gd name="connsiteX100" fmla="*/ 2292926 w 9767847"/>
                <a:gd name="connsiteY100" fmla="*/ 0 h 6858000"/>
                <a:gd name="connsiteX101" fmla="*/ 2135542 w 9767847"/>
                <a:gd name="connsiteY101" fmla="*/ 117781 h 6858000"/>
                <a:gd name="connsiteX102" fmla="*/ 1969576 w 9767847"/>
                <a:gd name="connsiteY102" fmla="*/ 254986 h 6858000"/>
                <a:gd name="connsiteX103" fmla="*/ 1659938 w 9767847"/>
                <a:gd name="connsiteY103" fmla="*/ 549855 h 6858000"/>
                <a:gd name="connsiteX104" fmla="*/ 729383 w 9767847"/>
                <a:gd name="connsiteY104" fmla="*/ 1936480 h 6858000"/>
                <a:gd name="connsiteX105" fmla="*/ 578465 w 9767847"/>
                <a:gd name="connsiteY105" fmla="*/ 2320807 h 6858000"/>
                <a:gd name="connsiteX106" fmla="*/ 465080 w 9767847"/>
                <a:gd name="connsiteY106" fmla="*/ 2714875 h 6858000"/>
                <a:gd name="connsiteX107" fmla="*/ 423820 w 9767847"/>
                <a:gd name="connsiteY107" fmla="*/ 2915436 h 6858000"/>
                <a:gd name="connsiteX108" fmla="*/ 392355 w 9767847"/>
                <a:gd name="connsiteY108" fmla="*/ 3118071 h 6858000"/>
                <a:gd name="connsiteX109" fmla="*/ 358801 w 9767847"/>
                <a:gd name="connsiteY109" fmla="*/ 3526915 h 6858000"/>
                <a:gd name="connsiteX110" fmla="*/ 410350 w 9767847"/>
                <a:gd name="connsiteY110" fmla="*/ 4348226 h 6858000"/>
                <a:gd name="connsiteX111" fmla="*/ 449022 w 9767847"/>
                <a:gd name="connsiteY111" fmla="*/ 4551049 h 6858000"/>
                <a:gd name="connsiteX112" fmla="*/ 498882 w 9767847"/>
                <a:gd name="connsiteY112" fmla="*/ 4752365 h 6858000"/>
                <a:gd name="connsiteX113" fmla="*/ 559775 w 9767847"/>
                <a:gd name="connsiteY113" fmla="*/ 4951657 h 6858000"/>
                <a:gd name="connsiteX114" fmla="*/ 631406 w 9767847"/>
                <a:gd name="connsiteY114" fmla="*/ 5147986 h 6858000"/>
                <a:gd name="connsiteX115" fmla="*/ 1023461 w 9767847"/>
                <a:gd name="connsiteY115" fmla="*/ 5893957 h 6858000"/>
                <a:gd name="connsiteX116" fmla="*/ 1575880 w 9767847"/>
                <a:gd name="connsiteY116" fmla="*/ 6547646 h 6858000"/>
                <a:gd name="connsiteX117" fmla="*/ 1905228 w 9767847"/>
                <a:gd name="connsiteY117" fmla="*/ 6829468 h 6858000"/>
                <a:gd name="connsiteX118" fmla="*/ 1944230 w 9767847"/>
                <a:gd name="connsiteY118" fmla="*/ 6858000 h 6858000"/>
                <a:gd name="connsiteX119" fmla="*/ 1372541 w 9767847"/>
                <a:gd name="connsiteY119" fmla="*/ 6858000 h 6858000"/>
                <a:gd name="connsiteX120" fmla="*/ 1115251 w 9767847"/>
                <a:gd name="connsiteY120" fmla="*/ 6590005 h 6858000"/>
                <a:gd name="connsiteX121" fmla="*/ 0 w 9767847"/>
                <a:gd name="connsiteY121" fmla="*/ 3649031 h 6858000"/>
                <a:gd name="connsiteX122" fmla="*/ 1777294 w 9767847"/>
                <a:gd name="connsiteY122" fmla="*/ 813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9767847" h="6858000">
                  <a:moveTo>
                    <a:pt x="7151367" y="0"/>
                  </a:moveTo>
                  <a:lnTo>
                    <a:pt x="7881247" y="0"/>
                  </a:lnTo>
                  <a:lnTo>
                    <a:pt x="7990553" y="81317"/>
                  </a:lnTo>
                  <a:cubicBezTo>
                    <a:pt x="9075991" y="929334"/>
                    <a:pt x="9767847" y="2212695"/>
                    <a:pt x="9767847" y="3649031"/>
                  </a:cubicBezTo>
                  <a:cubicBezTo>
                    <a:pt x="9767847" y="4766182"/>
                    <a:pt x="9349317" y="5790792"/>
                    <a:pt x="8652597" y="6590005"/>
                  </a:cubicBezTo>
                  <a:lnTo>
                    <a:pt x="8395306" y="6858000"/>
                  </a:lnTo>
                  <a:lnTo>
                    <a:pt x="6762603" y="6858000"/>
                  </a:lnTo>
                  <a:lnTo>
                    <a:pt x="6765962" y="6854844"/>
                  </a:lnTo>
                  <a:cubicBezTo>
                    <a:pt x="6779036" y="6842703"/>
                    <a:pt x="6791663" y="6829621"/>
                    <a:pt x="6804586" y="6817103"/>
                  </a:cubicBezTo>
                  <a:lnTo>
                    <a:pt x="6881735" y="6741197"/>
                  </a:lnTo>
                  <a:cubicBezTo>
                    <a:pt x="6907435" y="6715881"/>
                    <a:pt x="6933134" y="6690798"/>
                    <a:pt x="6958883" y="6664822"/>
                  </a:cubicBezTo>
                  <a:lnTo>
                    <a:pt x="7267925" y="6355694"/>
                  </a:lnTo>
                  <a:lnTo>
                    <a:pt x="7424360" y="6200685"/>
                  </a:lnTo>
                  <a:cubicBezTo>
                    <a:pt x="7450754" y="6174802"/>
                    <a:pt x="7477598" y="6148731"/>
                    <a:pt x="7504938" y="6122708"/>
                  </a:cubicBezTo>
                  <a:lnTo>
                    <a:pt x="7546396" y="6083697"/>
                  </a:lnTo>
                  <a:cubicBezTo>
                    <a:pt x="7560264" y="6070803"/>
                    <a:pt x="7574780" y="6057532"/>
                    <a:pt x="7588002" y="6045532"/>
                  </a:cubicBezTo>
                  <a:lnTo>
                    <a:pt x="7631000" y="6006709"/>
                  </a:lnTo>
                  <a:lnTo>
                    <a:pt x="7675440" y="5968309"/>
                  </a:lnTo>
                  <a:cubicBezTo>
                    <a:pt x="7690404" y="5955698"/>
                    <a:pt x="7705564" y="5943321"/>
                    <a:pt x="7720626" y="5930851"/>
                  </a:cubicBezTo>
                  <a:cubicBezTo>
                    <a:pt x="7735738" y="5918427"/>
                    <a:pt x="7751197" y="5906521"/>
                    <a:pt x="7766458" y="5894334"/>
                  </a:cubicBezTo>
                  <a:cubicBezTo>
                    <a:pt x="7827949" y="5846192"/>
                    <a:pt x="7890979" y="5800499"/>
                    <a:pt x="7955254" y="5756828"/>
                  </a:cubicBezTo>
                  <a:cubicBezTo>
                    <a:pt x="8083800" y="5669534"/>
                    <a:pt x="8216872" y="5590336"/>
                    <a:pt x="8352678" y="5517630"/>
                  </a:cubicBezTo>
                  <a:lnTo>
                    <a:pt x="8451350" y="5465254"/>
                  </a:lnTo>
                  <a:lnTo>
                    <a:pt x="8548532" y="5413395"/>
                  </a:lnTo>
                  <a:cubicBezTo>
                    <a:pt x="8612110" y="5379090"/>
                    <a:pt x="8673251" y="5345208"/>
                    <a:pt x="8729473" y="5309961"/>
                  </a:cubicBezTo>
                  <a:cubicBezTo>
                    <a:pt x="8743591" y="5301115"/>
                    <a:pt x="8757161" y="5292361"/>
                    <a:pt x="8770781" y="5283232"/>
                  </a:cubicBezTo>
                  <a:cubicBezTo>
                    <a:pt x="8777591" y="5278667"/>
                    <a:pt x="8784451" y="5274103"/>
                    <a:pt x="8790964" y="5269492"/>
                  </a:cubicBezTo>
                  <a:cubicBezTo>
                    <a:pt x="8797574" y="5264879"/>
                    <a:pt x="8804235" y="5260314"/>
                    <a:pt x="8810499" y="5255703"/>
                  </a:cubicBezTo>
                  <a:cubicBezTo>
                    <a:pt x="8835999" y="5237303"/>
                    <a:pt x="8860407" y="5218291"/>
                    <a:pt x="8883571" y="5198479"/>
                  </a:cubicBezTo>
                  <a:cubicBezTo>
                    <a:pt x="8929900" y="5158856"/>
                    <a:pt x="8971258" y="5116315"/>
                    <a:pt x="9006651" y="5070527"/>
                  </a:cubicBezTo>
                  <a:cubicBezTo>
                    <a:pt x="9015351" y="5059328"/>
                    <a:pt x="9024398" y="5046857"/>
                    <a:pt x="9033494" y="5034105"/>
                  </a:cubicBezTo>
                  <a:lnTo>
                    <a:pt x="9040305" y="5024551"/>
                  </a:lnTo>
                  <a:lnTo>
                    <a:pt x="9046568" y="5015281"/>
                  </a:lnTo>
                  <a:cubicBezTo>
                    <a:pt x="9050743" y="5009163"/>
                    <a:pt x="9054819" y="5002952"/>
                    <a:pt x="9058846" y="4996645"/>
                  </a:cubicBezTo>
                  <a:cubicBezTo>
                    <a:pt x="9075002" y="4971517"/>
                    <a:pt x="9090212" y="4945305"/>
                    <a:pt x="9104529" y="4918105"/>
                  </a:cubicBezTo>
                  <a:cubicBezTo>
                    <a:pt x="9133211" y="4863752"/>
                    <a:pt x="9158313" y="4805447"/>
                    <a:pt x="9181081" y="4744694"/>
                  </a:cubicBezTo>
                  <a:cubicBezTo>
                    <a:pt x="9203748" y="4684178"/>
                    <a:pt x="9223383" y="4621778"/>
                    <a:pt x="9240731" y="4557872"/>
                  </a:cubicBezTo>
                  <a:cubicBezTo>
                    <a:pt x="9249481" y="4525966"/>
                    <a:pt x="9257682" y="4493684"/>
                    <a:pt x="9265388" y="4461073"/>
                  </a:cubicBezTo>
                  <a:cubicBezTo>
                    <a:pt x="9269215" y="4444744"/>
                    <a:pt x="9272943" y="4428367"/>
                    <a:pt x="9276571" y="4411943"/>
                  </a:cubicBezTo>
                  <a:lnTo>
                    <a:pt x="9281841" y="4387379"/>
                  </a:lnTo>
                  <a:lnTo>
                    <a:pt x="9286513" y="4364838"/>
                  </a:lnTo>
                  <a:lnTo>
                    <a:pt x="9296754" y="4312038"/>
                  </a:lnTo>
                  <a:lnTo>
                    <a:pt x="9301029" y="4289074"/>
                  </a:lnTo>
                  <a:lnTo>
                    <a:pt x="9302818" y="4278581"/>
                  </a:lnTo>
                  <a:lnTo>
                    <a:pt x="9304658" y="4266816"/>
                  </a:lnTo>
                  <a:lnTo>
                    <a:pt x="9312810" y="4215945"/>
                  </a:lnTo>
                  <a:lnTo>
                    <a:pt x="9316887" y="4190486"/>
                  </a:lnTo>
                  <a:lnTo>
                    <a:pt x="9318923" y="4177780"/>
                  </a:lnTo>
                  <a:cubicBezTo>
                    <a:pt x="9319570" y="4173546"/>
                    <a:pt x="9319969" y="4169169"/>
                    <a:pt x="9320515" y="4164886"/>
                  </a:cubicBezTo>
                  <a:lnTo>
                    <a:pt x="9332445" y="4064981"/>
                  </a:lnTo>
                  <a:cubicBezTo>
                    <a:pt x="9333836" y="4052370"/>
                    <a:pt x="9334880" y="4036888"/>
                    <a:pt x="9336173" y="4018676"/>
                  </a:cubicBezTo>
                  <a:lnTo>
                    <a:pt x="9340199" y="3965171"/>
                  </a:lnTo>
                  <a:cubicBezTo>
                    <a:pt x="9345071" y="3899806"/>
                    <a:pt x="9347358" y="3832983"/>
                    <a:pt x="9347557" y="3765972"/>
                  </a:cubicBezTo>
                  <a:cubicBezTo>
                    <a:pt x="9347656" y="3732420"/>
                    <a:pt x="9347209" y="3698773"/>
                    <a:pt x="9346364" y="3664938"/>
                  </a:cubicBezTo>
                  <a:lnTo>
                    <a:pt x="9344921" y="3615243"/>
                  </a:lnTo>
                  <a:lnTo>
                    <a:pt x="9344524" y="3603526"/>
                  </a:lnTo>
                  <a:lnTo>
                    <a:pt x="9343728" y="3590774"/>
                  </a:lnTo>
                  <a:lnTo>
                    <a:pt x="9342188" y="3565268"/>
                  </a:lnTo>
                  <a:lnTo>
                    <a:pt x="9339056" y="3514256"/>
                  </a:lnTo>
                  <a:cubicBezTo>
                    <a:pt x="9337914" y="3497221"/>
                    <a:pt x="9335874" y="3480138"/>
                    <a:pt x="9334334" y="3463057"/>
                  </a:cubicBezTo>
                  <a:lnTo>
                    <a:pt x="9329363" y="3411810"/>
                  </a:lnTo>
                  <a:lnTo>
                    <a:pt x="9328319" y="3400657"/>
                  </a:lnTo>
                  <a:lnTo>
                    <a:pt x="9327177" y="3390116"/>
                  </a:lnTo>
                  <a:lnTo>
                    <a:pt x="9324293" y="3366774"/>
                  </a:lnTo>
                  <a:lnTo>
                    <a:pt x="9320763" y="3340329"/>
                  </a:lnTo>
                  <a:lnTo>
                    <a:pt x="9317184" y="3311245"/>
                  </a:lnTo>
                  <a:cubicBezTo>
                    <a:pt x="9315594" y="3296893"/>
                    <a:pt x="9313506" y="3282306"/>
                    <a:pt x="9311021" y="3266211"/>
                  </a:cubicBezTo>
                  <a:lnTo>
                    <a:pt x="9302719" y="3215717"/>
                  </a:lnTo>
                  <a:cubicBezTo>
                    <a:pt x="9299936" y="3199059"/>
                    <a:pt x="9297003" y="3182400"/>
                    <a:pt x="9293970" y="3165789"/>
                  </a:cubicBezTo>
                  <a:cubicBezTo>
                    <a:pt x="9281891" y="3099295"/>
                    <a:pt x="9267674" y="3033084"/>
                    <a:pt x="9252065" y="2967107"/>
                  </a:cubicBezTo>
                  <a:cubicBezTo>
                    <a:pt x="9244261" y="2934167"/>
                    <a:pt x="9235959" y="2901273"/>
                    <a:pt x="9227211" y="2868473"/>
                  </a:cubicBezTo>
                  <a:lnTo>
                    <a:pt x="9220699" y="2844426"/>
                  </a:lnTo>
                  <a:lnTo>
                    <a:pt x="9213740" y="2820191"/>
                  </a:lnTo>
                  <a:cubicBezTo>
                    <a:pt x="9209216" y="2804049"/>
                    <a:pt x="9204345" y="2787768"/>
                    <a:pt x="9199374" y="2771438"/>
                  </a:cubicBezTo>
                  <a:cubicBezTo>
                    <a:pt x="9159855" y="2641086"/>
                    <a:pt x="9114272" y="2512099"/>
                    <a:pt x="9061829" y="2385418"/>
                  </a:cubicBezTo>
                  <a:cubicBezTo>
                    <a:pt x="9035582" y="2322077"/>
                    <a:pt x="9008043" y="2259160"/>
                    <a:pt x="8978865" y="2196855"/>
                  </a:cubicBezTo>
                  <a:lnTo>
                    <a:pt x="8956694" y="2150219"/>
                  </a:lnTo>
                  <a:lnTo>
                    <a:pt x="8934176" y="2103914"/>
                  </a:lnTo>
                  <a:cubicBezTo>
                    <a:pt x="8918915" y="2073091"/>
                    <a:pt x="8903157" y="2042032"/>
                    <a:pt x="8887151" y="2011350"/>
                  </a:cubicBezTo>
                  <a:cubicBezTo>
                    <a:pt x="8854988" y="1949891"/>
                    <a:pt x="8822082" y="1888810"/>
                    <a:pt x="8787533" y="1828527"/>
                  </a:cubicBezTo>
                  <a:lnTo>
                    <a:pt x="8761485" y="1783398"/>
                  </a:lnTo>
                  <a:lnTo>
                    <a:pt x="8734791" y="1737893"/>
                  </a:lnTo>
                  <a:cubicBezTo>
                    <a:pt x="8717047" y="1707823"/>
                    <a:pt x="8699200" y="1678363"/>
                    <a:pt x="8680808" y="1648812"/>
                  </a:cubicBezTo>
                  <a:cubicBezTo>
                    <a:pt x="8644322" y="1589658"/>
                    <a:pt x="8606194" y="1531118"/>
                    <a:pt x="8567024" y="1472906"/>
                  </a:cubicBezTo>
                  <a:lnTo>
                    <a:pt x="8537446" y="1429330"/>
                  </a:lnTo>
                  <a:lnTo>
                    <a:pt x="8507423" y="1385896"/>
                  </a:lnTo>
                  <a:cubicBezTo>
                    <a:pt x="8487390" y="1357284"/>
                    <a:pt x="8467158" y="1328719"/>
                    <a:pt x="8446529" y="1300295"/>
                  </a:cubicBezTo>
                  <a:cubicBezTo>
                    <a:pt x="8405271" y="1243496"/>
                    <a:pt x="8362718" y="1187120"/>
                    <a:pt x="8319224" y="1131026"/>
                  </a:cubicBezTo>
                  <a:lnTo>
                    <a:pt x="8286366" y="1089050"/>
                  </a:lnTo>
                  <a:lnTo>
                    <a:pt x="8270161" y="1068439"/>
                  </a:lnTo>
                  <a:lnTo>
                    <a:pt x="8253856" y="1048156"/>
                  </a:lnTo>
                  <a:cubicBezTo>
                    <a:pt x="8231636" y="1020675"/>
                    <a:pt x="8209117" y="993381"/>
                    <a:pt x="8186352" y="966275"/>
                  </a:cubicBezTo>
                  <a:cubicBezTo>
                    <a:pt x="8140917" y="911922"/>
                    <a:pt x="8094240" y="858417"/>
                    <a:pt x="8046768" y="805429"/>
                  </a:cubicBezTo>
                  <a:lnTo>
                    <a:pt x="8010927" y="765853"/>
                  </a:lnTo>
                  <a:lnTo>
                    <a:pt x="7974788" y="726653"/>
                  </a:lnTo>
                  <a:cubicBezTo>
                    <a:pt x="7950382" y="700489"/>
                    <a:pt x="7925824" y="674465"/>
                    <a:pt x="7901070" y="648724"/>
                  </a:cubicBezTo>
                  <a:cubicBezTo>
                    <a:pt x="7851510" y="597289"/>
                    <a:pt x="7801404" y="546514"/>
                    <a:pt x="7750054" y="497008"/>
                  </a:cubicBezTo>
                  <a:cubicBezTo>
                    <a:pt x="7698902" y="447644"/>
                    <a:pt x="7645913" y="398938"/>
                    <a:pt x="7592277" y="351221"/>
                  </a:cubicBezTo>
                  <a:cubicBezTo>
                    <a:pt x="7484856" y="255786"/>
                    <a:pt x="7373308" y="164304"/>
                    <a:pt x="7257734" y="76964"/>
                  </a:cubicBezTo>
                  <a:close/>
                  <a:moveTo>
                    <a:pt x="1886601" y="0"/>
                  </a:moveTo>
                  <a:lnTo>
                    <a:pt x="2292926" y="0"/>
                  </a:lnTo>
                  <a:lnTo>
                    <a:pt x="2135542" y="117781"/>
                  </a:lnTo>
                  <a:cubicBezTo>
                    <a:pt x="2078998" y="162280"/>
                    <a:pt x="2023659" y="208045"/>
                    <a:pt x="1969576" y="254986"/>
                  </a:cubicBezTo>
                  <a:cubicBezTo>
                    <a:pt x="1861309" y="348820"/>
                    <a:pt x="1758064" y="447314"/>
                    <a:pt x="1659938" y="549855"/>
                  </a:cubicBezTo>
                  <a:cubicBezTo>
                    <a:pt x="1266987" y="960346"/>
                    <a:pt x="953820" y="1431495"/>
                    <a:pt x="729383" y="1936480"/>
                  </a:cubicBezTo>
                  <a:cubicBezTo>
                    <a:pt x="673260" y="2062362"/>
                    <a:pt x="622855" y="2190972"/>
                    <a:pt x="578465" y="2320807"/>
                  </a:cubicBezTo>
                  <a:cubicBezTo>
                    <a:pt x="534125" y="2450687"/>
                    <a:pt x="496147" y="2582216"/>
                    <a:pt x="465080" y="2714875"/>
                  </a:cubicBezTo>
                  <a:cubicBezTo>
                    <a:pt x="449769" y="2780991"/>
                    <a:pt x="435850" y="2848191"/>
                    <a:pt x="423820" y="2915436"/>
                  </a:cubicBezTo>
                  <a:cubicBezTo>
                    <a:pt x="411840" y="2982731"/>
                    <a:pt x="401054" y="3050260"/>
                    <a:pt x="392355" y="3118071"/>
                  </a:cubicBezTo>
                  <a:cubicBezTo>
                    <a:pt x="374509" y="3253646"/>
                    <a:pt x="363424" y="3389880"/>
                    <a:pt x="358801" y="3526915"/>
                  </a:cubicBezTo>
                  <a:cubicBezTo>
                    <a:pt x="349009" y="3800843"/>
                    <a:pt x="366357" y="4075570"/>
                    <a:pt x="410350" y="4348226"/>
                  </a:cubicBezTo>
                  <a:cubicBezTo>
                    <a:pt x="421286" y="4416132"/>
                    <a:pt x="434209" y="4483660"/>
                    <a:pt x="449022" y="4551049"/>
                  </a:cubicBezTo>
                  <a:cubicBezTo>
                    <a:pt x="463737" y="4618436"/>
                    <a:pt x="480389" y="4685588"/>
                    <a:pt x="498882" y="4752365"/>
                  </a:cubicBezTo>
                  <a:cubicBezTo>
                    <a:pt x="517373" y="4819141"/>
                    <a:pt x="537704" y="4885635"/>
                    <a:pt x="559775" y="4951657"/>
                  </a:cubicBezTo>
                  <a:cubicBezTo>
                    <a:pt x="581946" y="5017775"/>
                    <a:pt x="605358" y="5083375"/>
                    <a:pt x="631406" y="5147986"/>
                  </a:cubicBezTo>
                  <a:cubicBezTo>
                    <a:pt x="734055" y="5407608"/>
                    <a:pt x="865188" y="5658570"/>
                    <a:pt x="1023461" y="5893957"/>
                  </a:cubicBezTo>
                  <a:cubicBezTo>
                    <a:pt x="1181487" y="6129578"/>
                    <a:pt x="1367051" y="6349247"/>
                    <a:pt x="1575880" y="6547646"/>
                  </a:cubicBezTo>
                  <a:cubicBezTo>
                    <a:pt x="1680269" y="6646916"/>
                    <a:pt x="1790338" y="6740939"/>
                    <a:pt x="1905228" y="6829468"/>
                  </a:cubicBezTo>
                  <a:lnTo>
                    <a:pt x="1944230" y="6858000"/>
                  </a:lnTo>
                  <a:lnTo>
                    <a:pt x="1372541" y="6858000"/>
                  </a:lnTo>
                  <a:lnTo>
                    <a:pt x="1115251" y="6590005"/>
                  </a:lnTo>
                  <a:cubicBezTo>
                    <a:pt x="418530" y="5790792"/>
                    <a:pt x="0" y="4766182"/>
                    <a:pt x="0" y="3649031"/>
                  </a:cubicBezTo>
                  <a:cubicBezTo>
                    <a:pt x="0" y="2212695"/>
                    <a:pt x="691856" y="929334"/>
                    <a:pt x="1777294" y="81317"/>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1" name="Freeform: Shape 20">
              <a:extLst>
                <a:ext uri="{FF2B5EF4-FFF2-40B4-BE49-F238E27FC236}">
                  <a16:creationId xmlns:a16="http://schemas.microsoft.com/office/drawing/2014/main" id="{82B0ED5C-927D-4C5F-8F27-1B403820B9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3402" y="36937"/>
              <a:ext cx="9767847" cy="6858000"/>
            </a:xfrm>
            <a:custGeom>
              <a:avLst/>
              <a:gdLst>
                <a:gd name="connsiteX0" fmla="*/ 7145704 w 9767847"/>
                <a:gd name="connsiteY0" fmla="*/ 0 h 6858000"/>
                <a:gd name="connsiteX1" fmla="*/ 7875738 w 9767847"/>
                <a:gd name="connsiteY1" fmla="*/ 0 h 6858000"/>
                <a:gd name="connsiteX2" fmla="*/ 7990553 w 9767847"/>
                <a:gd name="connsiteY2" fmla="*/ 85415 h 6858000"/>
                <a:gd name="connsiteX3" fmla="*/ 9767847 w 9767847"/>
                <a:gd name="connsiteY3" fmla="*/ 3653129 h 6858000"/>
                <a:gd name="connsiteX4" fmla="*/ 8652597 w 9767847"/>
                <a:gd name="connsiteY4" fmla="*/ 6594103 h 6858000"/>
                <a:gd name="connsiteX5" fmla="*/ 8399240 w 9767847"/>
                <a:gd name="connsiteY5" fmla="*/ 6858000 h 6858000"/>
                <a:gd name="connsiteX6" fmla="*/ 6766926 w 9767847"/>
                <a:gd name="connsiteY6" fmla="*/ 6858000 h 6858000"/>
                <a:gd name="connsiteX7" fmla="*/ 6804586 w 9767847"/>
                <a:gd name="connsiteY7" fmla="*/ 6821201 h 6858000"/>
                <a:gd name="connsiteX8" fmla="*/ 6881735 w 9767847"/>
                <a:gd name="connsiteY8" fmla="*/ 6745295 h 6858000"/>
                <a:gd name="connsiteX9" fmla="*/ 6958883 w 9767847"/>
                <a:gd name="connsiteY9" fmla="*/ 6668920 h 6858000"/>
                <a:gd name="connsiteX10" fmla="*/ 7267925 w 9767847"/>
                <a:gd name="connsiteY10" fmla="*/ 6359792 h 6858000"/>
                <a:gd name="connsiteX11" fmla="*/ 7424360 w 9767847"/>
                <a:gd name="connsiteY11" fmla="*/ 6204783 h 6858000"/>
                <a:gd name="connsiteX12" fmla="*/ 7504938 w 9767847"/>
                <a:gd name="connsiteY12" fmla="*/ 6126806 h 6858000"/>
                <a:gd name="connsiteX13" fmla="*/ 7546396 w 9767847"/>
                <a:gd name="connsiteY13" fmla="*/ 6087795 h 6858000"/>
                <a:gd name="connsiteX14" fmla="*/ 7588002 w 9767847"/>
                <a:gd name="connsiteY14" fmla="*/ 6049630 h 6858000"/>
                <a:gd name="connsiteX15" fmla="*/ 7631000 w 9767847"/>
                <a:gd name="connsiteY15" fmla="*/ 6010807 h 6858000"/>
                <a:gd name="connsiteX16" fmla="*/ 7675440 w 9767847"/>
                <a:gd name="connsiteY16" fmla="*/ 5972407 h 6858000"/>
                <a:gd name="connsiteX17" fmla="*/ 7720626 w 9767847"/>
                <a:gd name="connsiteY17" fmla="*/ 5934949 h 6858000"/>
                <a:gd name="connsiteX18" fmla="*/ 7766458 w 9767847"/>
                <a:gd name="connsiteY18" fmla="*/ 5898432 h 6858000"/>
                <a:gd name="connsiteX19" fmla="*/ 7955254 w 9767847"/>
                <a:gd name="connsiteY19" fmla="*/ 5760926 h 6858000"/>
                <a:gd name="connsiteX20" fmla="*/ 8352678 w 9767847"/>
                <a:gd name="connsiteY20" fmla="*/ 5521728 h 6858000"/>
                <a:gd name="connsiteX21" fmla="*/ 8451350 w 9767847"/>
                <a:gd name="connsiteY21" fmla="*/ 5469352 h 6858000"/>
                <a:gd name="connsiteX22" fmla="*/ 8548532 w 9767847"/>
                <a:gd name="connsiteY22" fmla="*/ 5417493 h 6858000"/>
                <a:gd name="connsiteX23" fmla="*/ 8729473 w 9767847"/>
                <a:gd name="connsiteY23" fmla="*/ 5314059 h 6858000"/>
                <a:gd name="connsiteX24" fmla="*/ 8770781 w 9767847"/>
                <a:gd name="connsiteY24" fmla="*/ 5287330 h 6858000"/>
                <a:gd name="connsiteX25" fmla="*/ 8790964 w 9767847"/>
                <a:gd name="connsiteY25" fmla="*/ 5273590 h 6858000"/>
                <a:gd name="connsiteX26" fmla="*/ 8810499 w 9767847"/>
                <a:gd name="connsiteY26" fmla="*/ 5259801 h 6858000"/>
                <a:gd name="connsiteX27" fmla="*/ 8883571 w 9767847"/>
                <a:gd name="connsiteY27" fmla="*/ 5202577 h 6858000"/>
                <a:gd name="connsiteX28" fmla="*/ 9006651 w 9767847"/>
                <a:gd name="connsiteY28" fmla="*/ 5074625 h 6858000"/>
                <a:gd name="connsiteX29" fmla="*/ 9033494 w 9767847"/>
                <a:gd name="connsiteY29" fmla="*/ 5038203 h 6858000"/>
                <a:gd name="connsiteX30" fmla="*/ 9040305 w 9767847"/>
                <a:gd name="connsiteY30" fmla="*/ 5028649 h 6858000"/>
                <a:gd name="connsiteX31" fmla="*/ 9046568 w 9767847"/>
                <a:gd name="connsiteY31" fmla="*/ 5019379 h 6858000"/>
                <a:gd name="connsiteX32" fmla="*/ 9058846 w 9767847"/>
                <a:gd name="connsiteY32" fmla="*/ 5000743 h 6858000"/>
                <a:gd name="connsiteX33" fmla="*/ 9104529 w 9767847"/>
                <a:gd name="connsiteY33" fmla="*/ 4922203 h 6858000"/>
                <a:gd name="connsiteX34" fmla="*/ 9181081 w 9767847"/>
                <a:gd name="connsiteY34" fmla="*/ 4748792 h 6858000"/>
                <a:gd name="connsiteX35" fmla="*/ 9240731 w 9767847"/>
                <a:gd name="connsiteY35" fmla="*/ 4561970 h 6858000"/>
                <a:gd name="connsiteX36" fmla="*/ 9265388 w 9767847"/>
                <a:gd name="connsiteY36" fmla="*/ 4465171 h 6858000"/>
                <a:gd name="connsiteX37" fmla="*/ 9276571 w 9767847"/>
                <a:gd name="connsiteY37" fmla="*/ 4416041 h 6858000"/>
                <a:gd name="connsiteX38" fmla="*/ 9281841 w 9767847"/>
                <a:gd name="connsiteY38" fmla="*/ 4391477 h 6858000"/>
                <a:gd name="connsiteX39" fmla="*/ 9286513 w 9767847"/>
                <a:gd name="connsiteY39" fmla="*/ 4368936 h 6858000"/>
                <a:gd name="connsiteX40" fmla="*/ 9296754 w 9767847"/>
                <a:gd name="connsiteY40" fmla="*/ 4316136 h 6858000"/>
                <a:gd name="connsiteX41" fmla="*/ 9301029 w 9767847"/>
                <a:gd name="connsiteY41" fmla="*/ 4293172 h 6858000"/>
                <a:gd name="connsiteX42" fmla="*/ 9302818 w 9767847"/>
                <a:gd name="connsiteY42" fmla="*/ 4282679 h 6858000"/>
                <a:gd name="connsiteX43" fmla="*/ 9304658 w 9767847"/>
                <a:gd name="connsiteY43" fmla="*/ 4270914 h 6858000"/>
                <a:gd name="connsiteX44" fmla="*/ 9312810 w 9767847"/>
                <a:gd name="connsiteY44" fmla="*/ 4220043 h 6858000"/>
                <a:gd name="connsiteX45" fmla="*/ 9316887 w 9767847"/>
                <a:gd name="connsiteY45" fmla="*/ 4194584 h 6858000"/>
                <a:gd name="connsiteX46" fmla="*/ 9318923 w 9767847"/>
                <a:gd name="connsiteY46" fmla="*/ 4181878 h 6858000"/>
                <a:gd name="connsiteX47" fmla="*/ 9320515 w 9767847"/>
                <a:gd name="connsiteY47" fmla="*/ 4168984 h 6858000"/>
                <a:gd name="connsiteX48" fmla="*/ 9332445 w 9767847"/>
                <a:gd name="connsiteY48" fmla="*/ 4069079 h 6858000"/>
                <a:gd name="connsiteX49" fmla="*/ 9336173 w 9767847"/>
                <a:gd name="connsiteY49" fmla="*/ 4022774 h 6858000"/>
                <a:gd name="connsiteX50" fmla="*/ 9340199 w 9767847"/>
                <a:gd name="connsiteY50" fmla="*/ 3969269 h 6858000"/>
                <a:gd name="connsiteX51" fmla="*/ 9347557 w 9767847"/>
                <a:gd name="connsiteY51" fmla="*/ 3770070 h 6858000"/>
                <a:gd name="connsiteX52" fmla="*/ 9346364 w 9767847"/>
                <a:gd name="connsiteY52" fmla="*/ 3669036 h 6858000"/>
                <a:gd name="connsiteX53" fmla="*/ 9344921 w 9767847"/>
                <a:gd name="connsiteY53" fmla="*/ 3619341 h 6858000"/>
                <a:gd name="connsiteX54" fmla="*/ 9344524 w 9767847"/>
                <a:gd name="connsiteY54" fmla="*/ 3607624 h 6858000"/>
                <a:gd name="connsiteX55" fmla="*/ 9343728 w 9767847"/>
                <a:gd name="connsiteY55" fmla="*/ 3594872 h 6858000"/>
                <a:gd name="connsiteX56" fmla="*/ 9342188 w 9767847"/>
                <a:gd name="connsiteY56" fmla="*/ 3569366 h 6858000"/>
                <a:gd name="connsiteX57" fmla="*/ 9339056 w 9767847"/>
                <a:gd name="connsiteY57" fmla="*/ 3518354 h 6858000"/>
                <a:gd name="connsiteX58" fmla="*/ 9334334 w 9767847"/>
                <a:gd name="connsiteY58" fmla="*/ 3467155 h 6858000"/>
                <a:gd name="connsiteX59" fmla="*/ 9329363 w 9767847"/>
                <a:gd name="connsiteY59" fmla="*/ 3415908 h 6858000"/>
                <a:gd name="connsiteX60" fmla="*/ 9328319 w 9767847"/>
                <a:gd name="connsiteY60" fmla="*/ 3404755 h 6858000"/>
                <a:gd name="connsiteX61" fmla="*/ 9327177 w 9767847"/>
                <a:gd name="connsiteY61" fmla="*/ 3394214 h 6858000"/>
                <a:gd name="connsiteX62" fmla="*/ 9324293 w 9767847"/>
                <a:gd name="connsiteY62" fmla="*/ 3370872 h 6858000"/>
                <a:gd name="connsiteX63" fmla="*/ 9320763 w 9767847"/>
                <a:gd name="connsiteY63" fmla="*/ 3344427 h 6858000"/>
                <a:gd name="connsiteX64" fmla="*/ 9317184 w 9767847"/>
                <a:gd name="connsiteY64" fmla="*/ 3315343 h 6858000"/>
                <a:gd name="connsiteX65" fmla="*/ 9311021 w 9767847"/>
                <a:gd name="connsiteY65" fmla="*/ 3270309 h 6858000"/>
                <a:gd name="connsiteX66" fmla="*/ 9302719 w 9767847"/>
                <a:gd name="connsiteY66" fmla="*/ 3219815 h 6858000"/>
                <a:gd name="connsiteX67" fmla="*/ 9293970 w 9767847"/>
                <a:gd name="connsiteY67" fmla="*/ 3169887 h 6858000"/>
                <a:gd name="connsiteX68" fmla="*/ 9252065 w 9767847"/>
                <a:gd name="connsiteY68" fmla="*/ 2971205 h 6858000"/>
                <a:gd name="connsiteX69" fmla="*/ 9227211 w 9767847"/>
                <a:gd name="connsiteY69" fmla="*/ 2872571 h 6858000"/>
                <a:gd name="connsiteX70" fmla="*/ 9220699 w 9767847"/>
                <a:gd name="connsiteY70" fmla="*/ 2848524 h 6858000"/>
                <a:gd name="connsiteX71" fmla="*/ 9213740 w 9767847"/>
                <a:gd name="connsiteY71" fmla="*/ 2824289 h 6858000"/>
                <a:gd name="connsiteX72" fmla="*/ 9199374 w 9767847"/>
                <a:gd name="connsiteY72" fmla="*/ 2775536 h 6858000"/>
                <a:gd name="connsiteX73" fmla="*/ 9061829 w 9767847"/>
                <a:gd name="connsiteY73" fmla="*/ 2389515 h 6858000"/>
                <a:gd name="connsiteX74" fmla="*/ 8978865 w 9767847"/>
                <a:gd name="connsiteY74" fmla="*/ 2200953 h 6858000"/>
                <a:gd name="connsiteX75" fmla="*/ 8956694 w 9767847"/>
                <a:gd name="connsiteY75" fmla="*/ 2154317 h 6858000"/>
                <a:gd name="connsiteX76" fmla="*/ 8934176 w 9767847"/>
                <a:gd name="connsiteY76" fmla="*/ 2108012 h 6858000"/>
                <a:gd name="connsiteX77" fmla="*/ 8887151 w 9767847"/>
                <a:gd name="connsiteY77" fmla="*/ 2015448 h 6858000"/>
                <a:gd name="connsiteX78" fmla="*/ 8787533 w 9767847"/>
                <a:gd name="connsiteY78" fmla="*/ 1832625 h 6858000"/>
                <a:gd name="connsiteX79" fmla="*/ 8761485 w 9767847"/>
                <a:gd name="connsiteY79" fmla="*/ 1787496 h 6858000"/>
                <a:gd name="connsiteX80" fmla="*/ 8734791 w 9767847"/>
                <a:gd name="connsiteY80" fmla="*/ 1741991 h 6858000"/>
                <a:gd name="connsiteX81" fmla="*/ 8680808 w 9767847"/>
                <a:gd name="connsiteY81" fmla="*/ 1652910 h 6858000"/>
                <a:gd name="connsiteX82" fmla="*/ 8567024 w 9767847"/>
                <a:gd name="connsiteY82" fmla="*/ 1477004 h 6858000"/>
                <a:gd name="connsiteX83" fmla="*/ 8537446 w 9767847"/>
                <a:gd name="connsiteY83" fmla="*/ 1433428 h 6858000"/>
                <a:gd name="connsiteX84" fmla="*/ 8507423 w 9767847"/>
                <a:gd name="connsiteY84" fmla="*/ 1389994 h 6858000"/>
                <a:gd name="connsiteX85" fmla="*/ 8446529 w 9767847"/>
                <a:gd name="connsiteY85" fmla="*/ 1304393 h 6858000"/>
                <a:gd name="connsiteX86" fmla="*/ 8319224 w 9767847"/>
                <a:gd name="connsiteY86" fmla="*/ 1135124 h 6858000"/>
                <a:gd name="connsiteX87" fmla="*/ 8286366 w 9767847"/>
                <a:gd name="connsiteY87" fmla="*/ 1093148 h 6858000"/>
                <a:gd name="connsiteX88" fmla="*/ 8270161 w 9767847"/>
                <a:gd name="connsiteY88" fmla="*/ 1072538 h 6858000"/>
                <a:gd name="connsiteX89" fmla="*/ 8253856 w 9767847"/>
                <a:gd name="connsiteY89" fmla="*/ 1052254 h 6858000"/>
                <a:gd name="connsiteX90" fmla="*/ 8186352 w 9767847"/>
                <a:gd name="connsiteY90" fmla="*/ 970373 h 6858000"/>
                <a:gd name="connsiteX91" fmla="*/ 8046768 w 9767847"/>
                <a:gd name="connsiteY91" fmla="*/ 809527 h 6858000"/>
                <a:gd name="connsiteX92" fmla="*/ 8010927 w 9767847"/>
                <a:gd name="connsiteY92" fmla="*/ 769951 h 6858000"/>
                <a:gd name="connsiteX93" fmla="*/ 7974788 w 9767847"/>
                <a:gd name="connsiteY93" fmla="*/ 730751 h 6858000"/>
                <a:gd name="connsiteX94" fmla="*/ 7901070 w 9767847"/>
                <a:gd name="connsiteY94" fmla="*/ 652823 h 6858000"/>
                <a:gd name="connsiteX95" fmla="*/ 7750054 w 9767847"/>
                <a:gd name="connsiteY95" fmla="*/ 501106 h 6858000"/>
                <a:gd name="connsiteX96" fmla="*/ 7592277 w 9767847"/>
                <a:gd name="connsiteY96" fmla="*/ 355319 h 6858000"/>
                <a:gd name="connsiteX97" fmla="*/ 7257734 w 9767847"/>
                <a:gd name="connsiteY97" fmla="*/ 81062 h 6858000"/>
                <a:gd name="connsiteX98" fmla="*/ 1892109 w 9767847"/>
                <a:gd name="connsiteY98" fmla="*/ 0 h 6858000"/>
                <a:gd name="connsiteX99" fmla="*/ 2298402 w 9767847"/>
                <a:gd name="connsiteY99" fmla="*/ 0 h 6858000"/>
                <a:gd name="connsiteX100" fmla="*/ 2135542 w 9767847"/>
                <a:gd name="connsiteY100" fmla="*/ 121879 h 6858000"/>
                <a:gd name="connsiteX101" fmla="*/ 1969576 w 9767847"/>
                <a:gd name="connsiteY101" fmla="*/ 259084 h 6858000"/>
                <a:gd name="connsiteX102" fmla="*/ 1659938 w 9767847"/>
                <a:gd name="connsiteY102" fmla="*/ 553953 h 6858000"/>
                <a:gd name="connsiteX103" fmla="*/ 729383 w 9767847"/>
                <a:gd name="connsiteY103" fmla="*/ 1940578 h 6858000"/>
                <a:gd name="connsiteX104" fmla="*/ 578465 w 9767847"/>
                <a:gd name="connsiteY104" fmla="*/ 2324905 h 6858000"/>
                <a:gd name="connsiteX105" fmla="*/ 465080 w 9767847"/>
                <a:gd name="connsiteY105" fmla="*/ 2718973 h 6858000"/>
                <a:gd name="connsiteX106" fmla="*/ 423820 w 9767847"/>
                <a:gd name="connsiteY106" fmla="*/ 2919535 h 6858000"/>
                <a:gd name="connsiteX107" fmla="*/ 392355 w 9767847"/>
                <a:gd name="connsiteY107" fmla="*/ 3122169 h 6858000"/>
                <a:gd name="connsiteX108" fmla="*/ 358801 w 9767847"/>
                <a:gd name="connsiteY108" fmla="*/ 3531013 h 6858000"/>
                <a:gd name="connsiteX109" fmla="*/ 410350 w 9767847"/>
                <a:gd name="connsiteY109" fmla="*/ 4352324 h 6858000"/>
                <a:gd name="connsiteX110" fmla="*/ 449022 w 9767847"/>
                <a:gd name="connsiteY110" fmla="*/ 4555147 h 6858000"/>
                <a:gd name="connsiteX111" fmla="*/ 498882 w 9767847"/>
                <a:gd name="connsiteY111" fmla="*/ 4756463 h 6858000"/>
                <a:gd name="connsiteX112" fmla="*/ 559775 w 9767847"/>
                <a:gd name="connsiteY112" fmla="*/ 4955755 h 6858000"/>
                <a:gd name="connsiteX113" fmla="*/ 631406 w 9767847"/>
                <a:gd name="connsiteY113" fmla="*/ 5152084 h 6858000"/>
                <a:gd name="connsiteX114" fmla="*/ 1023461 w 9767847"/>
                <a:gd name="connsiteY114" fmla="*/ 5898055 h 6858000"/>
                <a:gd name="connsiteX115" fmla="*/ 1575880 w 9767847"/>
                <a:gd name="connsiteY115" fmla="*/ 6551744 h 6858000"/>
                <a:gd name="connsiteX116" fmla="*/ 1905228 w 9767847"/>
                <a:gd name="connsiteY116" fmla="*/ 6833566 h 6858000"/>
                <a:gd name="connsiteX117" fmla="*/ 1938629 w 9767847"/>
                <a:gd name="connsiteY117" fmla="*/ 6858000 h 6858000"/>
                <a:gd name="connsiteX118" fmla="*/ 1368607 w 9767847"/>
                <a:gd name="connsiteY118" fmla="*/ 6858000 h 6858000"/>
                <a:gd name="connsiteX119" fmla="*/ 1115251 w 9767847"/>
                <a:gd name="connsiteY119" fmla="*/ 6594103 h 6858000"/>
                <a:gd name="connsiteX120" fmla="*/ 0 w 9767847"/>
                <a:gd name="connsiteY120" fmla="*/ 3653129 h 6858000"/>
                <a:gd name="connsiteX121" fmla="*/ 1777294 w 9767847"/>
                <a:gd name="connsiteY121" fmla="*/ 854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9767847" h="6858000">
                  <a:moveTo>
                    <a:pt x="7145704" y="0"/>
                  </a:moveTo>
                  <a:lnTo>
                    <a:pt x="7875738" y="0"/>
                  </a:lnTo>
                  <a:lnTo>
                    <a:pt x="7990553" y="85415"/>
                  </a:lnTo>
                  <a:cubicBezTo>
                    <a:pt x="9075991" y="933432"/>
                    <a:pt x="9767847" y="2216793"/>
                    <a:pt x="9767847" y="3653129"/>
                  </a:cubicBezTo>
                  <a:cubicBezTo>
                    <a:pt x="9767847" y="4770280"/>
                    <a:pt x="9349317" y="5794890"/>
                    <a:pt x="8652597" y="6594103"/>
                  </a:cubicBezTo>
                  <a:lnTo>
                    <a:pt x="8399240" y="6858000"/>
                  </a:lnTo>
                  <a:lnTo>
                    <a:pt x="6766926" y="6858000"/>
                  </a:lnTo>
                  <a:lnTo>
                    <a:pt x="6804586" y="6821201"/>
                  </a:lnTo>
                  <a:lnTo>
                    <a:pt x="6881735" y="6745295"/>
                  </a:lnTo>
                  <a:cubicBezTo>
                    <a:pt x="6907435" y="6719979"/>
                    <a:pt x="6933134" y="6694896"/>
                    <a:pt x="6958883" y="6668920"/>
                  </a:cubicBezTo>
                  <a:lnTo>
                    <a:pt x="7267925" y="6359792"/>
                  </a:lnTo>
                  <a:lnTo>
                    <a:pt x="7424360" y="6204783"/>
                  </a:lnTo>
                  <a:cubicBezTo>
                    <a:pt x="7450754" y="6178900"/>
                    <a:pt x="7477598" y="6152829"/>
                    <a:pt x="7504938" y="6126806"/>
                  </a:cubicBezTo>
                  <a:lnTo>
                    <a:pt x="7546396" y="6087795"/>
                  </a:lnTo>
                  <a:cubicBezTo>
                    <a:pt x="7560264" y="6074901"/>
                    <a:pt x="7574780" y="6061630"/>
                    <a:pt x="7588002" y="6049630"/>
                  </a:cubicBezTo>
                  <a:lnTo>
                    <a:pt x="7631000" y="6010807"/>
                  </a:lnTo>
                  <a:lnTo>
                    <a:pt x="7675440" y="5972407"/>
                  </a:lnTo>
                  <a:cubicBezTo>
                    <a:pt x="7690404" y="5959796"/>
                    <a:pt x="7705564" y="5947419"/>
                    <a:pt x="7720626" y="5934949"/>
                  </a:cubicBezTo>
                  <a:cubicBezTo>
                    <a:pt x="7735738" y="5922525"/>
                    <a:pt x="7751197" y="5910619"/>
                    <a:pt x="7766458" y="5898432"/>
                  </a:cubicBezTo>
                  <a:cubicBezTo>
                    <a:pt x="7827949" y="5850290"/>
                    <a:pt x="7890979" y="5804597"/>
                    <a:pt x="7955254" y="5760926"/>
                  </a:cubicBezTo>
                  <a:cubicBezTo>
                    <a:pt x="8083800" y="5673632"/>
                    <a:pt x="8216872" y="5594434"/>
                    <a:pt x="8352678" y="5521728"/>
                  </a:cubicBezTo>
                  <a:lnTo>
                    <a:pt x="8451350" y="5469352"/>
                  </a:lnTo>
                  <a:lnTo>
                    <a:pt x="8548532" y="5417493"/>
                  </a:lnTo>
                  <a:cubicBezTo>
                    <a:pt x="8612110" y="5383188"/>
                    <a:pt x="8673251" y="5349306"/>
                    <a:pt x="8729473" y="5314059"/>
                  </a:cubicBezTo>
                  <a:cubicBezTo>
                    <a:pt x="8743591" y="5305213"/>
                    <a:pt x="8757161" y="5296459"/>
                    <a:pt x="8770781" y="5287330"/>
                  </a:cubicBezTo>
                  <a:cubicBezTo>
                    <a:pt x="8777591" y="5282765"/>
                    <a:pt x="8784451" y="5278201"/>
                    <a:pt x="8790964" y="5273590"/>
                  </a:cubicBezTo>
                  <a:cubicBezTo>
                    <a:pt x="8797574" y="5268977"/>
                    <a:pt x="8804235" y="5264412"/>
                    <a:pt x="8810499" y="5259801"/>
                  </a:cubicBezTo>
                  <a:cubicBezTo>
                    <a:pt x="8835999" y="5241401"/>
                    <a:pt x="8860407" y="5222389"/>
                    <a:pt x="8883571" y="5202577"/>
                  </a:cubicBezTo>
                  <a:cubicBezTo>
                    <a:pt x="8929900" y="5162954"/>
                    <a:pt x="8971258" y="5120413"/>
                    <a:pt x="9006651" y="5074625"/>
                  </a:cubicBezTo>
                  <a:cubicBezTo>
                    <a:pt x="9015351" y="5063426"/>
                    <a:pt x="9024398" y="5050955"/>
                    <a:pt x="9033494" y="5038203"/>
                  </a:cubicBezTo>
                  <a:lnTo>
                    <a:pt x="9040305" y="5028649"/>
                  </a:lnTo>
                  <a:lnTo>
                    <a:pt x="9046568" y="5019379"/>
                  </a:lnTo>
                  <a:cubicBezTo>
                    <a:pt x="9050743" y="5013261"/>
                    <a:pt x="9054819" y="5007050"/>
                    <a:pt x="9058846" y="5000743"/>
                  </a:cubicBezTo>
                  <a:cubicBezTo>
                    <a:pt x="9075002" y="4975615"/>
                    <a:pt x="9090212" y="4949403"/>
                    <a:pt x="9104529" y="4922203"/>
                  </a:cubicBezTo>
                  <a:cubicBezTo>
                    <a:pt x="9133211" y="4867850"/>
                    <a:pt x="9158313" y="4809545"/>
                    <a:pt x="9181081" y="4748792"/>
                  </a:cubicBezTo>
                  <a:cubicBezTo>
                    <a:pt x="9203748" y="4688276"/>
                    <a:pt x="9223383" y="4625876"/>
                    <a:pt x="9240731" y="4561970"/>
                  </a:cubicBezTo>
                  <a:cubicBezTo>
                    <a:pt x="9249481" y="4530064"/>
                    <a:pt x="9257682" y="4497782"/>
                    <a:pt x="9265388" y="4465171"/>
                  </a:cubicBezTo>
                  <a:cubicBezTo>
                    <a:pt x="9269215" y="4448842"/>
                    <a:pt x="9272943" y="4432465"/>
                    <a:pt x="9276571" y="4416041"/>
                  </a:cubicBezTo>
                  <a:lnTo>
                    <a:pt x="9281841" y="4391477"/>
                  </a:lnTo>
                  <a:lnTo>
                    <a:pt x="9286513" y="4368936"/>
                  </a:lnTo>
                  <a:lnTo>
                    <a:pt x="9296754" y="4316136"/>
                  </a:lnTo>
                  <a:lnTo>
                    <a:pt x="9301029" y="4293172"/>
                  </a:lnTo>
                  <a:lnTo>
                    <a:pt x="9302818" y="4282679"/>
                  </a:lnTo>
                  <a:lnTo>
                    <a:pt x="9304658" y="4270914"/>
                  </a:lnTo>
                  <a:lnTo>
                    <a:pt x="9312810" y="4220043"/>
                  </a:lnTo>
                  <a:lnTo>
                    <a:pt x="9316887" y="4194584"/>
                  </a:lnTo>
                  <a:lnTo>
                    <a:pt x="9318923" y="4181878"/>
                  </a:lnTo>
                  <a:cubicBezTo>
                    <a:pt x="9319570" y="4177644"/>
                    <a:pt x="9319969" y="4173267"/>
                    <a:pt x="9320515" y="4168984"/>
                  </a:cubicBezTo>
                  <a:lnTo>
                    <a:pt x="9332445" y="4069079"/>
                  </a:lnTo>
                  <a:cubicBezTo>
                    <a:pt x="9333836" y="4056468"/>
                    <a:pt x="9334880" y="4040986"/>
                    <a:pt x="9336173" y="4022774"/>
                  </a:cubicBezTo>
                  <a:lnTo>
                    <a:pt x="9340199" y="3969269"/>
                  </a:lnTo>
                  <a:cubicBezTo>
                    <a:pt x="9345071" y="3903904"/>
                    <a:pt x="9347358" y="3837081"/>
                    <a:pt x="9347557" y="3770070"/>
                  </a:cubicBezTo>
                  <a:cubicBezTo>
                    <a:pt x="9347656" y="3736518"/>
                    <a:pt x="9347209" y="3702871"/>
                    <a:pt x="9346364" y="3669036"/>
                  </a:cubicBezTo>
                  <a:lnTo>
                    <a:pt x="9344921" y="3619341"/>
                  </a:lnTo>
                  <a:lnTo>
                    <a:pt x="9344524" y="3607624"/>
                  </a:lnTo>
                  <a:lnTo>
                    <a:pt x="9343728" y="3594872"/>
                  </a:lnTo>
                  <a:lnTo>
                    <a:pt x="9342188" y="3569366"/>
                  </a:lnTo>
                  <a:lnTo>
                    <a:pt x="9339056" y="3518354"/>
                  </a:lnTo>
                  <a:cubicBezTo>
                    <a:pt x="9337914" y="3501319"/>
                    <a:pt x="9335874" y="3484236"/>
                    <a:pt x="9334334" y="3467155"/>
                  </a:cubicBezTo>
                  <a:lnTo>
                    <a:pt x="9329363" y="3415908"/>
                  </a:lnTo>
                  <a:lnTo>
                    <a:pt x="9328319" y="3404755"/>
                  </a:lnTo>
                  <a:lnTo>
                    <a:pt x="9327177" y="3394214"/>
                  </a:lnTo>
                  <a:lnTo>
                    <a:pt x="9324293" y="3370872"/>
                  </a:lnTo>
                  <a:lnTo>
                    <a:pt x="9320763" y="3344427"/>
                  </a:lnTo>
                  <a:lnTo>
                    <a:pt x="9317184" y="3315343"/>
                  </a:lnTo>
                  <a:cubicBezTo>
                    <a:pt x="9315594" y="3300991"/>
                    <a:pt x="9313506" y="3286404"/>
                    <a:pt x="9311021" y="3270309"/>
                  </a:cubicBezTo>
                  <a:lnTo>
                    <a:pt x="9302719" y="3219815"/>
                  </a:lnTo>
                  <a:cubicBezTo>
                    <a:pt x="9299936" y="3203157"/>
                    <a:pt x="9297003" y="3186498"/>
                    <a:pt x="9293970" y="3169887"/>
                  </a:cubicBezTo>
                  <a:cubicBezTo>
                    <a:pt x="9281891" y="3103393"/>
                    <a:pt x="9267674" y="3037182"/>
                    <a:pt x="9252065" y="2971205"/>
                  </a:cubicBezTo>
                  <a:cubicBezTo>
                    <a:pt x="9244261" y="2938265"/>
                    <a:pt x="9235959" y="2905371"/>
                    <a:pt x="9227211" y="2872571"/>
                  </a:cubicBezTo>
                  <a:lnTo>
                    <a:pt x="9220699" y="2848524"/>
                  </a:lnTo>
                  <a:lnTo>
                    <a:pt x="9213740" y="2824289"/>
                  </a:lnTo>
                  <a:cubicBezTo>
                    <a:pt x="9209216" y="2808147"/>
                    <a:pt x="9204345" y="2791866"/>
                    <a:pt x="9199374" y="2775536"/>
                  </a:cubicBezTo>
                  <a:cubicBezTo>
                    <a:pt x="9159855" y="2645184"/>
                    <a:pt x="9114272" y="2516197"/>
                    <a:pt x="9061829" y="2389515"/>
                  </a:cubicBezTo>
                  <a:cubicBezTo>
                    <a:pt x="9035582" y="2326175"/>
                    <a:pt x="9008043" y="2263258"/>
                    <a:pt x="8978865" y="2200953"/>
                  </a:cubicBezTo>
                  <a:lnTo>
                    <a:pt x="8956694" y="2154317"/>
                  </a:lnTo>
                  <a:lnTo>
                    <a:pt x="8934176" y="2108012"/>
                  </a:lnTo>
                  <a:cubicBezTo>
                    <a:pt x="8918915" y="2077189"/>
                    <a:pt x="8903157" y="2046130"/>
                    <a:pt x="8887151" y="2015448"/>
                  </a:cubicBezTo>
                  <a:cubicBezTo>
                    <a:pt x="8854988" y="1953989"/>
                    <a:pt x="8822082" y="1892908"/>
                    <a:pt x="8787533" y="1832625"/>
                  </a:cubicBezTo>
                  <a:lnTo>
                    <a:pt x="8761485" y="1787496"/>
                  </a:lnTo>
                  <a:lnTo>
                    <a:pt x="8734791" y="1741991"/>
                  </a:lnTo>
                  <a:cubicBezTo>
                    <a:pt x="8717047" y="1711921"/>
                    <a:pt x="8699200" y="1682461"/>
                    <a:pt x="8680808" y="1652910"/>
                  </a:cubicBezTo>
                  <a:cubicBezTo>
                    <a:pt x="8644322" y="1593756"/>
                    <a:pt x="8606194" y="1535216"/>
                    <a:pt x="8567024" y="1477004"/>
                  </a:cubicBezTo>
                  <a:lnTo>
                    <a:pt x="8537446" y="1433428"/>
                  </a:lnTo>
                  <a:lnTo>
                    <a:pt x="8507423" y="1389994"/>
                  </a:lnTo>
                  <a:cubicBezTo>
                    <a:pt x="8487390" y="1361382"/>
                    <a:pt x="8467158" y="1332817"/>
                    <a:pt x="8446529" y="1304393"/>
                  </a:cubicBezTo>
                  <a:cubicBezTo>
                    <a:pt x="8405271" y="1247595"/>
                    <a:pt x="8362718" y="1191218"/>
                    <a:pt x="8319224" y="1135124"/>
                  </a:cubicBezTo>
                  <a:lnTo>
                    <a:pt x="8286366" y="1093148"/>
                  </a:lnTo>
                  <a:lnTo>
                    <a:pt x="8270161" y="1072538"/>
                  </a:lnTo>
                  <a:lnTo>
                    <a:pt x="8253856" y="1052254"/>
                  </a:lnTo>
                  <a:cubicBezTo>
                    <a:pt x="8231636" y="1024773"/>
                    <a:pt x="8209117" y="997479"/>
                    <a:pt x="8186352" y="970373"/>
                  </a:cubicBezTo>
                  <a:cubicBezTo>
                    <a:pt x="8140917" y="916020"/>
                    <a:pt x="8094240" y="862515"/>
                    <a:pt x="8046768" y="809527"/>
                  </a:cubicBezTo>
                  <a:lnTo>
                    <a:pt x="8010927" y="769951"/>
                  </a:lnTo>
                  <a:lnTo>
                    <a:pt x="7974788" y="730751"/>
                  </a:lnTo>
                  <a:cubicBezTo>
                    <a:pt x="7950382" y="704587"/>
                    <a:pt x="7925824" y="678563"/>
                    <a:pt x="7901070" y="652823"/>
                  </a:cubicBezTo>
                  <a:cubicBezTo>
                    <a:pt x="7851510" y="601387"/>
                    <a:pt x="7801404" y="550612"/>
                    <a:pt x="7750054" y="501106"/>
                  </a:cubicBezTo>
                  <a:cubicBezTo>
                    <a:pt x="7698902" y="451742"/>
                    <a:pt x="7645913" y="403036"/>
                    <a:pt x="7592277" y="355319"/>
                  </a:cubicBezTo>
                  <a:cubicBezTo>
                    <a:pt x="7484856" y="259884"/>
                    <a:pt x="7373308" y="168402"/>
                    <a:pt x="7257734" y="81062"/>
                  </a:cubicBezTo>
                  <a:close/>
                  <a:moveTo>
                    <a:pt x="1892109" y="0"/>
                  </a:moveTo>
                  <a:lnTo>
                    <a:pt x="2298402" y="0"/>
                  </a:lnTo>
                  <a:lnTo>
                    <a:pt x="2135542" y="121879"/>
                  </a:lnTo>
                  <a:cubicBezTo>
                    <a:pt x="2078998" y="166378"/>
                    <a:pt x="2023659" y="212143"/>
                    <a:pt x="1969576" y="259084"/>
                  </a:cubicBezTo>
                  <a:cubicBezTo>
                    <a:pt x="1861309" y="352918"/>
                    <a:pt x="1758064" y="451412"/>
                    <a:pt x="1659938" y="553953"/>
                  </a:cubicBezTo>
                  <a:cubicBezTo>
                    <a:pt x="1266987" y="964444"/>
                    <a:pt x="953820" y="1435593"/>
                    <a:pt x="729383" y="1940578"/>
                  </a:cubicBezTo>
                  <a:cubicBezTo>
                    <a:pt x="673260" y="2066459"/>
                    <a:pt x="622855" y="2195070"/>
                    <a:pt x="578465" y="2324905"/>
                  </a:cubicBezTo>
                  <a:cubicBezTo>
                    <a:pt x="534125" y="2454785"/>
                    <a:pt x="496147" y="2586314"/>
                    <a:pt x="465080" y="2718973"/>
                  </a:cubicBezTo>
                  <a:cubicBezTo>
                    <a:pt x="449769" y="2785089"/>
                    <a:pt x="435850" y="2852289"/>
                    <a:pt x="423820" y="2919535"/>
                  </a:cubicBezTo>
                  <a:cubicBezTo>
                    <a:pt x="411840" y="2986829"/>
                    <a:pt x="401054" y="3054358"/>
                    <a:pt x="392355" y="3122169"/>
                  </a:cubicBezTo>
                  <a:cubicBezTo>
                    <a:pt x="374509" y="3257744"/>
                    <a:pt x="363424" y="3393978"/>
                    <a:pt x="358801" y="3531013"/>
                  </a:cubicBezTo>
                  <a:cubicBezTo>
                    <a:pt x="349009" y="3804941"/>
                    <a:pt x="366357" y="4079668"/>
                    <a:pt x="410350" y="4352324"/>
                  </a:cubicBezTo>
                  <a:cubicBezTo>
                    <a:pt x="421286" y="4420230"/>
                    <a:pt x="434209" y="4487758"/>
                    <a:pt x="449022" y="4555147"/>
                  </a:cubicBezTo>
                  <a:cubicBezTo>
                    <a:pt x="463737" y="4622534"/>
                    <a:pt x="480389" y="4689686"/>
                    <a:pt x="498882" y="4756463"/>
                  </a:cubicBezTo>
                  <a:cubicBezTo>
                    <a:pt x="517373" y="4823239"/>
                    <a:pt x="537704" y="4889733"/>
                    <a:pt x="559775" y="4955755"/>
                  </a:cubicBezTo>
                  <a:cubicBezTo>
                    <a:pt x="581946" y="5021873"/>
                    <a:pt x="605358" y="5087473"/>
                    <a:pt x="631406" y="5152084"/>
                  </a:cubicBezTo>
                  <a:cubicBezTo>
                    <a:pt x="734055" y="5411706"/>
                    <a:pt x="865188" y="5662668"/>
                    <a:pt x="1023461" y="5898055"/>
                  </a:cubicBezTo>
                  <a:cubicBezTo>
                    <a:pt x="1181487" y="6133676"/>
                    <a:pt x="1367051" y="6353345"/>
                    <a:pt x="1575880" y="6551744"/>
                  </a:cubicBezTo>
                  <a:cubicBezTo>
                    <a:pt x="1680269" y="6651014"/>
                    <a:pt x="1790338" y="6745037"/>
                    <a:pt x="1905228" y="6833566"/>
                  </a:cubicBezTo>
                  <a:lnTo>
                    <a:pt x="1938629" y="6858000"/>
                  </a:lnTo>
                  <a:lnTo>
                    <a:pt x="1368607" y="6858000"/>
                  </a:lnTo>
                  <a:lnTo>
                    <a:pt x="1115251" y="6594103"/>
                  </a:lnTo>
                  <a:cubicBezTo>
                    <a:pt x="418530" y="5794890"/>
                    <a:pt x="0" y="4770280"/>
                    <a:pt x="0" y="3653129"/>
                  </a:cubicBezTo>
                  <a:cubicBezTo>
                    <a:pt x="0" y="2216793"/>
                    <a:pt x="691856" y="933432"/>
                    <a:pt x="1777294" y="85415"/>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grpSp>
      <p:sp>
        <p:nvSpPr>
          <p:cNvPr id="2" name="Title 1">
            <a:extLst>
              <a:ext uri="{FF2B5EF4-FFF2-40B4-BE49-F238E27FC236}">
                <a16:creationId xmlns:a16="http://schemas.microsoft.com/office/drawing/2014/main" id="{8FB44EAD-9809-7711-9716-CB8F557A1391}"/>
              </a:ext>
            </a:extLst>
          </p:cNvPr>
          <p:cNvSpPr>
            <a:spLocks noGrp="1"/>
          </p:cNvSpPr>
          <p:nvPr>
            <p:ph type="ctrTitle"/>
          </p:nvPr>
        </p:nvSpPr>
        <p:spPr>
          <a:xfrm>
            <a:off x="876300" y="45868"/>
            <a:ext cx="10263459" cy="923925"/>
          </a:xfrm>
        </p:spPr>
        <p:txBody>
          <a:bodyPr anchor="b">
            <a:normAutofit/>
          </a:bodyPr>
          <a:lstStyle/>
          <a:p>
            <a:r>
              <a:rPr lang="en-IN" sz="4000" dirty="0">
                <a:solidFill>
                  <a:schemeClr val="tx2"/>
                </a:solidFill>
                <a:latin typeface="Engravers MT" panose="02090707080505020304" pitchFamily="18" charset="0"/>
              </a:rPr>
              <a:t>History  of MISRA-C</a:t>
            </a:r>
            <a:endParaRPr lang="en-IN" sz="4000" dirty="0">
              <a:solidFill>
                <a:schemeClr val="tx2"/>
              </a:solidFill>
            </a:endParaRPr>
          </a:p>
        </p:txBody>
      </p:sp>
      <p:grpSp>
        <p:nvGrpSpPr>
          <p:cNvPr id="23" name="Group 22">
            <a:extLst>
              <a:ext uri="{FF2B5EF4-FFF2-40B4-BE49-F238E27FC236}">
                <a16:creationId xmlns:a16="http://schemas.microsoft.com/office/drawing/2014/main" id="{87F87F1B-42BA-4AC7-A4E2-41544DDB2CE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05" y="-4155"/>
            <a:ext cx="2514948" cy="2174333"/>
            <a:chOff x="-305" y="-4155"/>
            <a:chExt cx="2514948" cy="2174333"/>
          </a:xfrm>
        </p:grpSpPr>
        <p:sp>
          <p:nvSpPr>
            <p:cNvPr id="24" name="Freeform: Shape 23">
              <a:extLst>
                <a:ext uri="{FF2B5EF4-FFF2-40B4-BE49-F238E27FC236}">
                  <a16:creationId xmlns:a16="http://schemas.microsoft.com/office/drawing/2014/main" id="{68B53067-4E48-4E71-A6A9-A8CAABAFBF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Shape 24">
              <a:extLst>
                <a:ext uri="{FF2B5EF4-FFF2-40B4-BE49-F238E27FC236}">
                  <a16:creationId xmlns:a16="http://schemas.microsoft.com/office/drawing/2014/main" id="{06D1A0D3-4BB8-41D9-9CE7-2884C83F44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reeform: Shape 25">
              <a:extLst>
                <a:ext uri="{FF2B5EF4-FFF2-40B4-BE49-F238E27FC236}">
                  <a16:creationId xmlns:a16="http://schemas.microsoft.com/office/drawing/2014/main" id="{81E20F06-3B09-4B89-A36B-AB8BFBCCA5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27" name="Freeform: Shape 26">
              <a:extLst>
                <a:ext uri="{FF2B5EF4-FFF2-40B4-BE49-F238E27FC236}">
                  <a16:creationId xmlns:a16="http://schemas.microsoft.com/office/drawing/2014/main" id="{DAE6C3D7-7D5B-4926-877D-45F117BB6B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9" name="Group 28">
            <a:extLst>
              <a:ext uri="{FF2B5EF4-FFF2-40B4-BE49-F238E27FC236}">
                <a16:creationId xmlns:a16="http://schemas.microsoft.com/office/drawing/2014/main" id="{967346A5-7569-4F15-AB5D-BE3DADF192C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9685727" y="4683666"/>
            <a:ext cx="2514948" cy="2174333"/>
            <a:chOff x="-305" y="-4155"/>
            <a:chExt cx="2514948" cy="2174333"/>
          </a:xfrm>
        </p:grpSpPr>
        <p:sp>
          <p:nvSpPr>
            <p:cNvPr id="30" name="Freeform: Shape 29">
              <a:extLst>
                <a:ext uri="{FF2B5EF4-FFF2-40B4-BE49-F238E27FC236}">
                  <a16:creationId xmlns:a16="http://schemas.microsoft.com/office/drawing/2014/main" id="{E1951533-A568-4765-AB1F-F71D9AFDEA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reeform: Shape 30">
              <a:extLst>
                <a:ext uri="{FF2B5EF4-FFF2-40B4-BE49-F238E27FC236}">
                  <a16:creationId xmlns:a16="http://schemas.microsoft.com/office/drawing/2014/main" id="{A7214F52-4F3F-4C96-A62E-F1401D6C04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Freeform: Shape 31">
              <a:extLst>
                <a:ext uri="{FF2B5EF4-FFF2-40B4-BE49-F238E27FC236}">
                  <a16:creationId xmlns:a16="http://schemas.microsoft.com/office/drawing/2014/main" id="{023146A1-291C-4FA0-AB5B-EB04D42398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33" name="Freeform: Shape 32">
              <a:extLst>
                <a:ext uri="{FF2B5EF4-FFF2-40B4-BE49-F238E27FC236}">
                  <a16:creationId xmlns:a16="http://schemas.microsoft.com/office/drawing/2014/main" id="{62977932-2B03-4899-8306-5002CEE68E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5" name="Title 1">
            <a:extLst>
              <a:ext uri="{FF2B5EF4-FFF2-40B4-BE49-F238E27FC236}">
                <a16:creationId xmlns:a16="http://schemas.microsoft.com/office/drawing/2014/main" id="{D6EE584E-84BC-FC84-2A5F-A0E7AF1256B7}"/>
              </a:ext>
            </a:extLst>
          </p:cNvPr>
          <p:cNvSpPr txBox="1">
            <a:spLocks/>
          </p:cNvSpPr>
          <p:nvPr/>
        </p:nvSpPr>
        <p:spPr>
          <a:xfrm>
            <a:off x="10382250" y="3983"/>
            <a:ext cx="1809445" cy="44767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2000" dirty="0">
                <a:solidFill>
                  <a:schemeClr val="tx2"/>
                </a:solidFill>
              </a:rPr>
              <a:t>MISRA C -2012</a:t>
            </a:r>
          </a:p>
        </p:txBody>
      </p:sp>
      <p:sp>
        <p:nvSpPr>
          <p:cNvPr id="6" name="Subtitle 2">
            <a:extLst>
              <a:ext uri="{FF2B5EF4-FFF2-40B4-BE49-F238E27FC236}">
                <a16:creationId xmlns:a16="http://schemas.microsoft.com/office/drawing/2014/main" id="{C992C8E1-40D9-45CC-B67A-D8B86D2A381E}"/>
              </a:ext>
            </a:extLst>
          </p:cNvPr>
          <p:cNvSpPr txBox="1">
            <a:spLocks/>
          </p:cNvSpPr>
          <p:nvPr/>
        </p:nvSpPr>
        <p:spPr>
          <a:xfrm>
            <a:off x="3432265" y="853500"/>
            <a:ext cx="5188034" cy="682079"/>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115000"/>
              </a:lnSpc>
              <a:spcAft>
                <a:spcPts val="800"/>
              </a:spcAft>
            </a:pPr>
            <a:r>
              <a:rPr lang="en-IN" kern="100" dirty="0">
                <a:solidFill>
                  <a:srgbClr val="666666"/>
                </a:solidFill>
                <a:effectLst/>
                <a:highlight>
                  <a:srgbClr val="FFFF00"/>
                </a:highlight>
                <a:latin typeface="Times New Roman" panose="02020603050405020304" pitchFamily="18" charset="0"/>
                <a:ea typeface="Aptos" panose="020B0004020202020204" pitchFamily="34" charset="0"/>
                <a:cs typeface="Times New Roman" panose="02020603050405020304" pitchFamily="18" charset="0"/>
              </a:rPr>
              <a:t>Misra2012:Rule-5.2</a:t>
            </a:r>
          </a:p>
        </p:txBody>
      </p:sp>
      <p:sp>
        <p:nvSpPr>
          <p:cNvPr id="3" name="TextBox 2">
            <a:extLst>
              <a:ext uri="{FF2B5EF4-FFF2-40B4-BE49-F238E27FC236}">
                <a16:creationId xmlns:a16="http://schemas.microsoft.com/office/drawing/2014/main" id="{F52B51FF-E201-359D-4743-DA9B627F1CC1}"/>
              </a:ext>
            </a:extLst>
          </p:cNvPr>
          <p:cNvSpPr txBox="1"/>
          <p:nvPr/>
        </p:nvSpPr>
        <p:spPr>
          <a:xfrm>
            <a:off x="1016249" y="1295615"/>
            <a:ext cx="7766610" cy="369332"/>
          </a:xfrm>
          <a:prstGeom prst="rect">
            <a:avLst/>
          </a:prstGeom>
          <a:noFill/>
        </p:spPr>
        <p:txBody>
          <a:bodyPr wrap="square">
            <a:spAutoFit/>
          </a:bodyPr>
          <a:lstStyle/>
          <a:p>
            <a:pPr marL="285750" indent="-285750" algn="l">
              <a:buFont typeface="Wingdings" panose="05000000000000000000" pitchFamily="2" charset="2"/>
              <a:buChar char="q"/>
            </a:pPr>
            <a:r>
              <a:rPr lang="en-US" sz="1800" b="1" i="0" u="none" strike="noStrike" baseline="0" dirty="0">
                <a:latin typeface="Times New Roman" panose="02020603050405020304" pitchFamily="18" charset="0"/>
                <a:cs typeface="Times New Roman" panose="02020603050405020304" pitchFamily="18" charset="0"/>
              </a:rPr>
              <a:t>Identifiers declared in the same scope and name space shall be distinct</a:t>
            </a:r>
            <a:endParaRPr lang="en-IN" b="1" kern="100" dirty="0">
              <a:effectLst/>
              <a:highlight>
                <a:srgbClr val="FFFF00"/>
              </a:highlight>
              <a:latin typeface="Times New Roman" panose="02020603050405020304" pitchFamily="18" charset="0"/>
              <a:ea typeface="Aptos" panose="020B0004020202020204" pitchFamily="34" charset="0"/>
              <a:cs typeface="Times New Roman" panose="02020603050405020304" pitchFamily="18" charset="0"/>
            </a:endParaRPr>
          </a:p>
        </p:txBody>
      </p:sp>
      <p:sp>
        <p:nvSpPr>
          <p:cNvPr id="11" name="TextBox 10">
            <a:extLst>
              <a:ext uri="{FF2B5EF4-FFF2-40B4-BE49-F238E27FC236}">
                <a16:creationId xmlns:a16="http://schemas.microsoft.com/office/drawing/2014/main" id="{3BAF9C64-DAA2-791C-A360-DC870B79332D}"/>
              </a:ext>
            </a:extLst>
          </p:cNvPr>
          <p:cNvSpPr txBox="1"/>
          <p:nvPr/>
        </p:nvSpPr>
        <p:spPr>
          <a:xfrm>
            <a:off x="1296656" y="1662987"/>
            <a:ext cx="9642403" cy="369332"/>
          </a:xfrm>
          <a:prstGeom prst="rect">
            <a:avLst/>
          </a:prstGeom>
          <a:noFill/>
        </p:spPr>
        <p:txBody>
          <a:bodyPr wrap="square">
            <a:spAutoFit/>
          </a:bodyPr>
          <a:lstStyle/>
          <a:p>
            <a:pPr algn="l"/>
            <a:r>
              <a:rPr lang="en-IN" sz="1800" b="0" i="0" u="none" strike="noStrike" baseline="0" dirty="0">
                <a:latin typeface="OpenSans"/>
              </a:rPr>
              <a:t>Category –</a:t>
            </a:r>
            <a:r>
              <a:rPr lang="en-IN" sz="1800" b="0" i="0" u="none" strike="noStrike" baseline="0" dirty="0">
                <a:latin typeface="OpenSans-Light"/>
              </a:rPr>
              <a:t>Required    Analysis </a:t>
            </a:r>
            <a:r>
              <a:rPr lang="en-IN" sz="1800" b="0" i="0" u="none" strike="noStrike" baseline="0" dirty="0">
                <a:latin typeface="OpenSans"/>
              </a:rPr>
              <a:t> -</a:t>
            </a:r>
            <a:r>
              <a:rPr lang="en-IN" sz="1800" b="0" i="0" u="none" strike="noStrike" baseline="0" dirty="0">
                <a:latin typeface="OpenSans-Light"/>
              </a:rPr>
              <a:t> Decidable, System </a:t>
            </a:r>
            <a:r>
              <a:rPr lang="en-IN" sz="1800" b="0" i="0" u="none" strike="noStrike" baseline="0" dirty="0">
                <a:latin typeface="OpenSans"/>
              </a:rPr>
              <a:t>Applies to -</a:t>
            </a:r>
            <a:r>
              <a:rPr lang="en-IN" sz="1800" b="0" i="0" u="none" strike="noStrike" baseline="0" dirty="0">
                <a:latin typeface="OpenSans-Light"/>
              </a:rPr>
              <a:t> C90, C99</a:t>
            </a:r>
            <a:endParaRPr lang="en-IN" dirty="0"/>
          </a:p>
        </p:txBody>
      </p:sp>
      <p:sp>
        <p:nvSpPr>
          <p:cNvPr id="12" name="TextBox 11">
            <a:extLst>
              <a:ext uri="{FF2B5EF4-FFF2-40B4-BE49-F238E27FC236}">
                <a16:creationId xmlns:a16="http://schemas.microsoft.com/office/drawing/2014/main" id="{3B6B20D6-4372-E7FE-5B7C-3A5C456054FD}"/>
              </a:ext>
            </a:extLst>
          </p:cNvPr>
          <p:cNvSpPr txBox="1"/>
          <p:nvPr/>
        </p:nvSpPr>
        <p:spPr>
          <a:xfrm>
            <a:off x="2668095" y="2647016"/>
            <a:ext cx="9164554" cy="3139321"/>
          </a:xfrm>
          <a:prstGeom prst="rect">
            <a:avLst/>
          </a:prstGeom>
          <a:noFill/>
        </p:spPr>
        <p:txBody>
          <a:bodyPr wrap="square">
            <a:spAutoFit/>
          </a:bodyPr>
          <a:lstStyle/>
          <a:p>
            <a:pPr algn="l"/>
            <a:r>
              <a:rPr lang="en-US" sz="1800" b="0" i="0" u="none" strike="noStrike" baseline="0" dirty="0">
                <a:latin typeface="Times New Roman" panose="02020603050405020304" pitchFamily="18" charset="0"/>
                <a:cs typeface="Times New Roman" panose="02020603050405020304" pitchFamily="18" charset="0"/>
              </a:rPr>
              <a:t>void </a:t>
            </a:r>
            <a:r>
              <a:rPr lang="en-US" sz="1800" b="0" i="0" u="none" strike="noStrike" baseline="0" dirty="0" err="1">
                <a:latin typeface="Times New Roman" panose="02020603050405020304" pitchFamily="18" charset="0"/>
                <a:cs typeface="Times New Roman" panose="02020603050405020304" pitchFamily="18" charset="0"/>
              </a:rPr>
              <a:t>exampleFunction</a:t>
            </a:r>
            <a:r>
              <a:rPr lang="en-US" sz="1800" b="0" i="0" u="none" strike="noStrike" baseline="0" dirty="0">
                <a:latin typeface="Times New Roman" panose="02020603050405020304" pitchFamily="18" charset="0"/>
                <a:cs typeface="Times New Roman" panose="02020603050405020304" pitchFamily="18" charset="0"/>
              </a:rPr>
              <a:t>() {</a:t>
            </a:r>
          </a:p>
          <a:p>
            <a:pPr algn="l"/>
            <a:r>
              <a:rPr lang="en-US" sz="1800" b="0" i="0" u="none" strike="noStrike" baseline="0" dirty="0">
                <a:latin typeface="Times New Roman" panose="02020603050405020304" pitchFamily="18" charset="0"/>
                <a:cs typeface="Times New Roman" panose="02020603050405020304" pitchFamily="18" charset="0"/>
              </a:rPr>
              <a:t>    int </a:t>
            </a:r>
            <a:r>
              <a:rPr lang="en-US" sz="1800" b="0" i="0" u="none" strike="noStrike" baseline="0" dirty="0" err="1">
                <a:latin typeface="Times New Roman" panose="02020603050405020304" pitchFamily="18" charset="0"/>
                <a:cs typeface="Times New Roman" panose="02020603050405020304" pitchFamily="18" charset="0"/>
              </a:rPr>
              <a:t>localVar</a:t>
            </a:r>
            <a:r>
              <a:rPr lang="en-US" sz="1800" b="0" i="0" u="none" strike="noStrike" baseline="0" dirty="0">
                <a:latin typeface="Times New Roman" panose="02020603050405020304" pitchFamily="18" charset="0"/>
                <a:cs typeface="Times New Roman" panose="02020603050405020304" pitchFamily="18" charset="0"/>
              </a:rPr>
              <a:t> = 10;</a:t>
            </a:r>
          </a:p>
          <a:p>
            <a:pPr algn="l"/>
            <a:r>
              <a:rPr lang="en-US" sz="1800" b="0" i="0" u="none" strike="noStrike" baseline="0" dirty="0">
                <a:latin typeface="Times New Roman" panose="02020603050405020304" pitchFamily="18" charset="0"/>
                <a:cs typeface="Times New Roman" panose="02020603050405020304" pitchFamily="18" charset="0"/>
              </a:rPr>
              <a:t>    int </a:t>
            </a:r>
            <a:r>
              <a:rPr lang="en-US" sz="1800" b="0" i="0" u="none" strike="noStrike" baseline="0" dirty="0" err="1">
                <a:latin typeface="Times New Roman" panose="02020603050405020304" pitchFamily="18" charset="0"/>
                <a:cs typeface="Times New Roman" panose="02020603050405020304" pitchFamily="18" charset="0"/>
              </a:rPr>
              <a:t>localVar</a:t>
            </a:r>
            <a:r>
              <a:rPr lang="en-US" sz="1800" b="0" i="0" u="none" strike="noStrike" baseline="0" dirty="0">
                <a:latin typeface="Times New Roman" panose="02020603050405020304" pitchFamily="18" charset="0"/>
                <a:cs typeface="Times New Roman" panose="02020603050405020304" pitchFamily="18" charset="0"/>
              </a:rPr>
              <a:t> = 20; // Violation: Attempting to declare another identifier with the same name</a:t>
            </a:r>
          </a:p>
          <a:p>
            <a:pPr algn="l"/>
            <a:r>
              <a:rPr lang="en-US" sz="1800" b="0" i="0" u="none" strike="noStrike" baseline="0" dirty="0">
                <a:latin typeface="Times New Roman" panose="02020603050405020304" pitchFamily="18" charset="0"/>
                <a:cs typeface="Times New Roman" panose="02020603050405020304" pitchFamily="18" charset="0"/>
              </a:rPr>
              <a:t>    </a:t>
            </a:r>
            <a:r>
              <a:rPr lang="en-US" sz="1800" b="0" i="0" u="none" strike="noStrike" baseline="0" dirty="0" err="1">
                <a:latin typeface="Times New Roman" panose="02020603050405020304" pitchFamily="18" charset="0"/>
                <a:cs typeface="Times New Roman" panose="02020603050405020304" pitchFamily="18" charset="0"/>
              </a:rPr>
              <a:t>printf</a:t>
            </a:r>
            <a:r>
              <a:rPr lang="en-US" sz="1800" b="0" i="0" u="none" strike="noStrike" baseline="0" dirty="0">
                <a:latin typeface="Times New Roman" panose="02020603050405020304" pitchFamily="18" charset="0"/>
                <a:cs typeface="Times New Roman" panose="02020603050405020304" pitchFamily="18" charset="0"/>
              </a:rPr>
              <a:t>("Local variable: %d\n", </a:t>
            </a:r>
            <a:r>
              <a:rPr lang="en-US" sz="1800" b="0" i="0" u="none" strike="noStrike" baseline="0" dirty="0" err="1">
                <a:latin typeface="Times New Roman" panose="02020603050405020304" pitchFamily="18" charset="0"/>
                <a:cs typeface="Times New Roman" panose="02020603050405020304" pitchFamily="18" charset="0"/>
              </a:rPr>
              <a:t>localVar</a:t>
            </a:r>
            <a:r>
              <a:rPr lang="en-US" sz="1800" b="0" i="0" u="none" strike="noStrike" baseline="0" dirty="0">
                <a:latin typeface="Times New Roman" panose="02020603050405020304" pitchFamily="18" charset="0"/>
                <a:cs typeface="Times New Roman" panose="02020603050405020304" pitchFamily="18" charset="0"/>
              </a:rPr>
              <a:t>);</a:t>
            </a:r>
          </a:p>
          <a:p>
            <a:pPr algn="l"/>
            <a:r>
              <a:rPr lang="en-US" sz="1800" b="0" i="0" u="none" strike="noStrike" baseline="0" dirty="0">
                <a:latin typeface="Times New Roman" panose="02020603050405020304" pitchFamily="18" charset="0"/>
                <a:cs typeface="Times New Roman" panose="02020603050405020304" pitchFamily="18" charset="0"/>
              </a:rPr>
              <a:t>}</a:t>
            </a:r>
          </a:p>
          <a:p>
            <a:pPr algn="l"/>
            <a:endParaRPr lang="en-US" sz="1800" b="0" i="0" u="none" strike="noStrike" baseline="0" dirty="0">
              <a:latin typeface="Times New Roman" panose="02020603050405020304" pitchFamily="18" charset="0"/>
              <a:cs typeface="Times New Roman" panose="02020603050405020304" pitchFamily="18" charset="0"/>
            </a:endParaRPr>
          </a:p>
          <a:p>
            <a:pPr algn="l"/>
            <a:r>
              <a:rPr lang="en-US" sz="1800" b="0" i="0" u="none" strike="noStrike" baseline="0" dirty="0">
                <a:latin typeface="Times New Roman" panose="02020603050405020304" pitchFamily="18" charset="0"/>
                <a:cs typeface="Times New Roman" panose="02020603050405020304" pitchFamily="18" charset="0"/>
              </a:rPr>
              <a:t>int main() {</a:t>
            </a:r>
          </a:p>
          <a:p>
            <a:pPr algn="l"/>
            <a:r>
              <a:rPr lang="en-US" sz="1800" b="0" i="0" u="none" strike="noStrike" baseline="0" dirty="0">
                <a:latin typeface="Times New Roman" panose="02020603050405020304" pitchFamily="18" charset="0"/>
                <a:cs typeface="Times New Roman" panose="02020603050405020304" pitchFamily="18" charset="0"/>
              </a:rPr>
              <a:t>    </a:t>
            </a:r>
            <a:r>
              <a:rPr lang="en-US" sz="1800" b="0" i="0" u="none" strike="noStrike" baseline="0" dirty="0">
                <a:highlight>
                  <a:srgbClr val="FFFF00"/>
                </a:highlight>
                <a:latin typeface="Times New Roman" panose="02020603050405020304" pitchFamily="18" charset="0"/>
                <a:cs typeface="Times New Roman" panose="02020603050405020304" pitchFamily="18" charset="0"/>
              </a:rPr>
              <a:t>int </a:t>
            </a:r>
            <a:r>
              <a:rPr lang="en-US" sz="1800" b="0" i="0" u="none" strike="noStrike" baseline="0" dirty="0" err="1">
                <a:highlight>
                  <a:srgbClr val="FFFF00"/>
                </a:highlight>
                <a:latin typeface="Times New Roman" panose="02020603050405020304" pitchFamily="18" charset="0"/>
                <a:cs typeface="Times New Roman" panose="02020603050405020304" pitchFamily="18" charset="0"/>
              </a:rPr>
              <a:t>localVar</a:t>
            </a:r>
            <a:r>
              <a:rPr lang="en-US" sz="1800" b="0" i="0" u="none" strike="noStrike" baseline="0" dirty="0">
                <a:highlight>
                  <a:srgbClr val="FFFF00"/>
                </a:highlight>
                <a:latin typeface="Times New Roman" panose="02020603050405020304" pitchFamily="18" charset="0"/>
                <a:cs typeface="Times New Roman" panose="02020603050405020304" pitchFamily="18" charset="0"/>
              </a:rPr>
              <a:t> = 30; // Violation: Identifier already declared in the same namespace</a:t>
            </a:r>
          </a:p>
          <a:p>
            <a:pPr algn="l"/>
            <a:r>
              <a:rPr lang="en-US" sz="1800" b="0" i="0" u="none" strike="noStrike" baseline="0" dirty="0">
                <a:latin typeface="Times New Roman" panose="02020603050405020304" pitchFamily="18" charset="0"/>
                <a:cs typeface="Times New Roman" panose="02020603050405020304" pitchFamily="18" charset="0"/>
              </a:rPr>
              <a:t>    </a:t>
            </a:r>
            <a:r>
              <a:rPr lang="en-US" sz="1800" b="0" i="0" u="none" strike="noStrike" baseline="0" dirty="0" err="1">
                <a:latin typeface="Times New Roman" panose="02020603050405020304" pitchFamily="18" charset="0"/>
                <a:cs typeface="Times New Roman" panose="02020603050405020304" pitchFamily="18" charset="0"/>
              </a:rPr>
              <a:t>printf</a:t>
            </a:r>
            <a:r>
              <a:rPr lang="en-US" sz="1800" b="0" i="0" u="none" strike="noStrike" baseline="0" dirty="0">
                <a:latin typeface="Times New Roman" panose="02020603050405020304" pitchFamily="18" charset="0"/>
                <a:cs typeface="Times New Roman" panose="02020603050405020304" pitchFamily="18" charset="0"/>
              </a:rPr>
              <a:t>("Local variable: %d\n", </a:t>
            </a:r>
            <a:r>
              <a:rPr lang="en-US" sz="1800" b="0" i="0" u="none" strike="noStrike" baseline="0" dirty="0" err="1">
                <a:latin typeface="Times New Roman" panose="02020603050405020304" pitchFamily="18" charset="0"/>
                <a:cs typeface="Times New Roman" panose="02020603050405020304" pitchFamily="18" charset="0"/>
              </a:rPr>
              <a:t>localVar</a:t>
            </a:r>
            <a:r>
              <a:rPr lang="en-US" sz="1800" b="0" i="0" u="none" strike="noStrike" baseline="0" dirty="0">
                <a:latin typeface="Times New Roman" panose="02020603050405020304" pitchFamily="18" charset="0"/>
                <a:cs typeface="Times New Roman" panose="02020603050405020304" pitchFamily="18" charset="0"/>
              </a:rPr>
              <a:t>);</a:t>
            </a:r>
          </a:p>
          <a:p>
            <a:pPr algn="l"/>
            <a:r>
              <a:rPr lang="en-US" sz="1800" b="0" i="0" u="none" strike="noStrike" baseline="0" dirty="0">
                <a:latin typeface="Times New Roman" panose="02020603050405020304" pitchFamily="18" charset="0"/>
                <a:cs typeface="Times New Roman" panose="02020603050405020304" pitchFamily="18" charset="0"/>
              </a:rPr>
              <a:t>    return 0;</a:t>
            </a:r>
          </a:p>
          <a:p>
            <a:pPr algn="l"/>
            <a:r>
              <a:rPr lang="en-US" sz="1800" b="0" i="0" u="none" strike="noStrike" baseline="0" dirty="0">
                <a:latin typeface="Times New Roman" panose="02020603050405020304" pitchFamily="18" charset="0"/>
                <a:cs typeface="Times New Roman" panose="02020603050405020304" pitchFamily="18" charset="0"/>
              </a:rPr>
              <a:t>}</a:t>
            </a:r>
          </a:p>
        </p:txBody>
      </p:sp>
      <p:sp>
        <p:nvSpPr>
          <p:cNvPr id="14" name="TextBox 13">
            <a:extLst>
              <a:ext uri="{FF2B5EF4-FFF2-40B4-BE49-F238E27FC236}">
                <a16:creationId xmlns:a16="http://schemas.microsoft.com/office/drawing/2014/main" id="{3BEBAFEE-B117-F80A-3238-35883C77E34C}"/>
              </a:ext>
            </a:extLst>
          </p:cNvPr>
          <p:cNvSpPr txBox="1"/>
          <p:nvPr/>
        </p:nvSpPr>
        <p:spPr>
          <a:xfrm>
            <a:off x="1208737" y="1999245"/>
            <a:ext cx="10650070" cy="646331"/>
          </a:xfrm>
          <a:prstGeom prst="rect">
            <a:avLst/>
          </a:prstGeom>
          <a:noFill/>
        </p:spPr>
        <p:txBody>
          <a:bodyPr wrap="square">
            <a:spAutoFit/>
          </a:bodyPr>
          <a:lstStyle/>
          <a:p>
            <a:r>
              <a:rPr lang="en-US" b="0" i="0" dirty="0">
                <a:solidFill>
                  <a:srgbClr val="0D0D0D"/>
                </a:solidFill>
                <a:effectLst/>
                <a:latin typeface="Times New Roman" panose="02020603050405020304" pitchFamily="18" charset="0"/>
                <a:cs typeface="Times New Roman" panose="02020603050405020304" pitchFamily="18" charset="0"/>
              </a:rPr>
              <a:t>Rule 5.1 states that external identifiers, such as variable names, function names, and structure tags, shall be distinct</a:t>
            </a:r>
            <a:endParaRPr lang="en-IN"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C571CA19-A36B-7D93-981A-5F92A3EA59D7}"/>
              </a:ext>
            </a:extLst>
          </p:cNvPr>
          <p:cNvSpPr txBox="1"/>
          <p:nvPr/>
        </p:nvSpPr>
        <p:spPr>
          <a:xfrm>
            <a:off x="1292229" y="2666496"/>
            <a:ext cx="1046338" cy="369332"/>
          </a:xfrm>
          <a:prstGeom prst="rect">
            <a:avLst/>
          </a:prstGeom>
          <a:noFill/>
        </p:spPr>
        <p:txBody>
          <a:bodyPr wrap="square">
            <a:spAutoFit/>
          </a:bodyPr>
          <a:lstStyle/>
          <a:p>
            <a:pPr algn="l"/>
            <a:r>
              <a:rPr lang="en-IN" dirty="0">
                <a:highlight>
                  <a:srgbClr val="FFFF00"/>
                </a:highlight>
              </a:rPr>
              <a:t>Example</a:t>
            </a:r>
          </a:p>
        </p:txBody>
      </p:sp>
      <p:sp>
        <p:nvSpPr>
          <p:cNvPr id="9" name="Slide Number Placeholder 8">
            <a:extLst>
              <a:ext uri="{FF2B5EF4-FFF2-40B4-BE49-F238E27FC236}">
                <a16:creationId xmlns:a16="http://schemas.microsoft.com/office/drawing/2014/main" id="{56B69312-6A58-498F-2DCB-2F6034291377}"/>
              </a:ext>
            </a:extLst>
          </p:cNvPr>
          <p:cNvSpPr>
            <a:spLocks noGrp="1"/>
          </p:cNvSpPr>
          <p:nvPr>
            <p:ph type="sldNum" sz="quarter" idx="12"/>
          </p:nvPr>
        </p:nvSpPr>
        <p:spPr/>
        <p:txBody>
          <a:bodyPr/>
          <a:lstStyle/>
          <a:p>
            <a:fld id="{91247CA1-BCEC-4DD4-9B23-E2AE1AEA27A6}" type="slidenum">
              <a:rPr lang="en-IN" smtClean="0"/>
              <a:t>27</a:t>
            </a:fld>
            <a:endParaRPr lang="en-IN"/>
          </a:p>
        </p:txBody>
      </p:sp>
      <p:sp>
        <p:nvSpPr>
          <p:cNvPr id="8" name="TextBox 7">
            <a:extLst>
              <a:ext uri="{FF2B5EF4-FFF2-40B4-BE49-F238E27FC236}">
                <a16:creationId xmlns:a16="http://schemas.microsoft.com/office/drawing/2014/main" id="{EFB050E6-C793-486C-0FA8-E7E3C006BFD9}"/>
              </a:ext>
            </a:extLst>
          </p:cNvPr>
          <p:cNvSpPr txBox="1"/>
          <p:nvPr/>
        </p:nvSpPr>
        <p:spPr>
          <a:xfrm>
            <a:off x="10532532" y="526059"/>
            <a:ext cx="1451144" cy="369332"/>
          </a:xfrm>
          <a:prstGeom prst="rect">
            <a:avLst/>
          </a:prstGeom>
          <a:noFill/>
        </p:spPr>
        <p:txBody>
          <a:bodyPr wrap="square">
            <a:spAutoFit/>
          </a:bodyPr>
          <a:lstStyle/>
          <a:p>
            <a:r>
              <a:rPr lang="en-IN" dirty="0"/>
              <a:t>Session 1</a:t>
            </a:r>
          </a:p>
        </p:txBody>
      </p:sp>
    </p:spTree>
    <p:extLst>
      <p:ext uri="{BB962C8B-B14F-4D97-AF65-F5344CB8AC3E}">
        <p14:creationId xmlns:p14="http://schemas.microsoft.com/office/powerpoint/2010/main" val="92029877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5A292AEA-2528-46C0-B426-95822B6141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D8B7B198-E4DF-43CD-AD8C-1998843237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34" name="Freeform: Shape 33">
            <a:extLst>
              <a:ext uri="{FF2B5EF4-FFF2-40B4-BE49-F238E27FC236}">
                <a16:creationId xmlns:a16="http://schemas.microsoft.com/office/drawing/2014/main" id="{2BE67753-EA0E-4819-8D22-0B6600CF7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96934" y="3984"/>
            <a:ext cx="9376632" cy="6858000"/>
          </a:xfrm>
          <a:custGeom>
            <a:avLst/>
            <a:gdLst>
              <a:gd name="connsiteX0" fmla="*/ 1691615 w 9376632"/>
              <a:gd name="connsiteY0" fmla="*/ 0 h 6858000"/>
              <a:gd name="connsiteX1" fmla="*/ 7685017 w 9376632"/>
              <a:gd name="connsiteY1" fmla="*/ 0 h 6858000"/>
              <a:gd name="connsiteX2" fmla="*/ 7840634 w 9376632"/>
              <a:gd name="connsiteY2" fmla="*/ 134799 h 6858000"/>
              <a:gd name="connsiteX3" fmla="*/ 9376632 w 9376632"/>
              <a:gd name="connsiteY3" fmla="*/ 3605175 h 6858000"/>
              <a:gd name="connsiteX4" fmla="*/ 8158692 w 9376632"/>
              <a:gd name="connsiteY4" fmla="*/ 6757493 h 6858000"/>
              <a:gd name="connsiteX5" fmla="*/ 8062868 w 9376632"/>
              <a:gd name="connsiteY5" fmla="*/ 6858000 h 6858000"/>
              <a:gd name="connsiteX6" fmla="*/ 1313765 w 9376632"/>
              <a:gd name="connsiteY6" fmla="*/ 6858000 h 6858000"/>
              <a:gd name="connsiteX7" fmla="*/ 1217940 w 9376632"/>
              <a:gd name="connsiteY7" fmla="*/ 6757493 h 6858000"/>
              <a:gd name="connsiteX8" fmla="*/ 0 w 9376632"/>
              <a:gd name="connsiteY8" fmla="*/ 3605175 h 6858000"/>
              <a:gd name="connsiteX9" fmla="*/ 1535999 w 9376632"/>
              <a:gd name="connsiteY9" fmla="*/ 13479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376632" h="6858000">
                <a:moveTo>
                  <a:pt x="1691615" y="0"/>
                </a:moveTo>
                <a:lnTo>
                  <a:pt x="7685017" y="0"/>
                </a:lnTo>
                <a:lnTo>
                  <a:pt x="7840634" y="134799"/>
                </a:lnTo>
                <a:cubicBezTo>
                  <a:pt x="8784230" y="992423"/>
                  <a:pt x="9376632" y="2229618"/>
                  <a:pt x="9376632" y="3605175"/>
                </a:cubicBezTo>
                <a:cubicBezTo>
                  <a:pt x="9376632" y="4818903"/>
                  <a:pt x="8915419" y="5924908"/>
                  <a:pt x="8158692" y="6757493"/>
                </a:cubicBezTo>
                <a:lnTo>
                  <a:pt x="8062868" y="6858000"/>
                </a:lnTo>
                <a:lnTo>
                  <a:pt x="1313765" y="6858000"/>
                </a:lnTo>
                <a:lnTo>
                  <a:pt x="1217940" y="6757493"/>
                </a:lnTo>
                <a:cubicBezTo>
                  <a:pt x="461213" y="5924908"/>
                  <a:pt x="0" y="4818903"/>
                  <a:pt x="0" y="3605175"/>
                </a:cubicBezTo>
                <a:cubicBezTo>
                  <a:pt x="0" y="2229618"/>
                  <a:pt x="592403" y="992423"/>
                  <a:pt x="1535999" y="134799"/>
                </a:cubicBezTo>
                <a:close/>
              </a:path>
            </a:pathLst>
          </a:cu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5" name="Group 34">
            <a:extLst>
              <a:ext uri="{FF2B5EF4-FFF2-40B4-BE49-F238E27FC236}">
                <a16:creationId xmlns:a16="http://schemas.microsoft.com/office/drawing/2014/main" id="{D76D63AC-0421-45EC-B383-E79A61A78C6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303402" y="3985"/>
            <a:ext cx="9772765" cy="6858000"/>
            <a:chOff x="1303402" y="36937"/>
            <a:chExt cx="9772765" cy="6858000"/>
          </a:xfrm>
          <a:solidFill>
            <a:schemeClr val="bg1">
              <a:alpha val="30000"/>
            </a:schemeClr>
          </a:solidFill>
        </p:grpSpPr>
        <p:sp>
          <p:nvSpPr>
            <p:cNvPr id="15" name="Freeform: Shape 14">
              <a:extLst>
                <a:ext uri="{FF2B5EF4-FFF2-40B4-BE49-F238E27FC236}">
                  <a16:creationId xmlns:a16="http://schemas.microsoft.com/office/drawing/2014/main" id="{B997A32E-7032-4107-9C8B-99DB59EDD5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6937"/>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Shape 15">
              <a:extLst>
                <a:ext uri="{FF2B5EF4-FFF2-40B4-BE49-F238E27FC236}">
                  <a16:creationId xmlns:a16="http://schemas.microsoft.com/office/drawing/2014/main" id="{943BB27F-1470-42CA-91FF-D94BC691C8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6937"/>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Freeform: Shape 16">
              <a:extLst>
                <a:ext uri="{FF2B5EF4-FFF2-40B4-BE49-F238E27FC236}">
                  <a16:creationId xmlns:a16="http://schemas.microsoft.com/office/drawing/2014/main" id="{E997B002-17FD-47B3-A06A-76802FE15C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6937"/>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Freeform: Shape 17">
              <a:extLst>
                <a:ext uri="{FF2B5EF4-FFF2-40B4-BE49-F238E27FC236}">
                  <a16:creationId xmlns:a16="http://schemas.microsoft.com/office/drawing/2014/main" id="{E401EA35-9D2E-43B7-860F-EBB8A6C3E0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6937"/>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Freeform: Shape 18">
              <a:extLst>
                <a:ext uri="{FF2B5EF4-FFF2-40B4-BE49-F238E27FC236}">
                  <a16:creationId xmlns:a16="http://schemas.microsoft.com/office/drawing/2014/main" id="{F8C44827-3D81-4FF9-B4A5-5650D1B20A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6937"/>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Freeform: Shape 19">
              <a:extLst>
                <a:ext uri="{FF2B5EF4-FFF2-40B4-BE49-F238E27FC236}">
                  <a16:creationId xmlns:a16="http://schemas.microsoft.com/office/drawing/2014/main" id="{F613D97F-F6DF-4D32-AD91-209A80E7A2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8320" y="36937"/>
              <a:ext cx="9767847" cy="6858000"/>
            </a:xfrm>
            <a:custGeom>
              <a:avLst/>
              <a:gdLst>
                <a:gd name="connsiteX0" fmla="*/ 7151367 w 9767847"/>
                <a:gd name="connsiteY0" fmla="*/ 0 h 6858000"/>
                <a:gd name="connsiteX1" fmla="*/ 7881247 w 9767847"/>
                <a:gd name="connsiteY1" fmla="*/ 0 h 6858000"/>
                <a:gd name="connsiteX2" fmla="*/ 7990553 w 9767847"/>
                <a:gd name="connsiteY2" fmla="*/ 81317 h 6858000"/>
                <a:gd name="connsiteX3" fmla="*/ 9767847 w 9767847"/>
                <a:gd name="connsiteY3" fmla="*/ 3649031 h 6858000"/>
                <a:gd name="connsiteX4" fmla="*/ 8652597 w 9767847"/>
                <a:gd name="connsiteY4" fmla="*/ 6590005 h 6858000"/>
                <a:gd name="connsiteX5" fmla="*/ 8395306 w 9767847"/>
                <a:gd name="connsiteY5" fmla="*/ 6858000 h 6858000"/>
                <a:gd name="connsiteX6" fmla="*/ 6762603 w 9767847"/>
                <a:gd name="connsiteY6" fmla="*/ 6858000 h 6858000"/>
                <a:gd name="connsiteX7" fmla="*/ 6765962 w 9767847"/>
                <a:gd name="connsiteY7" fmla="*/ 6854844 h 6858000"/>
                <a:gd name="connsiteX8" fmla="*/ 6804586 w 9767847"/>
                <a:gd name="connsiteY8" fmla="*/ 6817103 h 6858000"/>
                <a:gd name="connsiteX9" fmla="*/ 6881735 w 9767847"/>
                <a:gd name="connsiteY9" fmla="*/ 6741197 h 6858000"/>
                <a:gd name="connsiteX10" fmla="*/ 6958883 w 9767847"/>
                <a:gd name="connsiteY10" fmla="*/ 6664822 h 6858000"/>
                <a:gd name="connsiteX11" fmla="*/ 7267925 w 9767847"/>
                <a:gd name="connsiteY11" fmla="*/ 6355694 h 6858000"/>
                <a:gd name="connsiteX12" fmla="*/ 7424360 w 9767847"/>
                <a:gd name="connsiteY12" fmla="*/ 6200685 h 6858000"/>
                <a:gd name="connsiteX13" fmla="*/ 7504938 w 9767847"/>
                <a:gd name="connsiteY13" fmla="*/ 6122708 h 6858000"/>
                <a:gd name="connsiteX14" fmla="*/ 7546396 w 9767847"/>
                <a:gd name="connsiteY14" fmla="*/ 6083697 h 6858000"/>
                <a:gd name="connsiteX15" fmla="*/ 7588002 w 9767847"/>
                <a:gd name="connsiteY15" fmla="*/ 6045532 h 6858000"/>
                <a:gd name="connsiteX16" fmla="*/ 7631000 w 9767847"/>
                <a:gd name="connsiteY16" fmla="*/ 6006709 h 6858000"/>
                <a:gd name="connsiteX17" fmla="*/ 7675440 w 9767847"/>
                <a:gd name="connsiteY17" fmla="*/ 5968309 h 6858000"/>
                <a:gd name="connsiteX18" fmla="*/ 7720626 w 9767847"/>
                <a:gd name="connsiteY18" fmla="*/ 5930851 h 6858000"/>
                <a:gd name="connsiteX19" fmla="*/ 7766458 w 9767847"/>
                <a:gd name="connsiteY19" fmla="*/ 5894334 h 6858000"/>
                <a:gd name="connsiteX20" fmla="*/ 7955254 w 9767847"/>
                <a:gd name="connsiteY20" fmla="*/ 5756828 h 6858000"/>
                <a:gd name="connsiteX21" fmla="*/ 8352678 w 9767847"/>
                <a:gd name="connsiteY21" fmla="*/ 5517630 h 6858000"/>
                <a:gd name="connsiteX22" fmla="*/ 8451350 w 9767847"/>
                <a:gd name="connsiteY22" fmla="*/ 5465254 h 6858000"/>
                <a:gd name="connsiteX23" fmla="*/ 8548532 w 9767847"/>
                <a:gd name="connsiteY23" fmla="*/ 5413395 h 6858000"/>
                <a:gd name="connsiteX24" fmla="*/ 8729473 w 9767847"/>
                <a:gd name="connsiteY24" fmla="*/ 5309961 h 6858000"/>
                <a:gd name="connsiteX25" fmla="*/ 8770781 w 9767847"/>
                <a:gd name="connsiteY25" fmla="*/ 5283232 h 6858000"/>
                <a:gd name="connsiteX26" fmla="*/ 8790964 w 9767847"/>
                <a:gd name="connsiteY26" fmla="*/ 5269492 h 6858000"/>
                <a:gd name="connsiteX27" fmla="*/ 8810499 w 9767847"/>
                <a:gd name="connsiteY27" fmla="*/ 5255703 h 6858000"/>
                <a:gd name="connsiteX28" fmla="*/ 8883571 w 9767847"/>
                <a:gd name="connsiteY28" fmla="*/ 5198479 h 6858000"/>
                <a:gd name="connsiteX29" fmla="*/ 9006651 w 9767847"/>
                <a:gd name="connsiteY29" fmla="*/ 5070527 h 6858000"/>
                <a:gd name="connsiteX30" fmla="*/ 9033494 w 9767847"/>
                <a:gd name="connsiteY30" fmla="*/ 5034105 h 6858000"/>
                <a:gd name="connsiteX31" fmla="*/ 9040305 w 9767847"/>
                <a:gd name="connsiteY31" fmla="*/ 5024551 h 6858000"/>
                <a:gd name="connsiteX32" fmla="*/ 9046568 w 9767847"/>
                <a:gd name="connsiteY32" fmla="*/ 5015281 h 6858000"/>
                <a:gd name="connsiteX33" fmla="*/ 9058846 w 9767847"/>
                <a:gd name="connsiteY33" fmla="*/ 4996645 h 6858000"/>
                <a:gd name="connsiteX34" fmla="*/ 9104529 w 9767847"/>
                <a:gd name="connsiteY34" fmla="*/ 4918105 h 6858000"/>
                <a:gd name="connsiteX35" fmla="*/ 9181081 w 9767847"/>
                <a:gd name="connsiteY35" fmla="*/ 4744694 h 6858000"/>
                <a:gd name="connsiteX36" fmla="*/ 9240731 w 9767847"/>
                <a:gd name="connsiteY36" fmla="*/ 4557872 h 6858000"/>
                <a:gd name="connsiteX37" fmla="*/ 9265388 w 9767847"/>
                <a:gd name="connsiteY37" fmla="*/ 4461073 h 6858000"/>
                <a:gd name="connsiteX38" fmla="*/ 9276571 w 9767847"/>
                <a:gd name="connsiteY38" fmla="*/ 4411943 h 6858000"/>
                <a:gd name="connsiteX39" fmla="*/ 9281841 w 9767847"/>
                <a:gd name="connsiteY39" fmla="*/ 4387379 h 6858000"/>
                <a:gd name="connsiteX40" fmla="*/ 9286513 w 9767847"/>
                <a:gd name="connsiteY40" fmla="*/ 4364838 h 6858000"/>
                <a:gd name="connsiteX41" fmla="*/ 9296754 w 9767847"/>
                <a:gd name="connsiteY41" fmla="*/ 4312038 h 6858000"/>
                <a:gd name="connsiteX42" fmla="*/ 9301029 w 9767847"/>
                <a:gd name="connsiteY42" fmla="*/ 4289074 h 6858000"/>
                <a:gd name="connsiteX43" fmla="*/ 9302818 w 9767847"/>
                <a:gd name="connsiteY43" fmla="*/ 4278581 h 6858000"/>
                <a:gd name="connsiteX44" fmla="*/ 9304658 w 9767847"/>
                <a:gd name="connsiteY44" fmla="*/ 4266816 h 6858000"/>
                <a:gd name="connsiteX45" fmla="*/ 9312810 w 9767847"/>
                <a:gd name="connsiteY45" fmla="*/ 4215945 h 6858000"/>
                <a:gd name="connsiteX46" fmla="*/ 9316887 w 9767847"/>
                <a:gd name="connsiteY46" fmla="*/ 4190486 h 6858000"/>
                <a:gd name="connsiteX47" fmla="*/ 9318923 w 9767847"/>
                <a:gd name="connsiteY47" fmla="*/ 4177780 h 6858000"/>
                <a:gd name="connsiteX48" fmla="*/ 9320515 w 9767847"/>
                <a:gd name="connsiteY48" fmla="*/ 4164886 h 6858000"/>
                <a:gd name="connsiteX49" fmla="*/ 9332445 w 9767847"/>
                <a:gd name="connsiteY49" fmla="*/ 4064981 h 6858000"/>
                <a:gd name="connsiteX50" fmla="*/ 9336173 w 9767847"/>
                <a:gd name="connsiteY50" fmla="*/ 4018676 h 6858000"/>
                <a:gd name="connsiteX51" fmla="*/ 9340199 w 9767847"/>
                <a:gd name="connsiteY51" fmla="*/ 3965171 h 6858000"/>
                <a:gd name="connsiteX52" fmla="*/ 9347557 w 9767847"/>
                <a:gd name="connsiteY52" fmla="*/ 3765972 h 6858000"/>
                <a:gd name="connsiteX53" fmla="*/ 9346364 w 9767847"/>
                <a:gd name="connsiteY53" fmla="*/ 3664938 h 6858000"/>
                <a:gd name="connsiteX54" fmla="*/ 9344921 w 9767847"/>
                <a:gd name="connsiteY54" fmla="*/ 3615243 h 6858000"/>
                <a:gd name="connsiteX55" fmla="*/ 9344524 w 9767847"/>
                <a:gd name="connsiteY55" fmla="*/ 3603526 h 6858000"/>
                <a:gd name="connsiteX56" fmla="*/ 9343728 w 9767847"/>
                <a:gd name="connsiteY56" fmla="*/ 3590774 h 6858000"/>
                <a:gd name="connsiteX57" fmla="*/ 9342188 w 9767847"/>
                <a:gd name="connsiteY57" fmla="*/ 3565268 h 6858000"/>
                <a:gd name="connsiteX58" fmla="*/ 9339056 w 9767847"/>
                <a:gd name="connsiteY58" fmla="*/ 3514256 h 6858000"/>
                <a:gd name="connsiteX59" fmla="*/ 9334334 w 9767847"/>
                <a:gd name="connsiteY59" fmla="*/ 3463057 h 6858000"/>
                <a:gd name="connsiteX60" fmla="*/ 9329363 w 9767847"/>
                <a:gd name="connsiteY60" fmla="*/ 3411810 h 6858000"/>
                <a:gd name="connsiteX61" fmla="*/ 9328319 w 9767847"/>
                <a:gd name="connsiteY61" fmla="*/ 3400657 h 6858000"/>
                <a:gd name="connsiteX62" fmla="*/ 9327177 w 9767847"/>
                <a:gd name="connsiteY62" fmla="*/ 3390116 h 6858000"/>
                <a:gd name="connsiteX63" fmla="*/ 9324293 w 9767847"/>
                <a:gd name="connsiteY63" fmla="*/ 3366774 h 6858000"/>
                <a:gd name="connsiteX64" fmla="*/ 9320763 w 9767847"/>
                <a:gd name="connsiteY64" fmla="*/ 3340329 h 6858000"/>
                <a:gd name="connsiteX65" fmla="*/ 9317184 w 9767847"/>
                <a:gd name="connsiteY65" fmla="*/ 3311245 h 6858000"/>
                <a:gd name="connsiteX66" fmla="*/ 9311021 w 9767847"/>
                <a:gd name="connsiteY66" fmla="*/ 3266211 h 6858000"/>
                <a:gd name="connsiteX67" fmla="*/ 9302719 w 9767847"/>
                <a:gd name="connsiteY67" fmla="*/ 3215717 h 6858000"/>
                <a:gd name="connsiteX68" fmla="*/ 9293970 w 9767847"/>
                <a:gd name="connsiteY68" fmla="*/ 3165789 h 6858000"/>
                <a:gd name="connsiteX69" fmla="*/ 9252065 w 9767847"/>
                <a:gd name="connsiteY69" fmla="*/ 2967107 h 6858000"/>
                <a:gd name="connsiteX70" fmla="*/ 9227211 w 9767847"/>
                <a:gd name="connsiteY70" fmla="*/ 2868473 h 6858000"/>
                <a:gd name="connsiteX71" fmla="*/ 9220699 w 9767847"/>
                <a:gd name="connsiteY71" fmla="*/ 2844426 h 6858000"/>
                <a:gd name="connsiteX72" fmla="*/ 9213740 w 9767847"/>
                <a:gd name="connsiteY72" fmla="*/ 2820191 h 6858000"/>
                <a:gd name="connsiteX73" fmla="*/ 9199374 w 9767847"/>
                <a:gd name="connsiteY73" fmla="*/ 2771438 h 6858000"/>
                <a:gd name="connsiteX74" fmla="*/ 9061829 w 9767847"/>
                <a:gd name="connsiteY74" fmla="*/ 2385418 h 6858000"/>
                <a:gd name="connsiteX75" fmla="*/ 8978865 w 9767847"/>
                <a:gd name="connsiteY75" fmla="*/ 2196855 h 6858000"/>
                <a:gd name="connsiteX76" fmla="*/ 8956694 w 9767847"/>
                <a:gd name="connsiteY76" fmla="*/ 2150219 h 6858000"/>
                <a:gd name="connsiteX77" fmla="*/ 8934176 w 9767847"/>
                <a:gd name="connsiteY77" fmla="*/ 2103914 h 6858000"/>
                <a:gd name="connsiteX78" fmla="*/ 8887151 w 9767847"/>
                <a:gd name="connsiteY78" fmla="*/ 2011350 h 6858000"/>
                <a:gd name="connsiteX79" fmla="*/ 8787533 w 9767847"/>
                <a:gd name="connsiteY79" fmla="*/ 1828527 h 6858000"/>
                <a:gd name="connsiteX80" fmla="*/ 8761485 w 9767847"/>
                <a:gd name="connsiteY80" fmla="*/ 1783398 h 6858000"/>
                <a:gd name="connsiteX81" fmla="*/ 8734791 w 9767847"/>
                <a:gd name="connsiteY81" fmla="*/ 1737893 h 6858000"/>
                <a:gd name="connsiteX82" fmla="*/ 8680808 w 9767847"/>
                <a:gd name="connsiteY82" fmla="*/ 1648812 h 6858000"/>
                <a:gd name="connsiteX83" fmla="*/ 8567024 w 9767847"/>
                <a:gd name="connsiteY83" fmla="*/ 1472906 h 6858000"/>
                <a:gd name="connsiteX84" fmla="*/ 8537446 w 9767847"/>
                <a:gd name="connsiteY84" fmla="*/ 1429330 h 6858000"/>
                <a:gd name="connsiteX85" fmla="*/ 8507423 w 9767847"/>
                <a:gd name="connsiteY85" fmla="*/ 1385896 h 6858000"/>
                <a:gd name="connsiteX86" fmla="*/ 8446529 w 9767847"/>
                <a:gd name="connsiteY86" fmla="*/ 1300295 h 6858000"/>
                <a:gd name="connsiteX87" fmla="*/ 8319224 w 9767847"/>
                <a:gd name="connsiteY87" fmla="*/ 1131026 h 6858000"/>
                <a:gd name="connsiteX88" fmla="*/ 8286366 w 9767847"/>
                <a:gd name="connsiteY88" fmla="*/ 1089050 h 6858000"/>
                <a:gd name="connsiteX89" fmla="*/ 8270161 w 9767847"/>
                <a:gd name="connsiteY89" fmla="*/ 1068439 h 6858000"/>
                <a:gd name="connsiteX90" fmla="*/ 8253856 w 9767847"/>
                <a:gd name="connsiteY90" fmla="*/ 1048156 h 6858000"/>
                <a:gd name="connsiteX91" fmla="*/ 8186352 w 9767847"/>
                <a:gd name="connsiteY91" fmla="*/ 966275 h 6858000"/>
                <a:gd name="connsiteX92" fmla="*/ 8046768 w 9767847"/>
                <a:gd name="connsiteY92" fmla="*/ 805429 h 6858000"/>
                <a:gd name="connsiteX93" fmla="*/ 8010927 w 9767847"/>
                <a:gd name="connsiteY93" fmla="*/ 765853 h 6858000"/>
                <a:gd name="connsiteX94" fmla="*/ 7974788 w 9767847"/>
                <a:gd name="connsiteY94" fmla="*/ 726653 h 6858000"/>
                <a:gd name="connsiteX95" fmla="*/ 7901070 w 9767847"/>
                <a:gd name="connsiteY95" fmla="*/ 648724 h 6858000"/>
                <a:gd name="connsiteX96" fmla="*/ 7750054 w 9767847"/>
                <a:gd name="connsiteY96" fmla="*/ 497008 h 6858000"/>
                <a:gd name="connsiteX97" fmla="*/ 7592277 w 9767847"/>
                <a:gd name="connsiteY97" fmla="*/ 351221 h 6858000"/>
                <a:gd name="connsiteX98" fmla="*/ 7257734 w 9767847"/>
                <a:gd name="connsiteY98" fmla="*/ 76964 h 6858000"/>
                <a:gd name="connsiteX99" fmla="*/ 1886601 w 9767847"/>
                <a:gd name="connsiteY99" fmla="*/ 0 h 6858000"/>
                <a:gd name="connsiteX100" fmla="*/ 2292926 w 9767847"/>
                <a:gd name="connsiteY100" fmla="*/ 0 h 6858000"/>
                <a:gd name="connsiteX101" fmla="*/ 2135542 w 9767847"/>
                <a:gd name="connsiteY101" fmla="*/ 117781 h 6858000"/>
                <a:gd name="connsiteX102" fmla="*/ 1969576 w 9767847"/>
                <a:gd name="connsiteY102" fmla="*/ 254986 h 6858000"/>
                <a:gd name="connsiteX103" fmla="*/ 1659938 w 9767847"/>
                <a:gd name="connsiteY103" fmla="*/ 549855 h 6858000"/>
                <a:gd name="connsiteX104" fmla="*/ 729383 w 9767847"/>
                <a:gd name="connsiteY104" fmla="*/ 1936480 h 6858000"/>
                <a:gd name="connsiteX105" fmla="*/ 578465 w 9767847"/>
                <a:gd name="connsiteY105" fmla="*/ 2320807 h 6858000"/>
                <a:gd name="connsiteX106" fmla="*/ 465080 w 9767847"/>
                <a:gd name="connsiteY106" fmla="*/ 2714875 h 6858000"/>
                <a:gd name="connsiteX107" fmla="*/ 423820 w 9767847"/>
                <a:gd name="connsiteY107" fmla="*/ 2915436 h 6858000"/>
                <a:gd name="connsiteX108" fmla="*/ 392355 w 9767847"/>
                <a:gd name="connsiteY108" fmla="*/ 3118071 h 6858000"/>
                <a:gd name="connsiteX109" fmla="*/ 358801 w 9767847"/>
                <a:gd name="connsiteY109" fmla="*/ 3526915 h 6858000"/>
                <a:gd name="connsiteX110" fmla="*/ 410350 w 9767847"/>
                <a:gd name="connsiteY110" fmla="*/ 4348226 h 6858000"/>
                <a:gd name="connsiteX111" fmla="*/ 449022 w 9767847"/>
                <a:gd name="connsiteY111" fmla="*/ 4551049 h 6858000"/>
                <a:gd name="connsiteX112" fmla="*/ 498882 w 9767847"/>
                <a:gd name="connsiteY112" fmla="*/ 4752365 h 6858000"/>
                <a:gd name="connsiteX113" fmla="*/ 559775 w 9767847"/>
                <a:gd name="connsiteY113" fmla="*/ 4951657 h 6858000"/>
                <a:gd name="connsiteX114" fmla="*/ 631406 w 9767847"/>
                <a:gd name="connsiteY114" fmla="*/ 5147986 h 6858000"/>
                <a:gd name="connsiteX115" fmla="*/ 1023461 w 9767847"/>
                <a:gd name="connsiteY115" fmla="*/ 5893957 h 6858000"/>
                <a:gd name="connsiteX116" fmla="*/ 1575880 w 9767847"/>
                <a:gd name="connsiteY116" fmla="*/ 6547646 h 6858000"/>
                <a:gd name="connsiteX117" fmla="*/ 1905228 w 9767847"/>
                <a:gd name="connsiteY117" fmla="*/ 6829468 h 6858000"/>
                <a:gd name="connsiteX118" fmla="*/ 1944230 w 9767847"/>
                <a:gd name="connsiteY118" fmla="*/ 6858000 h 6858000"/>
                <a:gd name="connsiteX119" fmla="*/ 1372541 w 9767847"/>
                <a:gd name="connsiteY119" fmla="*/ 6858000 h 6858000"/>
                <a:gd name="connsiteX120" fmla="*/ 1115251 w 9767847"/>
                <a:gd name="connsiteY120" fmla="*/ 6590005 h 6858000"/>
                <a:gd name="connsiteX121" fmla="*/ 0 w 9767847"/>
                <a:gd name="connsiteY121" fmla="*/ 3649031 h 6858000"/>
                <a:gd name="connsiteX122" fmla="*/ 1777294 w 9767847"/>
                <a:gd name="connsiteY122" fmla="*/ 813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9767847" h="6858000">
                  <a:moveTo>
                    <a:pt x="7151367" y="0"/>
                  </a:moveTo>
                  <a:lnTo>
                    <a:pt x="7881247" y="0"/>
                  </a:lnTo>
                  <a:lnTo>
                    <a:pt x="7990553" y="81317"/>
                  </a:lnTo>
                  <a:cubicBezTo>
                    <a:pt x="9075991" y="929334"/>
                    <a:pt x="9767847" y="2212695"/>
                    <a:pt x="9767847" y="3649031"/>
                  </a:cubicBezTo>
                  <a:cubicBezTo>
                    <a:pt x="9767847" y="4766182"/>
                    <a:pt x="9349317" y="5790792"/>
                    <a:pt x="8652597" y="6590005"/>
                  </a:cubicBezTo>
                  <a:lnTo>
                    <a:pt x="8395306" y="6858000"/>
                  </a:lnTo>
                  <a:lnTo>
                    <a:pt x="6762603" y="6858000"/>
                  </a:lnTo>
                  <a:lnTo>
                    <a:pt x="6765962" y="6854844"/>
                  </a:lnTo>
                  <a:cubicBezTo>
                    <a:pt x="6779036" y="6842703"/>
                    <a:pt x="6791663" y="6829621"/>
                    <a:pt x="6804586" y="6817103"/>
                  </a:cubicBezTo>
                  <a:lnTo>
                    <a:pt x="6881735" y="6741197"/>
                  </a:lnTo>
                  <a:cubicBezTo>
                    <a:pt x="6907435" y="6715881"/>
                    <a:pt x="6933134" y="6690798"/>
                    <a:pt x="6958883" y="6664822"/>
                  </a:cubicBezTo>
                  <a:lnTo>
                    <a:pt x="7267925" y="6355694"/>
                  </a:lnTo>
                  <a:lnTo>
                    <a:pt x="7424360" y="6200685"/>
                  </a:lnTo>
                  <a:cubicBezTo>
                    <a:pt x="7450754" y="6174802"/>
                    <a:pt x="7477598" y="6148731"/>
                    <a:pt x="7504938" y="6122708"/>
                  </a:cubicBezTo>
                  <a:lnTo>
                    <a:pt x="7546396" y="6083697"/>
                  </a:lnTo>
                  <a:cubicBezTo>
                    <a:pt x="7560264" y="6070803"/>
                    <a:pt x="7574780" y="6057532"/>
                    <a:pt x="7588002" y="6045532"/>
                  </a:cubicBezTo>
                  <a:lnTo>
                    <a:pt x="7631000" y="6006709"/>
                  </a:lnTo>
                  <a:lnTo>
                    <a:pt x="7675440" y="5968309"/>
                  </a:lnTo>
                  <a:cubicBezTo>
                    <a:pt x="7690404" y="5955698"/>
                    <a:pt x="7705564" y="5943321"/>
                    <a:pt x="7720626" y="5930851"/>
                  </a:cubicBezTo>
                  <a:cubicBezTo>
                    <a:pt x="7735738" y="5918427"/>
                    <a:pt x="7751197" y="5906521"/>
                    <a:pt x="7766458" y="5894334"/>
                  </a:cubicBezTo>
                  <a:cubicBezTo>
                    <a:pt x="7827949" y="5846192"/>
                    <a:pt x="7890979" y="5800499"/>
                    <a:pt x="7955254" y="5756828"/>
                  </a:cubicBezTo>
                  <a:cubicBezTo>
                    <a:pt x="8083800" y="5669534"/>
                    <a:pt x="8216872" y="5590336"/>
                    <a:pt x="8352678" y="5517630"/>
                  </a:cubicBezTo>
                  <a:lnTo>
                    <a:pt x="8451350" y="5465254"/>
                  </a:lnTo>
                  <a:lnTo>
                    <a:pt x="8548532" y="5413395"/>
                  </a:lnTo>
                  <a:cubicBezTo>
                    <a:pt x="8612110" y="5379090"/>
                    <a:pt x="8673251" y="5345208"/>
                    <a:pt x="8729473" y="5309961"/>
                  </a:cubicBezTo>
                  <a:cubicBezTo>
                    <a:pt x="8743591" y="5301115"/>
                    <a:pt x="8757161" y="5292361"/>
                    <a:pt x="8770781" y="5283232"/>
                  </a:cubicBezTo>
                  <a:cubicBezTo>
                    <a:pt x="8777591" y="5278667"/>
                    <a:pt x="8784451" y="5274103"/>
                    <a:pt x="8790964" y="5269492"/>
                  </a:cubicBezTo>
                  <a:cubicBezTo>
                    <a:pt x="8797574" y="5264879"/>
                    <a:pt x="8804235" y="5260314"/>
                    <a:pt x="8810499" y="5255703"/>
                  </a:cubicBezTo>
                  <a:cubicBezTo>
                    <a:pt x="8835999" y="5237303"/>
                    <a:pt x="8860407" y="5218291"/>
                    <a:pt x="8883571" y="5198479"/>
                  </a:cubicBezTo>
                  <a:cubicBezTo>
                    <a:pt x="8929900" y="5158856"/>
                    <a:pt x="8971258" y="5116315"/>
                    <a:pt x="9006651" y="5070527"/>
                  </a:cubicBezTo>
                  <a:cubicBezTo>
                    <a:pt x="9015351" y="5059328"/>
                    <a:pt x="9024398" y="5046857"/>
                    <a:pt x="9033494" y="5034105"/>
                  </a:cubicBezTo>
                  <a:lnTo>
                    <a:pt x="9040305" y="5024551"/>
                  </a:lnTo>
                  <a:lnTo>
                    <a:pt x="9046568" y="5015281"/>
                  </a:lnTo>
                  <a:cubicBezTo>
                    <a:pt x="9050743" y="5009163"/>
                    <a:pt x="9054819" y="5002952"/>
                    <a:pt x="9058846" y="4996645"/>
                  </a:cubicBezTo>
                  <a:cubicBezTo>
                    <a:pt x="9075002" y="4971517"/>
                    <a:pt x="9090212" y="4945305"/>
                    <a:pt x="9104529" y="4918105"/>
                  </a:cubicBezTo>
                  <a:cubicBezTo>
                    <a:pt x="9133211" y="4863752"/>
                    <a:pt x="9158313" y="4805447"/>
                    <a:pt x="9181081" y="4744694"/>
                  </a:cubicBezTo>
                  <a:cubicBezTo>
                    <a:pt x="9203748" y="4684178"/>
                    <a:pt x="9223383" y="4621778"/>
                    <a:pt x="9240731" y="4557872"/>
                  </a:cubicBezTo>
                  <a:cubicBezTo>
                    <a:pt x="9249481" y="4525966"/>
                    <a:pt x="9257682" y="4493684"/>
                    <a:pt x="9265388" y="4461073"/>
                  </a:cubicBezTo>
                  <a:cubicBezTo>
                    <a:pt x="9269215" y="4444744"/>
                    <a:pt x="9272943" y="4428367"/>
                    <a:pt x="9276571" y="4411943"/>
                  </a:cubicBezTo>
                  <a:lnTo>
                    <a:pt x="9281841" y="4387379"/>
                  </a:lnTo>
                  <a:lnTo>
                    <a:pt x="9286513" y="4364838"/>
                  </a:lnTo>
                  <a:lnTo>
                    <a:pt x="9296754" y="4312038"/>
                  </a:lnTo>
                  <a:lnTo>
                    <a:pt x="9301029" y="4289074"/>
                  </a:lnTo>
                  <a:lnTo>
                    <a:pt x="9302818" y="4278581"/>
                  </a:lnTo>
                  <a:lnTo>
                    <a:pt x="9304658" y="4266816"/>
                  </a:lnTo>
                  <a:lnTo>
                    <a:pt x="9312810" y="4215945"/>
                  </a:lnTo>
                  <a:lnTo>
                    <a:pt x="9316887" y="4190486"/>
                  </a:lnTo>
                  <a:lnTo>
                    <a:pt x="9318923" y="4177780"/>
                  </a:lnTo>
                  <a:cubicBezTo>
                    <a:pt x="9319570" y="4173546"/>
                    <a:pt x="9319969" y="4169169"/>
                    <a:pt x="9320515" y="4164886"/>
                  </a:cubicBezTo>
                  <a:lnTo>
                    <a:pt x="9332445" y="4064981"/>
                  </a:lnTo>
                  <a:cubicBezTo>
                    <a:pt x="9333836" y="4052370"/>
                    <a:pt x="9334880" y="4036888"/>
                    <a:pt x="9336173" y="4018676"/>
                  </a:cubicBezTo>
                  <a:lnTo>
                    <a:pt x="9340199" y="3965171"/>
                  </a:lnTo>
                  <a:cubicBezTo>
                    <a:pt x="9345071" y="3899806"/>
                    <a:pt x="9347358" y="3832983"/>
                    <a:pt x="9347557" y="3765972"/>
                  </a:cubicBezTo>
                  <a:cubicBezTo>
                    <a:pt x="9347656" y="3732420"/>
                    <a:pt x="9347209" y="3698773"/>
                    <a:pt x="9346364" y="3664938"/>
                  </a:cubicBezTo>
                  <a:lnTo>
                    <a:pt x="9344921" y="3615243"/>
                  </a:lnTo>
                  <a:lnTo>
                    <a:pt x="9344524" y="3603526"/>
                  </a:lnTo>
                  <a:lnTo>
                    <a:pt x="9343728" y="3590774"/>
                  </a:lnTo>
                  <a:lnTo>
                    <a:pt x="9342188" y="3565268"/>
                  </a:lnTo>
                  <a:lnTo>
                    <a:pt x="9339056" y="3514256"/>
                  </a:lnTo>
                  <a:cubicBezTo>
                    <a:pt x="9337914" y="3497221"/>
                    <a:pt x="9335874" y="3480138"/>
                    <a:pt x="9334334" y="3463057"/>
                  </a:cubicBezTo>
                  <a:lnTo>
                    <a:pt x="9329363" y="3411810"/>
                  </a:lnTo>
                  <a:lnTo>
                    <a:pt x="9328319" y="3400657"/>
                  </a:lnTo>
                  <a:lnTo>
                    <a:pt x="9327177" y="3390116"/>
                  </a:lnTo>
                  <a:lnTo>
                    <a:pt x="9324293" y="3366774"/>
                  </a:lnTo>
                  <a:lnTo>
                    <a:pt x="9320763" y="3340329"/>
                  </a:lnTo>
                  <a:lnTo>
                    <a:pt x="9317184" y="3311245"/>
                  </a:lnTo>
                  <a:cubicBezTo>
                    <a:pt x="9315594" y="3296893"/>
                    <a:pt x="9313506" y="3282306"/>
                    <a:pt x="9311021" y="3266211"/>
                  </a:cubicBezTo>
                  <a:lnTo>
                    <a:pt x="9302719" y="3215717"/>
                  </a:lnTo>
                  <a:cubicBezTo>
                    <a:pt x="9299936" y="3199059"/>
                    <a:pt x="9297003" y="3182400"/>
                    <a:pt x="9293970" y="3165789"/>
                  </a:cubicBezTo>
                  <a:cubicBezTo>
                    <a:pt x="9281891" y="3099295"/>
                    <a:pt x="9267674" y="3033084"/>
                    <a:pt x="9252065" y="2967107"/>
                  </a:cubicBezTo>
                  <a:cubicBezTo>
                    <a:pt x="9244261" y="2934167"/>
                    <a:pt x="9235959" y="2901273"/>
                    <a:pt x="9227211" y="2868473"/>
                  </a:cubicBezTo>
                  <a:lnTo>
                    <a:pt x="9220699" y="2844426"/>
                  </a:lnTo>
                  <a:lnTo>
                    <a:pt x="9213740" y="2820191"/>
                  </a:lnTo>
                  <a:cubicBezTo>
                    <a:pt x="9209216" y="2804049"/>
                    <a:pt x="9204345" y="2787768"/>
                    <a:pt x="9199374" y="2771438"/>
                  </a:cubicBezTo>
                  <a:cubicBezTo>
                    <a:pt x="9159855" y="2641086"/>
                    <a:pt x="9114272" y="2512099"/>
                    <a:pt x="9061829" y="2385418"/>
                  </a:cubicBezTo>
                  <a:cubicBezTo>
                    <a:pt x="9035582" y="2322077"/>
                    <a:pt x="9008043" y="2259160"/>
                    <a:pt x="8978865" y="2196855"/>
                  </a:cubicBezTo>
                  <a:lnTo>
                    <a:pt x="8956694" y="2150219"/>
                  </a:lnTo>
                  <a:lnTo>
                    <a:pt x="8934176" y="2103914"/>
                  </a:lnTo>
                  <a:cubicBezTo>
                    <a:pt x="8918915" y="2073091"/>
                    <a:pt x="8903157" y="2042032"/>
                    <a:pt x="8887151" y="2011350"/>
                  </a:cubicBezTo>
                  <a:cubicBezTo>
                    <a:pt x="8854988" y="1949891"/>
                    <a:pt x="8822082" y="1888810"/>
                    <a:pt x="8787533" y="1828527"/>
                  </a:cubicBezTo>
                  <a:lnTo>
                    <a:pt x="8761485" y="1783398"/>
                  </a:lnTo>
                  <a:lnTo>
                    <a:pt x="8734791" y="1737893"/>
                  </a:lnTo>
                  <a:cubicBezTo>
                    <a:pt x="8717047" y="1707823"/>
                    <a:pt x="8699200" y="1678363"/>
                    <a:pt x="8680808" y="1648812"/>
                  </a:cubicBezTo>
                  <a:cubicBezTo>
                    <a:pt x="8644322" y="1589658"/>
                    <a:pt x="8606194" y="1531118"/>
                    <a:pt x="8567024" y="1472906"/>
                  </a:cubicBezTo>
                  <a:lnTo>
                    <a:pt x="8537446" y="1429330"/>
                  </a:lnTo>
                  <a:lnTo>
                    <a:pt x="8507423" y="1385896"/>
                  </a:lnTo>
                  <a:cubicBezTo>
                    <a:pt x="8487390" y="1357284"/>
                    <a:pt x="8467158" y="1328719"/>
                    <a:pt x="8446529" y="1300295"/>
                  </a:cubicBezTo>
                  <a:cubicBezTo>
                    <a:pt x="8405271" y="1243496"/>
                    <a:pt x="8362718" y="1187120"/>
                    <a:pt x="8319224" y="1131026"/>
                  </a:cubicBezTo>
                  <a:lnTo>
                    <a:pt x="8286366" y="1089050"/>
                  </a:lnTo>
                  <a:lnTo>
                    <a:pt x="8270161" y="1068439"/>
                  </a:lnTo>
                  <a:lnTo>
                    <a:pt x="8253856" y="1048156"/>
                  </a:lnTo>
                  <a:cubicBezTo>
                    <a:pt x="8231636" y="1020675"/>
                    <a:pt x="8209117" y="993381"/>
                    <a:pt x="8186352" y="966275"/>
                  </a:cubicBezTo>
                  <a:cubicBezTo>
                    <a:pt x="8140917" y="911922"/>
                    <a:pt x="8094240" y="858417"/>
                    <a:pt x="8046768" y="805429"/>
                  </a:cubicBezTo>
                  <a:lnTo>
                    <a:pt x="8010927" y="765853"/>
                  </a:lnTo>
                  <a:lnTo>
                    <a:pt x="7974788" y="726653"/>
                  </a:lnTo>
                  <a:cubicBezTo>
                    <a:pt x="7950382" y="700489"/>
                    <a:pt x="7925824" y="674465"/>
                    <a:pt x="7901070" y="648724"/>
                  </a:cubicBezTo>
                  <a:cubicBezTo>
                    <a:pt x="7851510" y="597289"/>
                    <a:pt x="7801404" y="546514"/>
                    <a:pt x="7750054" y="497008"/>
                  </a:cubicBezTo>
                  <a:cubicBezTo>
                    <a:pt x="7698902" y="447644"/>
                    <a:pt x="7645913" y="398938"/>
                    <a:pt x="7592277" y="351221"/>
                  </a:cubicBezTo>
                  <a:cubicBezTo>
                    <a:pt x="7484856" y="255786"/>
                    <a:pt x="7373308" y="164304"/>
                    <a:pt x="7257734" y="76964"/>
                  </a:cubicBezTo>
                  <a:close/>
                  <a:moveTo>
                    <a:pt x="1886601" y="0"/>
                  </a:moveTo>
                  <a:lnTo>
                    <a:pt x="2292926" y="0"/>
                  </a:lnTo>
                  <a:lnTo>
                    <a:pt x="2135542" y="117781"/>
                  </a:lnTo>
                  <a:cubicBezTo>
                    <a:pt x="2078998" y="162280"/>
                    <a:pt x="2023659" y="208045"/>
                    <a:pt x="1969576" y="254986"/>
                  </a:cubicBezTo>
                  <a:cubicBezTo>
                    <a:pt x="1861309" y="348820"/>
                    <a:pt x="1758064" y="447314"/>
                    <a:pt x="1659938" y="549855"/>
                  </a:cubicBezTo>
                  <a:cubicBezTo>
                    <a:pt x="1266987" y="960346"/>
                    <a:pt x="953820" y="1431495"/>
                    <a:pt x="729383" y="1936480"/>
                  </a:cubicBezTo>
                  <a:cubicBezTo>
                    <a:pt x="673260" y="2062362"/>
                    <a:pt x="622855" y="2190972"/>
                    <a:pt x="578465" y="2320807"/>
                  </a:cubicBezTo>
                  <a:cubicBezTo>
                    <a:pt x="534125" y="2450687"/>
                    <a:pt x="496147" y="2582216"/>
                    <a:pt x="465080" y="2714875"/>
                  </a:cubicBezTo>
                  <a:cubicBezTo>
                    <a:pt x="449769" y="2780991"/>
                    <a:pt x="435850" y="2848191"/>
                    <a:pt x="423820" y="2915436"/>
                  </a:cubicBezTo>
                  <a:cubicBezTo>
                    <a:pt x="411840" y="2982731"/>
                    <a:pt x="401054" y="3050260"/>
                    <a:pt x="392355" y="3118071"/>
                  </a:cubicBezTo>
                  <a:cubicBezTo>
                    <a:pt x="374509" y="3253646"/>
                    <a:pt x="363424" y="3389880"/>
                    <a:pt x="358801" y="3526915"/>
                  </a:cubicBezTo>
                  <a:cubicBezTo>
                    <a:pt x="349009" y="3800843"/>
                    <a:pt x="366357" y="4075570"/>
                    <a:pt x="410350" y="4348226"/>
                  </a:cubicBezTo>
                  <a:cubicBezTo>
                    <a:pt x="421286" y="4416132"/>
                    <a:pt x="434209" y="4483660"/>
                    <a:pt x="449022" y="4551049"/>
                  </a:cubicBezTo>
                  <a:cubicBezTo>
                    <a:pt x="463737" y="4618436"/>
                    <a:pt x="480389" y="4685588"/>
                    <a:pt x="498882" y="4752365"/>
                  </a:cubicBezTo>
                  <a:cubicBezTo>
                    <a:pt x="517373" y="4819141"/>
                    <a:pt x="537704" y="4885635"/>
                    <a:pt x="559775" y="4951657"/>
                  </a:cubicBezTo>
                  <a:cubicBezTo>
                    <a:pt x="581946" y="5017775"/>
                    <a:pt x="605358" y="5083375"/>
                    <a:pt x="631406" y="5147986"/>
                  </a:cubicBezTo>
                  <a:cubicBezTo>
                    <a:pt x="734055" y="5407608"/>
                    <a:pt x="865188" y="5658570"/>
                    <a:pt x="1023461" y="5893957"/>
                  </a:cubicBezTo>
                  <a:cubicBezTo>
                    <a:pt x="1181487" y="6129578"/>
                    <a:pt x="1367051" y="6349247"/>
                    <a:pt x="1575880" y="6547646"/>
                  </a:cubicBezTo>
                  <a:cubicBezTo>
                    <a:pt x="1680269" y="6646916"/>
                    <a:pt x="1790338" y="6740939"/>
                    <a:pt x="1905228" y="6829468"/>
                  </a:cubicBezTo>
                  <a:lnTo>
                    <a:pt x="1944230" y="6858000"/>
                  </a:lnTo>
                  <a:lnTo>
                    <a:pt x="1372541" y="6858000"/>
                  </a:lnTo>
                  <a:lnTo>
                    <a:pt x="1115251" y="6590005"/>
                  </a:lnTo>
                  <a:cubicBezTo>
                    <a:pt x="418530" y="5790792"/>
                    <a:pt x="0" y="4766182"/>
                    <a:pt x="0" y="3649031"/>
                  </a:cubicBezTo>
                  <a:cubicBezTo>
                    <a:pt x="0" y="2212695"/>
                    <a:pt x="691856" y="929334"/>
                    <a:pt x="1777294" y="81317"/>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1" name="Freeform: Shape 20">
              <a:extLst>
                <a:ext uri="{FF2B5EF4-FFF2-40B4-BE49-F238E27FC236}">
                  <a16:creationId xmlns:a16="http://schemas.microsoft.com/office/drawing/2014/main" id="{82B0ED5C-927D-4C5F-8F27-1B403820B9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3402" y="36937"/>
              <a:ext cx="9767847" cy="6858000"/>
            </a:xfrm>
            <a:custGeom>
              <a:avLst/>
              <a:gdLst>
                <a:gd name="connsiteX0" fmla="*/ 7145704 w 9767847"/>
                <a:gd name="connsiteY0" fmla="*/ 0 h 6858000"/>
                <a:gd name="connsiteX1" fmla="*/ 7875738 w 9767847"/>
                <a:gd name="connsiteY1" fmla="*/ 0 h 6858000"/>
                <a:gd name="connsiteX2" fmla="*/ 7990553 w 9767847"/>
                <a:gd name="connsiteY2" fmla="*/ 85415 h 6858000"/>
                <a:gd name="connsiteX3" fmla="*/ 9767847 w 9767847"/>
                <a:gd name="connsiteY3" fmla="*/ 3653129 h 6858000"/>
                <a:gd name="connsiteX4" fmla="*/ 8652597 w 9767847"/>
                <a:gd name="connsiteY4" fmla="*/ 6594103 h 6858000"/>
                <a:gd name="connsiteX5" fmla="*/ 8399240 w 9767847"/>
                <a:gd name="connsiteY5" fmla="*/ 6858000 h 6858000"/>
                <a:gd name="connsiteX6" fmla="*/ 6766926 w 9767847"/>
                <a:gd name="connsiteY6" fmla="*/ 6858000 h 6858000"/>
                <a:gd name="connsiteX7" fmla="*/ 6804586 w 9767847"/>
                <a:gd name="connsiteY7" fmla="*/ 6821201 h 6858000"/>
                <a:gd name="connsiteX8" fmla="*/ 6881735 w 9767847"/>
                <a:gd name="connsiteY8" fmla="*/ 6745295 h 6858000"/>
                <a:gd name="connsiteX9" fmla="*/ 6958883 w 9767847"/>
                <a:gd name="connsiteY9" fmla="*/ 6668920 h 6858000"/>
                <a:gd name="connsiteX10" fmla="*/ 7267925 w 9767847"/>
                <a:gd name="connsiteY10" fmla="*/ 6359792 h 6858000"/>
                <a:gd name="connsiteX11" fmla="*/ 7424360 w 9767847"/>
                <a:gd name="connsiteY11" fmla="*/ 6204783 h 6858000"/>
                <a:gd name="connsiteX12" fmla="*/ 7504938 w 9767847"/>
                <a:gd name="connsiteY12" fmla="*/ 6126806 h 6858000"/>
                <a:gd name="connsiteX13" fmla="*/ 7546396 w 9767847"/>
                <a:gd name="connsiteY13" fmla="*/ 6087795 h 6858000"/>
                <a:gd name="connsiteX14" fmla="*/ 7588002 w 9767847"/>
                <a:gd name="connsiteY14" fmla="*/ 6049630 h 6858000"/>
                <a:gd name="connsiteX15" fmla="*/ 7631000 w 9767847"/>
                <a:gd name="connsiteY15" fmla="*/ 6010807 h 6858000"/>
                <a:gd name="connsiteX16" fmla="*/ 7675440 w 9767847"/>
                <a:gd name="connsiteY16" fmla="*/ 5972407 h 6858000"/>
                <a:gd name="connsiteX17" fmla="*/ 7720626 w 9767847"/>
                <a:gd name="connsiteY17" fmla="*/ 5934949 h 6858000"/>
                <a:gd name="connsiteX18" fmla="*/ 7766458 w 9767847"/>
                <a:gd name="connsiteY18" fmla="*/ 5898432 h 6858000"/>
                <a:gd name="connsiteX19" fmla="*/ 7955254 w 9767847"/>
                <a:gd name="connsiteY19" fmla="*/ 5760926 h 6858000"/>
                <a:gd name="connsiteX20" fmla="*/ 8352678 w 9767847"/>
                <a:gd name="connsiteY20" fmla="*/ 5521728 h 6858000"/>
                <a:gd name="connsiteX21" fmla="*/ 8451350 w 9767847"/>
                <a:gd name="connsiteY21" fmla="*/ 5469352 h 6858000"/>
                <a:gd name="connsiteX22" fmla="*/ 8548532 w 9767847"/>
                <a:gd name="connsiteY22" fmla="*/ 5417493 h 6858000"/>
                <a:gd name="connsiteX23" fmla="*/ 8729473 w 9767847"/>
                <a:gd name="connsiteY23" fmla="*/ 5314059 h 6858000"/>
                <a:gd name="connsiteX24" fmla="*/ 8770781 w 9767847"/>
                <a:gd name="connsiteY24" fmla="*/ 5287330 h 6858000"/>
                <a:gd name="connsiteX25" fmla="*/ 8790964 w 9767847"/>
                <a:gd name="connsiteY25" fmla="*/ 5273590 h 6858000"/>
                <a:gd name="connsiteX26" fmla="*/ 8810499 w 9767847"/>
                <a:gd name="connsiteY26" fmla="*/ 5259801 h 6858000"/>
                <a:gd name="connsiteX27" fmla="*/ 8883571 w 9767847"/>
                <a:gd name="connsiteY27" fmla="*/ 5202577 h 6858000"/>
                <a:gd name="connsiteX28" fmla="*/ 9006651 w 9767847"/>
                <a:gd name="connsiteY28" fmla="*/ 5074625 h 6858000"/>
                <a:gd name="connsiteX29" fmla="*/ 9033494 w 9767847"/>
                <a:gd name="connsiteY29" fmla="*/ 5038203 h 6858000"/>
                <a:gd name="connsiteX30" fmla="*/ 9040305 w 9767847"/>
                <a:gd name="connsiteY30" fmla="*/ 5028649 h 6858000"/>
                <a:gd name="connsiteX31" fmla="*/ 9046568 w 9767847"/>
                <a:gd name="connsiteY31" fmla="*/ 5019379 h 6858000"/>
                <a:gd name="connsiteX32" fmla="*/ 9058846 w 9767847"/>
                <a:gd name="connsiteY32" fmla="*/ 5000743 h 6858000"/>
                <a:gd name="connsiteX33" fmla="*/ 9104529 w 9767847"/>
                <a:gd name="connsiteY33" fmla="*/ 4922203 h 6858000"/>
                <a:gd name="connsiteX34" fmla="*/ 9181081 w 9767847"/>
                <a:gd name="connsiteY34" fmla="*/ 4748792 h 6858000"/>
                <a:gd name="connsiteX35" fmla="*/ 9240731 w 9767847"/>
                <a:gd name="connsiteY35" fmla="*/ 4561970 h 6858000"/>
                <a:gd name="connsiteX36" fmla="*/ 9265388 w 9767847"/>
                <a:gd name="connsiteY36" fmla="*/ 4465171 h 6858000"/>
                <a:gd name="connsiteX37" fmla="*/ 9276571 w 9767847"/>
                <a:gd name="connsiteY37" fmla="*/ 4416041 h 6858000"/>
                <a:gd name="connsiteX38" fmla="*/ 9281841 w 9767847"/>
                <a:gd name="connsiteY38" fmla="*/ 4391477 h 6858000"/>
                <a:gd name="connsiteX39" fmla="*/ 9286513 w 9767847"/>
                <a:gd name="connsiteY39" fmla="*/ 4368936 h 6858000"/>
                <a:gd name="connsiteX40" fmla="*/ 9296754 w 9767847"/>
                <a:gd name="connsiteY40" fmla="*/ 4316136 h 6858000"/>
                <a:gd name="connsiteX41" fmla="*/ 9301029 w 9767847"/>
                <a:gd name="connsiteY41" fmla="*/ 4293172 h 6858000"/>
                <a:gd name="connsiteX42" fmla="*/ 9302818 w 9767847"/>
                <a:gd name="connsiteY42" fmla="*/ 4282679 h 6858000"/>
                <a:gd name="connsiteX43" fmla="*/ 9304658 w 9767847"/>
                <a:gd name="connsiteY43" fmla="*/ 4270914 h 6858000"/>
                <a:gd name="connsiteX44" fmla="*/ 9312810 w 9767847"/>
                <a:gd name="connsiteY44" fmla="*/ 4220043 h 6858000"/>
                <a:gd name="connsiteX45" fmla="*/ 9316887 w 9767847"/>
                <a:gd name="connsiteY45" fmla="*/ 4194584 h 6858000"/>
                <a:gd name="connsiteX46" fmla="*/ 9318923 w 9767847"/>
                <a:gd name="connsiteY46" fmla="*/ 4181878 h 6858000"/>
                <a:gd name="connsiteX47" fmla="*/ 9320515 w 9767847"/>
                <a:gd name="connsiteY47" fmla="*/ 4168984 h 6858000"/>
                <a:gd name="connsiteX48" fmla="*/ 9332445 w 9767847"/>
                <a:gd name="connsiteY48" fmla="*/ 4069079 h 6858000"/>
                <a:gd name="connsiteX49" fmla="*/ 9336173 w 9767847"/>
                <a:gd name="connsiteY49" fmla="*/ 4022774 h 6858000"/>
                <a:gd name="connsiteX50" fmla="*/ 9340199 w 9767847"/>
                <a:gd name="connsiteY50" fmla="*/ 3969269 h 6858000"/>
                <a:gd name="connsiteX51" fmla="*/ 9347557 w 9767847"/>
                <a:gd name="connsiteY51" fmla="*/ 3770070 h 6858000"/>
                <a:gd name="connsiteX52" fmla="*/ 9346364 w 9767847"/>
                <a:gd name="connsiteY52" fmla="*/ 3669036 h 6858000"/>
                <a:gd name="connsiteX53" fmla="*/ 9344921 w 9767847"/>
                <a:gd name="connsiteY53" fmla="*/ 3619341 h 6858000"/>
                <a:gd name="connsiteX54" fmla="*/ 9344524 w 9767847"/>
                <a:gd name="connsiteY54" fmla="*/ 3607624 h 6858000"/>
                <a:gd name="connsiteX55" fmla="*/ 9343728 w 9767847"/>
                <a:gd name="connsiteY55" fmla="*/ 3594872 h 6858000"/>
                <a:gd name="connsiteX56" fmla="*/ 9342188 w 9767847"/>
                <a:gd name="connsiteY56" fmla="*/ 3569366 h 6858000"/>
                <a:gd name="connsiteX57" fmla="*/ 9339056 w 9767847"/>
                <a:gd name="connsiteY57" fmla="*/ 3518354 h 6858000"/>
                <a:gd name="connsiteX58" fmla="*/ 9334334 w 9767847"/>
                <a:gd name="connsiteY58" fmla="*/ 3467155 h 6858000"/>
                <a:gd name="connsiteX59" fmla="*/ 9329363 w 9767847"/>
                <a:gd name="connsiteY59" fmla="*/ 3415908 h 6858000"/>
                <a:gd name="connsiteX60" fmla="*/ 9328319 w 9767847"/>
                <a:gd name="connsiteY60" fmla="*/ 3404755 h 6858000"/>
                <a:gd name="connsiteX61" fmla="*/ 9327177 w 9767847"/>
                <a:gd name="connsiteY61" fmla="*/ 3394214 h 6858000"/>
                <a:gd name="connsiteX62" fmla="*/ 9324293 w 9767847"/>
                <a:gd name="connsiteY62" fmla="*/ 3370872 h 6858000"/>
                <a:gd name="connsiteX63" fmla="*/ 9320763 w 9767847"/>
                <a:gd name="connsiteY63" fmla="*/ 3344427 h 6858000"/>
                <a:gd name="connsiteX64" fmla="*/ 9317184 w 9767847"/>
                <a:gd name="connsiteY64" fmla="*/ 3315343 h 6858000"/>
                <a:gd name="connsiteX65" fmla="*/ 9311021 w 9767847"/>
                <a:gd name="connsiteY65" fmla="*/ 3270309 h 6858000"/>
                <a:gd name="connsiteX66" fmla="*/ 9302719 w 9767847"/>
                <a:gd name="connsiteY66" fmla="*/ 3219815 h 6858000"/>
                <a:gd name="connsiteX67" fmla="*/ 9293970 w 9767847"/>
                <a:gd name="connsiteY67" fmla="*/ 3169887 h 6858000"/>
                <a:gd name="connsiteX68" fmla="*/ 9252065 w 9767847"/>
                <a:gd name="connsiteY68" fmla="*/ 2971205 h 6858000"/>
                <a:gd name="connsiteX69" fmla="*/ 9227211 w 9767847"/>
                <a:gd name="connsiteY69" fmla="*/ 2872571 h 6858000"/>
                <a:gd name="connsiteX70" fmla="*/ 9220699 w 9767847"/>
                <a:gd name="connsiteY70" fmla="*/ 2848524 h 6858000"/>
                <a:gd name="connsiteX71" fmla="*/ 9213740 w 9767847"/>
                <a:gd name="connsiteY71" fmla="*/ 2824289 h 6858000"/>
                <a:gd name="connsiteX72" fmla="*/ 9199374 w 9767847"/>
                <a:gd name="connsiteY72" fmla="*/ 2775536 h 6858000"/>
                <a:gd name="connsiteX73" fmla="*/ 9061829 w 9767847"/>
                <a:gd name="connsiteY73" fmla="*/ 2389515 h 6858000"/>
                <a:gd name="connsiteX74" fmla="*/ 8978865 w 9767847"/>
                <a:gd name="connsiteY74" fmla="*/ 2200953 h 6858000"/>
                <a:gd name="connsiteX75" fmla="*/ 8956694 w 9767847"/>
                <a:gd name="connsiteY75" fmla="*/ 2154317 h 6858000"/>
                <a:gd name="connsiteX76" fmla="*/ 8934176 w 9767847"/>
                <a:gd name="connsiteY76" fmla="*/ 2108012 h 6858000"/>
                <a:gd name="connsiteX77" fmla="*/ 8887151 w 9767847"/>
                <a:gd name="connsiteY77" fmla="*/ 2015448 h 6858000"/>
                <a:gd name="connsiteX78" fmla="*/ 8787533 w 9767847"/>
                <a:gd name="connsiteY78" fmla="*/ 1832625 h 6858000"/>
                <a:gd name="connsiteX79" fmla="*/ 8761485 w 9767847"/>
                <a:gd name="connsiteY79" fmla="*/ 1787496 h 6858000"/>
                <a:gd name="connsiteX80" fmla="*/ 8734791 w 9767847"/>
                <a:gd name="connsiteY80" fmla="*/ 1741991 h 6858000"/>
                <a:gd name="connsiteX81" fmla="*/ 8680808 w 9767847"/>
                <a:gd name="connsiteY81" fmla="*/ 1652910 h 6858000"/>
                <a:gd name="connsiteX82" fmla="*/ 8567024 w 9767847"/>
                <a:gd name="connsiteY82" fmla="*/ 1477004 h 6858000"/>
                <a:gd name="connsiteX83" fmla="*/ 8537446 w 9767847"/>
                <a:gd name="connsiteY83" fmla="*/ 1433428 h 6858000"/>
                <a:gd name="connsiteX84" fmla="*/ 8507423 w 9767847"/>
                <a:gd name="connsiteY84" fmla="*/ 1389994 h 6858000"/>
                <a:gd name="connsiteX85" fmla="*/ 8446529 w 9767847"/>
                <a:gd name="connsiteY85" fmla="*/ 1304393 h 6858000"/>
                <a:gd name="connsiteX86" fmla="*/ 8319224 w 9767847"/>
                <a:gd name="connsiteY86" fmla="*/ 1135124 h 6858000"/>
                <a:gd name="connsiteX87" fmla="*/ 8286366 w 9767847"/>
                <a:gd name="connsiteY87" fmla="*/ 1093148 h 6858000"/>
                <a:gd name="connsiteX88" fmla="*/ 8270161 w 9767847"/>
                <a:gd name="connsiteY88" fmla="*/ 1072538 h 6858000"/>
                <a:gd name="connsiteX89" fmla="*/ 8253856 w 9767847"/>
                <a:gd name="connsiteY89" fmla="*/ 1052254 h 6858000"/>
                <a:gd name="connsiteX90" fmla="*/ 8186352 w 9767847"/>
                <a:gd name="connsiteY90" fmla="*/ 970373 h 6858000"/>
                <a:gd name="connsiteX91" fmla="*/ 8046768 w 9767847"/>
                <a:gd name="connsiteY91" fmla="*/ 809527 h 6858000"/>
                <a:gd name="connsiteX92" fmla="*/ 8010927 w 9767847"/>
                <a:gd name="connsiteY92" fmla="*/ 769951 h 6858000"/>
                <a:gd name="connsiteX93" fmla="*/ 7974788 w 9767847"/>
                <a:gd name="connsiteY93" fmla="*/ 730751 h 6858000"/>
                <a:gd name="connsiteX94" fmla="*/ 7901070 w 9767847"/>
                <a:gd name="connsiteY94" fmla="*/ 652823 h 6858000"/>
                <a:gd name="connsiteX95" fmla="*/ 7750054 w 9767847"/>
                <a:gd name="connsiteY95" fmla="*/ 501106 h 6858000"/>
                <a:gd name="connsiteX96" fmla="*/ 7592277 w 9767847"/>
                <a:gd name="connsiteY96" fmla="*/ 355319 h 6858000"/>
                <a:gd name="connsiteX97" fmla="*/ 7257734 w 9767847"/>
                <a:gd name="connsiteY97" fmla="*/ 81062 h 6858000"/>
                <a:gd name="connsiteX98" fmla="*/ 1892109 w 9767847"/>
                <a:gd name="connsiteY98" fmla="*/ 0 h 6858000"/>
                <a:gd name="connsiteX99" fmla="*/ 2298402 w 9767847"/>
                <a:gd name="connsiteY99" fmla="*/ 0 h 6858000"/>
                <a:gd name="connsiteX100" fmla="*/ 2135542 w 9767847"/>
                <a:gd name="connsiteY100" fmla="*/ 121879 h 6858000"/>
                <a:gd name="connsiteX101" fmla="*/ 1969576 w 9767847"/>
                <a:gd name="connsiteY101" fmla="*/ 259084 h 6858000"/>
                <a:gd name="connsiteX102" fmla="*/ 1659938 w 9767847"/>
                <a:gd name="connsiteY102" fmla="*/ 553953 h 6858000"/>
                <a:gd name="connsiteX103" fmla="*/ 729383 w 9767847"/>
                <a:gd name="connsiteY103" fmla="*/ 1940578 h 6858000"/>
                <a:gd name="connsiteX104" fmla="*/ 578465 w 9767847"/>
                <a:gd name="connsiteY104" fmla="*/ 2324905 h 6858000"/>
                <a:gd name="connsiteX105" fmla="*/ 465080 w 9767847"/>
                <a:gd name="connsiteY105" fmla="*/ 2718973 h 6858000"/>
                <a:gd name="connsiteX106" fmla="*/ 423820 w 9767847"/>
                <a:gd name="connsiteY106" fmla="*/ 2919535 h 6858000"/>
                <a:gd name="connsiteX107" fmla="*/ 392355 w 9767847"/>
                <a:gd name="connsiteY107" fmla="*/ 3122169 h 6858000"/>
                <a:gd name="connsiteX108" fmla="*/ 358801 w 9767847"/>
                <a:gd name="connsiteY108" fmla="*/ 3531013 h 6858000"/>
                <a:gd name="connsiteX109" fmla="*/ 410350 w 9767847"/>
                <a:gd name="connsiteY109" fmla="*/ 4352324 h 6858000"/>
                <a:gd name="connsiteX110" fmla="*/ 449022 w 9767847"/>
                <a:gd name="connsiteY110" fmla="*/ 4555147 h 6858000"/>
                <a:gd name="connsiteX111" fmla="*/ 498882 w 9767847"/>
                <a:gd name="connsiteY111" fmla="*/ 4756463 h 6858000"/>
                <a:gd name="connsiteX112" fmla="*/ 559775 w 9767847"/>
                <a:gd name="connsiteY112" fmla="*/ 4955755 h 6858000"/>
                <a:gd name="connsiteX113" fmla="*/ 631406 w 9767847"/>
                <a:gd name="connsiteY113" fmla="*/ 5152084 h 6858000"/>
                <a:gd name="connsiteX114" fmla="*/ 1023461 w 9767847"/>
                <a:gd name="connsiteY114" fmla="*/ 5898055 h 6858000"/>
                <a:gd name="connsiteX115" fmla="*/ 1575880 w 9767847"/>
                <a:gd name="connsiteY115" fmla="*/ 6551744 h 6858000"/>
                <a:gd name="connsiteX116" fmla="*/ 1905228 w 9767847"/>
                <a:gd name="connsiteY116" fmla="*/ 6833566 h 6858000"/>
                <a:gd name="connsiteX117" fmla="*/ 1938629 w 9767847"/>
                <a:gd name="connsiteY117" fmla="*/ 6858000 h 6858000"/>
                <a:gd name="connsiteX118" fmla="*/ 1368607 w 9767847"/>
                <a:gd name="connsiteY118" fmla="*/ 6858000 h 6858000"/>
                <a:gd name="connsiteX119" fmla="*/ 1115251 w 9767847"/>
                <a:gd name="connsiteY119" fmla="*/ 6594103 h 6858000"/>
                <a:gd name="connsiteX120" fmla="*/ 0 w 9767847"/>
                <a:gd name="connsiteY120" fmla="*/ 3653129 h 6858000"/>
                <a:gd name="connsiteX121" fmla="*/ 1777294 w 9767847"/>
                <a:gd name="connsiteY121" fmla="*/ 854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9767847" h="6858000">
                  <a:moveTo>
                    <a:pt x="7145704" y="0"/>
                  </a:moveTo>
                  <a:lnTo>
                    <a:pt x="7875738" y="0"/>
                  </a:lnTo>
                  <a:lnTo>
                    <a:pt x="7990553" y="85415"/>
                  </a:lnTo>
                  <a:cubicBezTo>
                    <a:pt x="9075991" y="933432"/>
                    <a:pt x="9767847" y="2216793"/>
                    <a:pt x="9767847" y="3653129"/>
                  </a:cubicBezTo>
                  <a:cubicBezTo>
                    <a:pt x="9767847" y="4770280"/>
                    <a:pt x="9349317" y="5794890"/>
                    <a:pt x="8652597" y="6594103"/>
                  </a:cubicBezTo>
                  <a:lnTo>
                    <a:pt x="8399240" y="6858000"/>
                  </a:lnTo>
                  <a:lnTo>
                    <a:pt x="6766926" y="6858000"/>
                  </a:lnTo>
                  <a:lnTo>
                    <a:pt x="6804586" y="6821201"/>
                  </a:lnTo>
                  <a:lnTo>
                    <a:pt x="6881735" y="6745295"/>
                  </a:lnTo>
                  <a:cubicBezTo>
                    <a:pt x="6907435" y="6719979"/>
                    <a:pt x="6933134" y="6694896"/>
                    <a:pt x="6958883" y="6668920"/>
                  </a:cubicBezTo>
                  <a:lnTo>
                    <a:pt x="7267925" y="6359792"/>
                  </a:lnTo>
                  <a:lnTo>
                    <a:pt x="7424360" y="6204783"/>
                  </a:lnTo>
                  <a:cubicBezTo>
                    <a:pt x="7450754" y="6178900"/>
                    <a:pt x="7477598" y="6152829"/>
                    <a:pt x="7504938" y="6126806"/>
                  </a:cubicBezTo>
                  <a:lnTo>
                    <a:pt x="7546396" y="6087795"/>
                  </a:lnTo>
                  <a:cubicBezTo>
                    <a:pt x="7560264" y="6074901"/>
                    <a:pt x="7574780" y="6061630"/>
                    <a:pt x="7588002" y="6049630"/>
                  </a:cubicBezTo>
                  <a:lnTo>
                    <a:pt x="7631000" y="6010807"/>
                  </a:lnTo>
                  <a:lnTo>
                    <a:pt x="7675440" y="5972407"/>
                  </a:lnTo>
                  <a:cubicBezTo>
                    <a:pt x="7690404" y="5959796"/>
                    <a:pt x="7705564" y="5947419"/>
                    <a:pt x="7720626" y="5934949"/>
                  </a:cubicBezTo>
                  <a:cubicBezTo>
                    <a:pt x="7735738" y="5922525"/>
                    <a:pt x="7751197" y="5910619"/>
                    <a:pt x="7766458" y="5898432"/>
                  </a:cubicBezTo>
                  <a:cubicBezTo>
                    <a:pt x="7827949" y="5850290"/>
                    <a:pt x="7890979" y="5804597"/>
                    <a:pt x="7955254" y="5760926"/>
                  </a:cubicBezTo>
                  <a:cubicBezTo>
                    <a:pt x="8083800" y="5673632"/>
                    <a:pt x="8216872" y="5594434"/>
                    <a:pt x="8352678" y="5521728"/>
                  </a:cubicBezTo>
                  <a:lnTo>
                    <a:pt x="8451350" y="5469352"/>
                  </a:lnTo>
                  <a:lnTo>
                    <a:pt x="8548532" y="5417493"/>
                  </a:lnTo>
                  <a:cubicBezTo>
                    <a:pt x="8612110" y="5383188"/>
                    <a:pt x="8673251" y="5349306"/>
                    <a:pt x="8729473" y="5314059"/>
                  </a:cubicBezTo>
                  <a:cubicBezTo>
                    <a:pt x="8743591" y="5305213"/>
                    <a:pt x="8757161" y="5296459"/>
                    <a:pt x="8770781" y="5287330"/>
                  </a:cubicBezTo>
                  <a:cubicBezTo>
                    <a:pt x="8777591" y="5282765"/>
                    <a:pt x="8784451" y="5278201"/>
                    <a:pt x="8790964" y="5273590"/>
                  </a:cubicBezTo>
                  <a:cubicBezTo>
                    <a:pt x="8797574" y="5268977"/>
                    <a:pt x="8804235" y="5264412"/>
                    <a:pt x="8810499" y="5259801"/>
                  </a:cubicBezTo>
                  <a:cubicBezTo>
                    <a:pt x="8835999" y="5241401"/>
                    <a:pt x="8860407" y="5222389"/>
                    <a:pt x="8883571" y="5202577"/>
                  </a:cubicBezTo>
                  <a:cubicBezTo>
                    <a:pt x="8929900" y="5162954"/>
                    <a:pt x="8971258" y="5120413"/>
                    <a:pt x="9006651" y="5074625"/>
                  </a:cubicBezTo>
                  <a:cubicBezTo>
                    <a:pt x="9015351" y="5063426"/>
                    <a:pt x="9024398" y="5050955"/>
                    <a:pt x="9033494" y="5038203"/>
                  </a:cubicBezTo>
                  <a:lnTo>
                    <a:pt x="9040305" y="5028649"/>
                  </a:lnTo>
                  <a:lnTo>
                    <a:pt x="9046568" y="5019379"/>
                  </a:lnTo>
                  <a:cubicBezTo>
                    <a:pt x="9050743" y="5013261"/>
                    <a:pt x="9054819" y="5007050"/>
                    <a:pt x="9058846" y="5000743"/>
                  </a:cubicBezTo>
                  <a:cubicBezTo>
                    <a:pt x="9075002" y="4975615"/>
                    <a:pt x="9090212" y="4949403"/>
                    <a:pt x="9104529" y="4922203"/>
                  </a:cubicBezTo>
                  <a:cubicBezTo>
                    <a:pt x="9133211" y="4867850"/>
                    <a:pt x="9158313" y="4809545"/>
                    <a:pt x="9181081" y="4748792"/>
                  </a:cubicBezTo>
                  <a:cubicBezTo>
                    <a:pt x="9203748" y="4688276"/>
                    <a:pt x="9223383" y="4625876"/>
                    <a:pt x="9240731" y="4561970"/>
                  </a:cubicBezTo>
                  <a:cubicBezTo>
                    <a:pt x="9249481" y="4530064"/>
                    <a:pt x="9257682" y="4497782"/>
                    <a:pt x="9265388" y="4465171"/>
                  </a:cubicBezTo>
                  <a:cubicBezTo>
                    <a:pt x="9269215" y="4448842"/>
                    <a:pt x="9272943" y="4432465"/>
                    <a:pt x="9276571" y="4416041"/>
                  </a:cubicBezTo>
                  <a:lnTo>
                    <a:pt x="9281841" y="4391477"/>
                  </a:lnTo>
                  <a:lnTo>
                    <a:pt x="9286513" y="4368936"/>
                  </a:lnTo>
                  <a:lnTo>
                    <a:pt x="9296754" y="4316136"/>
                  </a:lnTo>
                  <a:lnTo>
                    <a:pt x="9301029" y="4293172"/>
                  </a:lnTo>
                  <a:lnTo>
                    <a:pt x="9302818" y="4282679"/>
                  </a:lnTo>
                  <a:lnTo>
                    <a:pt x="9304658" y="4270914"/>
                  </a:lnTo>
                  <a:lnTo>
                    <a:pt x="9312810" y="4220043"/>
                  </a:lnTo>
                  <a:lnTo>
                    <a:pt x="9316887" y="4194584"/>
                  </a:lnTo>
                  <a:lnTo>
                    <a:pt x="9318923" y="4181878"/>
                  </a:lnTo>
                  <a:cubicBezTo>
                    <a:pt x="9319570" y="4177644"/>
                    <a:pt x="9319969" y="4173267"/>
                    <a:pt x="9320515" y="4168984"/>
                  </a:cubicBezTo>
                  <a:lnTo>
                    <a:pt x="9332445" y="4069079"/>
                  </a:lnTo>
                  <a:cubicBezTo>
                    <a:pt x="9333836" y="4056468"/>
                    <a:pt x="9334880" y="4040986"/>
                    <a:pt x="9336173" y="4022774"/>
                  </a:cubicBezTo>
                  <a:lnTo>
                    <a:pt x="9340199" y="3969269"/>
                  </a:lnTo>
                  <a:cubicBezTo>
                    <a:pt x="9345071" y="3903904"/>
                    <a:pt x="9347358" y="3837081"/>
                    <a:pt x="9347557" y="3770070"/>
                  </a:cubicBezTo>
                  <a:cubicBezTo>
                    <a:pt x="9347656" y="3736518"/>
                    <a:pt x="9347209" y="3702871"/>
                    <a:pt x="9346364" y="3669036"/>
                  </a:cubicBezTo>
                  <a:lnTo>
                    <a:pt x="9344921" y="3619341"/>
                  </a:lnTo>
                  <a:lnTo>
                    <a:pt x="9344524" y="3607624"/>
                  </a:lnTo>
                  <a:lnTo>
                    <a:pt x="9343728" y="3594872"/>
                  </a:lnTo>
                  <a:lnTo>
                    <a:pt x="9342188" y="3569366"/>
                  </a:lnTo>
                  <a:lnTo>
                    <a:pt x="9339056" y="3518354"/>
                  </a:lnTo>
                  <a:cubicBezTo>
                    <a:pt x="9337914" y="3501319"/>
                    <a:pt x="9335874" y="3484236"/>
                    <a:pt x="9334334" y="3467155"/>
                  </a:cubicBezTo>
                  <a:lnTo>
                    <a:pt x="9329363" y="3415908"/>
                  </a:lnTo>
                  <a:lnTo>
                    <a:pt x="9328319" y="3404755"/>
                  </a:lnTo>
                  <a:lnTo>
                    <a:pt x="9327177" y="3394214"/>
                  </a:lnTo>
                  <a:lnTo>
                    <a:pt x="9324293" y="3370872"/>
                  </a:lnTo>
                  <a:lnTo>
                    <a:pt x="9320763" y="3344427"/>
                  </a:lnTo>
                  <a:lnTo>
                    <a:pt x="9317184" y="3315343"/>
                  </a:lnTo>
                  <a:cubicBezTo>
                    <a:pt x="9315594" y="3300991"/>
                    <a:pt x="9313506" y="3286404"/>
                    <a:pt x="9311021" y="3270309"/>
                  </a:cubicBezTo>
                  <a:lnTo>
                    <a:pt x="9302719" y="3219815"/>
                  </a:lnTo>
                  <a:cubicBezTo>
                    <a:pt x="9299936" y="3203157"/>
                    <a:pt x="9297003" y="3186498"/>
                    <a:pt x="9293970" y="3169887"/>
                  </a:cubicBezTo>
                  <a:cubicBezTo>
                    <a:pt x="9281891" y="3103393"/>
                    <a:pt x="9267674" y="3037182"/>
                    <a:pt x="9252065" y="2971205"/>
                  </a:cubicBezTo>
                  <a:cubicBezTo>
                    <a:pt x="9244261" y="2938265"/>
                    <a:pt x="9235959" y="2905371"/>
                    <a:pt x="9227211" y="2872571"/>
                  </a:cubicBezTo>
                  <a:lnTo>
                    <a:pt x="9220699" y="2848524"/>
                  </a:lnTo>
                  <a:lnTo>
                    <a:pt x="9213740" y="2824289"/>
                  </a:lnTo>
                  <a:cubicBezTo>
                    <a:pt x="9209216" y="2808147"/>
                    <a:pt x="9204345" y="2791866"/>
                    <a:pt x="9199374" y="2775536"/>
                  </a:cubicBezTo>
                  <a:cubicBezTo>
                    <a:pt x="9159855" y="2645184"/>
                    <a:pt x="9114272" y="2516197"/>
                    <a:pt x="9061829" y="2389515"/>
                  </a:cubicBezTo>
                  <a:cubicBezTo>
                    <a:pt x="9035582" y="2326175"/>
                    <a:pt x="9008043" y="2263258"/>
                    <a:pt x="8978865" y="2200953"/>
                  </a:cubicBezTo>
                  <a:lnTo>
                    <a:pt x="8956694" y="2154317"/>
                  </a:lnTo>
                  <a:lnTo>
                    <a:pt x="8934176" y="2108012"/>
                  </a:lnTo>
                  <a:cubicBezTo>
                    <a:pt x="8918915" y="2077189"/>
                    <a:pt x="8903157" y="2046130"/>
                    <a:pt x="8887151" y="2015448"/>
                  </a:cubicBezTo>
                  <a:cubicBezTo>
                    <a:pt x="8854988" y="1953989"/>
                    <a:pt x="8822082" y="1892908"/>
                    <a:pt x="8787533" y="1832625"/>
                  </a:cubicBezTo>
                  <a:lnTo>
                    <a:pt x="8761485" y="1787496"/>
                  </a:lnTo>
                  <a:lnTo>
                    <a:pt x="8734791" y="1741991"/>
                  </a:lnTo>
                  <a:cubicBezTo>
                    <a:pt x="8717047" y="1711921"/>
                    <a:pt x="8699200" y="1682461"/>
                    <a:pt x="8680808" y="1652910"/>
                  </a:cubicBezTo>
                  <a:cubicBezTo>
                    <a:pt x="8644322" y="1593756"/>
                    <a:pt x="8606194" y="1535216"/>
                    <a:pt x="8567024" y="1477004"/>
                  </a:cubicBezTo>
                  <a:lnTo>
                    <a:pt x="8537446" y="1433428"/>
                  </a:lnTo>
                  <a:lnTo>
                    <a:pt x="8507423" y="1389994"/>
                  </a:lnTo>
                  <a:cubicBezTo>
                    <a:pt x="8487390" y="1361382"/>
                    <a:pt x="8467158" y="1332817"/>
                    <a:pt x="8446529" y="1304393"/>
                  </a:cubicBezTo>
                  <a:cubicBezTo>
                    <a:pt x="8405271" y="1247595"/>
                    <a:pt x="8362718" y="1191218"/>
                    <a:pt x="8319224" y="1135124"/>
                  </a:cubicBezTo>
                  <a:lnTo>
                    <a:pt x="8286366" y="1093148"/>
                  </a:lnTo>
                  <a:lnTo>
                    <a:pt x="8270161" y="1072538"/>
                  </a:lnTo>
                  <a:lnTo>
                    <a:pt x="8253856" y="1052254"/>
                  </a:lnTo>
                  <a:cubicBezTo>
                    <a:pt x="8231636" y="1024773"/>
                    <a:pt x="8209117" y="997479"/>
                    <a:pt x="8186352" y="970373"/>
                  </a:cubicBezTo>
                  <a:cubicBezTo>
                    <a:pt x="8140917" y="916020"/>
                    <a:pt x="8094240" y="862515"/>
                    <a:pt x="8046768" y="809527"/>
                  </a:cubicBezTo>
                  <a:lnTo>
                    <a:pt x="8010927" y="769951"/>
                  </a:lnTo>
                  <a:lnTo>
                    <a:pt x="7974788" y="730751"/>
                  </a:lnTo>
                  <a:cubicBezTo>
                    <a:pt x="7950382" y="704587"/>
                    <a:pt x="7925824" y="678563"/>
                    <a:pt x="7901070" y="652823"/>
                  </a:cubicBezTo>
                  <a:cubicBezTo>
                    <a:pt x="7851510" y="601387"/>
                    <a:pt x="7801404" y="550612"/>
                    <a:pt x="7750054" y="501106"/>
                  </a:cubicBezTo>
                  <a:cubicBezTo>
                    <a:pt x="7698902" y="451742"/>
                    <a:pt x="7645913" y="403036"/>
                    <a:pt x="7592277" y="355319"/>
                  </a:cubicBezTo>
                  <a:cubicBezTo>
                    <a:pt x="7484856" y="259884"/>
                    <a:pt x="7373308" y="168402"/>
                    <a:pt x="7257734" y="81062"/>
                  </a:cubicBezTo>
                  <a:close/>
                  <a:moveTo>
                    <a:pt x="1892109" y="0"/>
                  </a:moveTo>
                  <a:lnTo>
                    <a:pt x="2298402" y="0"/>
                  </a:lnTo>
                  <a:lnTo>
                    <a:pt x="2135542" y="121879"/>
                  </a:lnTo>
                  <a:cubicBezTo>
                    <a:pt x="2078998" y="166378"/>
                    <a:pt x="2023659" y="212143"/>
                    <a:pt x="1969576" y="259084"/>
                  </a:cubicBezTo>
                  <a:cubicBezTo>
                    <a:pt x="1861309" y="352918"/>
                    <a:pt x="1758064" y="451412"/>
                    <a:pt x="1659938" y="553953"/>
                  </a:cubicBezTo>
                  <a:cubicBezTo>
                    <a:pt x="1266987" y="964444"/>
                    <a:pt x="953820" y="1435593"/>
                    <a:pt x="729383" y="1940578"/>
                  </a:cubicBezTo>
                  <a:cubicBezTo>
                    <a:pt x="673260" y="2066459"/>
                    <a:pt x="622855" y="2195070"/>
                    <a:pt x="578465" y="2324905"/>
                  </a:cubicBezTo>
                  <a:cubicBezTo>
                    <a:pt x="534125" y="2454785"/>
                    <a:pt x="496147" y="2586314"/>
                    <a:pt x="465080" y="2718973"/>
                  </a:cubicBezTo>
                  <a:cubicBezTo>
                    <a:pt x="449769" y="2785089"/>
                    <a:pt x="435850" y="2852289"/>
                    <a:pt x="423820" y="2919535"/>
                  </a:cubicBezTo>
                  <a:cubicBezTo>
                    <a:pt x="411840" y="2986829"/>
                    <a:pt x="401054" y="3054358"/>
                    <a:pt x="392355" y="3122169"/>
                  </a:cubicBezTo>
                  <a:cubicBezTo>
                    <a:pt x="374509" y="3257744"/>
                    <a:pt x="363424" y="3393978"/>
                    <a:pt x="358801" y="3531013"/>
                  </a:cubicBezTo>
                  <a:cubicBezTo>
                    <a:pt x="349009" y="3804941"/>
                    <a:pt x="366357" y="4079668"/>
                    <a:pt x="410350" y="4352324"/>
                  </a:cubicBezTo>
                  <a:cubicBezTo>
                    <a:pt x="421286" y="4420230"/>
                    <a:pt x="434209" y="4487758"/>
                    <a:pt x="449022" y="4555147"/>
                  </a:cubicBezTo>
                  <a:cubicBezTo>
                    <a:pt x="463737" y="4622534"/>
                    <a:pt x="480389" y="4689686"/>
                    <a:pt x="498882" y="4756463"/>
                  </a:cubicBezTo>
                  <a:cubicBezTo>
                    <a:pt x="517373" y="4823239"/>
                    <a:pt x="537704" y="4889733"/>
                    <a:pt x="559775" y="4955755"/>
                  </a:cubicBezTo>
                  <a:cubicBezTo>
                    <a:pt x="581946" y="5021873"/>
                    <a:pt x="605358" y="5087473"/>
                    <a:pt x="631406" y="5152084"/>
                  </a:cubicBezTo>
                  <a:cubicBezTo>
                    <a:pt x="734055" y="5411706"/>
                    <a:pt x="865188" y="5662668"/>
                    <a:pt x="1023461" y="5898055"/>
                  </a:cubicBezTo>
                  <a:cubicBezTo>
                    <a:pt x="1181487" y="6133676"/>
                    <a:pt x="1367051" y="6353345"/>
                    <a:pt x="1575880" y="6551744"/>
                  </a:cubicBezTo>
                  <a:cubicBezTo>
                    <a:pt x="1680269" y="6651014"/>
                    <a:pt x="1790338" y="6745037"/>
                    <a:pt x="1905228" y="6833566"/>
                  </a:cubicBezTo>
                  <a:lnTo>
                    <a:pt x="1938629" y="6858000"/>
                  </a:lnTo>
                  <a:lnTo>
                    <a:pt x="1368607" y="6858000"/>
                  </a:lnTo>
                  <a:lnTo>
                    <a:pt x="1115251" y="6594103"/>
                  </a:lnTo>
                  <a:cubicBezTo>
                    <a:pt x="418530" y="5794890"/>
                    <a:pt x="0" y="4770280"/>
                    <a:pt x="0" y="3653129"/>
                  </a:cubicBezTo>
                  <a:cubicBezTo>
                    <a:pt x="0" y="2216793"/>
                    <a:pt x="691856" y="933432"/>
                    <a:pt x="1777294" y="85415"/>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grpSp>
      <p:sp>
        <p:nvSpPr>
          <p:cNvPr id="2" name="Title 1">
            <a:extLst>
              <a:ext uri="{FF2B5EF4-FFF2-40B4-BE49-F238E27FC236}">
                <a16:creationId xmlns:a16="http://schemas.microsoft.com/office/drawing/2014/main" id="{8FB44EAD-9809-7711-9716-CB8F557A1391}"/>
              </a:ext>
            </a:extLst>
          </p:cNvPr>
          <p:cNvSpPr>
            <a:spLocks noGrp="1"/>
          </p:cNvSpPr>
          <p:nvPr>
            <p:ph type="ctrTitle"/>
          </p:nvPr>
        </p:nvSpPr>
        <p:spPr>
          <a:xfrm>
            <a:off x="876300" y="45868"/>
            <a:ext cx="10263459" cy="923925"/>
          </a:xfrm>
        </p:spPr>
        <p:txBody>
          <a:bodyPr anchor="b">
            <a:normAutofit/>
          </a:bodyPr>
          <a:lstStyle/>
          <a:p>
            <a:r>
              <a:rPr lang="en-IN" sz="4000" dirty="0">
                <a:solidFill>
                  <a:schemeClr val="tx2"/>
                </a:solidFill>
                <a:latin typeface="Engravers MT" panose="02090707080505020304" pitchFamily="18" charset="0"/>
              </a:rPr>
              <a:t>History  of MISRA-C</a:t>
            </a:r>
            <a:endParaRPr lang="en-IN" sz="4000" dirty="0">
              <a:solidFill>
                <a:schemeClr val="tx2"/>
              </a:solidFill>
            </a:endParaRPr>
          </a:p>
        </p:txBody>
      </p:sp>
      <p:grpSp>
        <p:nvGrpSpPr>
          <p:cNvPr id="23" name="Group 22">
            <a:extLst>
              <a:ext uri="{FF2B5EF4-FFF2-40B4-BE49-F238E27FC236}">
                <a16:creationId xmlns:a16="http://schemas.microsoft.com/office/drawing/2014/main" id="{87F87F1B-42BA-4AC7-A4E2-41544DDB2CE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05" y="-4155"/>
            <a:ext cx="2514948" cy="2174333"/>
            <a:chOff x="-305" y="-4155"/>
            <a:chExt cx="2514948" cy="2174333"/>
          </a:xfrm>
        </p:grpSpPr>
        <p:sp>
          <p:nvSpPr>
            <p:cNvPr id="24" name="Freeform: Shape 23">
              <a:extLst>
                <a:ext uri="{FF2B5EF4-FFF2-40B4-BE49-F238E27FC236}">
                  <a16:creationId xmlns:a16="http://schemas.microsoft.com/office/drawing/2014/main" id="{68B53067-4E48-4E71-A6A9-A8CAABAFBF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Shape 24">
              <a:extLst>
                <a:ext uri="{FF2B5EF4-FFF2-40B4-BE49-F238E27FC236}">
                  <a16:creationId xmlns:a16="http://schemas.microsoft.com/office/drawing/2014/main" id="{06D1A0D3-4BB8-41D9-9CE7-2884C83F44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reeform: Shape 25">
              <a:extLst>
                <a:ext uri="{FF2B5EF4-FFF2-40B4-BE49-F238E27FC236}">
                  <a16:creationId xmlns:a16="http://schemas.microsoft.com/office/drawing/2014/main" id="{81E20F06-3B09-4B89-A36B-AB8BFBCCA5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27" name="Freeform: Shape 26">
              <a:extLst>
                <a:ext uri="{FF2B5EF4-FFF2-40B4-BE49-F238E27FC236}">
                  <a16:creationId xmlns:a16="http://schemas.microsoft.com/office/drawing/2014/main" id="{DAE6C3D7-7D5B-4926-877D-45F117BB6B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9" name="Group 28">
            <a:extLst>
              <a:ext uri="{FF2B5EF4-FFF2-40B4-BE49-F238E27FC236}">
                <a16:creationId xmlns:a16="http://schemas.microsoft.com/office/drawing/2014/main" id="{967346A5-7569-4F15-AB5D-BE3DADF192C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9685727" y="4683666"/>
            <a:ext cx="2514948" cy="2174333"/>
            <a:chOff x="-305" y="-4155"/>
            <a:chExt cx="2514948" cy="2174333"/>
          </a:xfrm>
        </p:grpSpPr>
        <p:sp>
          <p:nvSpPr>
            <p:cNvPr id="30" name="Freeform: Shape 29">
              <a:extLst>
                <a:ext uri="{FF2B5EF4-FFF2-40B4-BE49-F238E27FC236}">
                  <a16:creationId xmlns:a16="http://schemas.microsoft.com/office/drawing/2014/main" id="{E1951533-A568-4765-AB1F-F71D9AFDEA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reeform: Shape 30">
              <a:extLst>
                <a:ext uri="{FF2B5EF4-FFF2-40B4-BE49-F238E27FC236}">
                  <a16:creationId xmlns:a16="http://schemas.microsoft.com/office/drawing/2014/main" id="{A7214F52-4F3F-4C96-A62E-F1401D6C04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Freeform: Shape 31">
              <a:extLst>
                <a:ext uri="{FF2B5EF4-FFF2-40B4-BE49-F238E27FC236}">
                  <a16:creationId xmlns:a16="http://schemas.microsoft.com/office/drawing/2014/main" id="{023146A1-291C-4FA0-AB5B-EB04D42398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33" name="Freeform: Shape 32">
              <a:extLst>
                <a:ext uri="{FF2B5EF4-FFF2-40B4-BE49-F238E27FC236}">
                  <a16:creationId xmlns:a16="http://schemas.microsoft.com/office/drawing/2014/main" id="{62977932-2B03-4899-8306-5002CEE68E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5" name="Title 1">
            <a:extLst>
              <a:ext uri="{FF2B5EF4-FFF2-40B4-BE49-F238E27FC236}">
                <a16:creationId xmlns:a16="http://schemas.microsoft.com/office/drawing/2014/main" id="{D6EE584E-84BC-FC84-2A5F-A0E7AF1256B7}"/>
              </a:ext>
            </a:extLst>
          </p:cNvPr>
          <p:cNvSpPr txBox="1">
            <a:spLocks/>
          </p:cNvSpPr>
          <p:nvPr/>
        </p:nvSpPr>
        <p:spPr>
          <a:xfrm>
            <a:off x="10382250" y="3983"/>
            <a:ext cx="1809445" cy="44767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2000" dirty="0">
                <a:solidFill>
                  <a:schemeClr val="tx2"/>
                </a:solidFill>
              </a:rPr>
              <a:t>MISRA C -2012</a:t>
            </a:r>
          </a:p>
        </p:txBody>
      </p:sp>
      <p:sp>
        <p:nvSpPr>
          <p:cNvPr id="6" name="Subtitle 2">
            <a:extLst>
              <a:ext uri="{FF2B5EF4-FFF2-40B4-BE49-F238E27FC236}">
                <a16:creationId xmlns:a16="http://schemas.microsoft.com/office/drawing/2014/main" id="{C992C8E1-40D9-45CC-B67A-D8B86D2A381E}"/>
              </a:ext>
            </a:extLst>
          </p:cNvPr>
          <p:cNvSpPr txBox="1">
            <a:spLocks/>
          </p:cNvSpPr>
          <p:nvPr/>
        </p:nvSpPr>
        <p:spPr>
          <a:xfrm>
            <a:off x="3432265" y="853500"/>
            <a:ext cx="5188034" cy="682079"/>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115000"/>
              </a:lnSpc>
              <a:spcAft>
                <a:spcPts val="800"/>
              </a:spcAft>
            </a:pPr>
            <a:r>
              <a:rPr lang="en-IN" kern="100" dirty="0">
                <a:solidFill>
                  <a:srgbClr val="666666"/>
                </a:solidFill>
                <a:effectLst/>
                <a:highlight>
                  <a:srgbClr val="FFFF00"/>
                </a:highlight>
                <a:latin typeface="Times New Roman" panose="02020603050405020304" pitchFamily="18" charset="0"/>
                <a:ea typeface="Aptos" panose="020B0004020202020204" pitchFamily="34" charset="0"/>
                <a:cs typeface="Times New Roman" panose="02020603050405020304" pitchFamily="18" charset="0"/>
              </a:rPr>
              <a:t>Misra2012:Rule-5.3</a:t>
            </a:r>
          </a:p>
        </p:txBody>
      </p:sp>
      <p:sp>
        <p:nvSpPr>
          <p:cNvPr id="3" name="TextBox 2">
            <a:extLst>
              <a:ext uri="{FF2B5EF4-FFF2-40B4-BE49-F238E27FC236}">
                <a16:creationId xmlns:a16="http://schemas.microsoft.com/office/drawing/2014/main" id="{F52B51FF-E201-359D-4743-DA9B627F1CC1}"/>
              </a:ext>
            </a:extLst>
          </p:cNvPr>
          <p:cNvSpPr txBox="1"/>
          <p:nvPr/>
        </p:nvSpPr>
        <p:spPr>
          <a:xfrm>
            <a:off x="1011001" y="1296217"/>
            <a:ext cx="9826243" cy="369332"/>
          </a:xfrm>
          <a:prstGeom prst="rect">
            <a:avLst/>
          </a:prstGeom>
          <a:noFill/>
        </p:spPr>
        <p:txBody>
          <a:bodyPr wrap="square">
            <a:spAutoFit/>
          </a:bodyPr>
          <a:lstStyle/>
          <a:p>
            <a:pPr marL="285750" indent="-285750" algn="l">
              <a:buFont typeface="Wingdings" panose="05000000000000000000" pitchFamily="2" charset="2"/>
              <a:buChar char="q"/>
            </a:pPr>
            <a:r>
              <a:rPr lang="en-US" sz="1800" b="1" i="0" u="none" strike="noStrike" baseline="0" dirty="0">
                <a:latin typeface="Times New Roman" panose="02020603050405020304" pitchFamily="18" charset="0"/>
                <a:cs typeface="Times New Roman" panose="02020603050405020304" pitchFamily="18" charset="0"/>
              </a:rPr>
              <a:t>An identifier declared in an inner scope shall not hide an identifier declared in an outer scope</a:t>
            </a:r>
            <a:endParaRPr lang="en-IN" b="1" kern="100" dirty="0">
              <a:effectLst/>
              <a:highlight>
                <a:srgbClr val="FFFF00"/>
              </a:highlight>
              <a:latin typeface="Times New Roman" panose="02020603050405020304" pitchFamily="18" charset="0"/>
              <a:ea typeface="Aptos" panose="020B0004020202020204" pitchFamily="34" charset="0"/>
              <a:cs typeface="Times New Roman" panose="02020603050405020304" pitchFamily="18" charset="0"/>
            </a:endParaRPr>
          </a:p>
        </p:txBody>
      </p:sp>
      <p:sp>
        <p:nvSpPr>
          <p:cNvPr id="11" name="TextBox 10">
            <a:extLst>
              <a:ext uri="{FF2B5EF4-FFF2-40B4-BE49-F238E27FC236}">
                <a16:creationId xmlns:a16="http://schemas.microsoft.com/office/drawing/2014/main" id="{3BAF9C64-DAA2-791C-A360-DC870B79332D}"/>
              </a:ext>
            </a:extLst>
          </p:cNvPr>
          <p:cNvSpPr txBox="1"/>
          <p:nvPr/>
        </p:nvSpPr>
        <p:spPr>
          <a:xfrm>
            <a:off x="1295585" y="1671627"/>
            <a:ext cx="9642403" cy="369332"/>
          </a:xfrm>
          <a:prstGeom prst="rect">
            <a:avLst/>
          </a:prstGeom>
          <a:noFill/>
        </p:spPr>
        <p:txBody>
          <a:bodyPr wrap="square">
            <a:spAutoFit/>
          </a:bodyPr>
          <a:lstStyle/>
          <a:p>
            <a:pPr algn="l"/>
            <a:r>
              <a:rPr lang="en-IN" sz="1800" b="0" i="0" u="none" strike="noStrike" baseline="0" dirty="0">
                <a:latin typeface="OpenSans"/>
              </a:rPr>
              <a:t>Category –</a:t>
            </a:r>
            <a:r>
              <a:rPr lang="en-IN" sz="1800" b="0" i="0" u="none" strike="noStrike" baseline="0" dirty="0">
                <a:latin typeface="OpenSans-Light"/>
              </a:rPr>
              <a:t>Required    Analysis </a:t>
            </a:r>
            <a:r>
              <a:rPr lang="en-IN" sz="1800" b="0" i="0" u="none" strike="noStrike" baseline="0" dirty="0">
                <a:latin typeface="OpenSans"/>
              </a:rPr>
              <a:t> -</a:t>
            </a:r>
            <a:r>
              <a:rPr lang="en-IN" sz="1800" b="0" i="0" u="none" strike="noStrike" baseline="0" dirty="0">
                <a:latin typeface="OpenSans-Light"/>
              </a:rPr>
              <a:t> Decidable, System  </a:t>
            </a:r>
            <a:r>
              <a:rPr lang="en-IN" sz="1800" b="0" i="0" u="none" strike="noStrike" baseline="0" dirty="0">
                <a:latin typeface="OpenSans"/>
              </a:rPr>
              <a:t>Applies to -</a:t>
            </a:r>
            <a:r>
              <a:rPr lang="en-IN" sz="1800" b="0" i="0" u="none" strike="noStrike" baseline="0" dirty="0">
                <a:latin typeface="OpenSans-Light"/>
              </a:rPr>
              <a:t> C90, C99</a:t>
            </a:r>
            <a:endParaRPr lang="en-IN" dirty="0"/>
          </a:p>
        </p:txBody>
      </p:sp>
      <p:sp>
        <p:nvSpPr>
          <p:cNvPr id="12" name="TextBox 11">
            <a:extLst>
              <a:ext uri="{FF2B5EF4-FFF2-40B4-BE49-F238E27FC236}">
                <a16:creationId xmlns:a16="http://schemas.microsoft.com/office/drawing/2014/main" id="{3B6B20D6-4372-E7FE-5B7C-3A5C456054FD}"/>
              </a:ext>
            </a:extLst>
          </p:cNvPr>
          <p:cNvSpPr txBox="1"/>
          <p:nvPr/>
        </p:nvSpPr>
        <p:spPr>
          <a:xfrm>
            <a:off x="2601745" y="2741327"/>
            <a:ext cx="8544648" cy="2585323"/>
          </a:xfrm>
          <a:prstGeom prst="rect">
            <a:avLst/>
          </a:prstGeom>
          <a:noFill/>
        </p:spPr>
        <p:txBody>
          <a:bodyPr wrap="square">
            <a:spAutoFit/>
          </a:bodyPr>
          <a:lstStyle/>
          <a:p>
            <a:pPr algn="l"/>
            <a:r>
              <a:rPr lang="en-US" sz="1800" b="0" i="0" u="none" strike="noStrike" baseline="0" dirty="0">
                <a:latin typeface="Times New Roman" panose="02020603050405020304" pitchFamily="18" charset="0"/>
                <a:cs typeface="Times New Roman" panose="02020603050405020304" pitchFamily="18" charset="0"/>
              </a:rPr>
              <a:t>void fn1 ( void )</a:t>
            </a:r>
          </a:p>
          <a:p>
            <a:pPr algn="l"/>
            <a:r>
              <a:rPr lang="en-US" sz="1800" b="0" i="0" u="none" strike="noStrike" baseline="0" dirty="0">
                <a:latin typeface="Times New Roman" panose="02020603050405020304" pitchFamily="18" charset="0"/>
                <a:cs typeface="Times New Roman" panose="02020603050405020304" pitchFamily="18" charset="0"/>
              </a:rPr>
              <a:t>{</a:t>
            </a:r>
          </a:p>
          <a:p>
            <a:pPr algn="l"/>
            <a:r>
              <a:rPr lang="en-US" sz="1800" b="0" i="0" u="none" strike="noStrike" baseline="0" dirty="0">
                <a:latin typeface="Times New Roman" panose="02020603050405020304" pitchFamily="18" charset="0"/>
                <a:cs typeface="Times New Roman" panose="02020603050405020304" pitchFamily="18" charset="0"/>
              </a:rPr>
              <a:t>int16_t </a:t>
            </a:r>
            <a:r>
              <a:rPr lang="en-US" sz="1800" b="0" i="0" u="none" strike="noStrike" baseline="0" dirty="0" err="1">
                <a:latin typeface="Times New Roman" panose="02020603050405020304" pitchFamily="18" charset="0"/>
                <a:cs typeface="Times New Roman" panose="02020603050405020304" pitchFamily="18" charset="0"/>
              </a:rPr>
              <a:t>i</a:t>
            </a:r>
            <a:r>
              <a:rPr lang="en-US" sz="1800" b="0" i="0" u="none" strike="noStrike" baseline="0" dirty="0">
                <a:latin typeface="Times New Roman" panose="02020603050405020304" pitchFamily="18" charset="0"/>
                <a:cs typeface="Times New Roman" panose="02020603050405020304" pitchFamily="18" charset="0"/>
              </a:rPr>
              <a:t>; /* Declare an object "</a:t>
            </a:r>
            <a:r>
              <a:rPr lang="en-US" sz="1800" b="0" i="0" u="none" strike="noStrike" baseline="0" dirty="0" err="1">
                <a:latin typeface="Times New Roman" panose="02020603050405020304" pitchFamily="18" charset="0"/>
                <a:cs typeface="Times New Roman" panose="02020603050405020304" pitchFamily="18" charset="0"/>
              </a:rPr>
              <a:t>i</a:t>
            </a:r>
            <a:r>
              <a:rPr lang="en-US" sz="1800" b="0" i="0" u="none" strike="noStrike" baseline="0" dirty="0">
                <a:latin typeface="Times New Roman" panose="02020603050405020304" pitchFamily="18" charset="0"/>
                <a:cs typeface="Times New Roman" panose="02020603050405020304" pitchFamily="18" charset="0"/>
              </a:rPr>
              <a:t>" */</a:t>
            </a:r>
          </a:p>
          <a:p>
            <a:pPr algn="l"/>
            <a:r>
              <a:rPr lang="en-US" sz="1800" b="0" i="0" u="none" strike="noStrike" baseline="0" dirty="0">
                <a:latin typeface="Times New Roman" panose="02020603050405020304" pitchFamily="18" charset="0"/>
                <a:cs typeface="Times New Roman" panose="02020603050405020304" pitchFamily="18" charset="0"/>
              </a:rPr>
              <a:t>{</a:t>
            </a:r>
          </a:p>
          <a:p>
            <a:pPr algn="l"/>
            <a:r>
              <a:rPr lang="en-US" sz="1800" b="0" i="0" u="none" strike="noStrike" baseline="0" dirty="0">
                <a:highlight>
                  <a:srgbClr val="FFFF00"/>
                </a:highlight>
                <a:latin typeface="Times New Roman" panose="02020603050405020304" pitchFamily="18" charset="0"/>
                <a:cs typeface="Times New Roman" panose="02020603050405020304" pitchFamily="18" charset="0"/>
              </a:rPr>
              <a:t>int16_t </a:t>
            </a:r>
            <a:r>
              <a:rPr lang="en-US" sz="1800" b="0" i="0" u="none" strike="noStrike" baseline="0" dirty="0" err="1">
                <a:highlight>
                  <a:srgbClr val="FFFF00"/>
                </a:highlight>
                <a:latin typeface="Times New Roman" panose="02020603050405020304" pitchFamily="18" charset="0"/>
                <a:cs typeface="Times New Roman" panose="02020603050405020304" pitchFamily="18" charset="0"/>
              </a:rPr>
              <a:t>i</a:t>
            </a:r>
            <a:r>
              <a:rPr lang="en-US" sz="1800" b="0" i="0" u="none" strike="noStrike" baseline="0" dirty="0">
                <a:highlight>
                  <a:srgbClr val="FFFF00"/>
                </a:highlight>
                <a:latin typeface="Times New Roman" panose="02020603050405020304" pitchFamily="18" charset="0"/>
                <a:cs typeface="Times New Roman" panose="02020603050405020304" pitchFamily="18" charset="0"/>
              </a:rPr>
              <a:t>; /* Non-compliant - hides previous "</a:t>
            </a:r>
            <a:r>
              <a:rPr lang="en-US" sz="1800" b="0" i="0" u="none" strike="noStrike" baseline="0" dirty="0" err="1">
                <a:highlight>
                  <a:srgbClr val="FFFF00"/>
                </a:highlight>
                <a:latin typeface="Times New Roman" panose="02020603050405020304" pitchFamily="18" charset="0"/>
                <a:cs typeface="Times New Roman" panose="02020603050405020304" pitchFamily="18" charset="0"/>
              </a:rPr>
              <a:t>i</a:t>
            </a:r>
            <a:r>
              <a:rPr lang="en-US" sz="1800" b="0" i="0" u="none" strike="noStrike" baseline="0" dirty="0">
                <a:highlight>
                  <a:srgbClr val="FFFF00"/>
                </a:highlight>
                <a:latin typeface="Times New Roman" panose="02020603050405020304" pitchFamily="18" charset="0"/>
                <a:cs typeface="Times New Roman" panose="02020603050405020304" pitchFamily="18" charset="0"/>
              </a:rPr>
              <a:t> " */</a:t>
            </a:r>
          </a:p>
          <a:p>
            <a:pPr algn="l"/>
            <a:r>
              <a:rPr lang="en-US" sz="1800" b="0" i="0" u="none" strike="noStrike" baseline="0" dirty="0" err="1">
                <a:highlight>
                  <a:srgbClr val="FFFF00"/>
                </a:highlight>
                <a:latin typeface="Times New Roman" panose="02020603050405020304" pitchFamily="18" charset="0"/>
                <a:cs typeface="Times New Roman" panose="02020603050405020304" pitchFamily="18" charset="0"/>
              </a:rPr>
              <a:t>i</a:t>
            </a:r>
            <a:r>
              <a:rPr lang="en-US" sz="1800" b="0" i="0" u="none" strike="noStrike" baseline="0" dirty="0">
                <a:highlight>
                  <a:srgbClr val="FFFF00"/>
                </a:highlight>
                <a:latin typeface="Times New Roman" panose="02020603050405020304" pitchFamily="18" charset="0"/>
                <a:cs typeface="Times New Roman" panose="02020603050405020304" pitchFamily="18" charset="0"/>
              </a:rPr>
              <a:t> = 3; /* Could be confusing as to which "</a:t>
            </a:r>
            <a:r>
              <a:rPr lang="en-US" sz="1800" b="0" i="0" u="none" strike="noStrike" baseline="0" dirty="0" err="1">
                <a:highlight>
                  <a:srgbClr val="FFFF00"/>
                </a:highlight>
                <a:latin typeface="Times New Roman" panose="02020603050405020304" pitchFamily="18" charset="0"/>
                <a:cs typeface="Times New Roman" panose="02020603050405020304" pitchFamily="18" charset="0"/>
              </a:rPr>
              <a:t>i</a:t>
            </a:r>
            <a:r>
              <a:rPr lang="en-US" sz="1800" b="0" i="0" u="none" strike="noStrike" baseline="0" dirty="0">
                <a:highlight>
                  <a:srgbClr val="FFFF00"/>
                </a:highlight>
                <a:latin typeface="Times New Roman" panose="02020603050405020304" pitchFamily="18" charset="0"/>
                <a:cs typeface="Times New Roman" panose="02020603050405020304" pitchFamily="18" charset="0"/>
              </a:rPr>
              <a:t>" this refers */</a:t>
            </a:r>
          </a:p>
          <a:p>
            <a:pPr algn="l"/>
            <a:r>
              <a:rPr lang="en-US" sz="1800" b="0" i="0" u="none" strike="noStrike" baseline="0" dirty="0">
                <a:latin typeface="Times New Roman" panose="02020603050405020304" pitchFamily="18" charset="0"/>
                <a:cs typeface="Times New Roman" panose="02020603050405020304" pitchFamily="18" charset="0"/>
              </a:rPr>
              <a:t>}</a:t>
            </a:r>
          </a:p>
          <a:p>
            <a:pPr algn="l"/>
            <a:r>
              <a:rPr lang="en-US" sz="1800" b="0" i="0" u="none" strike="noStrike" baseline="0" dirty="0">
                <a:latin typeface="Times New Roman" panose="02020603050405020304" pitchFamily="18" charset="0"/>
                <a:cs typeface="Times New Roman" panose="02020603050405020304" pitchFamily="18" charset="0"/>
              </a:rPr>
              <a:t>}</a:t>
            </a:r>
          </a:p>
          <a:p>
            <a:pPr algn="l"/>
            <a:endParaRPr lang="en-US" sz="1800" b="0" i="0" u="none" strike="noStrike" baseline="0" dirty="0">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3BEBAFEE-B117-F80A-3238-35883C77E34C}"/>
              </a:ext>
            </a:extLst>
          </p:cNvPr>
          <p:cNvSpPr txBox="1"/>
          <p:nvPr/>
        </p:nvSpPr>
        <p:spPr>
          <a:xfrm>
            <a:off x="1257310" y="2058685"/>
            <a:ext cx="10650070" cy="646331"/>
          </a:xfrm>
          <a:prstGeom prst="rect">
            <a:avLst/>
          </a:prstGeom>
          <a:noFill/>
        </p:spPr>
        <p:txBody>
          <a:bodyPr wrap="square">
            <a:spAutoFit/>
          </a:bodyPr>
          <a:lstStyle/>
          <a:p>
            <a:r>
              <a:rPr lang="en-US" b="0" i="0" dirty="0">
                <a:solidFill>
                  <a:srgbClr val="0D0D0D"/>
                </a:solidFill>
                <a:effectLst/>
                <a:latin typeface="Söhne"/>
              </a:rPr>
              <a:t>Rule 5.3 states that an identifier declared in an inner scope shall not hide an identifier declared in an outer scope</a:t>
            </a:r>
            <a:endParaRPr lang="en-IN"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C571CA19-A36B-7D93-981A-5F92A3EA59D7}"/>
              </a:ext>
            </a:extLst>
          </p:cNvPr>
          <p:cNvSpPr txBox="1"/>
          <p:nvPr/>
        </p:nvSpPr>
        <p:spPr>
          <a:xfrm>
            <a:off x="1291412" y="2751339"/>
            <a:ext cx="1046338" cy="369332"/>
          </a:xfrm>
          <a:prstGeom prst="rect">
            <a:avLst/>
          </a:prstGeom>
          <a:noFill/>
        </p:spPr>
        <p:txBody>
          <a:bodyPr wrap="square">
            <a:spAutoFit/>
          </a:bodyPr>
          <a:lstStyle/>
          <a:p>
            <a:pPr algn="l"/>
            <a:r>
              <a:rPr lang="en-IN" dirty="0">
                <a:highlight>
                  <a:srgbClr val="FFFF00"/>
                </a:highlight>
              </a:rPr>
              <a:t>Example</a:t>
            </a:r>
          </a:p>
        </p:txBody>
      </p:sp>
      <p:sp>
        <p:nvSpPr>
          <p:cNvPr id="9" name="Slide Number Placeholder 8">
            <a:extLst>
              <a:ext uri="{FF2B5EF4-FFF2-40B4-BE49-F238E27FC236}">
                <a16:creationId xmlns:a16="http://schemas.microsoft.com/office/drawing/2014/main" id="{04460C53-5EAB-C210-F00D-CACF56A5920F}"/>
              </a:ext>
            </a:extLst>
          </p:cNvPr>
          <p:cNvSpPr>
            <a:spLocks noGrp="1"/>
          </p:cNvSpPr>
          <p:nvPr>
            <p:ph type="sldNum" sz="quarter" idx="12"/>
          </p:nvPr>
        </p:nvSpPr>
        <p:spPr/>
        <p:txBody>
          <a:bodyPr/>
          <a:lstStyle/>
          <a:p>
            <a:fld id="{91247CA1-BCEC-4DD4-9B23-E2AE1AEA27A6}" type="slidenum">
              <a:rPr lang="en-IN" smtClean="0"/>
              <a:t>28</a:t>
            </a:fld>
            <a:endParaRPr lang="en-IN"/>
          </a:p>
        </p:txBody>
      </p:sp>
      <p:sp>
        <p:nvSpPr>
          <p:cNvPr id="8" name="TextBox 7">
            <a:extLst>
              <a:ext uri="{FF2B5EF4-FFF2-40B4-BE49-F238E27FC236}">
                <a16:creationId xmlns:a16="http://schemas.microsoft.com/office/drawing/2014/main" id="{3794B180-5F4C-3311-A883-004EF5A5324C}"/>
              </a:ext>
            </a:extLst>
          </p:cNvPr>
          <p:cNvSpPr txBox="1"/>
          <p:nvPr/>
        </p:nvSpPr>
        <p:spPr>
          <a:xfrm>
            <a:off x="10532532" y="526059"/>
            <a:ext cx="1451144" cy="369332"/>
          </a:xfrm>
          <a:prstGeom prst="rect">
            <a:avLst/>
          </a:prstGeom>
          <a:noFill/>
        </p:spPr>
        <p:txBody>
          <a:bodyPr wrap="square">
            <a:spAutoFit/>
          </a:bodyPr>
          <a:lstStyle/>
          <a:p>
            <a:r>
              <a:rPr lang="en-IN" dirty="0"/>
              <a:t>Session 1</a:t>
            </a:r>
          </a:p>
        </p:txBody>
      </p:sp>
    </p:spTree>
    <p:extLst>
      <p:ext uri="{BB962C8B-B14F-4D97-AF65-F5344CB8AC3E}">
        <p14:creationId xmlns:p14="http://schemas.microsoft.com/office/powerpoint/2010/main" val="327315402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5A292AEA-2528-46C0-B426-95822B6141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D8B7B198-E4DF-43CD-AD8C-1998843237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34" name="Freeform: Shape 33">
            <a:extLst>
              <a:ext uri="{FF2B5EF4-FFF2-40B4-BE49-F238E27FC236}">
                <a16:creationId xmlns:a16="http://schemas.microsoft.com/office/drawing/2014/main" id="{2BE67753-EA0E-4819-8D22-0B6600CF7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96934" y="3984"/>
            <a:ext cx="9376632" cy="6858000"/>
          </a:xfrm>
          <a:custGeom>
            <a:avLst/>
            <a:gdLst>
              <a:gd name="connsiteX0" fmla="*/ 1691615 w 9376632"/>
              <a:gd name="connsiteY0" fmla="*/ 0 h 6858000"/>
              <a:gd name="connsiteX1" fmla="*/ 7685017 w 9376632"/>
              <a:gd name="connsiteY1" fmla="*/ 0 h 6858000"/>
              <a:gd name="connsiteX2" fmla="*/ 7840634 w 9376632"/>
              <a:gd name="connsiteY2" fmla="*/ 134799 h 6858000"/>
              <a:gd name="connsiteX3" fmla="*/ 9376632 w 9376632"/>
              <a:gd name="connsiteY3" fmla="*/ 3605175 h 6858000"/>
              <a:gd name="connsiteX4" fmla="*/ 8158692 w 9376632"/>
              <a:gd name="connsiteY4" fmla="*/ 6757493 h 6858000"/>
              <a:gd name="connsiteX5" fmla="*/ 8062868 w 9376632"/>
              <a:gd name="connsiteY5" fmla="*/ 6858000 h 6858000"/>
              <a:gd name="connsiteX6" fmla="*/ 1313765 w 9376632"/>
              <a:gd name="connsiteY6" fmla="*/ 6858000 h 6858000"/>
              <a:gd name="connsiteX7" fmla="*/ 1217940 w 9376632"/>
              <a:gd name="connsiteY7" fmla="*/ 6757493 h 6858000"/>
              <a:gd name="connsiteX8" fmla="*/ 0 w 9376632"/>
              <a:gd name="connsiteY8" fmla="*/ 3605175 h 6858000"/>
              <a:gd name="connsiteX9" fmla="*/ 1535999 w 9376632"/>
              <a:gd name="connsiteY9" fmla="*/ 13479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376632" h="6858000">
                <a:moveTo>
                  <a:pt x="1691615" y="0"/>
                </a:moveTo>
                <a:lnTo>
                  <a:pt x="7685017" y="0"/>
                </a:lnTo>
                <a:lnTo>
                  <a:pt x="7840634" y="134799"/>
                </a:lnTo>
                <a:cubicBezTo>
                  <a:pt x="8784230" y="992423"/>
                  <a:pt x="9376632" y="2229618"/>
                  <a:pt x="9376632" y="3605175"/>
                </a:cubicBezTo>
                <a:cubicBezTo>
                  <a:pt x="9376632" y="4818903"/>
                  <a:pt x="8915419" y="5924908"/>
                  <a:pt x="8158692" y="6757493"/>
                </a:cubicBezTo>
                <a:lnTo>
                  <a:pt x="8062868" y="6858000"/>
                </a:lnTo>
                <a:lnTo>
                  <a:pt x="1313765" y="6858000"/>
                </a:lnTo>
                <a:lnTo>
                  <a:pt x="1217940" y="6757493"/>
                </a:lnTo>
                <a:cubicBezTo>
                  <a:pt x="461213" y="5924908"/>
                  <a:pt x="0" y="4818903"/>
                  <a:pt x="0" y="3605175"/>
                </a:cubicBezTo>
                <a:cubicBezTo>
                  <a:pt x="0" y="2229618"/>
                  <a:pt x="592403" y="992423"/>
                  <a:pt x="1535999" y="134799"/>
                </a:cubicBezTo>
                <a:close/>
              </a:path>
            </a:pathLst>
          </a:cu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5" name="Group 34">
            <a:extLst>
              <a:ext uri="{FF2B5EF4-FFF2-40B4-BE49-F238E27FC236}">
                <a16:creationId xmlns:a16="http://schemas.microsoft.com/office/drawing/2014/main" id="{D76D63AC-0421-45EC-B383-E79A61A78C6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303402" y="3985"/>
            <a:ext cx="9772765" cy="6858000"/>
            <a:chOff x="1303402" y="36937"/>
            <a:chExt cx="9772765" cy="6858000"/>
          </a:xfrm>
          <a:solidFill>
            <a:schemeClr val="bg1">
              <a:alpha val="30000"/>
            </a:schemeClr>
          </a:solidFill>
        </p:grpSpPr>
        <p:sp>
          <p:nvSpPr>
            <p:cNvPr id="15" name="Freeform: Shape 14">
              <a:extLst>
                <a:ext uri="{FF2B5EF4-FFF2-40B4-BE49-F238E27FC236}">
                  <a16:creationId xmlns:a16="http://schemas.microsoft.com/office/drawing/2014/main" id="{B997A32E-7032-4107-9C8B-99DB59EDD5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6937"/>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Shape 15">
              <a:extLst>
                <a:ext uri="{FF2B5EF4-FFF2-40B4-BE49-F238E27FC236}">
                  <a16:creationId xmlns:a16="http://schemas.microsoft.com/office/drawing/2014/main" id="{943BB27F-1470-42CA-91FF-D94BC691C8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6937"/>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Freeform: Shape 16">
              <a:extLst>
                <a:ext uri="{FF2B5EF4-FFF2-40B4-BE49-F238E27FC236}">
                  <a16:creationId xmlns:a16="http://schemas.microsoft.com/office/drawing/2014/main" id="{E997B002-17FD-47B3-A06A-76802FE15C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6937"/>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Freeform: Shape 17">
              <a:extLst>
                <a:ext uri="{FF2B5EF4-FFF2-40B4-BE49-F238E27FC236}">
                  <a16:creationId xmlns:a16="http://schemas.microsoft.com/office/drawing/2014/main" id="{E401EA35-9D2E-43B7-860F-EBB8A6C3E0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6937"/>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Freeform: Shape 18">
              <a:extLst>
                <a:ext uri="{FF2B5EF4-FFF2-40B4-BE49-F238E27FC236}">
                  <a16:creationId xmlns:a16="http://schemas.microsoft.com/office/drawing/2014/main" id="{F8C44827-3D81-4FF9-B4A5-5650D1B20A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6937"/>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Freeform: Shape 19">
              <a:extLst>
                <a:ext uri="{FF2B5EF4-FFF2-40B4-BE49-F238E27FC236}">
                  <a16:creationId xmlns:a16="http://schemas.microsoft.com/office/drawing/2014/main" id="{F613D97F-F6DF-4D32-AD91-209A80E7A2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8320" y="36937"/>
              <a:ext cx="9767847" cy="6858000"/>
            </a:xfrm>
            <a:custGeom>
              <a:avLst/>
              <a:gdLst>
                <a:gd name="connsiteX0" fmla="*/ 7151367 w 9767847"/>
                <a:gd name="connsiteY0" fmla="*/ 0 h 6858000"/>
                <a:gd name="connsiteX1" fmla="*/ 7881247 w 9767847"/>
                <a:gd name="connsiteY1" fmla="*/ 0 h 6858000"/>
                <a:gd name="connsiteX2" fmla="*/ 7990553 w 9767847"/>
                <a:gd name="connsiteY2" fmla="*/ 81317 h 6858000"/>
                <a:gd name="connsiteX3" fmla="*/ 9767847 w 9767847"/>
                <a:gd name="connsiteY3" fmla="*/ 3649031 h 6858000"/>
                <a:gd name="connsiteX4" fmla="*/ 8652597 w 9767847"/>
                <a:gd name="connsiteY4" fmla="*/ 6590005 h 6858000"/>
                <a:gd name="connsiteX5" fmla="*/ 8395306 w 9767847"/>
                <a:gd name="connsiteY5" fmla="*/ 6858000 h 6858000"/>
                <a:gd name="connsiteX6" fmla="*/ 6762603 w 9767847"/>
                <a:gd name="connsiteY6" fmla="*/ 6858000 h 6858000"/>
                <a:gd name="connsiteX7" fmla="*/ 6765962 w 9767847"/>
                <a:gd name="connsiteY7" fmla="*/ 6854844 h 6858000"/>
                <a:gd name="connsiteX8" fmla="*/ 6804586 w 9767847"/>
                <a:gd name="connsiteY8" fmla="*/ 6817103 h 6858000"/>
                <a:gd name="connsiteX9" fmla="*/ 6881735 w 9767847"/>
                <a:gd name="connsiteY9" fmla="*/ 6741197 h 6858000"/>
                <a:gd name="connsiteX10" fmla="*/ 6958883 w 9767847"/>
                <a:gd name="connsiteY10" fmla="*/ 6664822 h 6858000"/>
                <a:gd name="connsiteX11" fmla="*/ 7267925 w 9767847"/>
                <a:gd name="connsiteY11" fmla="*/ 6355694 h 6858000"/>
                <a:gd name="connsiteX12" fmla="*/ 7424360 w 9767847"/>
                <a:gd name="connsiteY12" fmla="*/ 6200685 h 6858000"/>
                <a:gd name="connsiteX13" fmla="*/ 7504938 w 9767847"/>
                <a:gd name="connsiteY13" fmla="*/ 6122708 h 6858000"/>
                <a:gd name="connsiteX14" fmla="*/ 7546396 w 9767847"/>
                <a:gd name="connsiteY14" fmla="*/ 6083697 h 6858000"/>
                <a:gd name="connsiteX15" fmla="*/ 7588002 w 9767847"/>
                <a:gd name="connsiteY15" fmla="*/ 6045532 h 6858000"/>
                <a:gd name="connsiteX16" fmla="*/ 7631000 w 9767847"/>
                <a:gd name="connsiteY16" fmla="*/ 6006709 h 6858000"/>
                <a:gd name="connsiteX17" fmla="*/ 7675440 w 9767847"/>
                <a:gd name="connsiteY17" fmla="*/ 5968309 h 6858000"/>
                <a:gd name="connsiteX18" fmla="*/ 7720626 w 9767847"/>
                <a:gd name="connsiteY18" fmla="*/ 5930851 h 6858000"/>
                <a:gd name="connsiteX19" fmla="*/ 7766458 w 9767847"/>
                <a:gd name="connsiteY19" fmla="*/ 5894334 h 6858000"/>
                <a:gd name="connsiteX20" fmla="*/ 7955254 w 9767847"/>
                <a:gd name="connsiteY20" fmla="*/ 5756828 h 6858000"/>
                <a:gd name="connsiteX21" fmla="*/ 8352678 w 9767847"/>
                <a:gd name="connsiteY21" fmla="*/ 5517630 h 6858000"/>
                <a:gd name="connsiteX22" fmla="*/ 8451350 w 9767847"/>
                <a:gd name="connsiteY22" fmla="*/ 5465254 h 6858000"/>
                <a:gd name="connsiteX23" fmla="*/ 8548532 w 9767847"/>
                <a:gd name="connsiteY23" fmla="*/ 5413395 h 6858000"/>
                <a:gd name="connsiteX24" fmla="*/ 8729473 w 9767847"/>
                <a:gd name="connsiteY24" fmla="*/ 5309961 h 6858000"/>
                <a:gd name="connsiteX25" fmla="*/ 8770781 w 9767847"/>
                <a:gd name="connsiteY25" fmla="*/ 5283232 h 6858000"/>
                <a:gd name="connsiteX26" fmla="*/ 8790964 w 9767847"/>
                <a:gd name="connsiteY26" fmla="*/ 5269492 h 6858000"/>
                <a:gd name="connsiteX27" fmla="*/ 8810499 w 9767847"/>
                <a:gd name="connsiteY27" fmla="*/ 5255703 h 6858000"/>
                <a:gd name="connsiteX28" fmla="*/ 8883571 w 9767847"/>
                <a:gd name="connsiteY28" fmla="*/ 5198479 h 6858000"/>
                <a:gd name="connsiteX29" fmla="*/ 9006651 w 9767847"/>
                <a:gd name="connsiteY29" fmla="*/ 5070527 h 6858000"/>
                <a:gd name="connsiteX30" fmla="*/ 9033494 w 9767847"/>
                <a:gd name="connsiteY30" fmla="*/ 5034105 h 6858000"/>
                <a:gd name="connsiteX31" fmla="*/ 9040305 w 9767847"/>
                <a:gd name="connsiteY31" fmla="*/ 5024551 h 6858000"/>
                <a:gd name="connsiteX32" fmla="*/ 9046568 w 9767847"/>
                <a:gd name="connsiteY32" fmla="*/ 5015281 h 6858000"/>
                <a:gd name="connsiteX33" fmla="*/ 9058846 w 9767847"/>
                <a:gd name="connsiteY33" fmla="*/ 4996645 h 6858000"/>
                <a:gd name="connsiteX34" fmla="*/ 9104529 w 9767847"/>
                <a:gd name="connsiteY34" fmla="*/ 4918105 h 6858000"/>
                <a:gd name="connsiteX35" fmla="*/ 9181081 w 9767847"/>
                <a:gd name="connsiteY35" fmla="*/ 4744694 h 6858000"/>
                <a:gd name="connsiteX36" fmla="*/ 9240731 w 9767847"/>
                <a:gd name="connsiteY36" fmla="*/ 4557872 h 6858000"/>
                <a:gd name="connsiteX37" fmla="*/ 9265388 w 9767847"/>
                <a:gd name="connsiteY37" fmla="*/ 4461073 h 6858000"/>
                <a:gd name="connsiteX38" fmla="*/ 9276571 w 9767847"/>
                <a:gd name="connsiteY38" fmla="*/ 4411943 h 6858000"/>
                <a:gd name="connsiteX39" fmla="*/ 9281841 w 9767847"/>
                <a:gd name="connsiteY39" fmla="*/ 4387379 h 6858000"/>
                <a:gd name="connsiteX40" fmla="*/ 9286513 w 9767847"/>
                <a:gd name="connsiteY40" fmla="*/ 4364838 h 6858000"/>
                <a:gd name="connsiteX41" fmla="*/ 9296754 w 9767847"/>
                <a:gd name="connsiteY41" fmla="*/ 4312038 h 6858000"/>
                <a:gd name="connsiteX42" fmla="*/ 9301029 w 9767847"/>
                <a:gd name="connsiteY42" fmla="*/ 4289074 h 6858000"/>
                <a:gd name="connsiteX43" fmla="*/ 9302818 w 9767847"/>
                <a:gd name="connsiteY43" fmla="*/ 4278581 h 6858000"/>
                <a:gd name="connsiteX44" fmla="*/ 9304658 w 9767847"/>
                <a:gd name="connsiteY44" fmla="*/ 4266816 h 6858000"/>
                <a:gd name="connsiteX45" fmla="*/ 9312810 w 9767847"/>
                <a:gd name="connsiteY45" fmla="*/ 4215945 h 6858000"/>
                <a:gd name="connsiteX46" fmla="*/ 9316887 w 9767847"/>
                <a:gd name="connsiteY46" fmla="*/ 4190486 h 6858000"/>
                <a:gd name="connsiteX47" fmla="*/ 9318923 w 9767847"/>
                <a:gd name="connsiteY47" fmla="*/ 4177780 h 6858000"/>
                <a:gd name="connsiteX48" fmla="*/ 9320515 w 9767847"/>
                <a:gd name="connsiteY48" fmla="*/ 4164886 h 6858000"/>
                <a:gd name="connsiteX49" fmla="*/ 9332445 w 9767847"/>
                <a:gd name="connsiteY49" fmla="*/ 4064981 h 6858000"/>
                <a:gd name="connsiteX50" fmla="*/ 9336173 w 9767847"/>
                <a:gd name="connsiteY50" fmla="*/ 4018676 h 6858000"/>
                <a:gd name="connsiteX51" fmla="*/ 9340199 w 9767847"/>
                <a:gd name="connsiteY51" fmla="*/ 3965171 h 6858000"/>
                <a:gd name="connsiteX52" fmla="*/ 9347557 w 9767847"/>
                <a:gd name="connsiteY52" fmla="*/ 3765972 h 6858000"/>
                <a:gd name="connsiteX53" fmla="*/ 9346364 w 9767847"/>
                <a:gd name="connsiteY53" fmla="*/ 3664938 h 6858000"/>
                <a:gd name="connsiteX54" fmla="*/ 9344921 w 9767847"/>
                <a:gd name="connsiteY54" fmla="*/ 3615243 h 6858000"/>
                <a:gd name="connsiteX55" fmla="*/ 9344524 w 9767847"/>
                <a:gd name="connsiteY55" fmla="*/ 3603526 h 6858000"/>
                <a:gd name="connsiteX56" fmla="*/ 9343728 w 9767847"/>
                <a:gd name="connsiteY56" fmla="*/ 3590774 h 6858000"/>
                <a:gd name="connsiteX57" fmla="*/ 9342188 w 9767847"/>
                <a:gd name="connsiteY57" fmla="*/ 3565268 h 6858000"/>
                <a:gd name="connsiteX58" fmla="*/ 9339056 w 9767847"/>
                <a:gd name="connsiteY58" fmla="*/ 3514256 h 6858000"/>
                <a:gd name="connsiteX59" fmla="*/ 9334334 w 9767847"/>
                <a:gd name="connsiteY59" fmla="*/ 3463057 h 6858000"/>
                <a:gd name="connsiteX60" fmla="*/ 9329363 w 9767847"/>
                <a:gd name="connsiteY60" fmla="*/ 3411810 h 6858000"/>
                <a:gd name="connsiteX61" fmla="*/ 9328319 w 9767847"/>
                <a:gd name="connsiteY61" fmla="*/ 3400657 h 6858000"/>
                <a:gd name="connsiteX62" fmla="*/ 9327177 w 9767847"/>
                <a:gd name="connsiteY62" fmla="*/ 3390116 h 6858000"/>
                <a:gd name="connsiteX63" fmla="*/ 9324293 w 9767847"/>
                <a:gd name="connsiteY63" fmla="*/ 3366774 h 6858000"/>
                <a:gd name="connsiteX64" fmla="*/ 9320763 w 9767847"/>
                <a:gd name="connsiteY64" fmla="*/ 3340329 h 6858000"/>
                <a:gd name="connsiteX65" fmla="*/ 9317184 w 9767847"/>
                <a:gd name="connsiteY65" fmla="*/ 3311245 h 6858000"/>
                <a:gd name="connsiteX66" fmla="*/ 9311021 w 9767847"/>
                <a:gd name="connsiteY66" fmla="*/ 3266211 h 6858000"/>
                <a:gd name="connsiteX67" fmla="*/ 9302719 w 9767847"/>
                <a:gd name="connsiteY67" fmla="*/ 3215717 h 6858000"/>
                <a:gd name="connsiteX68" fmla="*/ 9293970 w 9767847"/>
                <a:gd name="connsiteY68" fmla="*/ 3165789 h 6858000"/>
                <a:gd name="connsiteX69" fmla="*/ 9252065 w 9767847"/>
                <a:gd name="connsiteY69" fmla="*/ 2967107 h 6858000"/>
                <a:gd name="connsiteX70" fmla="*/ 9227211 w 9767847"/>
                <a:gd name="connsiteY70" fmla="*/ 2868473 h 6858000"/>
                <a:gd name="connsiteX71" fmla="*/ 9220699 w 9767847"/>
                <a:gd name="connsiteY71" fmla="*/ 2844426 h 6858000"/>
                <a:gd name="connsiteX72" fmla="*/ 9213740 w 9767847"/>
                <a:gd name="connsiteY72" fmla="*/ 2820191 h 6858000"/>
                <a:gd name="connsiteX73" fmla="*/ 9199374 w 9767847"/>
                <a:gd name="connsiteY73" fmla="*/ 2771438 h 6858000"/>
                <a:gd name="connsiteX74" fmla="*/ 9061829 w 9767847"/>
                <a:gd name="connsiteY74" fmla="*/ 2385418 h 6858000"/>
                <a:gd name="connsiteX75" fmla="*/ 8978865 w 9767847"/>
                <a:gd name="connsiteY75" fmla="*/ 2196855 h 6858000"/>
                <a:gd name="connsiteX76" fmla="*/ 8956694 w 9767847"/>
                <a:gd name="connsiteY76" fmla="*/ 2150219 h 6858000"/>
                <a:gd name="connsiteX77" fmla="*/ 8934176 w 9767847"/>
                <a:gd name="connsiteY77" fmla="*/ 2103914 h 6858000"/>
                <a:gd name="connsiteX78" fmla="*/ 8887151 w 9767847"/>
                <a:gd name="connsiteY78" fmla="*/ 2011350 h 6858000"/>
                <a:gd name="connsiteX79" fmla="*/ 8787533 w 9767847"/>
                <a:gd name="connsiteY79" fmla="*/ 1828527 h 6858000"/>
                <a:gd name="connsiteX80" fmla="*/ 8761485 w 9767847"/>
                <a:gd name="connsiteY80" fmla="*/ 1783398 h 6858000"/>
                <a:gd name="connsiteX81" fmla="*/ 8734791 w 9767847"/>
                <a:gd name="connsiteY81" fmla="*/ 1737893 h 6858000"/>
                <a:gd name="connsiteX82" fmla="*/ 8680808 w 9767847"/>
                <a:gd name="connsiteY82" fmla="*/ 1648812 h 6858000"/>
                <a:gd name="connsiteX83" fmla="*/ 8567024 w 9767847"/>
                <a:gd name="connsiteY83" fmla="*/ 1472906 h 6858000"/>
                <a:gd name="connsiteX84" fmla="*/ 8537446 w 9767847"/>
                <a:gd name="connsiteY84" fmla="*/ 1429330 h 6858000"/>
                <a:gd name="connsiteX85" fmla="*/ 8507423 w 9767847"/>
                <a:gd name="connsiteY85" fmla="*/ 1385896 h 6858000"/>
                <a:gd name="connsiteX86" fmla="*/ 8446529 w 9767847"/>
                <a:gd name="connsiteY86" fmla="*/ 1300295 h 6858000"/>
                <a:gd name="connsiteX87" fmla="*/ 8319224 w 9767847"/>
                <a:gd name="connsiteY87" fmla="*/ 1131026 h 6858000"/>
                <a:gd name="connsiteX88" fmla="*/ 8286366 w 9767847"/>
                <a:gd name="connsiteY88" fmla="*/ 1089050 h 6858000"/>
                <a:gd name="connsiteX89" fmla="*/ 8270161 w 9767847"/>
                <a:gd name="connsiteY89" fmla="*/ 1068439 h 6858000"/>
                <a:gd name="connsiteX90" fmla="*/ 8253856 w 9767847"/>
                <a:gd name="connsiteY90" fmla="*/ 1048156 h 6858000"/>
                <a:gd name="connsiteX91" fmla="*/ 8186352 w 9767847"/>
                <a:gd name="connsiteY91" fmla="*/ 966275 h 6858000"/>
                <a:gd name="connsiteX92" fmla="*/ 8046768 w 9767847"/>
                <a:gd name="connsiteY92" fmla="*/ 805429 h 6858000"/>
                <a:gd name="connsiteX93" fmla="*/ 8010927 w 9767847"/>
                <a:gd name="connsiteY93" fmla="*/ 765853 h 6858000"/>
                <a:gd name="connsiteX94" fmla="*/ 7974788 w 9767847"/>
                <a:gd name="connsiteY94" fmla="*/ 726653 h 6858000"/>
                <a:gd name="connsiteX95" fmla="*/ 7901070 w 9767847"/>
                <a:gd name="connsiteY95" fmla="*/ 648724 h 6858000"/>
                <a:gd name="connsiteX96" fmla="*/ 7750054 w 9767847"/>
                <a:gd name="connsiteY96" fmla="*/ 497008 h 6858000"/>
                <a:gd name="connsiteX97" fmla="*/ 7592277 w 9767847"/>
                <a:gd name="connsiteY97" fmla="*/ 351221 h 6858000"/>
                <a:gd name="connsiteX98" fmla="*/ 7257734 w 9767847"/>
                <a:gd name="connsiteY98" fmla="*/ 76964 h 6858000"/>
                <a:gd name="connsiteX99" fmla="*/ 1886601 w 9767847"/>
                <a:gd name="connsiteY99" fmla="*/ 0 h 6858000"/>
                <a:gd name="connsiteX100" fmla="*/ 2292926 w 9767847"/>
                <a:gd name="connsiteY100" fmla="*/ 0 h 6858000"/>
                <a:gd name="connsiteX101" fmla="*/ 2135542 w 9767847"/>
                <a:gd name="connsiteY101" fmla="*/ 117781 h 6858000"/>
                <a:gd name="connsiteX102" fmla="*/ 1969576 w 9767847"/>
                <a:gd name="connsiteY102" fmla="*/ 254986 h 6858000"/>
                <a:gd name="connsiteX103" fmla="*/ 1659938 w 9767847"/>
                <a:gd name="connsiteY103" fmla="*/ 549855 h 6858000"/>
                <a:gd name="connsiteX104" fmla="*/ 729383 w 9767847"/>
                <a:gd name="connsiteY104" fmla="*/ 1936480 h 6858000"/>
                <a:gd name="connsiteX105" fmla="*/ 578465 w 9767847"/>
                <a:gd name="connsiteY105" fmla="*/ 2320807 h 6858000"/>
                <a:gd name="connsiteX106" fmla="*/ 465080 w 9767847"/>
                <a:gd name="connsiteY106" fmla="*/ 2714875 h 6858000"/>
                <a:gd name="connsiteX107" fmla="*/ 423820 w 9767847"/>
                <a:gd name="connsiteY107" fmla="*/ 2915436 h 6858000"/>
                <a:gd name="connsiteX108" fmla="*/ 392355 w 9767847"/>
                <a:gd name="connsiteY108" fmla="*/ 3118071 h 6858000"/>
                <a:gd name="connsiteX109" fmla="*/ 358801 w 9767847"/>
                <a:gd name="connsiteY109" fmla="*/ 3526915 h 6858000"/>
                <a:gd name="connsiteX110" fmla="*/ 410350 w 9767847"/>
                <a:gd name="connsiteY110" fmla="*/ 4348226 h 6858000"/>
                <a:gd name="connsiteX111" fmla="*/ 449022 w 9767847"/>
                <a:gd name="connsiteY111" fmla="*/ 4551049 h 6858000"/>
                <a:gd name="connsiteX112" fmla="*/ 498882 w 9767847"/>
                <a:gd name="connsiteY112" fmla="*/ 4752365 h 6858000"/>
                <a:gd name="connsiteX113" fmla="*/ 559775 w 9767847"/>
                <a:gd name="connsiteY113" fmla="*/ 4951657 h 6858000"/>
                <a:gd name="connsiteX114" fmla="*/ 631406 w 9767847"/>
                <a:gd name="connsiteY114" fmla="*/ 5147986 h 6858000"/>
                <a:gd name="connsiteX115" fmla="*/ 1023461 w 9767847"/>
                <a:gd name="connsiteY115" fmla="*/ 5893957 h 6858000"/>
                <a:gd name="connsiteX116" fmla="*/ 1575880 w 9767847"/>
                <a:gd name="connsiteY116" fmla="*/ 6547646 h 6858000"/>
                <a:gd name="connsiteX117" fmla="*/ 1905228 w 9767847"/>
                <a:gd name="connsiteY117" fmla="*/ 6829468 h 6858000"/>
                <a:gd name="connsiteX118" fmla="*/ 1944230 w 9767847"/>
                <a:gd name="connsiteY118" fmla="*/ 6858000 h 6858000"/>
                <a:gd name="connsiteX119" fmla="*/ 1372541 w 9767847"/>
                <a:gd name="connsiteY119" fmla="*/ 6858000 h 6858000"/>
                <a:gd name="connsiteX120" fmla="*/ 1115251 w 9767847"/>
                <a:gd name="connsiteY120" fmla="*/ 6590005 h 6858000"/>
                <a:gd name="connsiteX121" fmla="*/ 0 w 9767847"/>
                <a:gd name="connsiteY121" fmla="*/ 3649031 h 6858000"/>
                <a:gd name="connsiteX122" fmla="*/ 1777294 w 9767847"/>
                <a:gd name="connsiteY122" fmla="*/ 813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9767847" h="6858000">
                  <a:moveTo>
                    <a:pt x="7151367" y="0"/>
                  </a:moveTo>
                  <a:lnTo>
                    <a:pt x="7881247" y="0"/>
                  </a:lnTo>
                  <a:lnTo>
                    <a:pt x="7990553" y="81317"/>
                  </a:lnTo>
                  <a:cubicBezTo>
                    <a:pt x="9075991" y="929334"/>
                    <a:pt x="9767847" y="2212695"/>
                    <a:pt x="9767847" y="3649031"/>
                  </a:cubicBezTo>
                  <a:cubicBezTo>
                    <a:pt x="9767847" y="4766182"/>
                    <a:pt x="9349317" y="5790792"/>
                    <a:pt x="8652597" y="6590005"/>
                  </a:cubicBezTo>
                  <a:lnTo>
                    <a:pt x="8395306" y="6858000"/>
                  </a:lnTo>
                  <a:lnTo>
                    <a:pt x="6762603" y="6858000"/>
                  </a:lnTo>
                  <a:lnTo>
                    <a:pt x="6765962" y="6854844"/>
                  </a:lnTo>
                  <a:cubicBezTo>
                    <a:pt x="6779036" y="6842703"/>
                    <a:pt x="6791663" y="6829621"/>
                    <a:pt x="6804586" y="6817103"/>
                  </a:cubicBezTo>
                  <a:lnTo>
                    <a:pt x="6881735" y="6741197"/>
                  </a:lnTo>
                  <a:cubicBezTo>
                    <a:pt x="6907435" y="6715881"/>
                    <a:pt x="6933134" y="6690798"/>
                    <a:pt x="6958883" y="6664822"/>
                  </a:cubicBezTo>
                  <a:lnTo>
                    <a:pt x="7267925" y="6355694"/>
                  </a:lnTo>
                  <a:lnTo>
                    <a:pt x="7424360" y="6200685"/>
                  </a:lnTo>
                  <a:cubicBezTo>
                    <a:pt x="7450754" y="6174802"/>
                    <a:pt x="7477598" y="6148731"/>
                    <a:pt x="7504938" y="6122708"/>
                  </a:cubicBezTo>
                  <a:lnTo>
                    <a:pt x="7546396" y="6083697"/>
                  </a:lnTo>
                  <a:cubicBezTo>
                    <a:pt x="7560264" y="6070803"/>
                    <a:pt x="7574780" y="6057532"/>
                    <a:pt x="7588002" y="6045532"/>
                  </a:cubicBezTo>
                  <a:lnTo>
                    <a:pt x="7631000" y="6006709"/>
                  </a:lnTo>
                  <a:lnTo>
                    <a:pt x="7675440" y="5968309"/>
                  </a:lnTo>
                  <a:cubicBezTo>
                    <a:pt x="7690404" y="5955698"/>
                    <a:pt x="7705564" y="5943321"/>
                    <a:pt x="7720626" y="5930851"/>
                  </a:cubicBezTo>
                  <a:cubicBezTo>
                    <a:pt x="7735738" y="5918427"/>
                    <a:pt x="7751197" y="5906521"/>
                    <a:pt x="7766458" y="5894334"/>
                  </a:cubicBezTo>
                  <a:cubicBezTo>
                    <a:pt x="7827949" y="5846192"/>
                    <a:pt x="7890979" y="5800499"/>
                    <a:pt x="7955254" y="5756828"/>
                  </a:cubicBezTo>
                  <a:cubicBezTo>
                    <a:pt x="8083800" y="5669534"/>
                    <a:pt x="8216872" y="5590336"/>
                    <a:pt x="8352678" y="5517630"/>
                  </a:cubicBezTo>
                  <a:lnTo>
                    <a:pt x="8451350" y="5465254"/>
                  </a:lnTo>
                  <a:lnTo>
                    <a:pt x="8548532" y="5413395"/>
                  </a:lnTo>
                  <a:cubicBezTo>
                    <a:pt x="8612110" y="5379090"/>
                    <a:pt x="8673251" y="5345208"/>
                    <a:pt x="8729473" y="5309961"/>
                  </a:cubicBezTo>
                  <a:cubicBezTo>
                    <a:pt x="8743591" y="5301115"/>
                    <a:pt x="8757161" y="5292361"/>
                    <a:pt x="8770781" y="5283232"/>
                  </a:cubicBezTo>
                  <a:cubicBezTo>
                    <a:pt x="8777591" y="5278667"/>
                    <a:pt x="8784451" y="5274103"/>
                    <a:pt x="8790964" y="5269492"/>
                  </a:cubicBezTo>
                  <a:cubicBezTo>
                    <a:pt x="8797574" y="5264879"/>
                    <a:pt x="8804235" y="5260314"/>
                    <a:pt x="8810499" y="5255703"/>
                  </a:cubicBezTo>
                  <a:cubicBezTo>
                    <a:pt x="8835999" y="5237303"/>
                    <a:pt x="8860407" y="5218291"/>
                    <a:pt x="8883571" y="5198479"/>
                  </a:cubicBezTo>
                  <a:cubicBezTo>
                    <a:pt x="8929900" y="5158856"/>
                    <a:pt x="8971258" y="5116315"/>
                    <a:pt x="9006651" y="5070527"/>
                  </a:cubicBezTo>
                  <a:cubicBezTo>
                    <a:pt x="9015351" y="5059328"/>
                    <a:pt x="9024398" y="5046857"/>
                    <a:pt x="9033494" y="5034105"/>
                  </a:cubicBezTo>
                  <a:lnTo>
                    <a:pt x="9040305" y="5024551"/>
                  </a:lnTo>
                  <a:lnTo>
                    <a:pt x="9046568" y="5015281"/>
                  </a:lnTo>
                  <a:cubicBezTo>
                    <a:pt x="9050743" y="5009163"/>
                    <a:pt x="9054819" y="5002952"/>
                    <a:pt x="9058846" y="4996645"/>
                  </a:cubicBezTo>
                  <a:cubicBezTo>
                    <a:pt x="9075002" y="4971517"/>
                    <a:pt x="9090212" y="4945305"/>
                    <a:pt x="9104529" y="4918105"/>
                  </a:cubicBezTo>
                  <a:cubicBezTo>
                    <a:pt x="9133211" y="4863752"/>
                    <a:pt x="9158313" y="4805447"/>
                    <a:pt x="9181081" y="4744694"/>
                  </a:cubicBezTo>
                  <a:cubicBezTo>
                    <a:pt x="9203748" y="4684178"/>
                    <a:pt x="9223383" y="4621778"/>
                    <a:pt x="9240731" y="4557872"/>
                  </a:cubicBezTo>
                  <a:cubicBezTo>
                    <a:pt x="9249481" y="4525966"/>
                    <a:pt x="9257682" y="4493684"/>
                    <a:pt x="9265388" y="4461073"/>
                  </a:cubicBezTo>
                  <a:cubicBezTo>
                    <a:pt x="9269215" y="4444744"/>
                    <a:pt x="9272943" y="4428367"/>
                    <a:pt x="9276571" y="4411943"/>
                  </a:cubicBezTo>
                  <a:lnTo>
                    <a:pt x="9281841" y="4387379"/>
                  </a:lnTo>
                  <a:lnTo>
                    <a:pt x="9286513" y="4364838"/>
                  </a:lnTo>
                  <a:lnTo>
                    <a:pt x="9296754" y="4312038"/>
                  </a:lnTo>
                  <a:lnTo>
                    <a:pt x="9301029" y="4289074"/>
                  </a:lnTo>
                  <a:lnTo>
                    <a:pt x="9302818" y="4278581"/>
                  </a:lnTo>
                  <a:lnTo>
                    <a:pt x="9304658" y="4266816"/>
                  </a:lnTo>
                  <a:lnTo>
                    <a:pt x="9312810" y="4215945"/>
                  </a:lnTo>
                  <a:lnTo>
                    <a:pt x="9316887" y="4190486"/>
                  </a:lnTo>
                  <a:lnTo>
                    <a:pt x="9318923" y="4177780"/>
                  </a:lnTo>
                  <a:cubicBezTo>
                    <a:pt x="9319570" y="4173546"/>
                    <a:pt x="9319969" y="4169169"/>
                    <a:pt x="9320515" y="4164886"/>
                  </a:cubicBezTo>
                  <a:lnTo>
                    <a:pt x="9332445" y="4064981"/>
                  </a:lnTo>
                  <a:cubicBezTo>
                    <a:pt x="9333836" y="4052370"/>
                    <a:pt x="9334880" y="4036888"/>
                    <a:pt x="9336173" y="4018676"/>
                  </a:cubicBezTo>
                  <a:lnTo>
                    <a:pt x="9340199" y="3965171"/>
                  </a:lnTo>
                  <a:cubicBezTo>
                    <a:pt x="9345071" y="3899806"/>
                    <a:pt x="9347358" y="3832983"/>
                    <a:pt x="9347557" y="3765972"/>
                  </a:cubicBezTo>
                  <a:cubicBezTo>
                    <a:pt x="9347656" y="3732420"/>
                    <a:pt x="9347209" y="3698773"/>
                    <a:pt x="9346364" y="3664938"/>
                  </a:cubicBezTo>
                  <a:lnTo>
                    <a:pt x="9344921" y="3615243"/>
                  </a:lnTo>
                  <a:lnTo>
                    <a:pt x="9344524" y="3603526"/>
                  </a:lnTo>
                  <a:lnTo>
                    <a:pt x="9343728" y="3590774"/>
                  </a:lnTo>
                  <a:lnTo>
                    <a:pt x="9342188" y="3565268"/>
                  </a:lnTo>
                  <a:lnTo>
                    <a:pt x="9339056" y="3514256"/>
                  </a:lnTo>
                  <a:cubicBezTo>
                    <a:pt x="9337914" y="3497221"/>
                    <a:pt x="9335874" y="3480138"/>
                    <a:pt x="9334334" y="3463057"/>
                  </a:cubicBezTo>
                  <a:lnTo>
                    <a:pt x="9329363" y="3411810"/>
                  </a:lnTo>
                  <a:lnTo>
                    <a:pt x="9328319" y="3400657"/>
                  </a:lnTo>
                  <a:lnTo>
                    <a:pt x="9327177" y="3390116"/>
                  </a:lnTo>
                  <a:lnTo>
                    <a:pt x="9324293" y="3366774"/>
                  </a:lnTo>
                  <a:lnTo>
                    <a:pt x="9320763" y="3340329"/>
                  </a:lnTo>
                  <a:lnTo>
                    <a:pt x="9317184" y="3311245"/>
                  </a:lnTo>
                  <a:cubicBezTo>
                    <a:pt x="9315594" y="3296893"/>
                    <a:pt x="9313506" y="3282306"/>
                    <a:pt x="9311021" y="3266211"/>
                  </a:cubicBezTo>
                  <a:lnTo>
                    <a:pt x="9302719" y="3215717"/>
                  </a:lnTo>
                  <a:cubicBezTo>
                    <a:pt x="9299936" y="3199059"/>
                    <a:pt x="9297003" y="3182400"/>
                    <a:pt x="9293970" y="3165789"/>
                  </a:cubicBezTo>
                  <a:cubicBezTo>
                    <a:pt x="9281891" y="3099295"/>
                    <a:pt x="9267674" y="3033084"/>
                    <a:pt x="9252065" y="2967107"/>
                  </a:cubicBezTo>
                  <a:cubicBezTo>
                    <a:pt x="9244261" y="2934167"/>
                    <a:pt x="9235959" y="2901273"/>
                    <a:pt x="9227211" y="2868473"/>
                  </a:cubicBezTo>
                  <a:lnTo>
                    <a:pt x="9220699" y="2844426"/>
                  </a:lnTo>
                  <a:lnTo>
                    <a:pt x="9213740" y="2820191"/>
                  </a:lnTo>
                  <a:cubicBezTo>
                    <a:pt x="9209216" y="2804049"/>
                    <a:pt x="9204345" y="2787768"/>
                    <a:pt x="9199374" y="2771438"/>
                  </a:cubicBezTo>
                  <a:cubicBezTo>
                    <a:pt x="9159855" y="2641086"/>
                    <a:pt x="9114272" y="2512099"/>
                    <a:pt x="9061829" y="2385418"/>
                  </a:cubicBezTo>
                  <a:cubicBezTo>
                    <a:pt x="9035582" y="2322077"/>
                    <a:pt x="9008043" y="2259160"/>
                    <a:pt x="8978865" y="2196855"/>
                  </a:cubicBezTo>
                  <a:lnTo>
                    <a:pt x="8956694" y="2150219"/>
                  </a:lnTo>
                  <a:lnTo>
                    <a:pt x="8934176" y="2103914"/>
                  </a:lnTo>
                  <a:cubicBezTo>
                    <a:pt x="8918915" y="2073091"/>
                    <a:pt x="8903157" y="2042032"/>
                    <a:pt x="8887151" y="2011350"/>
                  </a:cubicBezTo>
                  <a:cubicBezTo>
                    <a:pt x="8854988" y="1949891"/>
                    <a:pt x="8822082" y="1888810"/>
                    <a:pt x="8787533" y="1828527"/>
                  </a:cubicBezTo>
                  <a:lnTo>
                    <a:pt x="8761485" y="1783398"/>
                  </a:lnTo>
                  <a:lnTo>
                    <a:pt x="8734791" y="1737893"/>
                  </a:lnTo>
                  <a:cubicBezTo>
                    <a:pt x="8717047" y="1707823"/>
                    <a:pt x="8699200" y="1678363"/>
                    <a:pt x="8680808" y="1648812"/>
                  </a:cubicBezTo>
                  <a:cubicBezTo>
                    <a:pt x="8644322" y="1589658"/>
                    <a:pt x="8606194" y="1531118"/>
                    <a:pt x="8567024" y="1472906"/>
                  </a:cubicBezTo>
                  <a:lnTo>
                    <a:pt x="8537446" y="1429330"/>
                  </a:lnTo>
                  <a:lnTo>
                    <a:pt x="8507423" y="1385896"/>
                  </a:lnTo>
                  <a:cubicBezTo>
                    <a:pt x="8487390" y="1357284"/>
                    <a:pt x="8467158" y="1328719"/>
                    <a:pt x="8446529" y="1300295"/>
                  </a:cubicBezTo>
                  <a:cubicBezTo>
                    <a:pt x="8405271" y="1243496"/>
                    <a:pt x="8362718" y="1187120"/>
                    <a:pt x="8319224" y="1131026"/>
                  </a:cubicBezTo>
                  <a:lnTo>
                    <a:pt x="8286366" y="1089050"/>
                  </a:lnTo>
                  <a:lnTo>
                    <a:pt x="8270161" y="1068439"/>
                  </a:lnTo>
                  <a:lnTo>
                    <a:pt x="8253856" y="1048156"/>
                  </a:lnTo>
                  <a:cubicBezTo>
                    <a:pt x="8231636" y="1020675"/>
                    <a:pt x="8209117" y="993381"/>
                    <a:pt x="8186352" y="966275"/>
                  </a:cubicBezTo>
                  <a:cubicBezTo>
                    <a:pt x="8140917" y="911922"/>
                    <a:pt x="8094240" y="858417"/>
                    <a:pt x="8046768" y="805429"/>
                  </a:cubicBezTo>
                  <a:lnTo>
                    <a:pt x="8010927" y="765853"/>
                  </a:lnTo>
                  <a:lnTo>
                    <a:pt x="7974788" y="726653"/>
                  </a:lnTo>
                  <a:cubicBezTo>
                    <a:pt x="7950382" y="700489"/>
                    <a:pt x="7925824" y="674465"/>
                    <a:pt x="7901070" y="648724"/>
                  </a:cubicBezTo>
                  <a:cubicBezTo>
                    <a:pt x="7851510" y="597289"/>
                    <a:pt x="7801404" y="546514"/>
                    <a:pt x="7750054" y="497008"/>
                  </a:cubicBezTo>
                  <a:cubicBezTo>
                    <a:pt x="7698902" y="447644"/>
                    <a:pt x="7645913" y="398938"/>
                    <a:pt x="7592277" y="351221"/>
                  </a:cubicBezTo>
                  <a:cubicBezTo>
                    <a:pt x="7484856" y="255786"/>
                    <a:pt x="7373308" y="164304"/>
                    <a:pt x="7257734" y="76964"/>
                  </a:cubicBezTo>
                  <a:close/>
                  <a:moveTo>
                    <a:pt x="1886601" y="0"/>
                  </a:moveTo>
                  <a:lnTo>
                    <a:pt x="2292926" y="0"/>
                  </a:lnTo>
                  <a:lnTo>
                    <a:pt x="2135542" y="117781"/>
                  </a:lnTo>
                  <a:cubicBezTo>
                    <a:pt x="2078998" y="162280"/>
                    <a:pt x="2023659" y="208045"/>
                    <a:pt x="1969576" y="254986"/>
                  </a:cubicBezTo>
                  <a:cubicBezTo>
                    <a:pt x="1861309" y="348820"/>
                    <a:pt x="1758064" y="447314"/>
                    <a:pt x="1659938" y="549855"/>
                  </a:cubicBezTo>
                  <a:cubicBezTo>
                    <a:pt x="1266987" y="960346"/>
                    <a:pt x="953820" y="1431495"/>
                    <a:pt x="729383" y="1936480"/>
                  </a:cubicBezTo>
                  <a:cubicBezTo>
                    <a:pt x="673260" y="2062362"/>
                    <a:pt x="622855" y="2190972"/>
                    <a:pt x="578465" y="2320807"/>
                  </a:cubicBezTo>
                  <a:cubicBezTo>
                    <a:pt x="534125" y="2450687"/>
                    <a:pt x="496147" y="2582216"/>
                    <a:pt x="465080" y="2714875"/>
                  </a:cubicBezTo>
                  <a:cubicBezTo>
                    <a:pt x="449769" y="2780991"/>
                    <a:pt x="435850" y="2848191"/>
                    <a:pt x="423820" y="2915436"/>
                  </a:cubicBezTo>
                  <a:cubicBezTo>
                    <a:pt x="411840" y="2982731"/>
                    <a:pt x="401054" y="3050260"/>
                    <a:pt x="392355" y="3118071"/>
                  </a:cubicBezTo>
                  <a:cubicBezTo>
                    <a:pt x="374509" y="3253646"/>
                    <a:pt x="363424" y="3389880"/>
                    <a:pt x="358801" y="3526915"/>
                  </a:cubicBezTo>
                  <a:cubicBezTo>
                    <a:pt x="349009" y="3800843"/>
                    <a:pt x="366357" y="4075570"/>
                    <a:pt x="410350" y="4348226"/>
                  </a:cubicBezTo>
                  <a:cubicBezTo>
                    <a:pt x="421286" y="4416132"/>
                    <a:pt x="434209" y="4483660"/>
                    <a:pt x="449022" y="4551049"/>
                  </a:cubicBezTo>
                  <a:cubicBezTo>
                    <a:pt x="463737" y="4618436"/>
                    <a:pt x="480389" y="4685588"/>
                    <a:pt x="498882" y="4752365"/>
                  </a:cubicBezTo>
                  <a:cubicBezTo>
                    <a:pt x="517373" y="4819141"/>
                    <a:pt x="537704" y="4885635"/>
                    <a:pt x="559775" y="4951657"/>
                  </a:cubicBezTo>
                  <a:cubicBezTo>
                    <a:pt x="581946" y="5017775"/>
                    <a:pt x="605358" y="5083375"/>
                    <a:pt x="631406" y="5147986"/>
                  </a:cubicBezTo>
                  <a:cubicBezTo>
                    <a:pt x="734055" y="5407608"/>
                    <a:pt x="865188" y="5658570"/>
                    <a:pt x="1023461" y="5893957"/>
                  </a:cubicBezTo>
                  <a:cubicBezTo>
                    <a:pt x="1181487" y="6129578"/>
                    <a:pt x="1367051" y="6349247"/>
                    <a:pt x="1575880" y="6547646"/>
                  </a:cubicBezTo>
                  <a:cubicBezTo>
                    <a:pt x="1680269" y="6646916"/>
                    <a:pt x="1790338" y="6740939"/>
                    <a:pt x="1905228" y="6829468"/>
                  </a:cubicBezTo>
                  <a:lnTo>
                    <a:pt x="1944230" y="6858000"/>
                  </a:lnTo>
                  <a:lnTo>
                    <a:pt x="1372541" y="6858000"/>
                  </a:lnTo>
                  <a:lnTo>
                    <a:pt x="1115251" y="6590005"/>
                  </a:lnTo>
                  <a:cubicBezTo>
                    <a:pt x="418530" y="5790792"/>
                    <a:pt x="0" y="4766182"/>
                    <a:pt x="0" y="3649031"/>
                  </a:cubicBezTo>
                  <a:cubicBezTo>
                    <a:pt x="0" y="2212695"/>
                    <a:pt x="691856" y="929334"/>
                    <a:pt x="1777294" y="81317"/>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1" name="Freeform: Shape 20">
              <a:extLst>
                <a:ext uri="{FF2B5EF4-FFF2-40B4-BE49-F238E27FC236}">
                  <a16:creationId xmlns:a16="http://schemas.microsoft.com/office/drawing/2014/main" id="{82B0ED5C-927D-4C5F-8F27-1B403820B9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3402" y="36937"/>
              <a:ext cx="9767847" cy="6858000"/>
            </a:xfrm>
            <a:custGeom>
              <a:avLst/>
              <a:gdLst>
                <a:gd name="connsiteX0" fmla="*/ 7145704 w 9767847"/>
                <a:gd name="connsiteY0" fmla="*/ 0 h 6858000"/>
                <a:gd name="connsiteX1" fmla="*/ 7875738 w 9767847"/>
                <a:gd name="connsiteY1" fmla="*/ 0 h 6858000"/>
                <a:gd name="connsiteX2" fmla="*/ 7990553 w 9767847"/>
                <a:gd name="connsiteY2" fmla="*/ 85415 h 6858000"/>
                <a:gd name="connsiteX3" fmla="*/ 9767847 w 9767847"/>
                <a:gd name="connsiteY3" fmla="*/ 3653129 h 6858000"/>
                <a:gd name="connsiteX4" fmla="*/ 8652597 w 9767847"/>
                <a:gd name="connsiteY4" fmla="*/ 6594103 h 6858000"/>
                <a:gd name="connsiteX5" fmla="*/ 8399240 w 9767847"/>
                <a:gd name="connsiteY5" fmla="*/ 6858000 h 6858000"/>
                <a:gd name="connsiteX6" fmla="*/ 6766926 w 9767847"/>
                <a:gd name="connsiteY6" fmla="*/ 6858000 h 6858000"/>
                <a:gd name="connsiteX7" fmla="*/ 6804586 w 9767847"/>
                <a:gd name="connsiteY7" fmla="*/ 6821201 h 6858000"/>
                <a:gd name="connsiteX8" fmla="*/ 6881735 w 9767847"/>
                <a:gd name="connsiteY8" fmla="*/ 6745295 h 6858000"/>
                <a:gd name="connsiteX9" fmla="*/ 6958883 w 9767847"/>
                <a:gd name="connsiteY9" fmla="*/ 6668920 h 6858000"/>
                <a:gd name="connsiteX10" fmla="*/ 7267925 w 9767847"/>
                <a:gd name="connsiteY10" fmla="*/ 6359792 h 6858000"/>
                <a:gd name="connsiteX11" fmla="*/ 7424360 w 9767847"/>
                <a:gd name="connsiteY11" fmla="*/ 6204783 h 6858000"/>
                <a:gd name="connsiteX12" fmla="*/ 7504938 w 9767847"/>
                <a:gd name="connsiteY12" fmla="*/ 6126806 h 6858000"/>
                <a:gd name="connsiteX13" fmla="*/ 7546396 w 9767847"/>
                <a:gd name="connsiteY13" fmla="*/ 6087795 h 6858000"/>
                <a:gd name="connsiteX14" fmla="*/ 7588002 w 9767847"/>
                <a:gd name="connsiteY14" fmla="*/ 6049630 h 6858000"/>
                <a:gd name="connsiteX15" fmla="*/ 7631000 w 9767847"/>
                <a:gd name="connsiteY15" fmla="*/ 6010807 h 6858000"/>
                <a:gd name="connsiteX16" fmla="*/ 7675440 w 9767847"/>
                <a:gd name="connsiteY16" fmla="*/ 5972407 h 6858000"/>
                <a:gd name="connsiteX17" fmla="*/ 7720626 w 9767847"/>
                <a:gd name="connsiteY17" fmla="*/ 5934949 h 6858000"/>
                <a:gd name="connsiteX18" fmla="*/ 7766458 w 9767847"/>
                <a:gd name="connsiteY18" fmla="*/ 5898432 h 6858000"/>
                <a:gd name="connsiteX19" fmla="*/ 7955254 w 9767847"/>
                <a:gd name="connsiteY19" fmla="*/ 5760926 h 6858000"/>
                <a:gd name="connsiteX20" fmla="*/ 8352678 w 9767847"/>
                <a:gd name="connsiteY20" fmla="*/ 5521728 h 6858000"/>
                <a:gd name="connsiteX21" fmla="*/ 8451350 w 9767847"/>
                <a:gd name="connsiteY21" fmla="*/ 5469352 h 6858000"/>
                <a:gd name="connsiteX22" fmla="*/ 8548532 w 9767847"/>
                <a:gd name="connsiteY22" fmla="*/ 5417493 h 6858000"/>
                <a:gd name="connsiteX23" fmla="*/ 8729473 w 9767847"/>
                <a:gd name="connsiteY23" fmla="*/ 5314059 h 6858000"/>
                <a:gd name="connsiteX24" fmla="*/ 8770781 w 9767847"/>
                <a:gd name="connsiteY24" fmla="*/ 5287330 h 6858000"/>
                <a:gd name="connsiteX25" fmla="*/ 8790964 w 9767847"/>
                <a:gd name="connsiteY25" fmla="*/ 5273590 h 6858000"/>
                <a:gd name="connsiteX26" fmla="*/ 8810499 w 9767847"/>
                <a:gd name="connsiteY26" fmla="*/ 5259801 h 6858000"/>
                <a:gd name="connsiteX27" fmla="*/ 8883571 w 9767847"/>
                <a:gd name="connsiteY27" fmla="*/ 5202577 h 6858000"/>
                <a:gd name="connsiteX28" fmla="*/ 9006651 w 9767847"/>
                <a:gd name="connsiteY28" fmla="*/ 5074625 h 6858000"/>
                <a:gd name="connsiteX29" fmla="*/ 9033494 w 9767847"/>
                <a:gd name="connsiteY29" fmla="*/ 5038203 h 6858000"/>
                <a:gd name="connsiteX30" fmla="*/ 9040305 w 9767847"/>
                <a:gd name="connsiteY30" fmla="*/ 5028649 h 6858000"/>
                <a:gd name="connsiteX31" fmla="*/ 9046568 w 9767847"/>
                <a:gd name="connsiteY31" fmla="*/ 5019379 h 6858000"/>
                <a:gd name="connsiteX32" fmla="*/ 9058846 w 9767847"/>
                <a:gd name="connsiteY32" fmla="*/ 5000743 h 6858000"/>
                <a:gd name="connsiteX33" fmla="*/ 9104529 w 9767847"/>
                <a:gd name="connsiteY33" fmla="*/ 4922203 h 6858000"/>
                <a:gd name="connsiteX34" fmla="*/ 9181081 w 9767847"/>
                <a:gd name="connsiteY34" fmla="*/ 4748792 h 6858000"/>
                <a:gd name="connsiteX35" fmla="*/ 9240731 w 9767847"/>
                <a:gd name="connsiteY35" fmla="*/ 4561970 h 6858000"/>
                <a:gd name="connsiteX36" fmla="*/ 9265388 w 9767847"/>
                <a:gd name="connsiteY36" fmla="*/ 4465171 h 6858000"/>
                <a:gd name="connsiteX37" fmla="*/ 9276571 w 9767847"/>
                <a:gd name="connsiteY37" fmla="*/ 4416041 h 6858000"/>
                <a:gd name="connsiteX38" fmla="*/ 9281841 w 9767847"/>
                <a:gd name="connsiteY38" fmla="*/ 4391477 h 6858000"/>
                <a:gd name="connsiteX39" fmla="*/ 9286513 w 9767847"/>
                <a:gd name="connsiteY39" fmla="*/ 4368936 h 6858000"/>
                <a:gd name="connsiteX40" fmla="*/ 9296754 w 9767847"/>
                <a:gd name="connsiteY40" fmla="*/ 4316136 h 6858000"/>
                <a:gd name="connsiteX41" fmla="*/ 9301029 w 9767847"/>
                <a:gd name="connsiteY41" fmla="*/ 4293172 h 6858000"/>
                <a:gd name="connsiteX42" fmla="*/ 9302818 w 9767847"/>
                <a:gd name="connsiteY42" fmla="*/ 4282679 h 6858000"/>
                <a:gd name="connsiteX43" fmla="*/ 9304658 w 9767847"/>
                <a:gd name="connsiteY43" fmla="*/ 4270914 h 6858000"/>
                <a:gd name="connsiteX44" fmla="*/ 9312810 w 9767847"/>
                <a:gd name="connsiteY44" fmla="*/ 4220043 h 6858000"/>
                <a:gd name="connsiteX45" fmla="*/ 9316887 w 9767847"/>
                <a:gd name="connsiteY45" fmla="*/ 4194584 h 6858000"/>
                <a:gd name="connsiteX46" fmla="*/ 9318923 w 9767847"/>
                <a:gd name="connsiteY46" fmla="*/ 4181878 h 6858000"/>
                <a:gd name="connsiteX47" fmla="*/ 9320515 w 9767847"/>
                <a:gd name="connsiteY47" fmla="*/ 4168984 h 6858000"/>
                <a:gd name="connsiteX48" fmla="*/ 9332445 w 9767847"/>
                <a:gd name="connsiteY48" fmla="*/ 4069079 h 6858000"/>
                <a:gd name="connsiteX49" fmla="*/ 9336173 w 9767847"/>
                <a:gd name="connsiteY49" fmla="*/ 4022774 h 6858000"/>
                <a:gd name="connsiteX50" fmla="*/ 9340199 w 9767847"/>
                <a:gd name="connsiteY50" fmla="*/ 3969269 h 6858000"/>
                <a:gd name="connsiteX51" fmla="*/ 9347557 w 9767847"/>
                <a:gd name="connsiteY51" fmla="*/ 3770070 h 6858000"/>
                <a:gd name="connsiteX52" fmla="*/ 9346364 w 9767847"/>
                <a:gd name="connsiteY52" fmla="*/ 3669036 h 6858000"/>
                <a:gd name="connsiteX53" fmla="*/ 9344921 w 9767847"/>
                <a:gd name="connsiteY53" fmla="*/ 3619341 h 6858000"/>
                <a:gd name="connsiteX54" fmla="*/ 9344524 w 9767847"/>
                <a:gd name="connsiteY54" fmla="*/ 3607624 h 6858000"/>
                <a:gd name="connsiteX55" fmla="*/ 9343728 w 9767847"/>
                <a:gd name="connsiteY55" fmla="*/ 3594872 h 6858000"/>
                <a:gd name="connsiteX56" fmla="*/ 9342188 w 9767847"/>
                <a:gd name="connsiteY56" fmla="*/ 3569366 h 6858000"/>
                <a:gd name="connsiteX57" fmla="*/ 9339056 w 9767847"/>
                <a:gd name="connsiteY57" fmla="*/ 3518354 h 6858000"/>
                <a:gd name="connsiteX58" fmla="*/ 9334334 w 9767847"/>
                <a:gd name="connsiteY58" fmla="*/ 3467155 h 6858000"/>
                <a:gd name="connsiteX59" fmla="*/ 9329363 w 9767847"/>
                <a:gd name="connsiteY59" fmla="*/ 3415908 h 6858000"/>
                <a:gd name="connsiteX60" fmla="*/ 9328319 w 9767847"/>
                <a:gd name="connsiteY60" fmla="*/ 3404755 h 6858000"/>
                <a:gd name="connsiteX61" fmla="*/ 9327177 w 9767847"/>
                <a:gd name="connsiteY61" fmla="*/ 3394214 h 6858000"/>
                <a:gd name="connsiteX62" fmla="*/ 9324293 w 9767847"/>
                <a:gd name="connsiteY62" fmla="*/ 3370872 h 6858000"/>
                <a:gd name="connsiteX63" fmla="*/ 9320763 w 9767847"/>
                <a:gd name="connsiteY63" fmla="*/ 3344427 h 6858000"/>
                <a:gd name="connsiteX64" fmla="*/ 9317184 w 9767847"/>
                <a:gd name="connsiteY64" fmla="*/ 3315343 h 6858000"/>
                <a:gd name="connsiteX65" fmla="*/ 9311021 w 9767847"/>
                <a:gd name="connsiteY65" fmla="*/ 3270309 h 6858000"/>
                <a:gd name="connsiteX66" fmla="*/ 9302719 w 9767847"/>
                <a:gd name="connsiteY66" fmla="*/ 3219815 h 6858000"/>
                <a:gd name="connsiteX67" fmla="*/ 9293970 w 9767847"/>
                <a:gd name="connsiteY67" fmla="*/ 3169887 h 6858000"/>
                <a:gd name="connsiteX68" fmla="*/ 9252065 w 9767847"/>
                <a:gd name="connsiteY68" fmla="*/ 2971205 h 6858000"/>
                <a:gd name="connsiteX69" fmla="*/ 9227211 w 9767847"/>
                <a:gd name="connsiteY69" fmla="*/ 2872571 h 6858000"/>
                <a:gd name="connsiteX70" fmla="*/ 9220699 w 9767847"/>
                <a:gd name="connsiteY70" fmla="*/ 2848524 h 6858000"/>
                <a:gd name="connsiteX71" fmla="*/ 9213740 w 9767847"/>
                <a:gd name="connsiteY71" fmla="*/ 2824289 h 6858000"/>
                <a:gd name="connsiteX72" fmla="*/ 9199374 w 9767847"/>
                <a:gd name="connsiteY72" fmla="*/ 2775536 h 6858000"/>
                <a:gd name="connsiteX73" fmla="*/ 9061829 w 9767847"/>
                <a:gd name="connsiteY73" fmla="*/ 2389515 h 6858000"/>
                <a:gd name="connsiteX74" fmla="*/ 8978865 w 9767847"/>
                <a:gd name="connsiteY74" fmla="*/ 2200953 h 6858000"/>
                <a:gd name="connsiteX75" fmla="*/ 8956694 w 9767847"/>
                <a:gd name="connsiteY75" fmla="*/ 2154317 h 6858000"/>
                <a:gd name="connsiteX76" fmla="*/ 8934176 w 9767847"/>
                <a:gd name="connsiteY76" fmla="*/ 2108012 h 6858000"/>
                <a:gd name="connsiteX77" fmla="*/ 8887151 w 9767847"/>
                <a:gd name="connsiteY77" fmla="*/ 2015448 h 6858000"/>
                <a:gd name="connsiteX78" fmla="*/ 8787533 w 9767847"/>
                <a:gd name="connsiteY78" fmla="*/ 1832625 h 6858000"/>
                <a:gd name="connsiteX79" fmla="*/ 8761485 w 9767847"/>
                <a:gd name="connsiteY79" fmla="*/ 1787496 h 6858000"/>
                <a:gd name="connsiteX80" fmla="*/ 8734791 w 9767847"/>
                <a:gd name="connsiteY80" fmla="*/ 1741991 h 6858000"/>
                <a:gd name="connsiteX81" fmla="*/ 8680808 w 9767847"/>
                <a:gd name="connsiteY81" fmla="*/ 1652910 h 6858000"/>
                <a:gd name="connsiteX82" fmla="*/ 8567024 w 9767847"/>
                <a:gd name="connsiteY82" fmla="*/ 1477004 h 6858000"/>
                <a:gd name="connsiteX83" fmla="*/ 8537446 w 9767847"/>
                <a:gd name="connsiteY83" fmla="*/ 1433428 h 6858000"/>
                <a:gd name="connsiteX84" fmla="*/ 8507423 w 9767847"/>
                <a:gd name="connsiteY84" fmla="*/ 1389994 h 6858000"/>
                <a:gd name="connsiteX85" fmla="*/ 8446529 w 9767847"/>
                <a:gd name="connsiteY85" fmla="*/ 1304393 h 6858000"/>
                <a:gd name="connsiteX86" fmla="*/ 8319224 w 9767847"/>
                <a:gd name="connsiteY86" fmla="*/ 1135124 h 6858000"/>
                <a:gd name="connsiteX87" fmla="*/ 8286366 w 9767847"/>
                <a:gd name="connsiteY87" fmla="*/ 1093148 h 6858000"/>
                <a:gd name="connsiteX88" fmla="*/ 8270161 w 9767847"/>
                <a:gd name="connsiteY88" fmla="*/ 1072538 h 6858000"/>
                <a:gd name="connsiteX89" fmla="*/ 8253856 w 9767847"/>
                <a:gd name="connsiteY89" fmla="*/ 1052254 h 6858000"/>
                <a:gd name="connsiteX90" fmla="*/ 8186352 w 9767847"/>
                <a:gd name="connsiteY90" fmla="*/ 970373 h 6858000"/>
                <a:gd name="connsiteX91" fmla="*/ 8046768 w 9767847"/>
                <a:gd name="connsiteY91" fmla="*/ 809527 h 6858000"/>
                <a:gd name="connsiteX92" fmla="*/ 8010927 w 9767847"/>
                <a:gd name="connsiteY92" fmla="*/ 769951 h 6858000"/>
                <a:gd name="connsiteX93" fmla="*/ 7974788 w 9767847"/>
                <a:gd name="connsiteY93" fmla="*/ 730751 h 6858000"/>
                <a:gd name="connsiteX94" fmla="*/ 7901070 w 9767847"/>
                <a:gd name="connsiteY94" fmla="*/ 652823 h 6858000"/>
                <a:gd name="connsiteX95" fmla="*/ 7750054 w 9767847"/>
                <a:gd name="connsiteY95" fmla="*/ 501106 h 6858000"/>
                <a:gd name="connsiteX96" fmla="*/ 7592277 w 9767847"/>
                <a:gd name="connsiteY96" fmla="*/ 355319 h 6858000"/>
                <a:gd name="connsiteX97" fmla="*/ 7257734 w 9767847"/>
                <a:gd name="connsiteY97" fmla="*/ 81062 h 6858000"/>
                <a:gd name="connsiteX98" fmla="*/ 1892109 w 9767847"/>
                <a:gd name="connsiteY98" fmla="*/ 0 h 6858000"/>
                <a:gd name="connsiteX99" fmla="*/ 2298402 w 9767847"/>
                <a:gd name="connsiteY99" fmla="*/ 0 h 6858000"/>
                <a:gd name="connsiteX100" fmla="*/ 2135542 w 9767847"/>
                <a:gd name="connsiteY100" fmla="*/ 121879 h 6858000"/>
                <a:gd name="connsiteX101" fmla="*/ 1969576 w 9767847"/>
                <a:gd name="connsiteY101" fmla="*/ 259084 h 6858000"/>
                <a:gd name="connsiteX102" fmla="*/ 1659938 w 9767847"/>
                <a:gd name="connsiteY102" fmla="*/ 553953 h 6858000"/>
                <a:gd name="connsiteX103" fmla="*/ 729383 w 9767847"/>
                <a:gd name="connsiteY103" fmla="*/ 1940578 h 6858000"/>
                <a:gd name="connsiteX104" fmla="*/ 578465 w 9767847"/>
                <a:gd name="connsiteY104" fmla="*/ 2324905 h 6858000"/>
                <a:gd name="connsiteX105" fmla="*/ 465080 w 9767847"/>
                <a:gd name="connsiteY105" fmla="*/ 2718973 h 6858000"/>
                <a:gd name="connsiteX106" fmla="*/ 423820 w 9767847"/>
                <a:gd name="connsiteY106" fmla="*/ 2919535 h 6858000"/>
                <a:gd name="connsiteX107" fmla="*/ 392355 w 9767847"/>
                <a:gd name="connsiteY107" fmla="*/ 3122169 h 6858000"/>
                <a:gd name="connsiteX108" fmla="*/ 358801 w 9767847"/>
                <a:gd name="connsiteY108" fmla="*/ 3531013 h 6858000"/>
                <a:gd name="connsiteX109" fmla="*/ 410350 w 9767847"/>
                <a:gd name="connsiteY109" fmla="*/ 4352324 h 6858000"/>
                <a:gd name="connsiteX110" fmla="*/ 449022 w 9767847"/>
                <a:gd name="connsiteY110" fmla="*/ 4555147 h 6858000"/>
                <a:gd name="connsiteX111" fmla="*/ 498882 w 9767847"/>
                <a:gd name="connsiteY111" fmla="*/ 4756463 h 6858000"/>
                <a:gd name="connsiteX112" fmla="*/ 559775 w 9767847"/>
                <a:gd name="connsiteY112" fmla="*/ 4955755 h 6858000"/>
                <a:gd name="connsiteX113" fmla="*/ 631406 w 9767847"/>
                <a:gd name="connsiteY113" fmla="*/ 5152084 h 6858000"/>
                <a:gd name="connsiteX114" fmla="*/ 1023461 w 9767847"/>
                <a:gd name="connsiteY114" fmla="*/ 5898055 h 6858000"/>
                <a:gd name="connsiteX115" fmla="*/ 1575880 w 9767847"/>
                <a:gd name="connsiteY115" fmla="*/ 6551744 h 6858000"/>
                <a:gd name="connsiteX116" fmla="*/ 1905228 w 9767847"/>
                <a:gd name="connsiteY116" fmla="*/ 6833566 h 6858000"/>
                <a:gd name="connsiteX117" fmla="*/ 1938629 w 9767847"/>
                <a:gd name="connsiteY117" fmla="*/ 6858000 h 6858000"/>
                <a:gd name="connsiteX118" fmla="*/ 1368607 w 9767847"/>
                <a:gd name="connsiteY118" fmla="*/ 6858000 h 6858000"/>
                <a:gd name="connsiteX119" fmla="*/ 1115251 w 9767847"/>
                <a:gd name="connsiteY119" fmla="*/ 6594103 h 6858000"/>
                <a:gd name="connsiteX120" fmla="*/ 0 w 9767847"/>
                <a:gd name="connsiteY120" fmla="*/ 3653129 h 6858000"/>
                <a:gd name="connsiteX121" fmla="*/ 1777294 w 9767847"/>
                <a:gd name="connsiteY121" fmla="*/ 854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9767847" h="6858000">
                  <a:moveTo>
                    <a:pt x="7145704" y="0"/>
                  </a:moveTo>
                  <a:lnTo>
                    <a:pt x="7875738" y="0"/>
                  </a:lnTo>
                  <a:lnTo>
                    <a:pt x="7990553" y="85415"/>
                  </a:lnTo>
                  <a:cubicBezTo>
                    <a:pt x="9075991" y="933432"/>
                    <a:pt x="9767847" y="2216793"/>
                    <a:pt x="9767847" y="3653129"/>
                  </a:cubicBezTo>
                  <a:cubicBezTo>
                    <a:pt x="9767847" y="4770280"/>
                    <a:pt x="9349317" y="5794890"/>
                    <a:pt x="8652597" y="6594103"/>
                  </a:cubicBezTo>
                  <a:lnTo>
                    <a:pt x="8399240" y="6858000"/>
                  </a:lnTo>
                  <a:lnTo>
                    <a:pt x="6766926" y="6858000"/>
                  </a:lnTo>
                  <a:lnTo>
                    <a:pt x="6804586" y="6821201"/>
                  </a:lnTo>
                  <a:lnTo>
                    <a:pt x="6881735" y="6745295"/>
                  </a:lnTo>
                  <a:cubicBezTo>
                    <a:pt x="6907435" y="6719979"/>
                    <a:pt x="6933134" y="6694896"/>
                    <a:pt x="6958883" y="6668920"/>
                  </a:cubicBezTo>
                  <a:lnTo>
                    <a:pt x="7267925" y="6359792"/>
                  </a:lnTo>
                  <a:lnTo>
                    <a:pt x="7424360" y="6204783"/>
                  </a:lnTo>
                  <a:cubicBezTo>
                    <a:pt x="7450754" y="6178900"/>
                    <a:pt x="7477598" y="6152829"/>
                    <a:pt x="7504938" y="6126806"/>
                  </a:cubicBezTo>
                  <a:lnTo>
                    <a:pt x="7546396" y="6087795"/>
                  </a:lnTo>
                  <a:cubicBezTo>
                    <a:pt x="7560264" y="6074901"/>
                    <a:pt x="7574780" y="6061630"/>
                    <a:pt x="7588002" y="6049630"/>
                  </a:cubicBezTo>
                  <a:lnTo>
                    <a:pt x="7631000" y="6010807"/>
                  </a:lnTo>
                  <a:lnTo>
                    <a:pt x="7675440" y="5972407"/>
                  </a:lnTo>
                  <a:cubicBezTo>
                    <a:pt x="7690404" y="5959796"/>
                    <a:pt x="7705564" y="5947419"/>
                    <a:pt x="7720626" y="5934949"/>
                  </a:cubicBezTo>
                  <a:cubicBezTo>
                    <a:pt x="7735738" y="5922525"/>
                    <a:pt x="7751197" y="5910619"/>
                    <a:pt x="7766458" y="5898432"/>
                  </a:cubicBezTo>
                  <a:cubicBezTo>
                    <a:pt x="7827949" y="5850290"/>
                    <a:pt x="7890979" y="5804597"/>
                    <a:pt x="7955254" y="5760926"/>
                  </a:cubicBezTo>
                  <a:cubicBezTo>
                    <a:pt x="8083800" y="5673632"/>
                    <a:pt x="8216872" y="5594434"/>
                    <a:pt x="8352678" y="5521728"/>
                  </a:cubicBezTo>
                  <a:lnTo>
                    <a:pt x="8451350" y="5469352"/>
                  </a:lnTo>
                  <a:lnTo>
                    <a:pt x="8548532" y="5417493"/>
                  </a:lnTo>
                  <a:cubicBezTo>
                    <a:pt x="8612110" y="5383188"/>
                    <a:pt x="8673251" y="5349306"/>
                    <a:pt x="8729473" y="5314059"/>
                  </a:cubicBezTo>
                  <a:cubicBezTo>
                    <a:pt x="8743591" y="5305213"/>
                    <a:pt x="8757161" y="5296459"/>
                    <a:pt x="8770781" y="5287330"/>
                  </a:cubicBezTo>
                  <a:cubicBezTo>
                    <a:pt x="8777591" y="5282765"/>
                    <a:pt x="8784451" y="5278201"/>
                    <a:pt x="8790964" y="5273590"/>
                  </a:cubicBezTo>
                  <a:cubicBezTo>
                    <a:pt x="8797574" y="5268977"/>
                    <a:pt x="8804235" y="5264412"/>
                    <a:pt x="8810499" y="5259801"/>
                  </a:cubicBezTo>
                  <a:cubicBezTo>
                    <a:pt x="8835999" y="5241401"/>
                    <a:pt x="8860407" y="5222389"/>
                    <a:pt x="8883571" y="5202577"/>
                  </a:cubicBezTo>
                  <a:cubicBezTo>
                    <a:pt x="8929900" y="5162954"/>
                    <a:pt x="8971258" y="5120413"/>
                    <a:pt x="9006651" y="5074625"/>
                  </a:cubicBezTo>
                  <a:cubicBezTo>
                    <a:pt x="9015351" y="5063426"/>
                    <a:pt x="9024398" y="5050955"/>
                    <a:pt x="9033494" y="5038203"/>
                  </a:cubicBezTo>
                  <a:lnTo>
                    <a:pt x="9040305" y="5028649"/>
                  </a:lnTo>
                  <a:lnTo>
                    <a:pt x="9046568" y="5019379"/>
                  </a:lnTo>
                  <a:cubicBezTo>
                    <a:pt x="9050743" y="5013261"/>
                    <a:pt x="9054819" y="5007050"/>
                    <a:pt x="9058846" y="5000743"/>
                  </a:cubicBezTo>
                  <a:cubicBezTo>
                    <a:pt x="9075002" y="4975615"/>
                    <a:pt x="9090212" y="4949403"/>
                    <a:pt x="9104529" y="4922203"/>
                  </a:cubicBezTo>
                  <a:cubicBezTo>
                    <a:pt x="9133211" y="4867850"/>
                    <a:pt x="9158313" y="4809545"/>
                    <a:pt x="9181081" y="4748792"/>
                  </a:cubicBezTo>
                  <a:cubicBezTo>
                    <a:pt x="9203748" y="4688276"/>
                    <a:pt x="9223383" y="4625876"/>
                    <a:pt x="9240731" y="4561970"/>
                  </a:cubicBezTo>
                  <a:cubicBezTo>
                    <a:pt x="9249481" y="4530064"/>
                    <a:pt x="9257682" y="4497782"/>
                    <a:pt x="9265388" y="4465171"/>
                  </a:cubicBezTo>
                  <a:cubicBezTo>
                    <a:pt x="9269215" y="4448842"/>
                    <a:pt x="9272943" y="4432465"/>
                    <a:pt x="9276571" y="4416041"/>
                  </a:cubicBezTo>
                  <a:lnTo>
                    <a:pt x="9281841" y="4391477"/>
                  </a:lnTo>
                  <a:lnTo>
                    <a:pt x="9286513" y="4368936"/>
                  </a:lnTo>
                  <a:lnTo>
                    <a:pt x="9296754" y="4316136"/>
                  </a:lnTo>
                  <a:lnTo>
                    <a:pt x="9301029" y="4293172"/>
                  </a:lnTo>
                  <a:lnTo>
                    <a:pt x="9302818" y="4282679"/>
                  </a:lnTo>
                  <a:lnTo>
                    <a:pt x="9304658" y="4270914"/>
                  </a:lnTo>
                  <a:lnTo>
                    <a:pt x="9312810" y="4220043"/>
                  </a:lnTo>
                  <a:lnTo>
                    <a:pt x="9316887" y="4194584"/>
                  </a:lnTo>
                  <a:lnTo>
                    <a:pt x="9318923" y="4181878"/>
                  </a:lnTo>
                  <a:cubicBezTo>
                    <a:pt x="9319570" y="4177644"/>
                    <a:pt x="9319969" y="4173267"/>
                    <a:pt x="9320515" y="4168984"/>
                  </a:cubicBezTo>
                  <a:lnTo>
                    <a:pt x="9332445" y="4069079"/>
                  </a:lnTo>
                  <a:cubicBezTo>
                    <a:pt x="9333836" y="4056468"/>
                    <a:pt x="9334880" y="4040986"/>
                    <a:pt x="9336173" y="4022774"/>
                  </a:cubicBezTo>
                  <a:lnTo>
                    <a:pt x="9340199" y="3969269"/>
                  </a:lnTo>
                  <a:cubicBezTo>
                    <a:pt x="9345071" y="3903904"/>
                    <a:pt x="9347358" y="3837081"/>
                    <a:pt x="9347557" y="3770070"/>
                  </a:cubicBezTo>
                  <a:cubicBezTo>
                    <a:pt x="9347656" y="3736518"/>
                    <a:pt x="9347209" y="3702871"/>
                    <a:pt x="9346364" y="3669036"/>
                  </a:cubicBezTo>
                  <a:lnTo>
                    <a:pt x="9344921" y="3619341"/>
                  </a:lnTo>
                  <a:lnTo>
                    <a:pt x="9344524" y="3607624"/>
                  </a:lnTo>
                  <a:lnTo>
                    <a:pt x="9343728" y="3594872"/>
                  </a:lnTo>
                  <a:lnTo>
                    <a:pt x="9342188" y="3569366"/>
                  </a:lnTo>
                  <a:lnTo>
                    <a:pt x="9339056" y="3518354"/>
                  </a:lnTo>
                  <a:cubicBezTo>
                    <a:pt x="9337914" y="3501319"/>
                    <a:pt x="9335874" y="3484236"/>
                    <a:pt x="9334334" y="3467155"/>
                  </a:cubicBezTo>
                  <a:lnTo>
                    <a:pt x="9329363" y="3415908"/>
                  </a:lnTo>
                  <a:lnTo>
                    <a:pt x="9328319" y="3404755"/>
                  </a:lnTo>
                  <a:lnTo>
                    <a:pt x="9327177" y="3394214"/>
                  </a:lnTo>
                  <a:lnTo>
                    <a:pt x="9324293" y="3370872"/>
                  </a:lnTo>
                  <a:lnTo>
                    <a:pt x="9320763" y="3344427"/>
                  </a:lnTo>
                  <a:lnTo>
                    <a:pt x="9317184" y="3315343"/>
                  </a:lnTo>
                  <a:cubicBezTo>
                    <a:pt x="9315594" y="3300991"/>
                    <a:pt x="9313506" y="3286404"/>
                    <a:pt x="9311021" y="3270309"/>
                  </a:cubicBezTo>
                  <a:lnTo>
                    <a:pt x="9302719" y="3219815"/>
                  </a:lnTo>
                  <a:cubicBezTo>
                    <a:pt x="9299936" y="3203157"/>
                    <a:pt x="9297003" y="3186498"/>
                    <a:pt x="9293970" y="3169887"/>
                  </a:cubicBezTo>
                  <a:cubicBezTo>
                    <a:pt x="9281891" y="3103393"/>
                    <a:pt x="9267674" y="3037182"/>
                    <a:pt x="9252065" y="2971205"/>
                  </a:cubicBezTo>
                  <a:cubicBezTo>
                    <a:pt x="9244261" y="2938265"/>
                    <a:pt x="9235959" y="2905371"/>
                    <a:pt x="9227211" y="2872571"/>
                  </a:cubicBezTo>
                  <a:lnTo>
                    <a:pt x="9220699" y="2848524"/>
                  </a:lnTo>
                  <a:lnTo>
                    <a:pt x="9213740" y="2824289"/>
                  </a:lnTo>
                  <a:cubicBezTo>
                    <a:pt x="9209216" y="2808147"/>
                    <a:pt x="9204345" y="2791866"/>
                    <a:pt x="9199374" y="2775536"/>
                  </a:cubicBezTo>
                  <a:cubicBezTo>
                    <a:pt x="9159855" y="2645184"/>
                    <a:pt x="9114272" y="2516197"/>
                    <a:pt x="9061829" y="2389515"/>
                  </a:cubicBezTo>
                  <a:cubicBezTo>
                    <a:pt x="9035582" y="2326175"/>
                    <a:pt x="9008043" y="2263258"/>
                    <a:pt x="8978865" y="2200953"/>
                  </a:cubicBezTo>
                  <a:lnTo>
                    <a:pt x="8956694" y="2154317"/>
                  </a:lnTo>
                  <a:lnTo>
                    <a:pt x="8934176" y="2108012"/>
                  </a:lnTo>
                  <a:cubicBezTo>
                    <a:pt x="8918915" y="2077189"/>
                    <a:pt x="8903157" y="2046130"/>
                    <a:pt x="8887151" y="2015448"/>
                  </a:cubicBezTo>
                  <a:cubicBezTo>
                    <a:pt x="8854988" y="1953989"/>
                    <a:pt x="8822082" y="1892908"/>
                    <a:pt x="8787533" y="1832625"/>
                  </a:cubicBezTo>
                  <a:lnTo>
                    <a:pt x="8761485" y="1787496"/>
                  </a:lnTo>
                  <a:lnTo>
                    <a:pt x="8734791" y="1741991"/>
                  </a:lnTo>
                  <a:cubicBezTo>
                    <a:pt x="8717047" y="1711921"/>
                    <a:pt x="8699200" y="1682461"/>
                    <a:pt x="8680808" y="1652910"/>
                  </a:cubicBezTo>
                  <a:cubicBezTo>
                    <a:pt x="8644322" y="1593756"/>
                    <a:pt x="8606194" y="1535216"/>
                    <a:pt x="8567024" y="1477004"/>
                  </a:cubicBezTo>
                  <a:lnTo>
                    <a:pt x="8537446" y="1433428"/>
                  </a:lnTo>
                  <a:lnTo>
                    <a:pt x="8507423" y="1389994"/>
                  </a:lnTo>
                  <a:cubicBezTo>
                    <a:pt x="8487390" y="1361382"/>
                    <a:pt x="8467158" y="1332817"/>
                    <a:pt x="8446529" y="1304393"/>
                  </a:cubicBezTo>
                  <a:cubicBezTo>
                    <a:pt x="8405271" y="1247595"/>
                    <a:pt x="8362718" y="1191218"/>
                    <a:pt x="8319224" y="1135124"/>
                  </a:cubicBezTo>
                  <a:lnTo>
                    <a:pt x="8286366" y="1093148"/>
                  </a:lnTo>
                  <a:lnTo>
                    <a:pt x="8270161" y="1072538"/>
                  </a:lnTo>
                  <a:lnTo>
                    <a:pt x="8253856" y="1052254"/>
                  </a:lnTo>
                  <a:cubicBezTo>
                    <a:pt x="8231636" y="1024773"/>
                    <a:pt x="8209117" y="997479"/>
                    <a:pt x="8186352" y="970373"/>
                  </a:cubicBezTo>
                  <a:cubicBezTo>
                    <a:pt x="8140917" y="916020"/>
                    <a:pt x="8094240" y="862515"/>
                    <a:pt x="8046768" y="809527"/>
                  </a:cubicBezTo>
                  <a:lnTo>
                    <a:pt x="8010927" y="769951"/>
                  </a:lnTo>
                  <a:lnTo>
                    <a:pt x="7974788" y="730751"/>
                  </a:lnTo>
                  <a:cubicBezTo>
                    <a:pt x="7950382" y="704587"/>
                    <a:pt x="7925824" y="678563"/>
                    <a:pt x="7901070" y="652823"/>
                  </a:cubicBezTo>
                  <a:cubicBezTo>
                    <a:pt x="7851510" y="601387"/>
                    <a:pt x="7801404" y="550612"/>
                    <a:pt x="7750054" y="501106"/>
                  </a:cubicBezTo>
                  <a:cubicBezTo>
                    <a:pt x="7698902" y="451742"/>
                    <a:pt x="7645913" y="403036"/>
                    <a:pt x="7592277" y="355319"/>
                  </a:cubicBezTo>
                  <a:cubicBezTo>
                    <a:pt x="7484856" y="259884"/>
                    <a:pt x="7373308" y="168402"/>
                    <a:pt x="7257734" y="81062"/>
                  </a:cubicBezTo>
                  <a:close/>
                  <a:moveTo>
                    <a:pt x="1892109" y="0"/>
                  </a:moveTo>
                  <a:lnTo>
                    <a:pt x="2298402" y="0"/>
                  </a:lnTo>
                  <a:lnTo>
                    <a:pt x="2135542" y="121879"/>
                  </a:lnTo>
                  <a:cubicBezTo>
                    <a:pt x="2078998" y="166378"/>
                    <a:pt x="2023659" y="212143"/>
                    <a:pt x="1969576" y="259084"/>
                  </a:cubicBezTo>
                  <a:cubicBezTo>
                    <a:pt x="1861309" y="352918"/>
                    <a:pt x="1758064" y="451412"/>
                    <a:pt x="1659938" y="553953"/>
                  </a:cubicBezTo>
                  <a:cubicBezTo>
                    <a:pt x="1266987" y="964444"/>
                    <a:pt x="953820" y="1435593"/>
                    <a:pt x="729383" y="1940578"/>
                  </a:cubicBezTo>
                  <a:cubicBezTo>
                    <a:pt x="673260" y="2066459"/>
                    <a:pt x="622855" y="2195070"/>
                    <a:pt x="578465" y="2324905"/>
                  </a:cubicBezTo>
                  <a:cubicBezTo>
                    <a:pt x="534125" y="2454785"/>
                    <a:pt x="496147" y="2586314"/>
                    <a:pt x="465080" y="2718973"/>
                  </a:cubicBezTo>
                  <a:cubicBezTo>
                    <a:pt x="449769" y="2785089"/>
                    <a:pt x="435850" y="2852289"/>
                    <a:pt x="423820" y="2919535"/>
                  </a:cubicBezTo>
                  <a:cubicBezTo>
                    <a:pt x="411840" y="2986829"/>
                    <a:pt x="401054" y="3054358"/>
                    <a:pt x="392355" y="3122169"/>
                  </a:cubicBezTo>
                  <a:cubicBezTo>
                    <a:pt x="374509" y="3257744"/>
                    <a:pt x="363424" y="3393978"/>
                    <a:pt x="358801" y="3531013"/>
                  </a:cubicBezTo>
                  <a:cubicBezTo>
                    <a:pt x="349009" y="3804941"/>
                    <a:pt x="366357" y="4079668"/>
                    <a:pt x="410350" y="4352324"/>
                  </a:cubicBezTo>
                  <a:cubicBezTo>
                    <a:pt x="421286" y="4420230"/>
                    <a:pt x="434209" y="4487758"/>
                    <a:pt x="449022" y="4555147"/>
                  </a:cubicBezTo>
                  <a:cubicBezTo>
                    <a:pt x="463737" y="4622534"/>
                    <a:pt x="480389" y="4689686"/>
                    <a:pt x="498882" y="4756463"/>
                  </a:cubicBezTo>
                  <a:cubicBezTo>
                    <a:pt x="517373" y="4823239"/>
                    <a:pt x="537704" y="4889733"/>
                    <a:pt x="559775" y="4955755"/>
                  </a:cubicBezTo>
                  <a:cubicBezTo>
                    <a:pt x="581946" y="5021873"/>
                    <a:pt x="605358" y="5087473"/>
                    <a:pt x="631406" y="5152084"/>
                  </a:cubicBezTo>
                  <a:cubicBezTo>
                    <a:pt x="734055" y="5411706"/>
                    <a:pt x="865188" y="5662668"/>
                    <a:pt x="1023461" y="5898055"/>
                  </a:cubicBezTo>
                  <a:cubicBezTo>
                    <a:pt x="1181487" y="6133676"/>
                    <a:pt x="1367051" y="6353345"/>
                    <a:pt x="1575880" y="6551744"/>
                  </a:cubicBezTo>
                  <a:cubicBezTo>
                    <a:pt x="1680269" y="6651014"/>
                    <a:pt x="1790338" y="6745037"/>
                    <a:pt x="1905228" y="6833566"/>
                  </a:cubicBezTo>
                  <a:lnTo>
                    <a:pt x="1938629" y="6858000"/>
                  </a:lnTo>
                  <a:lnTo>
                    <a:pt x="1368607" y="6858000"/>
                  </a:lnTo>
                  <a:lnTo>
                    <a:pt x="1115251" y="6594103"/>
                  </a:lnTo>
                  <a:cubicBezTo>
                    <a:pt x="418530" y="5794890"/>
                    <a:pt x="0" y="4770280"/>
                    <a:pt x="0" y="3653129"/>
                  </a:cubicBezTo>
                  <a:cubicBezTo>
                    <a:pt x="0" y="2216793"/>
                    <a:pt x="691856" y="933432"/>
                    <a:pt x="1777294" y="85415"/>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grpSp>
      <p:sp>
        <p:nvSpPr>
          <p:cNvPr id="2" name="Title 1">
            <a:extLst>
              <a:ext uri="{FF2B5EF4-FFF2-40B4-BE49-F238E27FC236}">
                <a16:creationId xmlns:a16="http://schemas.microsoft.com/office/drawing/2014/main" id="{8FB44EAD-9809-7711-9716-CB8F557A1391}"/>
              </a:ext>
            </a:extLst>
          </p:cNvPr>
          <p:cNvSpPr>
            <a:spLocks noGrp="1"/>
          </p:cNvSpPr>
          <p:nvPr>
            <p:ph type="ctrTitle"/>
          </p:nvPr>
        </p:nvSpPr>
        <p:spPr>
          <a:xfrm>
            <a:off x="876300" y="45868"/>
            <a:ext cx="10263459" cy="923925"/>
          </a:xfrm>
        </p:spPr>
        <p:txBody>
          <a:bodyPr anchor="b">
            <a:normAutofit/>
          </a:bodyPr>
          <a:lstStyle/>
          <a:p>
            <a:r>
              <a:rPr lang="en-IN" sz="4000" dirty="0">
                <a:solidFill>
                  <a:schemeClr val="tx2"/>
                </a:solidFill>
                <a:latin typeface="Engravers MT" panose="02090707080505020304" pitchFamily="18" charset="0"/>
              </a:rPr>
              <a:t>History  of MISRA-C</a:t>
            </a:r>
            <a:endParaRPr lang="en-IN" sz="4000" dirty="0">
              <a:solidFill>
                <a:schemeClr val="tx2"/>
              </a:solidFill>
            </a:endParaRPr>
          </a:p>
        </p:txBody>
      </p:sp>
      <p:grpSp>
        <p:nvGrpSpPr>
          <p:cNvPr id="23" name="Group 22">
            <a:extLst>
              <a:ext uri="{FF2B5EF4-FFF2-40B4-BE49-F238E27FC236}">
                <a16:creationId xmlns:a16="http://schemas.microsoft.com/office/drawing/2014/main" id="{87F87F1B-42BA-4AC7-A4E2-41544DDB2CE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05" y="-4155"/>
            <a:ext cx="2514948" cy="2174333"/>
            <a:chOff x="-305" y="-4155"/>
            <a:chExt cx="2514948" cy="2174333"/>
          </a:xfrm>
        </p:grpSpPr>
        <p:sp>
          <p:nvSpPr>
            <p:cNvPr id="24" name="Freeform: Shape 23">
              <a:extLst>
                <a:ext uri="{FF2B5EF4-FFF2-40B4-BE49-F238E27FC236}">
                  <a16:creationId xmlns:a16="http://schemas.microsoft.com/office/drawing/2014/main" id="{68B53067-4E48-4E71-A6A9-A8CAABAFBF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Shape 24">
              <a:extLst>
                <a:ext uri="{FF2B5EF4-FFF2-40B4-BE49-F238E27FC236}">
                  <a16:creationId xmlns:a16="http://schemas.microsoft.com/office/drawing/2014/main" id="{06D1A0D3-4BB8-41D9-9CE7-2884C83F44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reeform: Shape 25">
              <a:extLst>
                <a:ext uri="{FF2B5EF4-FFF2-40B4-BE49-F238E27FC236}">
                  <a16:creationId xmlns:a16="http://schemas.microsoft.com/office/drawing/2014/main" id="{81E20F06-3B09-4B89-A36B-AB8BFBCCA5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27" name="Freeform: Shape 26">
              <a:extLst>
                <a:ext uri="{FF2B5EF4-FFF2-40B4-BE49-F238E27FC236}">
                  <a16:creationId xmlns:a16="http://schemas.microsoft.com/office/drawing/2014/main" id="{DAE6C3D7-7D5B-4926-877D-45F117BB6B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9" name="Group 28">
            <a:extLst>
              <a:ext uri="{FF2B5EF4-FFF2-40B4-BE49-F238E27FC236}">
                <a16:creationId xmlns:a16="http://schemas.microsoft.com/office/drawing/2014/main" id="{967346A5-7569-4F15-AB5D-BE3DADF192C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9685727" y="4683666"/>
            <a:ext cx="2514948" cy="2174333"/>
            <a:chOff x="-305" y="-4155"/>
            <a:chExt cx="2514948" cy="2174333"/>
          </a:xfrm>
        </p:grpSpPr>
        <p:sp>
          <p:nvSpPr>
            <p:cNvPr id="30" name="Freeform: Shape 29">
              <a:extLst>
                <a:ext uri="{FF2B5EF4-FFF2-40B4-BE49-F238E27FC236}">
                  <a16:creationId xmlns:a16="http://schemas.microsoft.com/office/drawing/2014/main" id="{E1951533-A568-4765-AB1F-F71D9AFDEA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reeform: Shape 30">
              <a:extLst>
                <a:ext uri="{FF2B5EF4-FFF2-40B4-BE49-F238E27FC236}">
                  <a16:creationId xmlns:a16="http://schemas.microsoft.com/office/drawing/2014/main" id="{A7214F52-4F3F-4C96-A62E-F1401D6C04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Freeform: Shape 31">
              <a:extLst>
                <a:ext uri="{FF2B5EF4-FFF2-40B4-BE49-F238E27FC236}">
                  <a16:creationId xmlns:a16="http://schemas.microsoft.com/office/drawing/2014/main" id="{023146A1-291C-4FA0-AB5B-EB04D42398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33" name="Freeform: Shape 32">
              <a:extLst>
                <a:ext uri="{FF2B5EF4-FFF2-40B4-BE49-F238E27FC236}">
                  <a16:creationId xmlns:a16="http://schemas.microsoft.com/office/drawing/2014/main" id="{62977932-2B03-4899-8306-5002CEE68E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5" name="Title 1">
            <a:extLst>
              <a:ext uri="{FF2B5EF4-FFF2-40B4-BE49-F238E27FC236}">
                <a16:creationId xmlns:a16="http://schemas.microsoft.com/office/drawing/2014/main" id="{D6EE584E-84BC-FC84-2A5F-A0E7AF1256B7}"/>
              </a:ext>
            </a:extLst>
          </p:cNvPr>
          <p:cNvSpPr txBox="1">
            <a:spLocks/>
          </p:cNvSpPr>
          <p:nvPr/>
        </p:nvSpPr>
        <p:spPr>
          <a:xfrm>
            <a:off x="10382250" y="3983"/>
            <a:ext cx="1809445" cy="44767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2000" dirty="0">
                <a:solidFill>
                  <a:schemeClr val="tx2"/>
                </a:solidFill>
              </a:rPr>
              <a:t>MISRA C -2012</a:t>
            </a:r>
          </a:p>
        </p:txBody>
      </p:sp>
      <p:sp>
        <p:nvSpPr>
          <p:cNvPr id="6" name="Subtitle 2">
            <a:extLst>
              <a:ext uri="{FF2B5EF4-FFF2-40B4-BE49-F238E27FC236}">
                <a16:creationId xmlns:a16="http://schemas.microsoft.com/office/drawing/2014/main" id="{C992C8E1-40D9-45CC-B67A-D8B86D2A381E}"/>
              </a:ext>
            </a:extLst>
          </p:cNvPr>
          <p:cNvSpPr txBox="1">
            <a:spLocks/>
          </p:cNvSpPr>
          <p:nvPr/>
        </p:nvSpPr>
        <p:spPr>
          <a:xfrm>
            <a:off x="3432265" y="853500"/>
            <a:ext cx="5188034" cy="682079"/>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115000"/>
              </a:lnSpc>
              <a:spcAft>
                <a:spcPts val="800"/>
              </a:spcAft>
            </a:pPr>
            <a:r>
              <a:rPr lang="en-IN" kern="100" dirty="0">
                <a:solidFill>
                  <a:srgbClr val="666666"/>
                </a:solidFill>
                <a:effectLst/>
                <a:highlight>
                  <a:srgbClr val="FFFF00"/>
                </a:highlight>
                <a:latin typeface="Times New Roman" panose="02020603050405020304" pitchFamily="18" charset="0"/>
                <a:ea typeface="Aptos" panose="020B0004020202020204" pitchFamily="34" charset="0"/>
                <a:cs typeface="Times New Roman" panose="02020603050405020304" pitchFamily="18" charset="0"/>
              </a:rPr>
              <a:t>Misra2012:Rule-5.4</a:t>
            </a:r>
          </a:p>
        </p:txBody>
      </p:sp>
      <p:sp>
        <p:nvSpPr>
          <p:cNvPr id="3" name="TextBox 2">
            <a:extLst>
              <a:ext uri="{FF2B5EF4-FFF2-40B4-BE49-F238E27FC236}">
                <a16:creationId xmlns:a16="http://schemas.microsoft.com/office/drawing/2014/main" id="{F52B51FF-E201-359D-4743-DA9B627F1CC1}"/>
              </a:ext>
            </a:extLst>
          </p:cNvPr>
          <p:cNvSpPr txBox="1"/>
          <p:nvPr/>
        </p:nvSpPr>
        <p:spPr>
          <a:xfrm>
            <a:off x="1011001" y="1296217"/>
            <a:ext cx="9826243" cy="369332"/>
          </a:xfrm>
          <a:prstGeom prst="rect">
            <a:avLst/>
          </a:prstGeom>
          <a:noFill/>
        </p:spPr>
        <p:txBody>
          <a:bodyPr wrap="square">
            <a:spAutoFit/>
          </a:bodyPr>
          <a:lstStyle/>
          <a:p>
            <a:pPr marL="285750" indent="-285750" algn="l">
              <a:buFont typeface="Wingdings" panose="05000000000000000000" pitchFamily="2" charset="2"/>
              <a:buChar char="q"/>
            </a:pPr>
            <a:r>
              <a:rPr lang="en-US" sz="1800" b="1" i="0" u="none" strike="noStrike" baseline="0" dirty="0">
                <a:latin typeface="Times New Roman" panose="02020603050405020304" pitchFamily="18" charset="0"/>
                <a:cs typeface="Times New Roman" panose="02020603050405020304" pitchFamily="18" charset="0"/>
              </a:rPr>
              <a:t>Macro identifiers shall be distinct</a:t>
            </a:r>
            <a:endParaRPr lang="en-IN" b="1" kern="100" dirty="0">
              <a:effectLst/>
              <a:highlight>
                <a:srgbClr val="FFFF00"/>
              </a:highlight>
              <a:latin typeface="Times New Roman" panose="02020603050405020304" pitchFamily="18" charset="0"/>
              <a:ea typeface="Aptos" panose="020B0004020202020204" pitchFamily="34" charset="0"/>
              <a:cs typeface="Times New Roman" panose="02020603050405020304" pitchFamily="18" charset="0"/>
            </a:endParaRPr>
          </a:p>
        </p:txBody>
      </p:sp>
      <p:sp>
        <p:nvSpPr>
          <p:cNvPr id="11" name="TextBox 10">
            <a:extLst>
              <a:ext uri="{FF2B5EF4-FFF2-40B4-BE49-F238E27FC236}">
                <a16:creationId xmlns:a16="http://schemas.microsoft.com/office/drawing/2014/main" id="{3BAF9C64-DAA2-791C-A360-DC870B79332D}"/>
              </a:ext>
            </a:extLst>
          </p:cNvPr>
          <p:cNvSpPr txBox="1"/>
          <p:nvPr/>
        </p:nvSpPr>
        <p:spPr>
          <a:xfrm>
            <a:off x="1299520" y="1663417"/>
            <a:ext cx="9642403" cy="369332"/>
          </a:xfrm>
          <a:prstGeom prst="rect">
            <a:avLst/>
          </a:prstGeom>
          <a:noFill/>
        </p:spPr>
        <p:txBody>
          <a:bodyPr wrap="square">
            <a:spAutoFit/>
          </a:bodyPr>
          <a:lstStyle/>
          <a:p>
            <a:pPr algn="l"/>
            <a:r>
              <a:rPr lang="en-IN" sz="1800" b="0" i="0" u="none" strike="noStrike" baseline="0" dirty="0">
                <a:latin typeface="OpenSans"/>
              </a:rPr>
              <a:t>Category –</a:t>
            </a:r>
            <a:r>
              <a:rPr lang="en-IN" sz="1800" b="0" i="0" u="none" strike="noStrike" baseline="0" dirty="0">
                <a:latin typeface="OpenSans-Light"/>
              </a:rPr>
              <a:t>Required    Analysis </a:t>
            </a:r>
            <a:r>
              <a:rPr lang="en-IN" sz="1800" b="0" i="0" u="none" strike="noStrike" baseline="0" dirty="0">
                <a:latin typeface="OpenSans"/>
              </a:rPr>
              <a:t> -</a:t>
            </a:r>
            <a:r>
              <a:rPr lang="en-IN" sz="1800" b="0" i="0" u="none" strike="noStrike" baseline="0" dirty="0">
                <a:latin typeface="OpenSans-Light"/>
              </a:rPr>
              <a:t> Decidable, System  </a:t>
            </a:r>
            <a:r>
              <a:rPr lang="en-IN" sz="1800" b="0" i="0" u="none" strike="noStrike" baseline="0" dirty="0">
                <a:latin typeface="OpenSans"/>
              </a:rPr>
              <a:t>Applies to -</a:t>
            </a:r>
            <a:r>
              <a:rPr lang="en-IN" sz="1800" b="0" i="0" u="none" strike="noStrike" baseline="0" dirty="0">
                <a:latin typeface="OpenSans-Light"/>
              </a:rPr>
              <a:t> C90, C99</a:t>
            </a:r>
            <a:endParaRPr lang="en-IN" dirty="0"/>
          </a:p>
        </p:txBody>
      </p:sp>
      <p:sp>
        <p:nvSpPr>
          <p:cNvPr id="12" name="TextBox 11">
            <a:extLst>
              <a:ext uri="{FF2B5EF4-FFF2-40B4-BE49-F238E27FC236}">
                <a16:creationId xmlns:a16="http://schemas.microsoft.com/office/drawing/2014/main" id="{3B6B20D6-4372-E7FE-5B7C-3A5C456054FD}"/>
              </a:ext>
            </a:extLst>
          </p:cNvPr>
          <p:cNvSpPr txBox="1"/>
          <p:nvPr/>
        </p:nvSpPr>
        <p:spPr>
          <a:xfrm>
            <a:off x="2697074" y="2679528"/>
            <a:ext cx="8961543" cy="2585323"/>
          </a:xfrm>
          <a:prstGeom prst="rect">
            <a:avLst/>
          </a:prstGeom>
          <a:noFill/>
        </p:spPr>
        <p:txBody>
          <a:bodyPr wrap="square">
            <a:spAutoFit/>
          </a:bodyPr>
          <a:lstStyle/>
          <a:p>
            <a:pPr algn="l"/>
            <a:r>
              <a:rPr lang="en-US" sz="1800" b="0" i="0" u="none" strike="noStrike" baseline="0" dirty="0">
                <a:latin typeface="Times New Roman" panose="02020603050405020304" pitchFamily="18" charset="0"/>
                <a:cs typeface="Times New Roman" panose="02020603050405020304" pitchFamily="18" charset="0"/>
              </a:rPr>
              <a:t>#include &lt;</a:t>
            </a:r>
            <a:r>
              <a:rPr lang="en-US" sz="1800" b="0" i="0" u="none" strike="noStrike" baseline="0" dirty="0" err="1">
                <a:latin typeface="Times New Roman" panose="02020603050405020304" pitchFamily="18" charset="0"/>
                <a:cs typeface="Times New Roman" panose="02020603050405020304" pitchFamily="18" charset="0"/>
              </a:rPr>
              <a:t>stdio.h</a:t>
            </a:r>
            <a:r>
              <a:rPr lang="en-US" sz="1800" b="0" i="0" u="none" strike="noStrike" baseline="0" dirty="0">
                <a:latin typeface="Times New Roman" panose="02020603050405020304" pitchFamily="18" charset="0"/>
                <a:cs typeface="Times New Roman" panose="02020603050405020304" pitchFamily="18" charset="0"/>
              </a:rPr>
              <a:t>&gt;</a:t>
            </a:r>
          </a:p>
          <a:p>
            <a:pPr algn="l"/>
            <a:endParaRPr lang="en-US" sz="1800" b="0" i="0" u="none" strike="noStrike" baseline="0" dirty="0">
              <a:latin typeface="Times New Roman" panose="02020603050405020304" pitchFamily="18" charset="0"/>
              <a:cs typeface="Times New Roman" panose="02020603050405020304" pitchFamily="18" charset="0"/>
            </a:endParaRPr>
          </a:p>
          <a:p>
            <a:pPr algn="l"/>
            <a:r>
              <a:rPr lang="en-US" sz="1800" b="0" i="0" u="none" strike="noStrike" baseline="0" dirty="0">
                <a:highlight>
                  <a:srgbClr val="FFFF00"/>
                </a:highlight>
                <a:latin typeface="Times New Roman" panose="02020603050405020304" pitchFamily="18" charset="0"/>
                <a:cs typeface="Times New Roman" panose="02020603050405020304" pitchFamily="18" charset="0"/>
              </a:rPr>
              <a:t>#define MAX_SIZE 100</a:t>
            </a:r>
          </a:p>
          <a:p>
            <a:pPr algn="l"/>
            <a:r>
              <a:rPr lang="en-US" sz="1800" b="0" i="0" u="none" strike="noStrike" baseline="0" dirty="0">
                <a:highlight>
                  <a:srgbClr val="FFFF00"/>
                </a:highlight>
                <a:latin typeface="Times New Roman" panose="02020603050405020304" pitchFamily="18" charset="0"/>
                <a:cs typeface="Times New Roman" panose="02020603050405020304" pitchFamily="18" charset="0"/>
              </a:rPr>
              <a:t>#define MAX_SIZE 200 // Violation: Attempting to redefine the macro identifier MAX_SIZE</a:t>
            </a:r>
          </a:p>
          <a:p>
            <a:pPr algn="l"/>
            <a:endParaRPr lang="en-US" sz="1800" b="0" i="0" u="none" strike="noStrike" baseline="0" dirty="0">
              <a:highlight>
                <a:srgbClr val="FFFF00"/>
              </a:highlight>
              <a:latin typeface="Times New Roman" panose="02020603050405020304" pitchFamily="18" charset="0"/>
              <a:cs typeface="Times New Roman" panose="02020603050405020304" pitchFamily="18" charset="0"/>
            </a:endParaRPr>
          </a:p>
          <a:p>
            <a:pPr algn="l"/>
            <a:r>
              <a:rPr lang="en-US" sz="1800" b="0" i="0" u="none" strike="noStrike" baseline="0" dirty="0">
                <a:latin typeface="Times New Roman" panose="02020603050405020304" pitchFamily="18" charset="0"/>
                <a:cs typeface="Times New Roman" panose="02020603050405020304" pitchFamily="18" charset="0"/>
              </a:rPr>
              <a:t>int main() {</a:t>
            </a:r>
          </a:p>
          <a:p>
            <a:pPr algn="l"/>
            <a:r>
              <a:rPr lang="en-US" sz="1800" b="0" i="0" u="none" strike="noStrike" baseline="0" dirty="0">
                <a:latin typeface="Times New Roman" panose="02020603050405020304" pitchFamily="18" charset="0"/>
                <a:cs typeface="Times New Roman" panose="02020603050405020304" pitchFamily="18" charset="0"/>
              </a:rPr>
              <a:t>    int array[MAX_SIZE]; // Using the MAX_SIZE macro</a:t>
            </a:r>
          </a:p>
          <a:p>
            <a:pPr algn="l"/>
            <a:r>
              <a:rPr lang="en-US" sz="1800" b="0" i="0" u="none" strike="noStrike" baseline="0" dirty="0">
                <a:latin typeface="Times New Roman" panose="02020603050405020304" pitchFamily="18" charset="0"/>
                <a:cs typeface="Times New Roman" panose="02020603050405020304" pitchFamily="18" charset="0"/>
              </a:rPr>
              <a:t>    return 0;</a:t>
            </a:r>
          </a:p>
          <a:p>
            <a:pPr algn="l"/>
            <a:r>
              <a:rPr lang="en-US" sz="1800" b="0" i="0" u="none" strike="noStrike" baseline="0" dirty="0">
                <a:latin typeface="Times New Roman" panose="02020603050405020304" pitchFamily="18" charset="0"/>
                <a:cs typeface="Times New Roman" panose="02020603050405020304" pitchFamily="18" charset="0"/>
              </a:rPr>
              <a:t>}</a:t>
            </a:r>
          </a:p>
        </p:txBody>
      </p:sp>
      <p:sp>
        <p:nvSpPr>
          <p:cNvPr id="14" name="TextBox 13">
            <a:extLst>
              <a:ext uri="{FF2B5EF4-FFF2-40B4-BE49-F238E27FC236}">
                <a16:creationId xmlns:a16="http://schemas.microsoft.com/office/drawing/2014/main" id="{3BEBAFEE-B117-F80A-3238-35883C77E34C}"/>
              </a:ext>
            </a:extLst>
          </p:cNvPr>
          <p:cNvSpPr txBox="1"/>
          <p:nvPr/>
        </p:nvSpPr>
        <p:spPr>
          <a:xfrm>
            <a:off x="1287953" y="2052319"/>
            <a:ext cx="10650070" cy="646331"/>
          </a:xfrm>
          <a:prstGeom prst="rect">
            <a:avLst/>
          </a:prstGeom>
          <a:noFill/>
        </p:spPr>
        <p:txBody>
          <a:bodyPr wrap="square">
            <a:spAutoFit/>
          </a:bodyPr>
          <a:lstStyle/>
          <a:p>
            <a:r>
              <a:rPr lang="en-US" b="0" i="0" dirty="0">
                <a:solidFill>
                  <a:srgbClr val="0D0D0D"/>
                </a:solidFill>
                <a:effectLst/>
                <a:latin typeface="Times New Roman" panose="02020603050405020304" pitchFamily="18" charset="0"/>
                <a:cs typeface="Times New Roman" panose="02020603050405020304" pitchFamily="18" charset="0"/>
              </a:rPr>
              <a:t>Each macro identifier must be unique and distinct within the same namespace. If necessary, choose different names for macros to prevent naming conflicts and ensure clarity in the code.</a:t>
            </a:r>
            <a:endParaRPr lang="en-IN"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C571CA19-A36B-7D93-981A-5F92A3EA59D7}"/>
              </a:ext>
            </a:extLst>
          </p:cNvPr>
          <p:cNvSpPr txBox="1"/>
          <p:nvPr/>
        </p:nvSpPr>
        <p:spPr>
          <a:xfrm>
            <a:off x="1305584" y="2679528"/>
            <a:ext cx="1046338" cy="369332"/>
          </a:xfrm>
          <a:prstGeom prst="rect">
            <a:avLst/>
          </a:prstGeom>
          <a:noFill/>
        </p:spPr>
        <p:txBody>
          <a:bodyPr wrap="square">
            <a:spAutoFit/>
          </a:bodyPr>
          <a:lstStyle/>
          <a:p>
            <a:pPr algn="l"/>
            <a:r>
              <a:rPr lang="en-IN" dirty="0">
                <a:highlight>
                  <a:srgbClr val="FFFF00"/>
                </a:highlight>
              </a:rPr>
              <a:t>Example</a:t>
            </a:r>
          </a:p>
        </p:txBody>
      </p:sp>
      <p:sp>
        <p:nvSpPr>
          <p:cNvPr id="9" name="Slide Number Placeholder 8">
            <a:extLst>
              <a:ext uri="{FF2B5EF4-FFF2-40B4-BE49-F238E27FC236}">
                <a16:creationId xmlns:a16="http://schemas.microsoft.com/office/drawing/2014/main" id="{2D693964-FA71-BDC1-187E-6D0396CC6DE7}"/>
              </a:ext>
            </a:extLst>
          </p:cNvPr>
          <p:cNvSpPr>
            <a:spLocks noGrp="1"/>
          </p:cNvSpPr>
          <p:nvPr>
            <p:ph type="sldNum" sz="quarter" idx="12"/>
          </p:nvPr>
        </p:nvSpPr>
        <p:spPr/>
        <p:txBody>
          <a:bodyPr/>
          <a:lstStyle/>
          <a:p>
            <a:fld id="{91247CA1-BCEC-4DD4-9B23-E2AE1AEA27A6}" type="slidenum">
              <a:rPr lang="en-IN" smtClean="0"/>
              <a:t>29</a:t>
            </a:fld>
            <a:endParaRPr lang="en-IN"/>
          </a:p>
        </p:txBody>
      </p:sp>
      <p:sp>
        <p:nvSpPr>
          <p:cNvPr id="8" name="TextBox 7">
            <a:extLst>
              <a:ext uri="{FF2B5EF4-FFF2-40B4-BE49-F238E27FC236}">
                <a16:creationId xmlns:a16="http://schemas.microsoft.com/office/drawing/2014/main" id="{A0724DCC-60D6-6BFB-5746-17895F68452E}"/>
              </a:ext>
            </a:extLst>
          </p:cNvPr>
          <p:cNvSpPr txBox="1"/>
          <p:nvPr/>
        </p:nvSpPr>
        <p:spPr>
          <a:xfrm>
            <a:off x="10532532" y="526059"/>
            <a:ext cx="1451144" cy="369332"/>
          </a:xfrm>
          <a:prstGeom prst="rect">
            <a:avLst/>
          </a:prstGeom>
          <a:noFill/>
        </p:spPr>
        <p:txBody>
          <a:bodyPr wrap="square">
            <a:spAutoFit/>
          </a:bodyPr>
          <a:lstStyle/>
          <a:p>
            <a:r>
              <a:rPr lang="en-IN" dirty="0"/>
              <a:t>Session 1</a:t>
            </a:r>
          </a:p>
        </p:txBody>
      </p:sp>
    </p:spTree>
    <p:extLst>
      <p:ext uri="{BB962C8B-B14F-4D97-AF65-F5344CB8AC3E}">
        <p14:creationId xmlns:p14="http://schemas.microsoft.com/office/powerpoint/2010/main" val="194841892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5A292AEA-2528-46C0-B426-95822B6141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D8B7B198-E4DF-43CD-AD8C-1998843237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34" name="Freeform: Shape 33">
            <a:extLst>
              <a:ext uri="{FF2B5EF4-FFF2-40B4-BE49-F238E27FC236}">
                <a16:creationId xmlns:a16="http://schemas.microsoft.com/office/drawing/2014/main" id="{2BE67753-EA0E-4819-8D22-0B6600CF7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96934" y="3984"/>
            <a:ext cx="9376632" cy="6858000"/>
          </a:xfrm>
          <a:custGeom>
            <a:avLst/>
            <a:gdLst>
              <a:gd name="connsiteX0" fmla="*/ 1691615 w 9376632"/>
              <a:gd name="connsiteY0" fmla="*/ 0 h 6858000"/>
              <a:gd name="connsiteX1" fmla="*/ 7685017 w 9376632"/>
              <a:gd name="connsiteY1" fmla="*/ 0 h 6858000"/>
              <a:gd name="connsiteX2" fmla="*/ 7840634 w 9376632"/>
              <a:gd name="connsiteY2" fmla="*/ 134799 h 6858000"/>
              <a:gd name="connsiteX3" fmla="*/ 9376632 w 9376632"/>
              <a:gd name="connsiteY3" fmla="*/ 3605175 h 6858000"/>
              <a:gd name="connsiteX4" fmla="*/ 8158692 w 9376632"/>
              <a:gd name="connsiteY4" fmla="*/ 6757493 h 6858000"/>
              <a:gd name="connsiteX5" fmla="*/ 8062868 w 9376632"/>
              <a:gd name="connsiteY5" fmla="*/ 6858000 h 6858000"/>
              <a:gd name="connsiteX6" fmla="*/ 1313765 w 9376632"/>
              <a:gd name="connsiteY6" fmla="*/ 6858000 h 6858000"/>
              <a:gd name="connsiteX7" fmla="*/ 1217940 w 9376632"/>
              <a:gd name="connsiteY7" fmla="*/ 6757493 h 6858000"/>
              <a:gd name="connsiteX8" fmla="*/ 0 w 9376632"/>
              <a:gd name="connsiteY8" fmla="*/ 3605175 h 6858000"/>
              <a:gd name="connsiteX9" fmla="*/ 1535999 w 9376632"/>
              <a:gd name="connsiteY9" fmla="*/ 13479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376632" h="6858000">
                <a:moveTo>
                  <a:pt x="1691615" y="0"/>
                </a:moveTo>
                <a:lnTo>
                  <a:pt x="7685017" y="0"/>
                </a:lnTo>
                <a:lnTo>
                  <a:pt x="7840634" y="134799"/>
                </a:lnTo>
                <a:cubicBezTo>
                  <a:pt x="8784230" y="992423"/>
                  <a:pt x="9376632" y="2229618"/>
                  <a:pt x="9376632" y="3605175"/>
                </a:cubicBezTo>
                <a:cubicBezTo>
                  <a:pt x="9376632" y="4818903"/>
                  <a:pt x="8915419" y="5924908"/>
                  <a:pt x="8158692" y="6757493"/>
                </a:cubicBezTo>
                <a:lnTo>
                  <a:pt x="8062868" y="6858000"/>
                </a:lnTo>
                <a:lnTo>
                  <a:pt x="1313765" y="6858000"/>
                </a:lnTo>
                <a:lnTo>
                  <a:pt x="1217940" y="6757493"/>
                </a:lnTo>
                <a:cubicBezTo>
                  <a:pt x="461213" y="5924908"/>
                  <a:pt x="0" y="4818903"/>
                  <a:pt x="0" y="3605175"/>
                </a:cubicBezTo>
                <a:cubicBezTo>
                  <a:pt x="0" y="2229618"/>
                  <a:pt x="592403" y="992423"/>
                  <a:pt x="1535999" y="134799"/>
                </a:cubicBezTo>
                <a:close/>
              </a:path>
            </a:pathLst>
          </a:cu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5" name="Group 34">
            <a:extLst>
              <a:ext uri="{FF2B5EF4-FFF2-40B4-BE49-F238E27FC236}">
                <a16:creationId xmlns:a16="http://schemas.microsoft.com/office/drawing/2014/main" id="{D76D63AC-0421-45EC-B383-E79A61A78C6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303402" y="3985"/>
            <a:ext cx="9772765" cy="6858000"/>
            <a:chOff x="1303402" y="36937"/>
            <a:chExt cx="9772765" cy="6858000"/>
          </a:xfrm>
          <a:solidFill>
            <a:schemeClr val="bg1">
              <a:alpha val="30000"/>
            </a:schemeClr>
          </a:solidFill>
        </p:grpSpPr>
        <p:sp>
          <p:nvSpPr>
            <p:cNvPr id="15" name="Freeform: Shape 14">
              <a:extLst>
                <a:ext uri="{FF2B5EF4-FFF2-40B4-BE49-F238E27FC236}">
                  <a16:creationId xmlns:a16="http://schemas.microsoft.com/office/drawing/2014/main" id="{B997A32E-7032-4107-9C8B-99DB59EDD5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6937"/>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Shape 15">
              <a:extLst>
                <a:ext uri="{FF2B5EF4-FFF2-40B4-BE49-F238E27FC236}">
                  <a16:creationId xmlns:a16="http://schemas.microsoft.com/office/drawing/2014/main" id="{943BB27F-1470-42CA-91FF-D94BC691C8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6937"/>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Freeform: Shape 16">
              <a:extLst>
                <a:ext uri="{FF2B5EF4-FFF2-40B4-BE49-F238E27FC236}">
                  <a16:creationId xmlns:a16="http://schemas.microsoft.com/office/drawing/2014/main" id="{E997B002-17FD-47B3-A06A-76802FE15C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6937"/>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Freeform: Shape 17">
              <a:extLst>
                <a:ext uri="{FF2B5EF4-FFF2-40B4-BE49-F238E27FC236}">
                  <a16:creationId xmlns:a16="http://schemas.microsoft.com/office/drawing/2014/main" id="{E401EA35-9D2E-43B7-860F-EBB8A6C3E0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6937"/>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Freeform: Shape 18">
              <a:extLst>
                <a:ext uri="{FF2B5EF4-FFF2-40B4-BE49-F238E27FC236}">
                  <a16:creationId xmlns:a16="http://schemas.microsoft.com/office/drawing/2014/main" id="{F8C44827-3D81-4FF9-B4A5-5650D1B20A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6937"/>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Freeform: Shape 19">
              <a:extLst>
                <a:ext uri="{FF2B5EF4-FFF2-40B4-BE49-F238E27FC236}">
                  <a16:creationId xmlns:a16="http://schemas.microsoft.com/office/drawing/2014/main" id="{F613D97F-F6DF-4D32-AD91-209A80E7A2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8320" y="36937"/>
              <a:ext cx="9767847" cy="6858000"/>
            </a:xfrm>
            <a:custGeom>
              <a:avLst/>
              <a:gdLst>
                <a:gd name="connsiteX0" fmla="*/ 7151367 w 9767847"/>
                <a:gd name="connsiteY0" fmla="*/ 0 h 6858000"/>
                <a:gd name="connsiteX1" fmla="*/ 7881247 w 9767847"/>
                <a:gd name="connsiteY1" fmla="*/ 0 h 6858000"/>
                <a:gd name="connsiteX2" fmla="*/ 7990553 w 9767847"/>
                <a:gd name="connsiteY2" fmla="*/ 81317 h 6858000"/>
                <a:gd name="connsiteX3" fmla="*/ 9767847 w 9767847"/>
                <a:gd name="connsiteY3" fmla="*/ 3649031 h 6858000"/>
                <a:gd name="connsiteX4" fmla="*/ 8652597 w 9767847"/>
                <a:gd name="connsiteY4" fmla="*/ 6590005 h 6858000"/>
                <a:gd name="connsiteX5" fmla="*/ 8395306 w 9767847"/>
                <a:gd name="connsiteY5" fmla="*/ 6858000 h 6858000"/>
                <a:gd name="connsiteX6" fmla="*/ 6762603 w 9767847"/>
                <a:gd name="connsiteY6" fmla="*/ 6858000 h 6858000"/>
                <a:gd name="connsiteX7" fmla="*/ 6765962 w 9767847"/>
                <a:gd name="connsiteY7" fmla="*/ 6854844 h 6858000"/>
                <a:gd name="connsiteX8" fmla="*/ 6804586 w 9767847"/>
                <a:gd name="connsiteY8" fmla="*/ 6817103 h 6858000"/>
                <a:gd name="connsiteX9" fmla="*/ 6881735 w 9767847"/>
                <a:gd name="connsiteY9" fmla="*/ 6741197 h 6858000"/>
                <a:gd name="connsiteX10" fmla="*/ 6958883 w 9767847"/>
                <a:gd name="connsiteY10" fmla="*/ 6664822 h 6858000"/>
                <a:gd name="connsiteX11" fmla="*/ 7267925 w 9767847"/>
                <a:gd name="connsiteY11" fmla="*/ 6355694 h 6858000"/>
                <a:gd name="connsiteX12" fmla="*/ 7424360 w 9767847"/>
                <a:gd name="connsiteY12" fmla="*/ 6200685 h 6858000"/>
                <a:gd name="connsiteX13" fmla="*/ 7504938 w 9767847"/>
                <a:gd name="connsiteY13" fmla="*/ 6122708 h 6858000"/>
                <a:gd name="connsiteX14" fmla="*/ 7546396 w 9767847"/>
                <a:gd name="connsiteY14" fmla="*/ 6083697 h 6858000"/>
                <a:gd name="connsiteX15" fmla="*/ 7588002 w 9767847"/>
                <a:gd name="connsiteY15" fmla="*/ 6045532 h 6858000"/>
                <a:gd name="connsiteX16" fmla="*/ 7631000 w 9767847"/>
                <a:gd name="connsiteY16" fmla="*/ 6006709 h 6858000"/>
                <a:gd name="connsiteX17" fmla="*/ 7675440 w 9767847"/>
                <a:gd name="connsiteY17" fmla="*/ 5968309 h 6858000"/>
                <a:gd name="connsiteX18" fmla="*/ 7720626 w 9767847"/>
                <a:gd name="connsiteY18" fmla="*/ 5930851 h 6858000"/>
                <a:gd name="connsiteX19" fmla="*/ 7766458 w 9767847"/>
                <a:gd name="connsiteY19" fmla="*/ 5894334 h 6858000"/>
                <a:gd name="connsiteX20" fmla="*/ 7955254 w 9767847"/>
                <a:gd name="connsiteY20" fmla="*/ 5756828 h 6858000"/>
                <a:gd name="connsiteX21" fmla="*/ 8352678 w 9767847"/>
                <a:gd name="connsiteY21" fmla="*/ 5517630 h 6858000"/>
                <a:gd name="connsiteX22" fmla="*/ 8451350 w 9767847"/>
                <a:gd name="connsiteY22" fmla="*/ 5465254 h 6858000"/>
                <a:gd name="connsiteX23" fmla="*/ 8548532 w 9767847"/>
                <a:gd name="connsiteY23" fmla="*/ 5413395 h 6858000"/>
                <a:gd name="connsiteX24" fmla="*/ 8729473 w 9767847"/>
                <a:gd name="connsiteY24" fmla="*/ 5309961 h 6858000"/>
                <a:gd name="connsiteX25" fmla="*/ 8770781 w 9767847"/>
                <a:gd name="connsiteY25" fmla="*/ 5283232 h 6858000"/>
                <a:gd name="connsiteX26" fmla="*/ 8790964 w 9767847"/>
                <a:gd name="connsiteY26" fmla="*/ 5269492 h 6858000"/>
                <a:gd name="connsiteX27" fmla="*/ 8810499 w 9767847"/>
                <a:gd name="connsiteY27" fmla="*/ 5255703 h 6858000"/>
                <a:gd name="connsiteX28" fmla="*/ 8883571 w 9767847"/>
                <a:gd name="connsiteY28" fmla="*/ 5198479 h 6858000"/>
                <a:gd name="connsiteX29" fmla="*/ 9006651 w 9767847"/>
                <a:gd name="connsiteY29" fmla="*/ 5070527 h 6858000"/>
                <a:gd name="connsiteX30" fmla="*/ 9033494 w 9767847"/>
                <a:gd name="connsiteY30" fmla="*/ 5034105 h 6858000"/>
                <a:gd name="connsiteX31" fmla="*/ 9040305 w 9767847"/>
                <a:gd name="connsiteY31" fmla="*/ 5024551 h 6858000"/>
                <a:gd name="connsiteX32" fmla="*/ 9046568 w 9767847"/>
                <a:gd name="connsiteY32" fmla="*/ 5015281 h 6858000"/>
                <a:gd name="connsiteX33" fmla="*/ 9058846 w 9767847"/>
                <a:gd name="connsiteY33" fmla="*/ 4996645 h 6858000"/>
                <a:gd name="connsiteX34" fmla="*/ 9104529 w 9767847"/>
                <a:gd name="connsiteY34" fmla="*/ 4918105 h 6858000"/>
                <a:gd name="connsiteX35" fmla="*/ 9181081 w 9767847"/>
                <a:gd name="connsiteY35" fmla="*/ 4744694 h 6858000"/>
                <a:gd name="connsiteX36" fmla="*/ 9240731 w 9767847"/>
                <a:gd name="connsiteY36" fmla="*/ 4557872 h 6858000"/>
                <a:gd name="connsiteX37" fmla="*/ 9265388 w 9767847"/>
                <a:gd name="connsiteY37" fmla="*/ 4461073 h 6858000"/>
                <a:gd name="connsiteX38" fmla="*/ 9276571 w 9767847"/>
                <a:gd name="connsiteY38" fmla="*/ 4411943 h 6858000"/>
                <a:gd name="connsiteX39" fmla="*/ 9281841 w 9767847"/>
                <a:gd name="connsiteY39" fmla="*/ 4387379 h 6858000"/>
                <a:gd name="connsiteX40" fmla="*/ 9286513 w 9767847"/>
                <a:gd name="connsiteY40" fmla="*/ 4364838 h 6858000"/>
                <a:gd name="connsiteX41" fmla="*/ 9296754 w 9767847"/>
                <a:gd name="connsiteY41" fmla="*/ 4312038 h 6858000"/>
                <a:gd name="connsiteX42" fmla="*/ 9301029 w 9767847"/>
                <a:gd name="connsiteY42" fmla="*/ 4289074 h 6858000"/>
                <a:gd name="connsiteX43" fmla="*/ 9302818 w 9767847"/>
                <a:gd name="connsiteY43" fmla="*/ 4278581 h 6858000"/>
                <a:gd name="connsiteX44" fmla="*/ 9304658 w 9767847"/>
                <a:gd name="connsiteY44" fmla="*/ 4266816 h 6858000"/>
                <a:gd name="connsiteX45" fmla="*/ 9312810 w 9767847"/>
                <a:gd name="connsiteY45" fmla="*/ 4215945 h 6858000"/>
                <a:gd name="connsiteX46" fmla="*/ 9316887 w 9767847"/>
                <a:gd name="connsiteY46" fmla="*/ 4190486 h 6858000"/>
                <a:gd name="connsiteX47" fmla="*/ 9318923 w 9767847"/>
                <a:gd name="connsiteY47" fmla="*/ 4177780 h 6858000"/>
                <a:gd name="connsiteX48" fmla="*/ 9320515 w 9767847"/>
                <a:gd name="connsiteY48" fmla="*/ 4164886 h 6858000"/>
                <a:gd name="connsiteX49" fmla="*/ 9332445 w 9767847"/>
                <a:gd name="connsiteY49" fmla="*/ 4064981 h 6858000"/>
                <a:gd name="connsiteX50" fmla="*/ 9336173 w 9767847"/>
                <a:gd name="connsiteY50" fmla="*/ 4018676 h 6858000"/>
                <a:gd name="connsiteX51" fmla="*/ 9340199 w 9767847"/>
                <a:gd name="connsiteY51" fmla="*/ 3965171 h 6858000"/>
                <a:gd name="connsiteX52" fmla="*/ 9347557 w 9767847"/>
                <a:gd name="connsiteY52" fmla="*/ 3765972 h 6858000"/>
                <a:gd name="connsiteX53" fmla="*/ 9346364 w 9767847"/>
                <a:gd name="connsiteY53" fmla="*/ 3664938 h 6858000"/>
                <a:gd name="connsiteX54" fmla="*/ 9344921 w 9767847"/>
                <a:gd name="connsiteY54" fmla="*/ 3615243 h 6858000"/>
                <a:gd name="connsiteX55" fmla="*/ 9344524 w 9767847"/>
                <a:gd name="connsiteY55" fmla="*/ 3603526 h 6858000"/>
                <a:gd name="connsiteX56" fmla="*/ 9343728 w 9767847"/>
                <a:gd name="connsiteY56" fmla="*/ 3590774 h 6858000"/>
                <a:gd name="connsiteX57" fmla="*/ 9342188 w 9767847"/>
                <a:gd name="connsiteY57" fmla="*/ 3565268 h 6858000"/>
                <a:gd name="connsiteX58" fmla="*/ 9339056 w 9767847"/>
                <a:gd name="connsiteY58" fmla="*/ 3514256 h 6858000"/>
                <a:gd name="connsiteX59" fmla="*/ 9334334 w 9767847"/>
                <a:gd name="connsiteY59" fmla="*/ 3463057 h 6858000"/>
                <a:gd name="connsiteX60" fmla="*/ 9329363 w 9767847"/>
                <a:gd name="connsiteY60" fmla="*/ 3411810 h 6858000"/>
                <a:gd name="connsiteX61" fmla="*/ 9328319 w 9767847"/>
                <a:gd name="connsiteY61" fmla="*/ 3400657 h 6858000"/>
                <a:gd name="connsiteX62" fmla="*/ 9327177 w 9767847"/>
                <a:gd name="connsiteY62" fmla="*/ 3390116 h 6858000"/>
                <a:gd name="connsiteX63" fmla="*/ 9324293 w 9767847"/>
                <a:gd name="connsiteY63" fmla="*/ 3366774 h 6858000"/>
                <a:gd name="connsiteX64" fmla="*/ 9320763 w 9767847"/>
                <a:gd name="connsiteY64" fmla="*/ 3340329 h 6858000"/>
                <a:gd name="connsiteX65" fmla="*/ 9317184 w 9767847"/>
                <a:gd name="connsiteY65" fmla="*/ 3311245 h 6858000"/>
                <a:gd name="connsiteX66" fmla="*/ 9311021 w 9767847"/>
                <a:gd name="connsiteY66" fmla="*/ 3266211 h 6858000"/>
                <a:gd name="connsiteX67" fmla="*/ 9302719 w 9767847"/>
                <a:gd name="connsiteY67" fmla="*/ 3215717 h 6858000"/>
                <a:gd name="connsiteX68" fmla="*/ 9293970 w 9767847"/>
                <a:gd name="connsiteY68" fmla="*/ 3165789 h 6858000"/>
                <a:gd name="connsiteX69" fmla="*/ 9252065 w 9767847"/>
                <a:gd name="connsiteY69" fmla="*/ 2967107 h 6858000"/>
                <a:gd name="connsiteX70" fmla="*/ 9227211 w 9767847"/>
                <a:gd name="connsiteY70" fmla="*/ 2868473 h 6858000"/>
                <a:gd name="connsiteX71" fmla="*/ 9220699 w 9767847"/>
                <a:gd name="connsiteY71" fmla="*/ 2844426 h 6858000"/>
                <a:gd name="connsiteX72" fmla="*/ 9213740 w 9767847"/>
                <a:gd name="connsiteY72" fmla="*/ 2820191 h 6858000"/>
                <a:gd name="connsiteX73" fmla="*/ 9199374 w 9767847"/>
                <a:gd name="connsiteY73" fmla="*/ 2771438 h 6858000"/>
                <a:gd name="connsiteX74" fmla="*/ 9061829 w 9767847"/>
                <a:gd name="connsiteY74" fmla="*/ 2385418 h 6858000"/>
                <a:gd name="connsiteX75" fmla="*/ 8978865 w 9767847"/>
                <a:gd name="connsiteY75" fmla="*/ 2196855 h 6858000"/>
                <a:gd name="connsiteX76" fmla="*/ 8956694 w 9767847"/>
                <a:gd name="connsiteY76" fmla="*/ 2150219 h 6858000"/>
                <a:gd name="connsiteX77" fmla="*/ 8934176 w 9767847"/>
                <a:gd name="connsiteY77" fmla="*/ 2103914 h 6858000"/>
                <a:gd name="connsiteX78" fmla="*/ 8887151 w 9767847"/>
                <a:gd name="connsiteY78" fmla="*/ 2011350 h 6858000"/>
                <a:gd name="connsiteX79" fmla="*/ 8787533 w 9767847"/>
                <a:gd name="connsiteY79" fmla="*/ 1828527 h 6858000"/>
                <a:gd name="connsiteX80" fmla="*/ 8761485 w 9767847"/>
                <a:gd name="connsiteY80" fmla="*/ 1783398 h 6858000"/>
                <a:gd name="connsiteX81" fmla="*/ 8734791 w 9767847"/>
                <a:gd name="connsiteY81" fmla="*/ 1737893 h 6858000"/>
                <a:gd name="connsiteX82" fmla="*/ 8680808 w 9767847"/>
                <a:gd name="connsiteY82" fmla="*/ 1648812 h 6858000"/>
                <a:gd name="connsiteX83" fmla="*/ 8567024 w 9767847"/>
                <a:gd name="connsiteY83" fmla="*/ 1472906 h 6858000"/>
                <a:gd name="connsiteX84" fmla="*/ 8537446 w 9767847"/>
                <a:gd name="connsiteY84" fmla="*/ 1429330 h 6858000"/>
                <a:gd name="connsiteX85" fmla="*/ 8507423 w 9767847"/>
                <a:gd name="connsiteY85" fmla="*/ 1385896 h 6858000"/>
                <a:gd name="connsiteX86" fmla="*/ 8446529 w 9767847"/>
                <a:gd name="connsiteY86" fmla="*/ 1300295 h 6858000"/>
                <a:gd name="connsiteX87" fmla="*/ 8319224 w 9767847"/>
                <a:gd name="connsiteY87" fmla="*/ 1131026 h 6858000"/>
                <a:gd name="connsiteX88" fmla="*/ 8286366 w 9767847"/>
                <a:gd name="connsiteY88" fmla="*/ 1089050 h 6858000"/>
                <a:gd name="connsiteX89" fmla="*/ 8270161 w 9767847"/>
                <a:gd name="connsiteY89" fmla="*/ 1068439 h 6858000"/>
                <a:gd name="connsiteX90" fmla="*/ 8253856 w 9767847"/>
                <a:gd name="connsiteY90" fmla="*/ 1048156 h 6858000"/>
                <a:gd name="connsiteX91" fmla="*/ 8186352 w 9767847"/>
                <a:gd name="connsiteY91" fmla="*/ 966275 h 6858000"/>
                <a:gd name="connsiteX92" fmla="*/ 8046768 w 9767847"/>
                <a:gd name="connsiteY92" fmla="*/ 805429 h 6858000"/>
                <a:gd name="connsiteX93" fmla="*/ 8010927 w 9767847"/>
                <a:gd name="connsiteY93" fmla="*/ 765853 h 6858000"/>
                <a:gd name="connsiteX94" fmla="*/ 7974788 w 9767847"/>
                <a:gd name="connsiteY94" fmla="*/ 726653 h 6858000"/>
                <a:gd name="connsiteX95" fmla="*/ 7901070 w 9767847"/>
                <a:gd name="connsiteY95" fmla="*/ 648724 h 6858000"/>
                <a:gd name="connsiteX96" fmla="*/ 7750054 w 9767847"/>
                <a:gd name="connsiteY96" fmla="*/ 497008 h 6858000"/>
                <a:gd name="connsiteX97" fmla="*/ 7592277 w 9767847"/>
                <a:gd name="connsiteY97" fmla="*/ 351221 h 6858000"/>
                <a:gd name="connsiteX98" fmla="*/ 7257734 w 9767847"/>
                <a:gd name="connsiteY98" fmla="*/ 76964 h 6858000"/>
                <a:gd name="connsiteX99" fmla="*/ 1886601 w 9767847"/>
                <a:gd name="connsiteY99" fmla="*/ 0 h 6858000"/>
                <a:gd name="connsiteX100" fmla="*/ 2292926 w 9767847"/>
                <a:gd name="connsiteY100" fmla="*/ 0 h 6858000"/>
                <a:gd name="connsiteX101" fmla="*/ 2135542 w 9767847"/>
                <a:gd name="connsiteY101" fmla="*/ 117781 h 6858000"/>
                <a:gd name="connsiteX102" fmla="*/ 1969576 w 9767847"/>
                <a:gd name="connsiteY102" fmla="*/ 254986 h 6858000"/>
                <a:gd name="connsiteX103" fmla="*/ 1659938 w 9767847"/>
                <a:gd name="connsiteY103" fmla="*/ 549855 h 6858000"/>
                <a:gd name="connsiteX104" fmla="*/ 729383 w 9767847"/>
                <a:gd name="connsiteY104" fmla="*/ 1936480 h 6858000"/>
                <a:gd name="connsiteX105" fmla="*/ 578465 w 9767847"/>
                <a:gd name="connsiteY105" fmla="*/ 2320807 h 6858000"/>
                <a:gd name="connsiteX106" fmla="*/ 465080 w 9767847"/>
                <a:gd name="connsiteY106" fmla="*/ 2714875 h 6858000"/>
                <a:gd name="connsiteX107" fmla="*/ 423820 w 9767847"/>
                <a:gd name="connsiteY107" fmla="*/ 2915436 h 6858000"/>
                <a:gd name="connsiteX108" fmla="*/ 392355 w 9767847"/>
                <a:gd name="connsiteY108" fmla="*/ 3118071 h 6858000"/>
                <a:gd name="connsiteX109" fmla="*/ 358801 w 9767847"/>
                <a:gd name="connsiteY109" fmla="*/ 3526915 h 6858000"/>
                <a:gd name="connsiteX110" fmla="*/ 410350 w 9767847"/>
                <a:gd name="connsiteY110" fmla="*/ 4348226 h 6858000"/>
                <a:gd name="connsiteX111" fmla="*/ 449022 w 9767847"/>
                <a:gd name="connsiteY111" fmla="*/ 4551049 h 6858000"/>
                <a:gd name="connsiteX112" fmla="*/ 498882 w 9767847"/>
                <a:gd name="connsiteY112" fmla="*/ 4752365 h 6858000"/>
                <a:gd name="connsiteX113" fmla="*/ 559775 w 9767847"/>
                <a:gd name="connsiteY113" fmla="*/ 4951657 h 6858000"/>
                <a:gd name="connsiteX114" fmla="*/ 631406 w 9767847"/>
                <a:gd name="connsiteY114" fmla="*/ 5147986 h 6858000"/>
                <a:gd name="connsiteX115" fmla="*/ 1023461 w 9767847"/>
                <a:gd name="connsiteY115" fmla="*/ 5893957 h 6858000"/>
                <a:gd name="connsiteX116" fmla="*/ 1575880 w 9767847"/>
                <a:gd name="connsiteY116" fmla="*/ 6547646 h 6858000"/>
                <a:gd name="connsiteX117" fmla="*/ 1905228 w 9767847"/>
                <a:gd name="connsiteY117" fmla="*/ 6829468 h 6858000"/>
                <a:gd name="connsiteX118" fmla="*/ 1944230 w 9767847"/>
                <a:gd name="connsiteY118" fmla="*/ 6858000 h 6858000"/>
                <a:gd name="connsiteX119" fmla="*/ 1372541 w 9767847"/>
                <a:gd name="connsiteY119" fmla="*/ 6858000 h 6858000"/>
                <a:gd name="connsiteX120" fmla="*/ 1115251 w 9767847"/>
                <a:gd name="connsiteY120" fmla="*/ 6590005 h 6858000"/>
                <a:gd name="connsiteX121" fmla="*/ 0 w 9767847"/>
                <a:gd name="connsiteY121" fmla="*/ 3649031 h 6858000"/>
                <a:gd name="connsiteX122" fmla="*/ 1777294 w 9767847"/>
                <a:gd name="connsiteY122" fmla="*/ 813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9767847" h="6858000">
                  <a:moveTo>
                    <a:pt x="7151367" y="0"/>
                  </a:moveTo>
                  <a:lnTo>
                    <a:pt x="7881247" y="0"/>
                  </a:lnTo>
                  <a:lnTo>
                    <a:pt x="7990553" y="81317"/>
                  </a:lnTo>
                  <a:cubicBezTo>
                    <a:pt x="9075991" y="929334"/>
                    <a:pt x="9767847" y="2212695"/>
                    <a:pt x="9767847" y="3649031"/>
                  </a:cubicBezTo>
                  <a:cubicBezTo>
                    <a:pt x="9767847" y="4766182"/>
                    <a:pt x="9349317" y="5790792"/>
                    <a:pt x="8652597" y="6590005"/>
                  </a:cubicBezTo>
                  <a:lnTo>
                    <a:pt x="8395306" y="6858000"/>
                  </a:lnTo>
                  <a:lnTo>
                    <a:pt x="6762603" y="6858000"/>
                  </a:lnTo>
                  <a:lnTo>
                    <a:pt x="6765962" y="6854844"/>
                  </a:lnTo>
                  <a:cubicBezTo>
                    <a:pt x="6779036" y="6842703"/>
                    <a:pt x="6791663" y="6829621"/>
                    <a:pt x="6804586" y="6817103"/>
                  </a:cubicBezTo>
                  <a:lnTo>
                    <a:pt x="6881735" y="6741197"/>
                  </a:lnTo>
                  <a:cubicBezTo>
                    <a:pt x="6907435" y="6715881"/>
                    <a:pt x="6933134" y="6690798"/>
                    <a:pt x="6958883" y="6664822"/>
                  </a:cubicBezTo>
                  <a:lnTo>
                    <a:pt x="7267925" y="6355694"/>
                  </a:lnTo>
                  <a:lnTo>
                    <a:pt x="7424360" y="6200685"/>
                  </a:lnTo>
                  <a:cubicBezTo>
                    <a:pt x="7450754" y="6174802"/>
                    <a:pt x="7477598" y="6148731"/>
                    <a:pt x="7504938" y="6122708"/>
                  </a:cubicBezTo>
                  <a:lnTo>
                    <a:pt x="7546396" y="6083697"/>
                  </a:lnTo>
                  <a:cubicBezTo>
                    <a:pt x="7560264" y="6070803"/>
                    <a:pt x="7574780" y="6057532"/>
                    <a:pt x="7588002" y="6045532"/>
                  </a:cubicBezTo>
                  <a:lnTo>
                    <a:pt x="7631000" y="6006709"/>
                  </a:lnTo>
                  <a:lnTo>
                    <a:pt x="7675440" y="5968309"/>
                  </a:lnTo>
                  <a:cubicBezTo>
                    <a:pt x="7690404" y="5955698"/>
                    <a:pt x="7705564" y="5943321"/>
                    <a:pt x="7720626" y="5930851"/>
                  </a:cubicBezTo>
                  <a:cubicBezTo>
                    <a:pt x="7735738" y="5918427"/>
                    <a:pt x="7751197" y="5906521"/>
                    <a:pt x="7766458" y="5894334"/>
                  </a:cubicBezTo>
                  <a:cubicBezTo>
                    <a:pt x="7827949" y="5846192"/>
                    <a:pt x="7890979" y="5800499"/>
                    <a:pt x="7955254" y="5756828"/>
                  </a:cubicBezTo>
                  <a:cubicBezTo>
                    <a:pt x="8083800" y="5669534"/>
                    <a:pt x="8216872" y="5590336"/>
                    <a:pt x="8352678" y="5517630"/>
                  </a:cubicBezTo>
                  <a:lnTo>
                    <a:pt x="8451350" y="5465254"/>
                  </a:lnTo>
                  <a:lnTo>
                    <a:pt x="8548532" y="5413395"/>
                  </a:lnTo>
                  <a:cubicBezTo>
                    <a:pt x="8612110" y="5379090"/>
                    <a:pt x="8673251" y="5345208"/>
                    <a:pt x="8729473" y="5309961"/>
                  </a:cubicBezTo>
                  <a:cubicBezTo>
                    <a:pt x="8743591" y="5301115"/>
                    <a:pt x="8757161" y="5292361"/>
                    <a:pt x="8770781" y="5283232"/>
                  </a:cubicBezTo>
                  <a:cubicBezTo>
                    <a:pt x="8777591" y="5278667"/>
                    <a:pt x="8784451" y="5274103"/>
                    <a:pt x="8790964" y="5269492"/>
                  </a:cubicBezTo>
                  <a:cubicBezTo>
                    <a:pt x="8797574" y="5264879"/>
                    <a:pt x="8804235" y="5260314"/>
                    <a:pt x="8810499" y="5255703"/>
                  </a:cubicBezTo>
                  <a:cubicBezTo>
                    <a:pt x="8835999" y="5237303"/>
                    <a:pt x="8860407" y="5218291"/>
                    <a:pt x="8883571" y="5198479"/>
                  </a:cubicBezTo>
                  <a:cubicBezTo>
                    <a:pt x="8929900" y="5158856"/>
                    <a:pt x="8971258" y="5116315"/>
                    <a:pt x="9006651" y="5070527"/>
                  </a:cubicBezTo>
                  <a:cubicBezTo>
                    <a:pt x="9015351" y="5059328"/>
                    <a:pt x="9024398" y="5046857"/>
                    <a:pt x="9033494" y="5034105"/>
                  </a:cubicBezTo>
                  <a:lnTo>
                    <a:pt x="9040305" y="5024551"/>
                  </a:lnTo>
                  <a:lnTo>
                    <a:pt x="9046568" y="5015281"/>
                  </a:lnTo>
                  <a:cubicBezTo>
                    <a:pt x="9050743" y="5009163"/>
                    <a:pt x="9054819" y="5002952"/>
                    <a:pt x="9058846" y="4996645"/>
                  </a:cubicBezTo>
                  <a:cubicBezTo>
                    <a:pt x="9075002" y="4971517"/>
                    <a:pt x="9090212" y="4945305"/>
                    <a:pt x="9104529" y="4918105"/>
                  </a:cubicBezTo>
                  <a:cubicBezTo>
                    <a:pt x="9133211" y="4863752"/>
                    <a:pt x="9158313" y="4805447"/>
                    <a:pt x="9181081" y="4744694"/>
                  </a:cubicBezTo>
                  <a:cubicBezTo>
                    <a:pt x="9203748" y="4684178"/>
                    <a:pt x="9223383" y="4621778"/>
                    <a:pt x="9240731" y="4557872"/>
                  </a:cubicBezTo>
                  <a:cubicBezTo>
                    <a:pt x="9249481" y="4525966"/>
                    <a:pt x="9257682" y="4493684"/>
                    <a:pt x="9265388" y="4461073"/>
                  </a:cubicBezTo>
                  <a:cubicBezTo>
                    <a:pt x="9269215" y="4444744"/>
                    <a:pt x="9272943" y="4428367"/>
                    <a:pt x="9276571" y="4411943"/>
                  </a:cubicBezTo>
                  <a:lnTo>
                    <a:pt x="9281841" y="4387379"/>
                  </a:lnTo>
                  <a:lnTo>
                    <a:pt x="9286513" y="4364838"/>
                  </a:lnTo>
                  <a:lnTo>
                    <a:pt x="9296754" y="4312038"/>
                  </a:lnTo>
                  <a:lnTo>
                    <a:pt x="9301029" y="4289074"/>
                  </a:lnTo>
                  <a:lnTo>
                    <a:pt x="9302818" y="4278581"/>
                  </a:lnTo>
                  <a:lnTo>
                    <a:pt x="9304658" y="4266816"/>
                  </a:lnTo>
                  <a:lnTo>
                    <a:pt x="9312810" y="4215945"/>
                  </a:lnTo>
                  <a:lnTo>
                    <a:pt x="9316887" y="4190486"/>
                  </a:lnTo>
                  <a:lnTo>
                    <a:pt x="9318923" y="4177780"/>
                  </a:lnTo>
                  <a:cubicBezTo>
                    <a:pt x="9319570" y="4173546"/>
                    <a:pt x="9319969" y="4169169"/>
                    <a:pt x="9320515" y="4164886"/>
                  </a:cubicBezTo>
                  <a:lnTo>
                    <a:pt x="9332445" y="4064981"/>
                  </a:lnTo>
                  <a:cubicBezTo>
                    <a:pt x="9333836" y="4052370"/>
                    <a:pt x="9334880" y="4036888"/>
                    <a:pt x="9336173" y="4018676"/>
                  </a:cubicBezTo>
                  <a:lnTo>
                    <a:pt x="9340199" y="3965171"/>
                  </a:lnTo>
                  <a:cubicBezTo>
                    <a:pt x="9345071" y="3899806"/>
                    <a:pt x="9347358" y="3832983"/>
                    <a:pt x="9347557" y="3765972"/>
                  </a:cubicBezTo>
                  <a:cubicBezTo>
                    <a:pt x="9347656" y="3732420"/>
                    <a:pt x="9347209" y="3698773"/>
                    <a:pt x="9346364" y="3664938"/>
                  </a:cubicBezTo>
                  <a:lnTo>
                    <a:pt x="9344921" y="3615243"/>
                  </a:lnTo>
                  <a:lnTo>
                    <a:pt x="9344524" y="3603526"/>
                  </a:lnTo>
                  <a:lnTo>
                    <a:pt x="9343728" y="3590774"/>
                  </a:lnTo>
                  <a:lnTo>
                    <a:pt x="9342188" y="3565268"/>
                  </a:lnTo>
                  <a:lnTo>
                    <a:pt x="9339056" y="3514256"/>
                  </a:lnTo>
                  <a:cubicBezTo>
                    <a:pt x="9337914" y="3497221"/>
                    <a:pt x="9335874" y="3480138"/>
                    <a:pt x="9334334" y="3463057"/>
                  </a:cubicBezTo>
                  <a:lnTo>
                    <a:pt x="9329363" y="3411810"/>
                  </a:lnTo>
                  <a:lnTo>
                    <a:pt x="9328319" y="3400657"/>
                  </a:lnTo>
                  <a:lnTo>
                    <a:pt x="9327177" y="3390116"/>
                  </a:lnTo>
                  <a:lnTo>
                    <a:pt x="9324293" y="3366774"/>
                  </a:lnTo>
                  <a:lnTo>
                    <a:pt x="9320763" y="3340329"/>
                  </a:lnTo>
                  <a:lnTo>
                    <a:pt x="9317184" y="3311245"/>
                  </a:lnTo>
                  <a:cubicBezTo>
                    <a:pt x="9315594" y="3296893"/>
                    <a:pt x="9313506" y="3282306"/>
                    <a:pt x="9311021" y="3266211"/>
                  </a:cubicBezTo>
                  <a:lnTo>
                    <a:pt x="9302719" y="3215717"/>
                  </a:lnTo>
                  <a:cubicBezTo>
                    <a:pt x="9299936" y="3199059"/>
                    <a:pt x="9297003" y="3182400"/>
                    <a:pt x="9293970" y="3165789"/>
                  </a:cubicBezTo>
                  <a:cubicBezTo>
                    <a:pt x="9281891" y="3099295"/>
                    <a:pt x="9267674" y="3033084"/>
                    <a:pt x="9252065" y="2967107"/>
                  </a:cubicBezTo>
                  <a:cubicBezTo>
                    <a:pt x="9244261" y="2934167"/>
                    <a:pt x="9235959" y="2901273"/>
                    <a:pt x="9227211" y="2868473"/>
                  </a:cubicBezTo>
                  <a:lnTo>
                    <a:pt x="9220699" y="2844426"/>
                  </a:lnTo>
                  <a:lnTo>
                    <a:pt x="9213740" y="2820191"/>
                  </a:lnTo>
                  <a:cubicBezTo>
                    <a:pt x="9209216" y="2804049"/>
                    <a:pt x="9204345" y="2787768"/>
                    <a:pt x="9199374" y="2771438"/>
                  </a:cubicBezTo>
                  <a:cubicBezTo>
                    <a:pt x="9159855" y="2641086"/>
                    <a:pt x="9114272" y="2512099"/>
                    <a:pt x="9061829" y="2385418"/>
                  </a:cubicBezTo>
                  <a:cubicBezTo>
                    <a:pt x="9035582" y="2322077"/>
                    <a:pt x="9008043" y="2259160"/>
                    <a:pt x="8978865" y="2196855"/>
                  </a:cubicBezTo>
                  <a:lnTo>
                    <a:pt x="8956694" y="2150219"/>
                  </a:lnTo>
                  <a:lnTo>
                    <a:pt x="8934176" y="2103914"/>
                  </a:lnTo>
                  <a:cubicBezTo>
                    <a:pt x="8918915" y="2073091"/>
                    <a:pt x="8903157" y="2042032"/>
                    <a:pt x="8887151" y="2011350"/>
                  </a:cubicBezTo>
                  <a:cubicBezTo>
                    <a:pt x="8854988" y="1949891"/>
                    <a:pt x="8822082" y="1888810"/>
                    <a:pt x="8787533" y="1828527"/>
                  </a:cubicBezTo>
                  <a:lnTo>
                    <a:pt x="8761485" y="1783398"/>
                  </a:lnTo>
                  <a:lnTo>
                    <a:pt x="8734791" y="1737893"/>
                  </a:lnTo>
                  <a:cubicBezTo>
                    <a:pt x="8717047" y="1707823"/>
                    <a:pt x="8699200" y="1678363"/>
                    <a:pt x="8680808" y="1648812"/>
                  </a:cubicBezTo>
                  <a:cubicBezTo>
                    <a:pt x="8644322" y="1589658"/>
                    <a:pt x="8606194" y="1531118"/>
                    <a:pt x="8567024" y="1472906"/>
                  </a:cubicBezTo>
                  <a:lnTo>
                    <a:pt x="8537446" y="1429330"/>
                  </a:lnTo>
                  <a:lnTo>
                    <a:pt x="8507423" y="1385896"/>
                  </a:lnTo>
                  <a:cubicBezTo>
                    <a:pt x="8487390" y="1357284"/>
                    <a:pt x="8467158" y="1328719"/>
                    <a:pt x="8446529" y="1300295"/>
                  </a:cubicBezTo>
                  <a:cubicBezTo>
                    <a:pt x="8405271" y="1243496"/>
                    <a:pt x="8362718" y="1187120"/>
                    <a:pt x="8319224" y="1131026"/>
                  </a:cubicBezTo>
                  <a:lnTo>
                    <a:pt x="8286366" y="1089050"/>
                  </a:lnTo>
                  <a:lnTo>
                    <a:pt x="8270161" y="1068439"/>
                  </a:lnTo>
                  <a:lnTo>
                    <a:pt x="8253856" y="1048156"/>
                  </a:lnTo>
                  <a:cubicBezTo>
                    <a:pt x="8231636" y="1020675"/>
                    <a:pt x="8209117" y="993381"/>
                    <a:pt x="8186352" y="966275"/>
                  </a:cubicBezTo>
                  <a:cubicBezTo>
                    <a:pt x="8140917" y="911922"/>
                    <a:pt x="8094240" y="858417"/>
                    <a:pt x="8046768" y="805429"/>
                  </a:cubicBezTo>
                  <a:lnTo>
                    <a:pt x="8010927" y="765853"/>
                  </a:lnTo>
                  <a:lnTo>
                    <a:pt x="7974788" y="726653"/>
                  </a:lnTo>
                  <a:cubicBezTo>
                    <a:pt x="7950382" y="700489"/>
                    <a:pt x="7925824" y="674465"/>
                    <a:pt x="7901070" y="648724"/>
                  </a:cubicBezTo>
                  <a:cubicBezTo>
                    <a:pt x="7851510" y="597289"/>
                    <a:pt x="7801404" y="546514"/>
                    <a:pt x="7750054" y="497008"/>
                  </a:cubicBezTo>
                  <a:cubicBezTo>
                    <a:pt x="7698902" y="447644"/>
                    <a:pt x="7645913" y="398938"/>
                    <a:pt x="7592277" y="351221"/>
                  </a:cubicBezTo>
                  <a:cubicBezTo>
                    <a:pt x="7484856" y="255786"/>
                    <a:pt x="7373308" y="164304"/>
                    <a:pt x="7257734" y="76964"/>
                  </a:cubicBezTo>
                  <a:close/>
                  <a:moveTo>
                    <a:pt x="1886601" y="0"/>
                  </a:moveTo>
                  <a:lnTo>
                    <a:pt x="2292926" y="0"/>
                  </a:lnTo>
                  <a:lnTo>
                    <a:pt x="2135542" y="117781"/>
                  </a:lnTo>
                  <a:cubicBezTo>
                    <a:pt x="2078998" y="162280"/>
                    <a:pt x="2023659" y="208045"/>
                    <a:pt x="1969576" y="254986"/>
                  </a:cubicBezTo>
                  <a:cubicBezTo>
                    <a:pt x="1861309" y="348820"/>
                    <a:pt x="1758064" y="447314"/>
                    <a:pt x="1659938" y="549855"/>
                  </a:cubicBezTo>
                  <a:cubicBezTo>
                    <a:pt x="1266987" y="960346"/>
                    <a:pt x="953820" y="1431495"/>
                    <a:pt x="729383" y="1936480"/>
                  </a:cubicBezTo>
                  <a:cubicBezTo>
                    <a:pt x="673260" y="2062362"/>
                    <a:pt x="622855" y="2190972"/>
                    <a:pt x="578465" y="2320807"/>
                  </a:cubicBezTo>
                  <a:cubicBezTo>
                    <a:pt x="534125" y="2450687"/>
                    <a:pt x="496147" y="2582216"/>
                    <a:pt x="465080" y="2714875"/>
                  </a:cubicBezTo>
                  <a:cubicBezTo>
                    <a:pt x="449769" y="2780991"/>
                    <a:pt x="435850" y="2848191"/>
                    <a:pt x="423820" y="2915436"/>
                  </a:cubicBezTo>
                  <a:cubicBezTo>
                    <a:pt x="411840" y="2982731"/>
                    <a:pt x="401054" y="3050260"/>
                    <a:pt x="392355" y="3118071"/>
                  </a:cubicBezTo>
                  <a:cubicBezTo>
                    <a:pt x="374509" y="3253646"/>
                    <a:pt x="363424" y="3389880"/>
                    <a:pt x="358801" y="3526915"/>
                  </a:cubicBezTo>
                  <a:cubicBezTo>
                    <a:pt x="349009" y="3800843"/>
                    <a:pt x="366357" y="4075570"/>
                    <a:pt x="410350" y="4348226"/>
                  </a:cubicBezTo>
                  <a:cubicBezTo>
                    <a:pt x="421286" y="4416132"/>
                    <a:pt x="434209" y="4483660"/>
                    <a:pt x="449022" y="4551049"/>
                  </a:cubicBezTo>
                  <a:cubicBezTo>
                    <a:pt x="463737" y="4618436"/>
                    <a:pt x="480389" y="4685588"/>
                    <a:pt x="498882" y="4752365"/>
                  </a:cubicBezTo>
                  <a:cubicBezTo>
                    <a:pt x="517373" y="4819141"/>
                    <a:pt x="537704" y="4885635"/>
                    <a:pt x="559775" y="4951657"/>
                  </a:cubicBezTo>
                  <a:cubicBezTo>
                    <a:pt x="581946" y="5017775"/>
                    <a:pt x="605358" y="5083375"/>
                    <a:pt x="631406" y="5147986"/>
                  </a:cubicBezTo>
                  <a:cubicBezTo>
                    <a:pt x="734055" y="5407608"/>
                    <a:pt x="865188" y="5658570"/>
                    <a:pt x="1023461" y="5893957"/>
                  </a:cubicBezTo>
                  <a:cubicBezTo>
                    <a:pt x="1181487" y="6129578"/>
                    <a:pt x="1367051" y="6349247"/>
                    <a:pt x="1575880" y="6547646"/>
                  </a:cubicBezTo>
                  <a:cubicBezTo>
                    <a:pt x="1680269" y="6646916"/>
                    <a:pt x="1790338" y="6740939"/>
                    <a:pt x="1905228" y="6829468"/>
                  </a:cubicBezTo>
                  <a:lnTo>
                    <a:pt x="1944230" y="6858000"/>
                  </a:lnTo>
                  <a:lnTo>
                    <a:pt x="1372541" y="6858000"/>
                  </a:lnTo>
                  <a:lnTo>
                    <a:pt x="1115251" y="6590005"/>
                  </a:lnTo>
                  <a:cubicBezTo>
                    <a:pt x="418530" y="5790792"/>
                    <a:pt x="0" y="4766182"/>
                    <a:pt x="0" y="3649031"/>
                  </a:cubicBezTo>
                  <a:cubicBezTo>
                    <a:pt x="0" y="2212695"/>
                    <a:pt x="691856" y="929334"/>
                    <a:pt x="1777294" y="81317"/>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1" name="Freeform: Shape 20">
              <a:extLst>
                <a:ext uri="{FF2B5EF4-FFF2-40B4-BE49-F238E27FC236}">
                  <a16:creationId xmlns:a16="http://schemas.microsoft.com/office/drawing/2014/main" id="{82B0ED5C-927D-4C5F-8F27-1B403820B9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3402" y="36937"/>
              <a:ext cx="9767847" cy="6858000"/>
            </a:xfrm>
            <a:custGeom>
              <a:avLst/>
              <a:gdLst>
                <a:gd name="connsiteX0" fmla="*/ 7145704 w 9767847"/>
                <a:gd name="connsiteY0" fmla="*/ 0 h 6858000"/>
                <a:gd name="connsiteX1" fmla="*/ 7875738 w 9767847"/>
                <a:gd name="connsiteY1" fmla="*/ 0 h 6858000"/>
                <a:gd name="connsiteX2" fmla="*/ 7990553 w 9767847"/>
                <a:gd name="connsiteY2" fmla="*/ 85415 h 6858000"/>
                <a:gd name="connsiteX3" fmla="*/ 9767847 w 9767847"/>
                <a:gd name="connsiteY3" fmla="*/ 3653129 h 6858000"/>
                <a:gd name="connsiteX4" fmla="*/ 8652597 w 9767847"/>
                <a:gd name="connsiteY4" fmla="*/ 6594103 h 6858000"/>
                <a:gd name="connsiteX5" fmla="*/ 8399240 w 9767847"/>
                <a:gd name="connsiteY5" fmla="*/ 6858000 h 6858000"/>
                <a:gd name="connsiteX6" fmla="*/ 6766926 w 9767847"/>
                <a:gd name="connsiteY6" fmla="*/ 6858000 h 6858000"/>
                <a:gd name="connsiteX7" fmla="*/ 6804586 w 9767847"/>
                <a:gd name="connsiteY7" fmla="*/ 6821201 h 6858000"/>
                <a:gd name="connsiteX8" fmla="*/ 6881735 w 9767847"/>
                <a:gd name="connsiteY8" fmla="*/ 6745295 h 6858000"/>
                <a:gd name="connsiteX9" fmla="*/ 6958883 w 9767847"/>
                <a:gd name="connsiteY9" fmla="*/ 6668920 h 6858000"/>
                <a:gd name="connsiteX10" fmla="*/ 7267925 w 9767847"/>
                <a:gd name="connsiteY10" fmla="*/ 6359792 h 6858000"/>
                <a:gd name="connsiteX11" fmla="*/ 7424360 w 9767847"/>
                <a:gd name="connsiteY11" fmla="*/ 6204783 h 6858000"/>
                <a:gd name="connsiteX12" fmla="*/ 7504938 w 9767847"/>
                <a:gd name="connsiteY12" fmla="*/ 6126806 h 6858000"/>
                <a:gd name="connsiteX13" fmla="*/ 7546396 w 9767847"/>
                <a:gd name="connsiteY13" fmla="*/ 6087795 h 6858000"/>
                <a:gd name="connsiteX14" fmla="*/ 7588002 w 9767847"/>
                <a:gd name="connsiteY14" fmla="*/ 6049630 h 6858000"/>
                <a:gd name="connsiteX15" fmla="*/ 7631000 w 9767847"/>
                <a:gd name="connsiteY15" fmla="*/ 6010807 h 6858000"/>
                <a:gd name="connsiteX16" fmla="*/ 7675440 w 9767847"/>
                <a:gd name="connsiteY16" fmla="*/ 5972407 h 6858000"/>
                <a:gd name="connsiteX17" fmla="*/ 7720626 w 9767847"/>
                <a:gd name="connsiteY17" fmla="*/ 5934949 h 6858000"/>
                <a:gd name="connsiteX18" fmla="*/ 7766458 w 9767847"/>
                <a:gd name="connsiteY18" fmla="*/ 5898432 h 6858000"/>
                <a:gd name="connsiteX19" fmla="*/ 7955254 w 9767847"/>
                <a:gd name="connsiteY19" fmla="*/ 5760926 h 6858000"/>
                <a:gd name="connsiteX20" fmla="*/ 8352678 w 9767847"/>
                <a:gd name="connsiteY20" fmla="*/ 5521728 h 6858000"/>
                <a:gd name="connsiteX21" fmla="*/ 8451350 w 9767847"/>
                <a:gd name="connsiteY21" fmla="*/ 5469352 h 6858000"/>
                <a:gd name="connsiteX22" fmla="*/ 8548532 w 9767847"/>
                <a:gd name="connsiteY22" fmla="*/ 5417493 h 6858000"/>
                <a:gd name="connsiteX23" fmla="*/ 8729473 w 9767847"/>
                <a:gd name="connsiteY23" fmla="*/ 5314059 h 6858000"/>
                <a:gd name="connsiteX24" fmla="*/ 8770781 w 9767847"/>
                <a:gd name="connsiteY24" fmla="*/ 5287330 h 6858000"/>
                <a:gd name="connsiteX25" fmla="*/ 8790964 w 9767847"/>
                <a:gd name="connsiteY25" fmla="*/ 5273590 h 6858000"/>
                <a:gd name="connsiteX26" fmla="*/ 8810499 w 9767847"/>
                <a:gd name="connsiteY26" fmla="*/ 5259801 h 6858000"/>
                <a:gd name="connsiteX27" fmla="*/ 8883571 w 9767847"/>
                <a:gd name="connsiteY27" fmla="*/ 5202577 h 6858000"/>
                <a:gd name="connsiteX28" fmla="*/ 9006651 w 9767847"/>
                <a:gd name="connsiteY28" fmla="*/ 5074625 h 6858000"/>
                <a:gd name="connsiteX29" fmla="*/ 9033494 w 9767847"/>
                <a:gd name="connsiteY29" fmla="*/ 5038203 h 6858000"/>
                <a:gd name="connsiteX30" fmla="*/ 9040305 w 9767847"/>
                <a:gd name="connsiteY30" fmla="*/ 5028649 h 6858000"/>
                <a:gd name="connsiteX31" fmla="*/ 9046568 w 9767847"/>
                <a:gd name="connsiteY31" fmla="*/ 5019379 h 6858000"/>
                <a:gd name="connsiteX32" fmla="*/ 9058846 w 9767847"/>
                <a:gd name="connsiteY32" fmla="*/ 5000743 h 6858000"/>
                <a:gd name="connsiteX33" fmla="*/ 9104529 w 9767847"/>
                <a:gd name="connsiteY33" fmla="*/ 4922203 h 6858000"/>
                <a:gd name="connsiteX34" fmla="*/ 9181081 w 9767847"/>
                <a:gd name="connsiteY34" fmla="*/ 4748792 h 6858000"/>
                <a:gd name="connsiteX35" fmla="*/ 9240731 w 9767847"/>
                <a:gd name="connsiteY35" fmla="*/ 4561970 h 6858000"/>
                <a:gd name="connsiteX36" fmla="*/ 9265388 w 9767847"/>
                <a:gd name="connsiteY36" fmla="*/ 4465171 h 6858000"/>
                <a:gd name="connsiteX37" fmla="*/ 9276571 w 9767847"/>
                <a:gd name="connsiteY37" fmla="*/ 4416041 h 6858000"/>
                <a:gd name="connsiteX38" fmla="*/ 9281841 w 9767847"/>
                <a:gd name="connsiteY38" fmla="*/ 4391477 h 6858000"/>
                <a:gd name="connsiteX39" fmla="*/ 9286513 w 9767847"/>
                <a:gd name="connsiteY39" fmla="*/ 4368936 h 6858000"/>
                <a:gd name="connsiteX40" fmla="*/ 9296754 w 9767847"/>
                <a:gd name="connsiteY40" fmla="*/ 4316136 h 6858000"/>
                <a:gd name="connsiteX41" fmla="*/ 9301029 w 9767847"/>
                <a:gd name="connsiteY41" fmla="*/ 4293172 h 6858000"/>
                <a:gd name="connsiteX42" fmla="*/ 9302818 w 9767847"/>
                <a:gd name="connsiteY42" fmla="*/ 4282679 h 6858000"/>
                <a:gd name="connsiteX43" fmla="*/ 9304658 w 9767847"/>
                <a:gd name="connsiteY43" fmla="*/ 4270914 h 6858000"/>
                <a:gd name="connsiteX44" fmla="*/ 9312810 w 9767847"/>
                <a:gd name="connsiteY44" fmla="*/ 4220043 h 6858000"/>
                <a:gd name="connsiteX45" fmla="*/ 9316887 w 9767847"/>
                <a:gd name="connsiteY45" fmla="*/ 4194584 h 6858000"/>
                <a:gd name="connsiteX46" fmla="*/ 9318923 w 9767847"/>
                <a:gd name="connsiteY46" fmla="*/ 4181878 h 6858000"/>
                <a:gd name="connsiteX47" fmla="*/ 9320515 w 9767847"/>
                <a:gd name="connsiteY47" fmla="*/ 4168984 h 6858000"/>
                <a:gd name="connsiteX48" fmla="*/ 9332445 w 9767847"/>
                <a:gd name="connsiteY48" fmla="*/ 4069079 h 6858000"/>
                <a:gd name="connsiteX49" fmla="*/ 9336173 w 9767847"/>
                <a:gd name="connsiteY49" fmla="*/ 4022774 h 6858000"/>
                <a:gd name="connsiteX50" fmla="*/ 9340199 w 9767847"/>
                <a:gd name="connsiteY50" fmla="*/ 3969269 h 6858000"/>
                <a:gd name="connsiteX51" fmla="*/ 9347557 w 9767847"/>
                <a:gd name="connsiteY51" fmla="*/ 3770070 h 6858000"/>
                <a:gd name="connsiteX52" fmla="*/ 9346364 w 9767847"/>
                <a:gd name="connsiteY52" fmla="*/ 3669036 h 6858000"/>
                <a:gd name="connsiteX53" fmla="*/ 9344921 w 9767847"/>
                <a:gd name="connsiteY53" fmla="*/ 3619341 h 6858000"/>
                <a:gd name="connsiteX54" fmla="*/ 9344524 w 9767847"/>
                <a:gd name="connsiteY54" fmla="*/ 3607624 h 6858000"/>
                <a:gd name="connsiteX55" fmla="*/ 9343728 w 9767847"/>
                <a:gd name="connsiteY55" fmla="*/ 3594872 h 6858000"/>
                <a:gd name="connsiteX56" fmla="*/ 9342188 w 9767847"/>
                <a:gd name="connsiteY56" fmla="*/ 3569366 h 6858000"/>
                <a:gd name="connsiteX57" fmla="*/ 9339056 w 9767847"/>
                <a:gd name="connsiteY57" fmla="*/ 3518354 h 6858000"/>
                <a:gd name="connsiteX58" fmla="*/ 9334334 w 9767847"/>
                <a:gd name="connsiteY58" fmla="*/ 3467155 h 6858000"/>
                <a:gd name="connsiteX59" fmla="*/ 9329363 w 9767847"/>
                <a:gd name="connsiteY59" fmla="*/ 3415908 h 6858000"/>
                <a:gd name="connsiteX60" fmla="*/ 9328319 w 9767847"/>
                <a:gd name="connsiteY60" fmla="*/ 3404755 h 6858000"/>
                <a:gd name="connsiteX61" fmla="*/ 9327177 w 9767847"/>
                <a:gd name="connsiteY61" fmla="*/ 3394214 h 6858000"/>
                <a:gd name="connsiteX62" fmla="*/ 9324293 w 9767847"/>
                <a:gd name="connsiteY62" fmla="*/ 3370872 h 6858000"/>
                <a:gd name="connsiteX63" fmla="*/ 9320763 w 9767847"/>
                <a:gd name="connsiteY63" fmla="*/ 3344427 h 6858000"/>
                <a:gd name="connsiteX64" fmla="*/ 9317184 w 9767847"/>
                <a:gd name="connsiteY64" fmla="*/ 3315343 h 6858000"/>
                <a:gd name="connsiteX65" fmla="*/ 9311021 w 9767847"/>
                <a:gd name="connsiteY65" fmla="*/ 3270309 h 6858000"/>
                <a:gd name="connsiteX66" fmla="*/ 9302719 w 9767847"/>
                <a:gd name="connsiteY66" fmla="*/ 3219815 h 6858000"/>
                <a:gd name="connsiteX67" fmla="*/ 9293970 w 9767847"/>
                <a:gd name="connsiteY67" fmla="*/ 3169887 h 6858000"/>
                <a:gd name="connsiteX68" fmla="*/ 9252065 w 9767847"/>
                <a:gd name="connsiteY68" fmla="*/ 2971205 h 6858000"/>
                <a:gd name="connsiteX69" fmla="*/ 9227211 w 9767847"/>
                <a:gd name="connsiteY69" fmla="*/ 2872571 h 6858000"/>
                <a:gd name="connsiteX70" fmla="*/ 9220699 w 9767847"/>
                <a:gd name="connsiteY70" fmla="*/ 2848524 h 6858000"/>
                <a:gd name="connsiteX71" fmla="*/ 9213740 w 9767847"/>
                <a:gd name="connsiteY71" fmla="*/ 2824289 h 6858000"/>
                <a:gd name="connsiteX72" fmla="*/ 9199374 w 9767847"/>
                <a:gd name="connsiteY72" fmla="*/ 2775536 h 6858000"/>
                <a:gd name="connsiteX73" fmla="*/ 9061829 w 9767847"/>
                <a:gd name="connsiteY73" fmla="*/ 2389515 h 6858000"/>
                <a:gd name="connsiteX74" fmla="*/ 8978865 w 9767847"/>
                <a:gd name="connsiteY74" fmla="*/ 2200953 h 6858000"/>
                <a:gd name="connsiteX75" fmla="*/ 8956694 w 9767847"/>
                <a:gd name="connsiteY75" fmla="*/ 2154317 h 6858000"/>
                <a:gd name="connsiteX76" fmla="*/ 8934176 w 9767847"/>
                <a:gd name="connsiteY76" fmla="*/ 2108012 h 6858000"/>
                <a:gd name="connsiteX77" fmla="*/ 8887151 w 9767847"/>
                <a:gd name="connsiteY77" fmla="*/ 2015448 h 6858000"/>
                <a:gd name="connsiteX78" fmla="*/ 8787533 w 9767847"/>
                <a:gd name="connsiteY78" fmla="*/ 1832625 h 6858000"/>
                <a:gd name="connsiteX79" fmla="*/ 8761485 w 9767847"/>
                <a:gd name="connsiteY79" fmla="*/ 1787496 h 6858000"/>
                <a:gd name="connsiteX80" fmla="*/ 8734791 w 9767847"/>
                <a:gd name="connsiteY80" fmla="*/ 1741991 h 6858000"/>
                <a:gd name="connsiteX81" fmla="*/ 8680808 w 9767847"/>
                <a:gd name="connsiteY81" fmla="*/ 1652910 h 6858000"/>
                <a:gd name="connsiteX82" fmla="*/ 8567024 w 9767847"/>
                <a:gd name="connsiteY82" fmla="*/ 1477004 h 6858000"/>
                <a:gd name="connsiteX83" fmla="*/ 8537446 w 9767847"/>
                <a:gd name="connsiteY83" fmla="*/ 1433428 h 6858000"/>
                <a:gd name="connsiteX84" fmla="*/ 8507423 w 9767847"/>
                <a:gd name="connsiteY84" fmla="*/ 1389994 h 6858000"/>
                <a:gd name="connsiteX85" fmla="*/ 8446529 w 9767847"/>
                <a:gd name="connsiteY85" fmla="*/ 1304393 h 6858000"/>
                <a:gd name="connsiteX86" fmla="*/ 8319224 w 9767847"/>
                <a:gd name="connsiteY86" fmla="*/ 1135124 h 6858000"/>
                <a:gd name="connsiteX87" fmla="*/ 8286366 w 9767847"/>
                <a:gd name="connsiteY87" fmla="*/ 1093148 h 6858000"/>
                <a:gd name="connsiteX88" fmla="*/ 8270161 w 9767847"/>
                <a:gd name="connsiteY88" fmla="*/ 1072538 h 6858000"/>
                <a:gd name="connsiteX89" fmla="*/ 8253856 w 9767847"/>
                <a:gd name="connsiteY89" fmla="*/ 1052254 h 6858000"/>
                <a:gd name="connsiteX90" fmla="*/ 8186352 w 9767847"/>
                <a:gd name="connsiteY90" fmla="*/ 970373 h 6858000"/>
                <a:gd name="connsiteX91" fmla="*/ 8046768 w 9767847"/>
                <a:gd name="connsiteY91" fmla="*/ 809527 h 6858000"/>
                <a:gd name="connsiteX92" fmla="*/ 8010927 w 9767847"/>
                <a:gd name="connsiteY92" fmla="*/ 769951 h 6858000"/>
                <a:gd name="connsiteX93" fmla="*/ 7974788 w 9767847"/>
                <a:gd name="connsiteY93" fmla="*/ 730751 h 6858000"/>
                <a:gd name="connsiteX94" fmla="*/ 7901070 w 9767847"/>
                <a:gd name="connsiteY94" fmla="*/ 652823 h 6858000"/>
                <a:gd name="connsiteX95" fmla="*/ 7750054 w 9767847"/>
                <a:gd name="connsiteY95" fmla="*/ 501106 h 6858000"/>
                <a:gd name="connsiteX96" fmla="*/ 7592277 w 9767847"/>
                <a:gd name="connsiteY96" fmla="*/ 355319 h 6858000"/>
                <a:gd name="connsiteX97" fmla="*/ 7257734 w 9767847"/>
                <a:gd name="connsiteY97" fmla="*/ 81062 h 6858000"/>
                <a:gd name="connsiteX98" fmla="*/ 1892109 w 9767847"/>
                <a:gd name="connsiteY98" fmla="*/ 0 h 6858000"/>
                <a:gd name="connsiteX99" fmla="*/ 2298402 w 9767847"/>
                <a:gd name="connsiteY99" fmla="*/ 0 h 6858000"/>
                <a:gd name="connsiteX100" fmla="*/ 2135542 w 9767847"/>
                <a:gd name="connsiteY100" fmla="*/ 121879 h 6858000"/>
                <a:gd name="connsiteX101" fmla="*/ 1969576 w 9767847"/>
                <a:gd name="connsiteY101" fmla="*/ 259084 h 6858000"/>
                <a:gd name="connsiteX102" fmla="*/ 1659938 w 9767847"/>
                <a:gd name="connsiteY102" fmla="*/ 553953 h 6858000"/>
                <a:gd name="connsiteX103" fmla="*/ 729383 w 9767847"/>
                <a:gd name="connsiteY103" fmla="*/ 1940578 h 6858000"/>
                <a:gd name="connsiteX104" fmla="*/ 578465 w 9767847"/>
                <a:gd name="connsiteY104" fmla="*/ 2324905 h 6858000"/>
                <a:gd name="connsiteX105" fmla="*/ 465080 w 9767847"/>
                <a:gd name="connsiteY105" fmla="*/ 2718973 h 6858000"/>
                <a:gd name="connsiteX106" fmla="*/ 423820 w 9767847"/>
                <a:gd name="connsiteY106" fmla="*/ 2919535 h 6858000"/>
                <a:gd name="connsiteX107" fmla="*/ 392355 w 9767847"/>
                <a:gd name="connsiteY107" fmla="*/ 3122169 h 6858000"/>
                <a:gd name="connsiteX108" fmla="*/ 358801 w 9767847"/>
                <a:gd name="connsiteY108" fmla="*/ 3531013 h 6858000"/>
                <a:gd name="connsiteX109" fmla="*/ 410350 w 9767847"/>
                <a:gd name="connsiteY109" fmla="*/ 4352324 h 6858000"/>
                <a:gd name="connsiteX110" fmla="*/ 449022 w 9767847"/>
                <a:gd name="connsiteY110" fmla="*/ 4555147 h 6858000"/>
                <a:gd name="connsiteX111" fmla="*/ 498882 w 9767847"/>
                <a:gd name="connsiteY111" fmla="*/ 4756463 h 6858000"/>
                <a:gd name="connsiteX112" fmla="*/ 559775 w 9767847"/>
                <a:gd name="connsiteY112" fmla="*/ 4955755 h 6858000"/>
                <a:gd name="connsiteX113" fmla="*/ 631406 w 9767847"/>
                <a:gd name="connsiteY113" fmla="*/ 5152084 h 6858000"/>
                <a:gd name="connsiteX114" fmla="*/ 1023461 w 9767847"/>
                <a:gd name="connsiteY114" fmla="*/ 5898055 h 6858000"/>
                <a:gd name="connsiteX115" fmla="*/ 1575880 w 9767847"/>
                <a:gd name="connsiteY115" fmla="*/ 6551744 h 6858000"/>
                <a:gd name="connsiteX116" fmla="*/ 1905228 w 9767847"/>
                <a:gd name="connsiteY116" fmla="*/ 6833566 h 6858000"/>
                <a:gd name="connsiteX117" fmla="*/ 1938629 w 9767847"/>
                <a:gd name="connsiteY117" fmla="*/ 6858000 h 6858000"/>
                <a:gd name="connsiteX118" fmla="*/ 1368607 w 9767847"/>
                <a:gd name="connsiteY118" fmla="*/ 6858000 h 6858000"/>
                <a:gd name="connsiteX119" fmla="*/ 1115251 w 9767847"/>
                <a:gd name="connsiteY119" fmla="*/ 6594103 h 6858000"/>
                <a:gd name="connsiteX120" fmla="*/ 0 w 9767847"/>
                <a:gd name="connsiteY120" fmla="*/ 3653129 h 6858000"/>
                <a:gd name="connsiteX121" fmla="*/ 1777294 w 9767847"/>
                <a:gd name="connsiteY121" fmla="*/ 854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9767847" h="6858000">
                  <a:moveTo>
                    <a:pt x="7145704" y="0"/>
                  </a:moveTo>
                  <a:lnTo>
                    <a:pt x="7875738" y="0"/>
                  </a:lnTo>
                  <a:lnTo>
                    <a:pt x="7990553" y="85415"/>
                  </a:lnTo>
                  <a:cubicBezTo>
                    <a:pt x="9075991" y="933432"/>
                    <a:pt x="9767847" y="2216793"/>
                    <a:pt x="9767847" y="3653129"/>
                  </a:cubicBezTo>
                  <a:cubicBezTo>
                    <a:pt x="9767847" y="4770280"/>
                    <a:pt x="9349317" y="5794890"/>
                    <a:pt x="8652597" y="6594103"/>
                  </a:cubicBezTo>
                  <a:lnTo>
                    <a:pt x="8399240" y="6858000"/>
                  </a:lnTo>
                  <a:lnTo>
                    <a:pt x="6766926" y="6858000"/>
                  </a:lnTo>
                  <a:lnTo>
                    <a:pt x="6804586" y="6821201"/>
                  </a:lnTo>
                  <a:lnTo>
                    <a:pt x="6881735" y="6745295"/>
                  </a:lnTo>
                  <a:cubicBezTo>
                    <a:pt x="6907435" y="6719979"/>
                    <a:pt x="6933134" y="6694896"/>
                    <a:pt x="6958883" y="6668920"/>
                  </a:cubicBezTo>
                  <a:lnTo>
                    <a:pt x="7267925" y="6359792"/>
                  </a:lnTo>
                  <a:lnTo>
                    <a:pt x="7424360" y="6204783"/>
                  </a:lnTo>
                  <a:cubicBezTo>
                    <a:pt x="7450754" y="6178900"/>
                    <a:pt x="7477598" y="6152829"/>
                    <a:pt x="7504938" y="6126806"/>
                  </a:cubicBezTo>
                  <a:lnTo>
                    <a:pt x="7546396" y="6087795"/>
                  </a:lnTo>
                  <a:cubicBezTo>
                    <a:pt x="7560264" y="6074901"/>
                    <a:pt x="7574780" y="6061630"/>
                    <a:pt x="7588002" y="6049630"/>
                  </a:cubicBezTo>
                  <a:lnTo>
                    <a:pt x="7631000" y="6010807"/>
                  </a:lnTo>
                  <a:lnTo>
                    <a:pt x="7675440" y="5972407"/>
                  </a:lnTo>
                  <a:cubicBezTo>
                    <a:pt x="7690404" y="5959796"/>
                    <a:pt x="7705564" y="5947419"/>
                    <a:pt x="7720626" y="5934949"/>
                  </a:cubicBezTo>
                  <a:cubicBezTo>
                    <a:pt x="7735738" y="5922525"/>
                    <a:pt x="7751197" y="5910619"/>
                    <a:pt x="7766458" y="5898432"/>
                  </a:cubicBezTo>
                  <a:cubicBezTo>
                    <a:pt x="7827949" y="5850290"/>
                    <a:pt x="7890979" y="5804597"/>
                    <a:pt x="7955254" y="5760926"/>
                  </a:cubicBezTo>
                  <a:cubicBezTo>
                    <a:pt x="8083800" y="5673632"/>
                    <a:pt x="8216872" y="5594434"/>
                    <a:pt x="8352678" y="5521728"/>
                  </a:cubicBezTo>
                  <a:lnTo>
                    <a:pt x="8451350" y="5469352"/>
                  </a:lnTo>
                  <a:lnTo>
                    <a:pt x="8548532" y="5417493"/>
                  </a:lnTo>
                  <a:cubicBezTo>
                    <a:pt x="8612110" y="5383188"/>
                    <a:pt x="8673251" y="5349306"/>
                    <a:pt x="8729473" y="5314059"/>
                  </a:cubicBezTo>
                  <a:cubicBezTo>
                    <a:pt x="8743591" y="5305213"/>
                    <a:pt x="8757161" y="5296459"/>
                    <a:pt x="8770781" y="5287330"/>
                  </a:cubicBezTo>
                  <a:cubicBezTo>
                    <a:pt x="8777591" y="5282765"/>
                    <a:pt x="8784451" y="5278201"/>
                    <a:pt x="8790964" y="5273590"/>
                  </a:cubicBezTo>
                  <a:cubicBezTo>
                    <a:pt x="8797574" y="5268977"/>
                    <a:pt x="8804235" y="5264412"/>
                    <a:pt x="8810499" y="5259801"/>
                  </a:cubicBezTo>
                  <a:cubicBezTo>
                    <a:pt x="8835999" y="5241401"/>
                    <a:pt x="8860407" y="5222389"/>
                    <a:pt x="8883571" y="5202577"/>
                  </a:cubicBezTo>
                  <a:cubicBezTo>
                    <a:pt x="8929900" y="5162954"/>
                    <a:pt x="8971258" y="5120413"/>
                    <a:pt x="9006651" y="5074625"/>
                  </a:cubicBezTo>
                  <a:cubicBezTo>
                    <a:pt x="9015351" y="5063426"/>
                    <a:pt x="9024398" y="5050955"/>
                    <a:pt x="9033494" y="5038203"/>
                  </a:cubicBezTo>
                  <a:lnTo>
                    <a:pt x="9040305" y="5028649"/>
                  </a:lnTo>
                  <a:lnTo>
                    <a:pt x="9046568" y="5019379"/>
                  </a:lnTo>
                  <a:cubicBezTo>
                    <a:pt x="9050743" y="5013261"/>
                    <a:pt x="9054819" y="5007050"/>
                    <a:pt x="9058846" y="5000743"/>
                  </a:cubicBezTo>
                  <a:cubicBezTo>
                    <a:pt x="9075002" y="4975615"/>
                    <a:pt x="9090212" y="4949403"/>
                    <a:pt x="9104529" y="4922203"/>
                  </a:cubicBezTo>
                  <a:cubicBezTo>
                    <a:pt x="9133211" y="4867850"/>
                    <a:pt x="9158313" y="4809545"/>
                    <a:pt x="9181081" y="4748792"/>
                  </a:cubicBezTo>
                  <a:cubicBezTo>
                    <a:pt x="9203748" y="4688276"/>
                    <a:pt x="9223383" y="4625876"/>
                    <a:pt x="9240731" y="4561970"/>
                  </a:cubicBezTo>
                  <a:cubicBezTo>
                    <a:pt x="9249481" y="4530064"/>
                    <a:pt x="9257682" y="4497782"/>
                    <a:pt x="9265388" y="4465171"/>
                  </a:cubicBezTo>
                  <a:cubicBezTo>
                    <a:pt x="9269215" y="4448842"/>
                    <a:pt x="9272943" y="4432465"/>
                    <a:pt x="9276571" y="4416041"/>
                  </a:cubicBezTo>
                  <a:lnTo>
                    <a:pt x="9281841" y="4391477"/>
                  </a:lnTo>
                  <a:lnTo>
                    <a:pt x="9286513" y="4368936"/>
                  </a:lnTo>
                  <a:lnTo>
                    <a:pt x="9296754" y="4316136"/>
                  </a:lnTo>
                  <a:lnTo>
                    <a:pt x="9301029" y="4293172"/>
                  </a:lnTo>
                  <a:lnTo>
                    <a:pt x="9302818" y="4282679"/>
                  </a:lnTo>
                  <a:lnTo>
                    <a:pt x="9304658" y="4270914"/>
                  </a:lnTo>
                  <a:lnTo>
                    <a:pt x="9312810" y="4220043"/>
                  </a:lnTo>
                  <a:lnTo>
                    <a:pt x="9316887" y="4194584"/>
                  </a:lnTo>
                  <a:lnTo>
                    <a:pt x="9318923" y="4181878"/>
                  </a:lnTo>
                  <a:cubicBezTo>
                    <a:pt x="9319570" y="4177644"/>
                    <a:pt x="9319969" y="4173267"/>
                    <a:pt x="9320515" y="4168984"/>
                  </a:cubicBezTo>
                  <a:lnTo>
                    <a:pt x="9332445" y="4069079"/>
                  </a:lnTo>
                  <a:cubicBezTo>
                    <a:pt x="9333836" y="4056468"/>
                    <a:pt x="9334880" y="4040986"/>
                    <a:pt x="9336173" y="4022774"/>
                  </a:cubicBezTo>
                  <a:lnTo>
                    <a:pt x="9340199" y="3969269"/>
                  </a:lnTo>
                  <a:cubicBezTo>
                    <a:pt x="9345071" y="3903904"/>
                    <a:pt x="9347358" y="3837081"/>
                    <a:pt x="9347557" y="3770070"/>
                  </a:cubicBezTo>
                  <a:cubicBezTo>
                    <a:pt x="9347656" y="3736518"/>
                    <a:pt x="9347209" y="3702871"/>
                    <a:pt x="9346364" y="3669036"/>
                  </a:cubicBezTo>
                  <a:lnTo>
                    <a:pt x="9344921" y="3619341"/>
                  </a:lnTo>
                  <a:lnTo>
                    <a:pt x="9344524" y="3607624"/>
                  </a:lnTo>
                  <a:lnTo>
                    <a:pt x="9343728" y="3594872"/>
                  </a:lnTo>
                  <a:lnTo>
                    <a:pt x="9342188" y="3569366"/>
                  </a:lnTo>
                  <a:lnTo>
                    <a:pt x="9339056" y="3518354"/>
                  </a:lnTo>
                  <a:cubicBezTo>
                    <a:pt x="9337914" y="3501319"/>
                    <a:pt x="9335874" y="3484236"/>
                    <a:pt x="9334334" y="3467155"/>
                  </a:cubicBezTo>
                  <a:lnTo>
                    <a:pt x="9329363" y="3415908"/>
                  </a:lnTo>
                  <a:lnTo>
                    <a:pt x="9328319" y="3404755"/>
                  </a:lnTo>
                  <a:lnTo>
                    <a:pt x="9327177" y="3394214"/>
                  </a:lnTo>
                  <a:lnTo>
                    <a:pt x="9324293" y="3370872"/>
                  </a:lnTo>
                  <a:lnTo>
                    <a:pt x="9320763" y="3344427"/>
                  </a:lnTo>
                  <a:lnTo>
                    <a:pt x="9317184" y="3315343"/>
                  </a:lnTo>
                  <a:cubicBezTo>
                    <a:pt x="9315594" y="3300991"/>
                    <a:pt x="9313506" y="3286404"/>
                    <a:pt x="9311021" y="3270309"/>
                  </a:cubicBezTo>
                  <a:lnTo>
                    <a:pt x="9302719" y="3219815"/>
                  </a:lnTo>
                  <a:cubicBezTo>
                    <a:pt x="9299936" y="3203157"/>
                    <a:pt x="9297003" y="3186498"/>
                    <a:pt x="9293970" y="3169887"/>
                  </a:cubicBezTo>
                  <a:cubicBezTo>
                    <a:pt x="9281891" y="3103393"/>
                    <a:pt x="9267674" y="3037182"/>
                    <a:pt x="9252065" y="2971205"/>
                  </a:cubicBezTo>
                  <a:cubicBezTo>
                    <a:pt x="9244261" y="2938265"/>
                    <a:pt x="9235959" y="2905371"/>
                    <a:pt x="9227211" y="2872571"/>
                  </a:cubicBezTo>
                  <a:lnTo>
                    <a:pt x="9220699" y="2848524"/>
                  </a:lnTo>
                  <a:lnTo>
                    <a:pt x="9213740" y="2824289"/>
                  </a:lnTo>
                  <a:cubicBezTo>
                    <a:pt x="9209216" y="2808147"/>
                    <a:pt x="9204345" y="2791866"/>
                    <a:pt x="9199374" y="2775536"/>
                  </a:cubicBezTo>
                  <a:cubicBezTo>
                    <a:pt x="9159855" y="2645184"/>
                    <a:pt x="9114272" y="2516197"/>
                    <a:pt x="9061829" y="2389515"/>
                  </a:cubicBezTo>
                  <a:cubicBezTo>
                    <a:pt x="9035582" y="2326175"/>
                    <a:pt x="9008043" y="2263258"/>
                    <a:pt x="8978865" y="2200953"/>
                  </a:cubicBezTo>
                  <a:lnTo>
                    <a:pt x="8956694" y="2154317"/>
                  </a:lnTo>
                  <a:lnTo>
                    <a:pt x="8934176" y="2108012"/>
                  </a:lnTo>
                  <a:cubicBezTo>
                    <a:pt x="8918915" y="2077189"/>
                    <a:pt x="8903157" y="2046130"/>
                    <a:pt x="8887151" y="2015448"/>
                  </a:cubicBezTo>
                  <a:cubicBezTo>
                    <a:pt x="8854988" y="1953989"/>
                    <a:pt x="8822082" y="1892908"/>
                    <a:pt x="8787533" y="1832625"/>
                  </a:cubicBezTo>
                  <a:lnTo>
                    <a:pt x="8761485" y="1787496"/>
                  </a:lnTo>
                  <a:lnTo>
                    <a:pt x="8734791" y="1741991"/>
                  </a:lnTo>
                  <a:cubicBezTo>
                    <a:pt x="8717047" y="1711921"/>
                    <a:pt x="8699200" y="1682461"/>
                    <a:pt x="8680808" y="1652910"/>
                  </a:cubicBezTo>
                  <a:cubicBezTo>
                    <a:pt x="8644322" y="1593756"/>
                    <a:pt x="8606194" y="1535216"/>
                    <a:pt x="8567024" y="1477004"/>
                  </a:cubicBezTo>
                  <a:lnTo>
                    <a:pt x="8537446" y="1433428"/>
                  </a:lnTo>
                  <a:lnTo>
                    <a:pt x="8507423" y="1389994"/>
                  </a:lnTo>
                  <a:cubicBezTo>
                    <a:pt x="8487390" y="1361382"/>
                    <a:pt x="8467158" y="1332817"/>
                    <a:pt x="8446529" y="1304393"/>
                  </a:cubicBezTo>
                  <a:cubicBezTo>
                    <a:pt x="8405271" y="1247595"/>
                    <a:pt x="8362718" y="1191218"/>
                    <a:pt x="8319224" y="1135124"/>
                  </a:cubicBezTo>
                  <a:lnTo>
                    <a:pt x="8286366" y="1093148"/>
                  </a:lnTo>
                  <a:lnTo>
                    <a:pt x="8270161" y="1072538"/>
                  </a:lnTo>
                  <a:lnTo>
                    <a:pt x="8253856" y="1052254"/>
                  </a:lnTo>
                  <a:cubicBezTo>
                    <a:pt x="8231636" y="1024773"/>
                    <a:pt x="8209117" y="997479"/>
                    <a:pt x="8186352" y="970373"/>
                  </a:cubicBezTo>
                  <a:cubicBezTo>
                    <a:pt x="8140917" y="916020"/>
                    <a:pt x="8094240" y="862515"/>
                    <a:pt x="8046768" y="809527"/>
                  </a:cubicBezTo>
                  <a:lnTo>
                    <a:pt x="8010927" y="769951"/>
                  </a:lnTo>
                  <a:lnTo>
                    <a:pt x="7974788" y="730751"/>
                  </a:lnTo>
                  <a:cubicBezTo>
                    <a:pt x="7950382" y="704587"/>
                    <a:pt x="7925824" y="678563"/>
                    <a:pt x="7901070" y="652823"/>
                  </a:cubicBezTo>
                  <a:cubicBezTo>
                    <a:pt x="7851510" y="601387"/>
                    <a:pt x="7801404" y="550612"/>
                    <a:pt x="7750054" y="501106"/>
                  </a:cubicBezTo>
                  <a:cubicBezTo>
                    <a:pt x="7698902" y="451742"/>
                    <a:pt x="7645913" y="403036"/>
                    <a:pt x="7592277" y="355319"/>
                  </a:cubicBezTo>
                  <a:cubicBezTo>
                    <a:pt x="7484856" y="259884"/>
                    <a:pt x="7373308" y="168402"/>
                    <a:pt x="7257734" y="81062"/>
                  </a:cubicBezTo>
                  <a:close/>
                  <a:moveTo>
                    <a:pt x="1892109" y="0"/>
                  </a:moveTo>
                  <a:lnTo>
                    <a:pt x="2298402" y="0"/>
                  </a:lnTo>
                  <a:lnTo>
                    <a:pt x="2135542" y="121879"/>
                  </a:lnTo>
                  <a:cubicBezTo>
                    <a:pt x="2078998" y="166378"/>
                    <a:pt x="2023659" y="212143"/>
                    <a:pt x="1969576" y="259084"/>
                  </a:cubicBezTo>
                  <a:cubicBezTo>
                    <a:pt x="1861309" y="352918"/>
                    <a:pt x="1758064" y="451412"/>
                    <a:pt x="1659938" y="553953"/>
                  </a:cubicBezTo>
                  <a:cubicBezTo>
                    <a:pt x="1266987" y="964444"/>
                    <a:pt x="953820" y="1435593"/>
                    <a:pt x="729383" y="1940578"/>
                  </a:cubicBezTo>
                  <a:cubicBezTo>
                    <a:pt x="673260" y="2066459"/>
                    <a:pt x="622855" y="2195070"/>
                    <a:pt x="578465" y="2324905"/>
                  </a:cubicBezTo>
                  <a:cubicBezTo>
                    <a:pt x="534125" y="2454785"/>
                    <a:pt x="496147" y="2586314"/>
                    <a:pt x="465080" y="2718973"/>
                  </a:cubicBezTo>
                  <a:cubicBezTo>
                    <a:pt x="449769" y="2785089"/>
                    <a:pt x="435850" y="2852289"/>
                    <a:pt x="423820" y="2919535"/>
                  </a:cubicBezTo>
                  <a:cubicBezTo>
                    <a:pt x="411840" y="2986829"/>
                    <a:pt x="401054" y="3054358"/>
                    <a:pt x="392355" y="3122169"/>
                  </a:cubicBezTo>
                  <a:cubicBezTo>
                    <a:pt x="374509" y="3257744"/>
                    <a:pt x="363424" y="3393978"/>
                    <a:pt x="358801" y="3531013"/>
                  </a:cubicBezTo>
                  <a:cubicBezTo>
                    <a:pt x="349009" y="3804941"/>
                    <a:pt x="366357" y="4079668"/>
                    <a:pt x="410350" y="4352324"/>
                  </a:cubicBezTo>
                  <a:cubicBezTo>
                    <a:pt x="421286" y="4420230"/>
                    <a:pt x="434209" y="4487758"/>
                    <a:pt x="449022" y="4555147"/>
                  </a:cubicBezTo>
                  <a:cubicBezTo>
                    <a:pt x="463737" y="4622534"/>
                    <a:pt x="480389" y="4689686"/>
                    <a:pt x="498882" y="4756463"/>
                  </a:cubicBezTo>
                  <a:cubicBezTo>
                    <a:pt x="517373" y="4823239"/>
                    <a:pt x="537704" y="4889733"/>
                    <a:pt x="559775" y="4955755"/>
                  </a:cubicBezTo>
                  <a:cubicBezTo>
                    <a:pt x="581946" y="5021873"/>
                    <a:pt x="605358" y="5087473"/>
                    <a:pt x="631406" y="5152084"/>
                  </a:cubicBezTo>
                  <a:cubicBezTo>
                    <a:pt x="734055" y="5411706"/>
                    <a:pt x="865188" y="5662668"/>
                    <a:pt x="1023461" y="5898055"/>
                  </a:cubicBezTo>
                  <a:cubicBezTo>
                    <a:pt x="1181487" y="6133676"/>
                    <a:pt x="1367051" y="6353345"/>
                    <a:pt x="1575880" y="6551744"/>
                  </a:cubicBezTo>
                  <a:cubicBezTo>
                    <a:pt x="1680269" y="6651014"/>
                    <a:pt x="1790338" y="6745037"/>
                    <a:pt x="1905228" y="6833566"/>
                  </a:cubicBezTo>
                  <a:lnTo>
                    <a:pt x="1938629" y="6858000"/>
                  </a:lnTo>
                  <a:lnTo>
                    <a:pt x="1368607" y="6858000"/>
                  </a:lnTo>
                  <a:lnTo>
                    <a:pt x="1115251" y="6594103"/>
                  </a:lnTo>
                  <a:cubicBezTo>
                    <a:pt x="418530" y="5794890"/>
                    <a:pt x="0" y="4770280"/>
                    <a:pt x="0" y="3653129"/>
                  </a:cubicBezTo>
                  <a:cubicBezTo>
                    <a:pt x="0" y="2216793"/>
                    <a:pt x="691856" y="933432"/>
                    <a:pt x="1777294" y="85415"/>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grpSp>
      <p:sp>
        <p:nvSpPr>
          <p:cNvPr id="2" name="Title 1">
            <a:extLst>
              <a:ext uri="{FF2B5EF4-FFF2-40B4-BE49-F238E27FC236}">
                <a16:creationId xmlns:a16="http://schemas.microsoft.com/office/drawing/2014/main" id="{8FB44EAD-9809-7711-9716-CB8F557A1391}"/>
              </a:ext>
            </a:extLst>
          </p:cNvPr>
          <p:cNvSpPr>
            <a:spLocks noGrp="1"/>
          </p:cNvSpPr>
          <p:nvPr>
            <p:ph type="ctrTitle"/>
          </p:nvPr>
        </p:nvSpPr>
        <p:spPr>
          <a:xfrm>
            <a:off x="876300" y="45868"/>
            <a:ext cx="10263459" cy="923925"/>
          </a:xfrm>
        </p:spPr>
        <p:txBody>
          <a:bodyPr anchor="b">
            <a:normAutofit/>
          </a:bodyPr>
          <a:lstStyle/>
          <a:p>
            <a:r>
              <a:rPr lang="en-IN" sz="4000" dirty="0">
                <a:solidFill>
                  <a:schemeClr val="tx2"/>
                </a:solidFill>
                <a:latin typeface="Engravers MT" panose="02090707080505020304" pitchFamily="18" charset="0"/>
              </a:rPr>
              <a:t>History  of MISRA-C</a:t>
            </a:r>
            <a:endParaRPr lang="en-IN" sz="4000" dirty="0">
              <a:solidFill>
                <a:schemeClr val="tx2"/>
              </a:solidFill>
            </a:endParaRPr>
          </a:p>
        </p:txBody>
      </p:sp>
      <p:grpSp>
        <p:nvGrpSpPr>
          <p:cNvPr id="23" name="Group 22">
            <a:extLst>
              <a:ext uri="{FF2B5EF4-FFF2-40B4-BE49-F238E27FC236}">
                <a16:creationId xmlns:a16="http://schemas.microsoft.com/office/drawing/2014/main" id="{87F87F1B-42BA-4AC7-A4E2-41544DDB2CE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05" y="-4155"/>
            <a:ext cx="2514948" cy="2174333"/>
            <a:chOff x="-305" y="-4155"/>
            <a:chExt cx="2514948" cy="2174333"/>
          </a:xfrm>
        </p:grpSpPr>
        <p:sp>
          <p:nvSpPr>
            <p:cNvPr id="24" name="Freeform: Shape 23">
              <a:extLst>
                <a:ext uri="{FF2B5EF4-FFF2-40B4-BE49-F238E27FC236}">
                  <a16:creationId xmlns:a16="http://schemas.microsoft.com/office/drawing/2014/main" id="{68B53067-4E48-4E71-A6A9-A8CAABAFBF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Shape 24">
              <a:extLst>
                <a:ext uri="{FF2B5EF4-FFF2-40B4-BE49-F238E27FC236}">
                  <a16:creationId xmlns:a16="http://schemas.microsoft.com/office/drawing/2014/main" id="{06D1A0D3-4BB8-41D9-9CE7-2884C83F44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reeform: Shape 25">
              <a:extLst>
                <a:ext uri="{FF2B5EF4-FFF2-40B4-BE49-F238E27FC236}">
                  <a16:creationId xmlns:a16="http://schemas.microsoft.com/office/drawing/2014/main" id="{81E20F06-3B09-4B89-A36B-AB8BFBCCA5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27" name="Freeform: Shape 26">
              <a:extLst>
                <a:ext uri="{FF2B5EF4-FFF2-40B4-BE49-F238E27FC236}">
                  <a16:creationId xmlns:a16="http://schemas.microsoft.com/office/drawing/2014/main" id="{DAE6C3D7-7D5B-4926-877D-45F117BB6B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9" name="Group 28">
            <a:extLst>
              <a:ext uri="{FF2B5EF4-FFF2-40B4-BE49-F238E27FC236}">
                <a16:creationId xmlns:a16="http://schemas.microsoft.com/office/drawing/2014/main" id="{967346A5-7569-4F15-AB5D-BE3DADF192C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9685727" y="4683666"/>
            <a:ext cx="2514948" cy="2174333"/>
            <a:chOff x="-305" y="-4155"/>
            <a:chExt cx="2514948" cy="2174333"/>
          </a:xfrm>
        </p:grpSpPr>
        <p:sp>
          <p:nvSpPr>
            <p:cNvPr id="30" name="Freeform: Shape 29">
              <a:extLst>
                <a:ext uri="{FF2B5EF4-FFF2-40B4-BE49-F238E27FC236}">
                  <a16:creationId xmlns:a16="http://schemas.microsoft.com/office/drawing/2014/main" id="{E1951533-A568-4765-AB1F-F71D9AFDEA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reeform: Shape 30">
              <a:extLst>
                <a:ext uri="{FF2B5EF4-FFF2-40B4-BE49-F238E27FC236}">
                  <a16:creationId xmlns:a16="http://schemas.microsoft.com/office/drawing/2014/main" id="{A7214F52-4F3F-4C96-A62E-F1401D6C04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Freeform: Shape 31">
              <a:extLst>
                <a:ext uri="{FF2B5EF4-FFF2-40B4-BE49-F238E27FC236}">
                  <a16:creationId xmlns:a16="http://schemas.microsoft.com/office/drawing/2014/main" id="{023146A1-291C-4FA0-AB5B-EB04D42398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33" name="Freeform: Shape 32">
              <a:extLst>
                <a:ext uri="{FF2B5EF4-FFF2-40B4-BE49-F238E27FC236}">
                  <a16:creationId xmlns:a16="http://schemas.microsoft.com/office/drawing/2014/main" id="{62977932-2B03-4899-8306-5002CEE68E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5" name="Title 1">
            <a:extLst>
              <a:ext uri="{FF2B5EF4-FFF2-40B4-BE49-F238E27FC236}">
                <a16:creationId xmlns:a16="http://schemas.microsoft.com/office/drawing/2014/main" id="{D6EE584E-84BC-FC84-2A5F-A0E7AF1256B7}"/>
              </a:ext>
            </a:extLst>
          </p:cNvPr>
          <p:cNvSpPr txBox="1">
            <a:spLocks/>
          </p:cNvSpPr>
          <p:nvPr/>
        </p:nvSpPr>
        <p:spPr>
          <a:xfrm>
            <a:off x="10382250" y="3983"/>
            <a:ext cx="1809445" cy="44767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2000" dirty="0">
                <a:solidFill>
                  <a:schemeClr val="tx2"/>
                </a:solidFill>
              </a:rPr>
              <a:t>MISRA C -2012</a:t>
            </a:r>
          </a:p>
        </p:txBody>
      </p:sp>
      <p:sp>
        <p:nvSpPr>
          <p:cNvPr id="6" name="Subtitle 2">
            <a:extLst>
              <a:ext uri="{FF2B5EF4-FFF2-40B4-BE49-F238E27FC236}">
                <a16:creationId xmlns:a16="http://schemas.microsoft.com/office/drawing/2014/main" id="{C992C8E1-40D9-45CC-B67A-D8B86D2A381E}"/>
              </a:ext>
            </a:extLst>
          </p:cNvPr>
          <p:cNvSpPr txBox="1">
            <a:spLocks/>
          </p:cNvSpPr>
          <p:nvPr/>
        </p:nvSpPr>
        <p:spPr>
          <a:xfrm>
            <a:off x="3432265" y="853500"/>
            <a:ext cx="5188034" cy="682079"/>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115000"/>
              </a:lnSpc>
              <a:spcAft>
                <a:spcPts val="800"/>
              </a:spcAft>
            </a:pPr>
            <a:r>
              <a:rPr lang="en-IN" kern="100" dirty="0">
                <a:solidFill>
                  <a:srgbClr val="666666"/>
                </a:solidFill>
                <a:effectLst/>
                <a:highlight>
                  <a:srgbClr val="FFFF00"/>
                </a:highlight>
                <a:latin typeface="Times New Roman" panose="02020603050405020304" pitchFamily="18" charset="0"/>
                <a:ea typeface="Aptos" panose="020B0004020202020204" pitchFamily="34" charset="0"/>
                <a:cs typeface="Times New Roman" panose="02020603050405020304" pitchFamily="18" charset="0"/>
              </a:rPr>
              <a:t>Misra2012:Rule-5.5</a:t>
            </a:r>
          </a:p>
        </p:txBody>
      </p:sp>
      <p:sp>
        <p:nvSpPr>
          <p:cNvPr id="3" name="TextBox 2">
            <a:extLst>
              <a:ext uri="{FF2B5EF4-FFF2-40B4-BE49-F238E27FC236}">
                <a16:creationId xmlns:a16="http://schemas.microsoft.com/office/drawing/2014/main" id="{F52B51FF-E201-359D-4743-DA9B627F1CC1}"/>
              </a:ext>
            </a:extLst>
          </p:cNvPr>
          <p:cNvSpPr txBox="1"/>
          <p:nvPr/>
        </p:nvSpPr>
        <p:spPr>
          <a:xfrm>
            <a:off x="1016522" y="1285524"/>
            <a:ext cx="9826243" cy="369332"/>
          </a:xfrm>
          <a:prstGeom prst="rect">
            <a:avLst/>
          </a:prstGeom>
          <a:noFill/>
        </p:spPr>
        <p:txBody>
          <a:bodyPr wrap="square">
            <a:spAutoFit/>
          </a:bodyPr>
          <a:lstStyle/>
          <a:p>
            <a:pPr marL="285750" indent="-285750" algn="l">
              <a:buFont typeface="Wingdings" panose="05000000000000000000" pitchFamily="2" charset="2"/>
              <a:buChar char="q"/>
            </a:pPr>
            <a:r>
              <a:rPr lang="en-US" sz="1800" b="1" i="0" u="none" strike="noStrike" baseline="0" dirty="0">
                <a:latin typeface="Times New Roman" panose="02020603050405020304" pitchFamily="18" charset="0"/>
                <a:cs typeface="Times New Roman" panose="02020603050405020304" pitchFamily="18" charset="0"/>
              </a:rPr>
              <a:t>Identifiers shall be distinct from macro names</a:t>
            </a:r>
            <a:endParaRPr lang="en-IN" b="1" kern="100" dirty="0">
              <a:effectLst/>
              <a:highlight>
                <a:srgbClr val="FFFF00"/>
              </a:highlight>
              <a:latin typeface="Times New Roman" panose="02020603050405020304" pitchFamily="18" charset="0"/>
              <a:ea typeface="Aptos" panose="020B0004020202020204" pitchFamily="34" charset="0"/>
              <a:cs typeface="Times New Roman" panose="02020603050405020304" pitchFamily="18" charset="0"/>
            </a:endParaRPr>
          </a:p>
        </p:txBody>
      </p:sp>
      <p:sp>
        <p:nvSpPr>
          <p:cNvPr id="11" name="TextBox 10">
            <a:extLst>
              <a:ext uri="{FF2B5EF4-FFF2-40B4-BE49-F238E27FC236}">
                <a16:creationId xmlns:a16="http://schemas.microsoft.com/office/drawing/2014/main" id="{3BAF9C64-DAA2-791C-A360-DC870B79332D}"/>
              </a:ext>
            </a:extLst>
          </p:cNvPr>
          <p:cNvSpPr txBox="1"/>
          <p:nvPr/>
        </p:nvSpPr>
        <p:spPr>
          <a:xfrm>
            <a:off x="1304002" y="1702570"/>
            <a:ext cx="9642403" cy="369332"/>
          </a:xfrm>
          <a:prstGeom prst="rect">
            <a:avLst/>
          </a:prstGeom>
          <a:noFill/>
        </p:spPr>
        <p:txBody>
          <a:bodyPr wrap="square">
            <a:spAutoFit/>
          </a:bodyPr>
          <a:lstStyle/>
          <a:p>
            <a:pPr algn="l"/>
            <a:r>
              <a:rPr lang="en-IN" sz="1800" b="0" i="0" u="none" strike="noStrike" baseline="0" dirty="0">
                <a:latin typeface="OpenSans"/>
              </a:rPr>
              <a:t>Category –</a:t>
            </a:r>
            <a:r>
              <a:rPr lang="en-IN" sz="1800" b="0" i="0" u="none" strike="noStrike" baseline="0" dirty="0">
                <a:latin typeface="OpenSans-Light"/>
              </a:rPr>
              <a:t>Required    Analysis </a:t>
            </a:r>
            <a:r>
              <a:rPr lang="en-IN" sz="1800" b="0" i="0" u="none" strike="noStrike" baseline="0" dirty="0">
                <a:latin typeface="OpenSans"/>
              </a:rPr>
              <a:t> -</a:t>
            </a:r>
            <a:r>
              <a:rPr lang="en-IN" sz="1800" b="0" i="0" u="none" strike="noStrike" baseline="0" dirty="0">
                <a:latin typeface="OpenSans-Light"/>
              </a:rPr>
              <a:t> Decidable, Single Translation Unit  </a:t>
            </a:r>
            <a:r>
              <a:rPr lang="en-IN" sz="1800" b="0" i="0" u="none" strike="noStrike" baseline="0" dirty="0">
                <a:latin typeface="OpenSans"/>
              </a:rPr>
              <a:t>Applies to -</a:t>
            </a:r>
            <a:r>
              <a:rPr lang="en-IN" sz="1800" b="0" i="0" u="none" strike="noStrike" baseline="0" dirty="0">
                <a:latin typeface="OpenSans-Light"/>
              </a:rPr>
              <a:t> C90, C99</a:t>
            </a:r>
            <a:endParaRPr lang="en-IN" dirty="0"/>
          </a:p>
        </p:txBody>
      </p:sp>
      <p:sp>
        <p:nvSpPr>
          <p:cNvPr id="12" name="TextBox 11">
            <a:extLst>
              <a:ext uri="{FF2B5EF4-FFF2-40B4-BE49-F238E27FC236}">
                <a16:creationId xmlns:a16="http://schemas.microsoft.com/office/drawing/2014/main" id="{3B6B20D6-4372-E7FE-5B7C-3A5C456054FD}"/>
              </a:ext>
            </a:extLst>
          </p:cNvPr>
          <p:cNvSpPr txBox="1"/>
          <p:nvPr/>
        </p:nvSpPr>
        <p:spPr>
          <a:xfrm>
            <a:off x="2867997" y="2560004"/>
            <a:ext cx="8469952" cy="2585323"/>
          </a:xfrm>
          <a:prstGeom prst="rect">
            <a:avLst/>
          </a:prstGeom>
          <a:noFill/>
        </p:spPr>
        <p:txBody>
          <a:bodyPr wrap="square">
            <a:spAutoFit/>
          </a:bodyPr>
          <a:lstStyle/>
          <a:p>
            <a:pPr algn="l"/>
            <a:r>
              <a:rPr lang="en-US" sz="1800" b="0" i="0" u="none" strike="noStrike" baseline="0" dirty="0">
                <a:latin typeface="Times New Roman" panose="02020603050405020304" pitchFamily="18" charset="0"/>
                <a:cs typeface="Times New Roman" panose="02020603050405020304" pitchFamily="18" charset="0"/>
              </a:rPr>
              <a:t>#include &lt;</a:t>
            </a:r>
            <a:r>
              <a:rPr lang="en-US" sz="1800" b="0" i="0" u="none" strike="noStrike" baseline="0" dirty="0" err="1">
                <a:latin typeface="Times New Roman" panose="02020603050405020304" pitchFamily="18" charset="0"/>
                <a:cs typeface="Times New Roman" panose="02020603050405020304" pitchFamily="18" charset="0"/>
              </a:rPr>
              <a:t>stdio.h</a:t>
            </a:r>
            <a:r>
              <a:rPr lang="en-US" sz="1800" b="0" i="0" u="none" strike="noStrike" baseline="0" dirty="0">
                <a:latin typeface="Times New Roman" panose="02020603050405020304" pitchFamily="18" charset="0"/>
                <a:cs typeface="Times New Roman" panose="02020603050405020304" pitchFamily="18" charset="0"/>
              </a:rPr>
              <a:t>&gt;</a:t>
            </a:r>
          </a:p>
          <a:p>
            <a:pPr algn="l"/>
            <a:endParaRPr lang="en-US" sz="1800" b="0" i="0" u="none" strike="noStrike" baseline="0" dirty="0">
              <a:latin typeface="Times New Roman" panose="02020603050405020304" pitchFamily="18" charset="0"/>
              <a:cs typeface="Times New Roman" panose="02020603050405020304" pitchFamily="18" charset="0"/>
            </a:endParaRPr>
          </a:p>
          <a:p>
            <a:pPr algn="l"/>
            <a:r>
              <a:rPr lang="en-US" sz="1800" b="0" i="0" u="none" strike="noStrike" baseline="0" dirty="0">
                <a:highlight>
                  <a:srgbClr val="FFFF00"/>
                </a:highlight>
                <a:latin typeface="Times New Roman" panose="02020603050405020304" pitchFamily="18" charset="0"/>
                <a:cs typeface="Times New Roman" panose="02020603050405020304" pitchFamily="18" charset="0"/>
              </a:rPr>
              <a:t>#define MAX_SIZE 100</a:t>
            </a:r>
          </a:p>
          <a:p>
            <a:pPr algn="l"/>
            <a:endParaRPr lang="en-US" sz="1800" b="0" i="0" u="none" strike="noStrike" baseline="0" dirty="0">
              <a:latin typeface="Times New Roman" panose="02020603050405020304" pitchFamily="18" charset="0"/>
              <a:cs typeface="Times New Roman" panose="02020603050405020304" pitchFamily="18" charset="0"/>
            </a:endParaRPr>
          </a:p>
          <a:p>
            <a:pPr algn="l"/>
            <a:r>
              <a:rPr lang="en-US" sz="1800" b="0" i="0" u="none" strike="noStrike" baseline="0" dirty="0">
                <a:latin typeface="Times New Roman" panose="02020603050405020304" pitchFamily="18" charset="0"/>
                <a:cs typeface="Times New Roman" panose="02020603050405020304" pitchFamily="18" charset="0"/>
              </a:rPr>
              <a:t>int main() {</a:t>
            </a:r>
          </a:p>
          <a:p>
            <a:pPr algn="l"/>
            <a:r>
              <a:rPr lang="en-US" sz="1800" b="0" i="0" u="none" strike="noStrike" baseline="0" dirty="0">
                <a:latin typeface="Times New Roman" panose="02020603050405020304" pitchFamily="18" charset="0"/>
                <a:cs typeface="Times New Roman" panose="02020603050405020304" pitchFamily="18" charset="0"/>
              </a:rPr>
              <a:t>    </a:t>
            </a:r>
            <a:r>
              <a:rPr lang="en-US" sz="1800" b="0" i="0" u="none" strike="noStrike" baseline="0" dirty="0">
                <a:highlight>
                  <a:srgbClr val="FFFF00"/>
                </a:highlight>
                <a:latin typeface="Times New Roman" panose="02020603050405020304" pitchFamily="18" charset="0"/>
                <a:cs typeface="Times New Roman" panose="02020603050405020304" pitchFamily="18" charset="0"/>
              </a:rPr>
              <a:t>int MAX_SIZE = 200; </a:t>
            </a:r>
            <a:r>
              <a:rPr lang="en-US" sz="1800" b="0" i="0" u="none" strike="noStrike" baseline="0" dirty="0">
                <a:latin typeface="Times New Roman" panose="02020603050405020304" pitchFamily="18" charset="0"/>
                <a:cs typeface="Times New Roman" panose="02020603050405020304" pitchFamily="18" charset="0"/>
              </a:rPr>
              <a:t>// Violation: Identifier has the same name as a macro</a:t>
            </a:r>
          </a:p>
          <a:p>
            <a:pPr algn="l"/>
            <a:r>
              <a:rPr lang="en-US" sz="1800" b="0" i="0" u="none" strike="noStrike" baseline="0" dirty="0">
                <a:latin typeface="Times New Roman" panose="02020603050405020304" pitchFamily="18" charset="0"/>
                <a:cs typeface="Times New Roman" panose="02020603050405020304" pitchFamily="18" charset="0"/>
              </a:rPr>
              <a:t>    </a:t>
            </a:r>
            <a:r>
              <a:rPr lang="en-US" sz="1800" b="0" i="0" u="none" strike="noStrike" baseline="0" dirty="0" err="1">
                <a:latin typeface="Times New Roman" panose="02020603050405020304" pitchFamily="18" charset="0"/>
                <a:cs typeface="Times New Roman" panose="02020603050405020304" pitchFamily="18" charset="0"/>
              </a:rPr>
              <a:t>printf</a:t>
            </a:r>
            <a:r>
              <a:rPr lang="en-US" sz="1800" b="0" i="0" u="none" strike="noStrike" baseline="0" dirty="0">
                <a:latin typeface="Times New Roman" panose="02020603050405020304" pitchFamily="18" charset="0"/>
                <a:cs typeface="Times New Roman" panose="02020603050405020304" pitchFamily="18" charset="0"/>
              </a:rPr>
              <a:t>("Array size: %d\n", MAX_SIZE); // Accessing the identifier MAX_SIZE</a:t>
            </a:r>
          </a:p>
          <a:p>
            <a:pPr algn="l"/>
            <a:r>
              <a:rPr lang="en-US" sz="1800" b="0" i="0" u="none" strike="noStrike" baseline="0" dirty="0">
                <a:latin typeface="Times New Roman" panose="02020603050405020304" pitchFamily="18" charset="0"/>
                <a:cs typeface="Times New Roman" panose="02020603050405020304" pitchFamily="18" charset="0"/>
              </a:rPr>
              <a:t>    return 0;</a:t>
            </a:r>
          </a:p>
          <a:p>
            <a:pPr algn="l"/>
            <a:r>
              <a:rPr lang="en-US" sz="1800" b="0" i="0" u="none" strike="noStrike" baseline="0" dirty="0">
                <a:latin typeface="Times New Roman" panose="02020603050405020304" pitchFamily="18" charset="0"/>
                <a:cs typeface="Times New Roman" panose="02020603050405020304" pitchFamily="18" charset="0"/>
              </a:rPr>
              <a:t>}</a:t>
            </a:r>
          </a:p>
        </p:txBody>
      </p:sp>
      <p:sp>
        <p:nvSpPr>
          <p:cNvPr id="14" name="TextBox 13">
            <a:extLst>
              <a:ext uri="{FF2B5EF4-FFF2-40B4-BE49-F238E27FC236}">
                <a16:creationId xmlns:a16="http://schemas.microsoft.com/office/drawing/2014/main" id="{3BEBAFEE-B117-F80A-3238-35883C77E34C}"/>
              </a:ext>
            </a:extLst>
          </p:cNvPr>
          <p:cNvSpPr txBox="1"/>
          <p:nvPr/>
        </p:nvSpPr>
        <p:spPr>
          <a:xfrm>
            <a:off x="1298945" y="2131287"/>
            <a:ext cx="10650070" cy="369332"/>
          </a:xfrm>
          <a:prstGeom prst="rect">
            <a:avLst/>
          </a:prstGeom>
          <a:noFill/>
        </p:spPr>
        <p:txBody>
          <a:bodyPr wrap="square">
            <a:spAutoFit/>
          </a:bodyPr>
          <a:lstStyle/>
          <a:p>
            <a:r>
              <a:rPr lang="en-US" b="0" i="0" dirty="0">
                <a:solidFill>
                  <a:srgbClr val="0D0D0D"/>
                </a:solidFill>
                <a:effectLst/>
                <a:latin typeface="Times New Roman" panose="02020603050405020304" pitchFamily="18" charset="0"/>
                <a:cs typeface="Times New Roman" panose="02020603050405020304" pitchFamily="18" charset="0"/>
              </a:rPr>
              <a:t>Rule 5.5 states that identifiers shall be distinct from macro names</a:t>
            </a:r>
            <a:endParaRPr lang="en-IN"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C571CA19-A36B-7D93-981A-5F92A3EA59D7}"/>
              </a:ext>
            </a:extLst>
          </p:cNvPr>
          <p:cNvSpPr txBox="1"/>
          <p:nvPr/>
        </p:nvSpPr>
        <p:spPr>
          <a:xfrm>
            <a:off x="1308592" y="2560004"/>
            <a:ext cx="1046338" cy="369332"/>
          </a:xfrm>
          <a:prstGeom prst="rect">
            <a:avLst/>
          </a:prstGeom>
          <a:noFill/>
        </p:spPr>
        <p:txBody>
          <a:bodyPr wrap="square">
            <a:spAutoFit/>
          </a:bodyPr>
          <a:lstStyle/>
          <a:p>
            <a:pPr algn="l"/>
            <a:r>
              <a:rPr lang="en-IN" dirty="0">
                <a:highlight>
                  <a:srgbClr val="FFFF00"/>
                </a:highlight>
              </a:rPr>
              <a:t>Example</a:t>
            </a:r>
          </a:p>
        </p:txBody>
      </p:sp>
      <p:sp>
        <p:nvSpPr>
          <p:cNvPr id="9" name="Slide Number Placeholder 8">
            <a:extLst>
              <a:ext uri="{FF2B5EF4-FFF2-40B4-BE49-F238E27FC236}">
                <a16:creationId xmlns:a16="http://schemas.microsoft.com/office/drawing/2014/main" id="{32F502FD-A443-7AFB-3FB6-BB48CC6B8013}"/>
              </a:ext>
            </a:extLst>
          </p:cNvPr>
          <p:cNvSpPr>
            <a:spLocks noGrp="1"/>
          </p:cNvSpPr>
          <p:nvPr>
            <p:ph type="sldNum" sz="quarter" idx="12"/>
          </p:nvPr>
        </p:nvSpPr>
        <p:spPr/>
        <p:txBody>
          <a:bodyPr/>
          <a:lstStyle/>
          <a:p>
            <a:fld id="{91247CA1-BCEC-4DD4-9B23-E2AE1AEA27A6}" type="slidenum">
              <a:rPr lang="en-IN" smtClean="0"/>
              <a:t>30</a:t>
            </a:fld>
            <a:endParaRPr lang="en-IN"/>
          </a:p>
        </p:txBody>
      </p:sp>
      <p:sp>
        <p:nvSpPr>
          <p:cNvPr id="8" name="TextBox 7">
            <a:extLst>
              <a:ext uri="{FF2B5EF4-FFF2-40B4-BE49-F238E27FC236}">
                <a16:creationId xmlns:a16="http://schemas.microsoft.com/office/drawing/2014/main" id="{8AA78514-8518-6C91-301D-B37454640FDF}"/>
              </a:ext>
            </a:extLst>
          </p:cNvPr>
          <p:cNvSpPr txBox="1"/>
          <p:nvPr/>
        </p:nvSpPr>
        <p:spPr>
          <a:xfrm>
            <a:off x="10532532" y="526059"/>
            <a:ext cx="1451144" cy="369332"/>
          </a:xfrm>
          <a:prstGeom prst="rect">
            <a:avLst/>
          </a:prstGeom>
          <a:noFill/>
        </p:spPr>
        <p:txBody>
          <a:bodyPr wrap="square">
            <a:spAutoFit/>
          </a:bodyPr>
          <a:lstStyle/>
          <a:p>
            <a:r>
              <a:rPr lang="en-IN" dirty="0"/>
              <a:t>Session 1</a:t>
            </a:r>
          </a:p>
        </p:txBody>
      </p:sp>
    </p:spTree>
    <p:extLst>
      <p:ext uri="{BB962C8B-B14F-4D97-AF65-F5344CB8AC3E}">
        <p14:creationId xmlns:p14="http://schemas.microsoft.com/office/powerpoint/2010/main" val="81834535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5A292AEA-2528-46C0-B426-95822B6141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D8B7B198-E4DF-43CD-AD8C-1998843237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34" name="Freeform: Shape 33">
            <a:extLst>
              <a:ext uri="{FF2B5EF4-FFF2-40B4-BE49-F238E27FC236}">
                <a16:creationId xmlns:a16="http://schemas.microsoft.com/office/drawing/2014/main" id="{2BE67753-EA0E-4819-8D22-0B6600CF7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96934" y="3984"/>
            <a:ext cx="9376632" cy="6858000"/>
          </a:xfrm>
          <a:custGeom>
            <a:avLst/>
            <a:gdLst>
              <a:gd name="connsiteX0" fmla="*/ 1691615 w 9376632"/>
              <a:gd name="connsiteY0" fmla="*/ 0 h 6858000"/>
              <a:gd name="connsiteX1" fmla="*/ 7685017 w 9376632"/>
              <a:gd name="connsiteY1" fmla="*/ 0 h 6858000"/>
              <a:gd name="connsiteX2" fmla="*/ 7840634 w 9376632"/>
              <a:gd name="connsiteY2" fmla="*/ 134799 h 6858000"/>
              <a:gd name="connsiteX3" fmla="*/ 9376632 w 9376632"/>
              <a:gd name="connsiteY3" fmla="*/ 3605175 h 6858000"/>
              <a:gd name="connsiteX4" fmla="*/ 8158692 w 9376632"/>
              <a:gd name="connsiteY4" fmla="*/ 6757493 h 6858000"/>
              <a:gd name="connsiteX5" fmla="*/ 8062868 w 9376632"/>
              <a:gd name="connsiteY5" fmla="*/ 6858000 h 6858000"/>
              <a:gd name="connsiteX6" fmla="*/ 1313765 w 9376632"/>
              <a:gd name="connsiteY6" fmla="*/ 6858000 h 6858000"/>
              <a:gd name="connsiteX7" fmla="*/ 1217940 w 9376632"/>
              <a:gd name="connsiteY7" fmla="*/ 6757493 h 6858000"/>
              <a:gd name="connsiteX8" fmla="*/ 0 w 9376632"/>
              <a:gd name="connsiteY8" fmla="*/ 3605175 h 6858000"/>
              <a:gd name="connsiteX9" fmla="*/ 1535999 w 9376632"/>
              <a:gd name="connsiteY9" fmla="*/ 13479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376632" h="6858000">
                <a:moveTo>
                  <a:pt x="1691615" y="0"/>
                </a:moveTo>
                <a:lnTo>
                  <a:pt x="7685017" y="0"/>
                </a:lnTo>
                <a:lnTo>
                  <a:pt x="7840634" y="134799"/>
                </a:lnTo>
                <a:cubicBezTo>
                  <a:pt x="8784230" y="992423"/>
                  <a:pt x="9376632" y="2229618"/>
                  <a:pt x="9376632" y="3605175"/>
                </a:cubicBezTo>
                <a:cubicBezTo>
                  <a:pt x="9376632" y="4818903"/>
                  <a:pt x="8915419" y="5924908"/>
                  <a:pt x="8158692" y="6757493"/>
                </a:cubicBezTo>
                <a:lnTo>
                  <a:pt x="8062868" y="6858000"/>
                </a:lnTo>
                <a:lnTo>
                  <a:pt x="1313765" y="6858000"/>
                </a:lnTo>
                <a:lnTo>
                  <a:pt x="1217940" y="6757493"/>
                </a:lnTo>
                <a:cubicBezTo>
                  <a:pt x="461213" y="5924908"/>
                  <a:pt x="0" y="4818903"/>
                  <a:pt x="0" y="3605175"/>
                </a:cubicBezTo>
                <a:cubicBezTo>
                  <a:pt x="0" y="2229618"/>
                  <a:pt x="592403" y="992423"/>
                  <a:pt x="1535999" y="134799"/>
                </a:cubicBezTo>
                <a:close/>
              </a:path>
            </a:pathLst>
          </a:cu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5" name="Group 34">
            <a:extLst>
              <a:ext uri="{FF2B5EF4-FFF2-40B4-BE49-F238E27FC236}">
                <a16:creationId xmlns:a16="http://schemas.microsoft.com/office/drawing/2014/main" id="{D76D63AC-0421-45EC-B383-E79A61A78C6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303402" y="3985"/>
            <a:ext cx="9772765" cy="6858000"/>
            <a:chOff x="1303402" y="36937"/>
            <a:chExt cx="9772765" cy="6858000"/>
          </a:xfrm>
          <a:solidFill>
            <a:schemeClr val="bg1">
              <a:alpha val="30000"/>
            </a:schemeClr>
          </a:solidFill>
        </p:grpSpPr>
        <p:sp>
          <p:nvSpPr>
            <p:cNvPr id="15" name="Freeform: Shape 14">
              <a:extLst>
                <a:ext uri="{FF2B5EF4-FFF2-40B4-BE49-F238E27FC236}">
                  <a16:creationId xmlns:a16="http://schemas.microsoft.com/office/drawing/2014/main" id="{B997A32E-7032-4107-9C8B-99DB59EDD5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6937"/>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Shape 15">
              <a:extLst>
                <a:ext uri="{FF2B5EF4-FFF2-40B4-BE49-F238E27FC236}">
                  <a16:creationId xmlns:a16="http://schemas.microsoft.com/office/drawing/2014/main" id="{943BB27F-1470-42CA-91FF-D94BC691C8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6937"/>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Freeform: Shape 16">
              <a:extLst>
                <a:ext uri="{FF2B5EF4-FFF2-40B4-BE49-F238E27FC236}">
                  <a16:creationId xmlns:a16="http://schemas.microsoft.com/office/drawing/2014/main" id="{E997B002-17FD-47B3-A06A-76802FE15C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6937"/>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Freeform: Shape 17">
              <a:extLst>
                <a:ext uri="{FF2B5EF4-FFF2-40B4-BE49-F238E27FC236}">
                  <a16:creationId xmlns:a16="http://schemas.microsoft.com/office/drawing/2014/main" id="{E401EA35-9D2E-43B7-860F-EBB8A6C3E0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6937"/>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Freeform: Shape 18">
              <a:extLst>
                <a:ext uri="{FF2B5EF4-FFF2-40B4-BE49-F238E27FC236}">
                  <a16:creationId xmlns:a16="http://schemas.microsoft.com/office/drawing/2014/main" id="{F8C44827-3D81-4FF9-B4A5-5650D1B20A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6937"/>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Freeform: Shape 19">
              <a:extLst>
                <a:ext uri="{FF2B5EF4-FFF2-40B4-BE49-F238E27FC236}">
                  <a16:creationId xmlns:a16="http://schemas.microsoft.com/office/drawing/2014/main" id="{F613D97F-F6DF-4D32-AD91-209A80E7A2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8320" y="36937"/>
              <a:ext cx="9767847" cy="6858000"/>
            </a:xfrm>
            <a:custGeom>
              <a:avLst/>
              <a:gdLst>
                <a:gd name="connsiteX0" fmla="*/ 7151367 w 9767847"/>
                <a:gd name="connsiteY0" fmla="*/ 0 h 6858000"/>
                <a:gd name="connsiteX1" fmla="*/ 7881247 w 9767847"/>
                <a:gd name="connsiteY1" fmla="*/ 0 h 6858000"/>
                <a:gd name="connsiteX2" fmla="*/ 7990553 w 9767847"/>
                <a:gd name="connsiteY2" fmla="*/ 81317 h 6858000"/>
                <a:gd name="connsiteX3" fmla="*/ 9767847 w 9767847"/>
                <a:gd name="connsiteY3" fmla="*/ 3649031 h 6858000"/>
                <a:gd name="connsiteX4" fmla="*/ 8652597 w 9767847"/>
                <a:gd name="connsiteY4" fmla="*/ 6590005 h 6858000"/>
                <a:gd name="connsiteX5" fmla="*/ 8395306 w 9767847"/>
                <a:gd name="connsiteY5" fmla="*/ 6858000 h 6858000"/>
                <a:gd name="connsiteX6" fmla="*/ 6762603 w 9767847"/>
                <a:gd name="connsiteY6" fmla="*/ 6858000 h 6858000"/>
                <a:gd name="connsiteX7" fmla="*/ 6765962 w 9767847"/>
                <a:gd name="connsiteY7" fmla="*/ 6854844 h 6858000"/>
                <a:gd name="connsiteX8" fmla="*/ 6804586 w 9767847"/>
                <a:gd name="connsiteY8" fmla="*/ 6817103 h 6858000"/>
                <a:gd name="connsiteX9" fmla="*/ 6881735 w 9767847"/>
                <a:gd name="connsiteY9" fmla="*/ 6741197 h 6858000"/>
                <a:gd name="connsiteX10" fmla="*/ 6958883 w 9767847"/>
                <a:gd name="connsiteY10" fmla="*/ 6664822 h 6858000"/>
                <a:gd name="connsiteX11" fmla="*/ 7267925 w 9767847"/>
                <a:gd name="connsiteY11" fmla="*/ 6355694 h 6858000"/>
                <a:gd name="connsiteX12" fmla="*/ 7424360 w 9767847"/>
                <a:gd name="connsiteY12" fmla="*/ 6200685 h 6858000"/>
                <a:gd name="connsiteX13" fmla="*/ 7504938 w 9767847"/>
                <a:gd name="connsiteY13" fmla="*/ 6122708 h 6858000"/>
                <a:gd name="connsiteX14" fmla="*/ 7546396 w 9767847"/>
                <a:gd name="connsiteY14" fmla="*/ 6083697 h 6858000"/>
                <a:gd name="connsiteX15" fmla="*/ 7588002 w 9767847"/>
                <a:gd name="connsiteY15" fmla="*/ 6045532 h 6858000"/>
                <a:gd name="connsiteX16" fmla="*/ 7631000 w 9767847"/>
                <a:gd name="connsiteY16" fmla="*/ 6006709 h 6858000"/>
                <a:gd name="connsiteX17" fmla="*/ 7675440 w 9767847"/>
                <a:gd name="connsiteY17" fmla="*/ 5968309 h 6858000"/>
                <a:gd name="connsiteX18" fmla="*/ 7720626 w 9767847"/>
                <a:gd name="connsiteY18" fmla="*/ 5930851 h 6858000"/>
                <a:gd name="connsiteX19" fmla="*/ 7766458 w 9767847"/>
                <a:gd name="connsiteY19" fmla="*/ 5894334 h 6858000"/>
                <a:gd name="connsiteX20" fmla="*/ 7955254 w 9767847"/>
                <a:gd name="connsiteY20" fmla="*/ 5756828 h 6858000"/>
                <a:gd name="connsiteX21" fmla="*/ 8352678 w 9767847"/>
                <a:gd name="connsiteY21" fmla="*/ 5517630 h 6858000"/>
                <a:gd name="connsiteX22" fmla="*/ 8451350 w 9767847"/>
                <a:gd name="connsiteY22" fmla="*/ 5465254 h 6858000"/>
                <a:gd name="connsiteX23" fmla="*/ 8548532 w 9767847"/>
                <a:gd name="connsiteY23" fmla="*/ 5413395 h 6858000"/>
                <a:gd name="connsiteX24" fmla="*/ 8729473 w 9767847"/>
                <a:gd name="connsiteY24" fmla="*/ 5309961 h 6858000"/>
                <a:gd name="connsiteX25" fmla="*/ 8770781 w 9767847"/>
                <a:gd name="connsiteY25" fmla="*/ 5283232 h 6858000"/>
                <a:gd name="connsiteX26" fmla="*/ 8790964 w 9767847"/>
                <a:gd name="connsiteY26" fmla="*/ 5269492 h 6858000"/>
                <a:gd name="connsiteX27" fmla="*/ 8810499 w 9767847"/>
                <a:gd name="connsiteY27" fmla="*/ 5255703 h 6858000"/>
                <a:gd name="connsiteX28" fmla="*/ 8883571 w 9767847"/>
                <a:gd name="connsiteY28" fmla="*/ 5198479 h 6858000"/>
                <a:gd name="connsiteX29" fmla="*/ 9006651 w 9767847"/>
                <a:gd name="connsiteY29" fmla="*/ 5070527 h 6858000"/>
                <a:gd name="connsiteX30" fmla="*/ 9033494 w 9767847"/>
                <a:gd name="connsiteY30" fmla="*/ 5034105 h 6858000"/>
                <a:gd name="connsiteX31" fmla="*/ 9040305 w 9767847"/>
                <a:gd name="connsiteY31" fmla="*/ 5024551 h 6858000"/>
                <a:gd name="connsiteX32" fmla="*/ 9046568 w 9767847"/>
                <a:gd name="connsiteY32" fmla="*/ 5015281 h 6858000"/>
                <a:gd name="connsiteX33" fmla="*/ 9058846 w 9767847"/>
                <a:gd name="connsiteY33" fmla="*/ 4996645 h 6858000"/>
                <a:gd name="connsiteX34" fmla="*/ 9104529 w 9767847"/>
                <a:gd name="connsiteY34" fmla="*/ 4918105 h 6858000"/>
                <a:gd name="connsiteX35" fmla="*/ 9181081 w 9767847"/>
                <a:gd name="connsiteY35" fmla="*/ 4744694 h 6858000"/>
                <a:gd name="connsiteX36" fmla="*/ 9240731 w 9767847"/>
                <a:gd name="connsiteY36" fmla="*/ 4557872 h 6858000"/>
                <a:gd name="connsiteX37" fmla="*/ 9265388 w 9767847"/>
                <a:gd name="connsiteY37" fmla="*/ 4461073 h 6858000"/>
                <a:gd name="connsiteX38" fmla="*/ 9276571 w 9767847"/>
                <a:gd name="connsiteY38" fmla="*/ 4411943 h 6858000"/>
                <a:gd name="connsiteX39" fmla="*/ 9281841 w 9767847"/>
                <a:gd name="connsiteY39" fmla="*/ 4387379 h 6858000"/>
                <a:gd name="connsiteX40" fmla="*/ 9286513 w 9767847"/>
                <a:gd name="connsiteY40" fmla="*/ 4364838 h 6858000"/>
                <a:gd name="connsiteX41" fmla="*/ 9296754 w 9767847"/>
                <a:gd name="connsiteY41" fmla="*/ 4312038 h 6858000"/>
                <a:gd name="connsiteX42" fmla="*/ 9301029 w 9767847"/>
                <a:gd name="connsiteY42" fmla="*/ 4289074 h 6858000"/>
                <a:gd name="connsiteX43" fmla="*/ 9302818 w 9767847"/>
                <a:gd name="connsiteY43" fmla="*/ 4278581 h 6858000"/>
                <a:gd name="connsiteX44" fmla="*/ 9304658 w 9767847"/>
                <a:gd name="connsiteY44" fmla="*/ 4266816 h 6858000"/>
                <a:gd name="connsiteX45" fmla="*/ 9312810 w 9767847"/>
                <a:gd name="connsiteY45" fmla="*/ 4215945 h 6858000"/>
                <a:gd name="connsiteX46" fmla="*/ 9316887 w 9767847"/>
                <a:gd name="connsiteY46" fmla="*/ 4190486 h 6858000"/>
                <a:gd name="connsiteX47" fmla="*/ 9318923 w 9767847"/>
                <a:gd name="connsiteY47" fmla="*/ 4177780 h 6858000"/>
                <a:gd name="connsiteX48" fmla="*/ 9320515 w 9767847"/>
                <a:gd name="connsiteY48" fmla="*/ 4164886 h 6858000"/>
                <a:gd name="connsiteX49" fmla="*/ 9332445 w 9767847"/>
                <a:gd name="connsiteY49" fmla="*/ 4064981 h 6858000"/>
                <a:gd name="connsiteX50" fmla="*/ 9336173 w 9767847"/>
                <a:gd name="connsiteY50" fmla="*/ 4018676 h 6858000"/>
                <a:gd name="connsiteX51" fmla="*/ 9340199 w 9767847"/>
                <a:gd name="connsiteY51" fmla="*/ 3965171 h 6858000"/>
                <a:gd name="connsiteX52" fmla="*/ 9347557 w 9767847"/>
                <a:gd name="connsiteY52" fmla="*/ 3765972 h 6858000"/>
                <a:gd name="connsiteX53" fmla="*/ 9346364 w 9767847"/>
                <a:gd name="connsiteY53" fmla="*/ 3664938 h 6858000"/>
                <a:gd name="connsiteX54" fmla="*/ 9344921 w 9767847"/>
                <a:gd name="connsiteY54" fmla="*/ 3615243 h 6858000"/>
                <a:gd name="connsiteX55" fmla="*/ 9344524 w 9767847"/>
                <a:gd name="connsiteY55" fmla="*/ 3603526 h 6858000"/>
                <a:gd name="connsiteX56" fmla="*/ 9343728 w 9767847"/>
                <a:gd name="connsiteY56" fmla="*/ 3590774 h 6858000"/>
                <a:gd name="connsiteX57" fmla="*/ 9342188 w 9767847"/>
                <a:gd name="connsiteY57" fmla="*/ 3565268 h 6858000"/>
                <a:gd name="connsiteX58" fmla="*/ 9339056 w 9767847"/>
                <a:gd name="connsiteY58" fmla="*/ 3514256 h 6858000"/>
                <a:gd name="connsiteX59" fmla="*/ 9334334 w 9767847"/>
                <a:gd name="connsiteY59" fmla="*/ 3463057 h 6858000"/>
                <a:gd name="connsiteX60" fmla="*/ 9329363 w 9767847"/>
                <a:gd name="connsiteY60" fmla="*/ 3411810 h 6858000"/>
                <a:gd name="connsiteX61" fmla="*/ 9328319 w 9767847"/>
                <a:gd name="connsiteY61" fmla="*/ 3400657 h 6858000"/>
                <a:gd name="connsiteX62" fmla="*/ 9327177 w 9767847"/>
                <a:gd name="connsiteY62" fmla="*/ 3390116 h 6858000"/>
                <a:gd name="connsiteX63" fmla="*/ 9324293 w 9767847"/>
                <a:gd name="connsiteY63" fmla="*/ 3366774 h 6858000"/>
                <a:gd name="connsiteX64" fmla="*/ 9320763 w 9767847"/>
                <a:gd name="connsiteY64" fmla="*/ 3340329 h 6858000"/>
                <a:gd name="connsiteX65" fmla="*/ 9317184 w 9767847"/>
                <a:gd name="connsiteY65" fmla="*/ 3311245 h 6858000"/>
                <a:gd name="connsiteX66" fmla="*/ 9311021 w 9767847"/>
                <a:gd name="connsiteY66" fmla="*/ 3266211 h 6858000"/>
                <a:gd name="connsiteX67" fmla="*/ 9302719 w 9767847"/>
                <a:gd name="connsiteY67" fmla="*/ 3215717 h 6858000"/>
                <a:gd name="connsiteX68" fmla="*/ 9293970 w 9767847"/>
                <a:gd name="connsiteY68" fmla="*/ 3165789 h 6858000"/>
                <a:gd name="connsiteX69" fmla="*/ 9252065 w 9767847"/>
                <a:gd name="connsiteY69" fmla="*/ 2967107 h 6858000"/>
                <a:gd name="connsiteX70" fmla="*/ 9227211 w 9767847"/>
                <a:gd name="connsiteY70" fmla="*/ 2868473 h 6858000"/>
                <a:gd name="connsiteX71" fmla="*/ 9220699 w 9767847"/>
                <a:gd name="connsiteY71" fmla="*/ 2844426 h 6858000"/>
                <a:gd name="connsiteX72" fmla="*/ 9213740 w 9767847"/>
                <a:gd name="connsiteY72" fmla="*/ 2820191 h 6858000"/>
                <a:gd name="connsiteX73" fmla="*/ 9199374 w 9767847"/>
                <a:gd name="connsiteY73" fmla="*/ 2771438 h 6858000"/>
                <a:gd name="connsiteX74" fmla="*/ 9061829 w 9767847"/>
                <a:gd name="connsiteY74" fmla="*/ 2385418 h 6858000"/>
                <a:gd name="connsiteX75" fmla="*/ 8978865 w 9767847"/>
                <a:gd name="connsiteY75" fmla="*/ 2196855 h 6858000"/>
                <a:gd name="connsiteX76" fmla="*/ 8956694 w 9767847"/>
                <a:gd name="connsiteY76" fmla="*/ 2150219 h 6858000"/>
                <a:gd name="connsiteX77" fmla="*/ 8934176 w 9767847"/>
                <a:gd name="connsiteY77" fmla="*/ 2103914 h 6858000"/>
                <a:gd name="connsiteX78" fmla="*/ 8887151 w 9767847"/>
                <a:gd name="connsiteY78" fmla="*/ 2011350 h 6858000"/>
                <a:gd name="connsiteX79" fmla="*/ 8787533 w 9767847"/>
                <a:gd name="connsiteY79" fmla="*/ 1828527 h 6858000"/>
                <a:gd name="connsiteX80" fmla="*/ 8761485 w 9767847"/>
                <a:gd name="connsiteY80" fmla="*/ 1783398 h 6858000"/>
                <a:gd name="connsiteX81" fmla="*/ 8734791 w 9767847"/>
                <a:gd name="connsiteY81" fmla="*/ 1737893 h 6858000"/>
                <a:gd name="connsiteX82" fmla="*/ 8680808 w 9767847"/>
                <a:gd name="connsiteY82" fmla="*/ 1648812 h 6858000"/>
                <a:gd name="connsiteX83" fmla="*/ 8567024 w 9767847"/>
                <a:gd name="connsiteY83" fmla="*/ 1472906 h 6858000"/>
                <a:gd name="connsiteX84" fmla="*/ 8537446 w 9767847"/>
                <a:gd name="connsiteY84" fmla="*/ 1429330 h 6858000"/>
                <a:gd name="connsiteX85" fmla="*/ 8507423 w 9767847"/>
                <a:gd name="connsiteY85" fmla="*/ 1385896 h 6858000"/>
                <a:gd name="connsiteX86" fmla="*/ 8446529 w 9767847"/>
                <a:gd name="connsiteY86" fmla="*/ 1300295 h 6858000"/>
                <a:gd name="connsiteX87" fmla="*/ 8319224 w 9767847"/>
                <a:gd name="connsiteY87" fmla="*/ 1131026 h 6858000"/>
                <a:gd name="connsiteX88" fmla="*/ 8286366 w 9767847"/>
                <a:gd name="connsiteY88" fmla="*/ 1089050 h 6858000"/>
                <a:gd name="connsiteX89" fmla="*/ 8270161 w 9767847"/>
                <a:gd name="connsiteY89" fmla="*/ 1068439 h 6858000"/>
                <a:gd name="connsiteX90" fmla="*/ 8253856 w 9767847"/>
                <a:gd name="connsiteY90" fmla="*/ 1048156 h 6858000"/>
                <a:gd name="connsiteX91" fmla="*/ 8186352 w 9767847"/>
                <a:gd name="connsiteY91" fmla="*/ 966275 h 6858000"/>
                <a:gd name="connsiteX92" fmla="*/ 8046768 w 9767847"/>
                <a:gd name="connsiteY92" fmla="*/ 805429 h 6858000"/>
                <a:gd name="connsiteX93" fmla="*/ 8010927 w 9767847"/>
                <a:gd name="connsiteY93" fmla="*/ 765853 h 6858000"/>
                <a:gd name="connsiteX94" fmla="*/ 7974788 w 9767847"/>
                <a:gd name="connsiteY94" fmla="*/ 726653 h 6858000"/>
                <a:gd name="connsiteX95" fmla="*/ 7901070 w 9767847"/>
                <a:gd name="connsiteY95" fmla="*/ 648724 h 6858000"/>
                <a:gd name="connsiteX96" fmla="*/ 7750054 w 9767847"/>
                <a:gd name="connsiteY96" fmla="*/ 497008 h 6858000"/>
                <a:gd name="connsiteX97" fmla="*/ 7592277 w 9767847"/>
                <a:gd name="connsiteY97" fmla="*/ 351221 h 6858000"/>
                <a:gd name="connsiteX98" fmla="*/ 7257734 w 9767847"/>
                <a:gd name="connsiteY98" fmla="*/ 76964 h 6858000"/>
                <a:gd name="connsiteX99" fmla="*/ 1886601 w 9767847"/>
                <a:gd name="connsiteY99" fmla="*/ 0 h 6858000"/>
                <a:gd name="connsiteX100" fmla="*/ 2292926 w 9767847"/>
                <a:gd name="connsiteY100" fmla="*/ 0 h 6858000"/>
                <a:gd name="connsiteX101" fmla="*/ 2135542 w 9767847"/>
                <a:gd name="connsiteY101" fmla="*/ 117781 h 6858000"/>
                <a:gd name="connsiteX102" fmla="*/ 1969576 w 9767847"/>
                <a:gd name="connsiteY102" fmla="*/ 254986 h 6858000"/>
                <a:gd name="connsiteX103" fmla="*/ 1659938 w 9767847"/>
                <a:gd name="connsiteY103" fmla="*/ 549855 h 6858000"/>
                <a:gd name="connsiteX104" fmla="*/ 729383 w 9767847"/>
                <a:gd name="connsiteY104" fmla="*/ 1936480 h 6858000"/>
                <a:gd name="connsiteX105" fmla="*/ 578465 w 9767847"/>
                <a:gd name="connsiteY105" fmla="*/ 2320807 h 6858000"/>
                <a:gd name="connsiteX106" fmla="*/ 465080 w 9767847"/>
                <a:gd name="connsiteY106" fmla="*/ 2714875 h 6858000"/>
                <a:gd name="connsiteX107" fmla="*/ 423820 w 9767847"/>
                <a:gd name="connsiteY107" fmla="*/ 2915436 h 6858000"/>
                <a:gd name="connsiteX108" fmla="*/ 392355 w 9767847"/>
                <a:gd name="connsiteY108" fmla="*/ 3118071 h 6858000"/>
                <a:gd name="connsiteX109" fmla="*/ 358801 w 9767847"/>
                <a:gd name="connsiteY109" fmla="*/ 3526915 h 6858000"/>
                <a:gd name="connsiteX110" fmla="*/ 410350 w 9767847"/>
                <a:gd name="connsiteY110" fmla="*/ 4348226 h 6858000"/>
                <a:gd name="connsiteX111" fmla="*/ 449022 w 9767847"/>
                <a:gd name="connsiteY111" fmla="*/ 4551049 h 6858000"/>
                <a:gd name="connsiteX112" fmla="*/ 498882 w 9767847"/>
                <a:gd name="connsiteY112" fmla="*/ 4752365 h 6858000"/>
                <a:gd name="connsiteX113" fmla="*/ 559775 w 9767847"/>
                <a:gd name="connsiteY113" fmla="*/ 4951657 h 6858000"/>
                <a:gd name="connsiteX114" fmla="*/ 631406 w 9767847"/>
                <a:gd name="connsiteY114" fmla="*/ 5147986 h 6858000"/>
                <a:gd name="connsiteX115" fmla="*/ 1023461 w 9767847"/>
                <a:gd name="connsiteY115" fmla="*/ 5893957 h 6858000"/>
                <a:gd name="connsiteX116" fmla="*/ 1575880 w 9767847"/>
                <a:gd name="connsiteY116" fmla="*/ 6547646 h 6858000"/>
                <a:gd name="connsiteX117" fmla="*/ 1905228 w 9767847"/>
                <a:gd name="connsiteY117" fmla="*/ 6829468 h 6858000"/>
                <a:gd name="connsiteX118" fmla="*/ 1944230 w 9767847"/>
                <a:gd name="connsiteY118" fmla="*/ 6858000 h 6858000"/>
                <a:gd name="connsiteX119" fmla="*/ 1372541 w 9767847"/>
                <a:gd name="connsiteY119" fmla="*/ 6858000 h 6858000"/>
                <a:gd name="connsiteX120" fmla="*/ 1115251 w 9767847"/>
                <a:gd name="connsiteY120" fmla="*/ 6590005 h 6858000"/>
                <a:gd name="connsiteX121" fmla="*/ 0 w 9767847"/>
                <a:gd name="connsiteY121" fmla="*/ 3649031 h 6858000"/>
                <a:gd name="connsiteX122" fmla="*/ 1777294 w 9767847"/>
                <a:gd name="connsiteY122" fmla="*/ 813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9767847" h="6858000">
                  <a:moveTo>
                    <a:pt x="7151367" y="0"/>
                  </a:moveTo>
                  <a:lnTo>
                    <a:pt x="7881247" y="0"/>
                  </a:lnTo>
                  <a:lnTo>
                    <a:pt x="7990553" y="81317"/>
                  </a:lnTo>
                  <a:cubicBezTo>
                    <a:pt x="9075991" y="929334"/>
                    <a:pt x="9767847" y="2212695"/>
                    <a:pt x="9767847" y="3649031"/>
                  </a:cubicBezTo>
                  <a:cubicBezTo>
                    <a:pt x="9767847" y="4766182"/>
                    <a:pt x="9349317" y="5790792"/>
                    <a:pt x="8652597" y="6590005"/>
                  </a:cubicBezTo>
                  <a:lnTo>
                    <a:pt x="8395306" y="6858000"/>
                  </a:lnTo>
                  <a:lnTo>
                    <a:pt x="6762603" y="6858000"/>
                  </a:lnTo>
                  <a:lnTo>
                    <a:pt x="6765962" y="6854844"/>
                  </a:lnTo>
                  <a:cubicBezTo>
                    <a:pt x="6779036" y="6842703"/>
                    <a:pt x="6791663" y="6829621"/>
                    <a:pt x="6804586" y="6817103"/>
                  </a:cubicBezTo>
                  <a:lnTo>
                    <a:pt x="6881735" y="6741197"/>
                  </a:lnTo>
                  <a:cubicBezTo>
                    <a:pt x="6907435" y="6715881"/>
                    <a:pt x="6933134" y="6690798"/>
                    <a:pt x="6958883" y="6664822"/>
                  </a:cubicBezTo>
                  <a:lnTo>
                    <a:pt x="7267925" y="6355694"/>
                  </a:lnTo>
                  <a:lnTo>
                    <a:pt x="7424360" y="6200685"/>
                  </a:lnTo>
                  <a:cubicBezTo>
                    <a:pt x="7450754" y="6174802"/>
                    <a:pt x="7477598" y="6148731"/>
                    <a:pt x="7504938" y="6122708"/>
                  </a:cubicBezTo>
                  <a:lnTo>
                    <a:pt x="7546396" y="6083697"/>
                  </a:lnTo>
                  <a:cubicBezTo>
                    <a:pt x="7560264" y="6070803"/>
                    <a:pt x="7574780" y="6057532"/>
                    <a:pt x="7588002" y="6045532"/>
                  </a:cubicBezTo>
                  <a:lnTo>
                    <a:pt x="7631000" y="6006709"/>
                  </a:lnTo>
                  <a:lnTo>
                    <a:pt x="7675440" y="5968309"/>
                  </a:lnTo>
                  <a:cubicBezTo>
                    <a:pt x="7690404" y="5955698"/>
                    <a:pt x="7705564" y="5943321"/>
                    <a:pt x="7720626" y="5930851"/>
                  </a:cubicBezTo>
                  <a:cubicBezTo>
                    <a:pt x="7735738" y="5918427"/>
                    <a:pt x="7751197" y="5906521"/>
                    <a:pt x="7766458" y="5894334"/>
                  </a:cubicBezTo>
                  <a:cubicBezTo>
                    <a:pt x="7827949" y="5846192"/>
                    <a:pt x="7890979" y="5800499"/>
                    <a:pt x="7955254" y="5756828"/>
                  </a:cubicBezTo>
                  <a:cubicBezTo>
                    <a:pt x="8083800" y="5669534"/>
                    <a:pt x="8216872" y="5590336"/>
                    <a:pt x="8352678" y="5517630"/>
                  </a:cubicBezTo>
                  <a:lnTo>
                    <a:pt x="8451350" y="5465254"/>
                  </a:lnTo>
                  <a:lnTo>
                    <a:pt x="8548532" y="5413395"/>
                  </a:lnTo>
                  <a:cubicBezTo>
                    <a:pt x="8612110" y="5379090"/>
                    <a:pt x="8673251" y="5345208"/>
                    <a:pt x="8729473" y="5309961"/>
                  </a:cubicBezTo>
                  <a:cubicBezTo>
                    <a:pt x="8743591" y="5301115"/>
                    <a:pt x="8757161" y="5292361"/>
                    <a:pt x="8770781" y="5283232"/>
                  </a:cubicBezTo>
                  <a:cubicBezTo>
                    <a:pt x="8777591" y="5278667"/>
                    <a:pt x="8784451" y="5274103"/>
                    <a:pt x="8790964" y="5269492"/>
                  </a:cubicBezTo>
                  <a:cubicBezTo>
                    <a:pt x="8797574" y="5264879"/>
                    <a:pt x="8804235" y="5260314"/>
                    <a:pt x="8810499" y="5255703"/>
                  </a:cubicBezTo>
                  <a:cubicBezTo>
                    <a:pt x="8835999" y="5237303"/>
                    <a:pt x="8860407" y="5218291"/>
                    <a:pt x="8883571" y="5198479"/>
                  </a:cubicBezTo>
                  <a:cubicBezTo>
                    <a:pt x="8929900" y="5158856"/>
                    <a:pt x="8971258" y="5116315"/>
                    <a:pt x="9006651" y="5070527"/>
                  </a:cubicBezTo>
                  <a:cubicBezTo>
                    <a:pt x="9015351" y="5059328"/>
                    <a:pt x="9024398" y="5046857"/>
                    <a:pt x="9033494" y="5034105"/>
                  </a:cubicBezTo>
                  <a:lnTo>
                    <a:pt x="9040305" y="5024551"/>
                  </a:lnTo>
                  <a:lnTo>
                    <a:pt x="9046568" y="5015281"/>
                  </a:lnTo>
                  <a:cubicBezTo>
                    <a:pt x="9050743" y="5009163"/>
                    <a:pt x="9054819" y="5002952"/>
                    <a:pt x="9058846" y="4996645"/>
                  </a:cubicBezTo>
                  <a:cubicBezTo>
                    <a:pt x="9075002" y="4971517"/>
                    <a:pt x="9090212" y="4945305"/>
                    <a:pt x="9104529" y="4918105"/>
                  </a:cubicBezTo>
                  <a:cubicBezTo>
                    <a:pt x="9133211" y="4863752"/>
                    <a:pt x="9158313" y="4805447"/>
                    <a:pt x="9181081" y="4744694"/>
                  </a:cubicBezTo>
                  <a:cubicBezTo>
                    <a:pt x="9203748" y="4684178"/>
                    <a:pt x="9223383" y="4621778"/>
                    <a:pt x="9240731" y="4557872"/>
                  </a:cubicBezTo>
                  <a:cubicBezTo>
                    <a:pt x="9249481" y="4525966"/>
                    <a:pt x="9257682" y="4493684"/>
                    <a:pt x="9265388" y="4461073"/>
                  </a:cubicBezTo>
                  <a:cubicBezTo>
                    <a:pt x="9269215" y="4444744"/>
                    <a:pt x="9272943" y="4428367"/>
                    <a:pt x="9276571" y="4411943"/>
                  </a:cubicBezTo>
                  <a:lnTo>
                    <a:pt x="9281841" y="4387379"/>
                  </a:lnTo>
                  <a:lnTo>
                    <a:pt x="9286513" y="4364838"/>
                  </a:lnTo>
                  <a:lnTo>
                    <a:pt x="9296754" y="4312038"/>
                  </a:lnTo>
                  <a:lnTo>
                    <a:pt x="9301029" y="4289074"/>
                  </a:lnTo>
                  <a:lnTo>
                    <a:pt x="9302818" y="4278581"/>
                  </a:lnTo>
                  <a:lnTo>
                    <a:pt x="9304658" y="4266816"/>
                  </a:lnTo>
                  <a:lnTo>
                    <a:pt x="9312810" y="4215945"/>
                  </a:lnTo>
                  <a:lnTo>
                    <a:pt x="9316887" y="4190486"/>
                  </a:lnTo>
                  <a:lnTo>
                    <a:pt x="9318923" y="4177780"/>
                  </a:lnTo>
                  <a:cubicBezTo>
                    <a:pt x="9319570" y="4173546"/>
                    <a:pt x="9319969" y="4169169"/>
                    <a:pt x="9320515" y="4164886"/>
                  </a:cubicBezTo>
                  <a:lnTo>
                    <a:pt x="9332445" y="4064981"/>
                  </a:lnTo>
                  <a:cubicBezTo>
                    <a:pt x="9333836" y="4052370"/>
                    <a:pt x="9334880" y="4036888"/>
                    <a:pt x="9336173" y="4018676"/>
                  </a:cubicBezTo>
                  <a:lnTo>
                    <a:pt x="9340199" y="3965171"/>
                  </a:lnTo>
                  <a:cubicBezTo>
                    <a:pt x="9345071" y="3899806"/>
                    <a:pt x="9347358" y="3832983"/>
                    <a:pt x="9347557" y="3765972"/>
                  </a:cubicBezTo>
                  <a:cubicBezTo>
                    <a:pt x="9347656" y="3732420"/>
                    <a:pt x="9347209" y="3698773"/>
                    <a:pt x="9346364" y="3664938"/>
                  </a:cubicBezTo>
                  <a:lnTo>
                    <a:pt x="9344921" y="3615243"/>
                  </a:lnTo>
                  <a:lnTo>
                    <a:pt x="9344524" y="3603526"/>
                  </a:lnTo>
                  <a:lnTo>
                    <a:pt x="9343728" y="3590774"/>
                  </a:lnTo>
                  <a:lnTo>
                    <a:pt x="9342188" y="3565268"/>
                  </a:lnTo>
                  <a:lnTo>
                    <a:pt x="9339056" y="3514256"/>
                  </a:lnTo>
                  <a:cubicBezTo>
                    <a:pt x="9337914" y="3497221"/>
                    <a:pt x="9335874" y="3480138"/>
                    <a:pt x="9334334" y="3463057"/>
                  </a:cubicBezTo>
                  <a:lnTo>
                    <a:pt x="9329363" y="3411810"/>
                  </a:lnTo>
                  <a:lnTo>
                    <a:pt x="9328319" y="3400657"/>
                  </a:lnTo>
                  <a:lnTo>
                    <a:pt x="9327177" y="3390116"/>
                  </a:lnTo>
                  <a:lnTo>
                    <a:pt x="9324293" y="3366774"/>
                  </a:lnTo>
                  <a:lnTo>
                    <a:pt x="9320763" y="3340329"/>
                  </a:lnTo>
                  <a:lnTo>
                    <a:pt x="9317184" y="3311245"/>
                  </a:lnTo>
                  <a:cubicBezTo>
                    <a:pt x="9315594" y="3296893"/>
                    <a:pt x="9313506" y="3282306"/>
                    <a:pt x="9311021" y="3266211"/>
                  </a:cubicBezTo>
                  <a:lnTo>
                    <a:pt x="9302719" y="3215717"/>
                  </a:lnTo>
                  <a:cubicBezTo>
                    <a:pt x="9299936" y="3199059"/>
                    <a:pt x="9297003" y="3182400"/>
                    <a:pt x="9293970" y="3165789"/>
                  </a:cubicBezTo>
                  <a:cubicBezTo>
                    <a:pt x="9281891" y="3099295"/>
                    <a:pt x="9267674" y="3033084"/>
                    <a:pt x="9252065" y="2967107"/>
                  </a:cubicBezTo>
                  <a:cubicBezTo>
                    <a:pt x="9244261" y="2934167"/>
                    <a:pt x="9235959" y="2901273"/>
                    <a:pt x="9227211" y="2868473"/>
                  </a:cubicBezTo>
                  <a:lnTo>
                    <a:pt x="9220699" y="2844426"/>
                  </a:lnTo>
                  <a:lnTo>
                    <a:pt x="9213740" y="2820191"/>
                  </a:lnTo>
                  <a:cubicBezTo>
                    <a:pt x="9209216" y="2804049"/>
                    <a:pt x="9204345" y="2787768"/>
                    <a:pt x="9199374" y="2771438"/>
                  </a:cubicBezTo>
                  <a:cubicBezTo>
                    <a:pt x="9159855" y="2641086"/>
                    <a:pt x="9114272" y="2512099"/>
                    <a:pt x="9061829" y="2385418"/>
                  </a:cubicBezTo>
                  <a:cubicBezTo>
                    <a:pt x="9035582" y="2322077"/>
                    <a:pt x="9008043" y="2259160"/>
                    <a:pt x="8978865" y="2196855"/>
                  </a:cubicBezTo>
                  <a:lnTo>
                    <a:pt x="8956694" y="2150219"/>
                  </a:lnTo>
                  <a:lnTo>
                    <a:pt x="8934176" y="2103914"/>
                  </a:lnTo>
                  <a:cubicBezTo>
                    <a:pt x="8918915" y="2073091"/>
                    <a:pt x="8903157" y="2042032"/>
                    <a:pt x="8887151" y="2011350"/>
                  </a:cubicBezTo>
                  <a:cubicBezTo>
                    <a:pt x="8854988" y="1949891"/>
                    <a:pt x="8822082" y="1888810"/>
                    <a:pt x="8787533" y="1828527"/>
                  </a:cubicBezTo>
                  <a:lnTo>
                    <a:pt x="8761485" y="1783398"/>
                  </a:lnTo>
                  <a:lnTo>
                    <a:pt x="8734791" y="1737893"/>
                  </a:lnTo>
                  <a:cubicBezTo>
                    <a:pt x="8717047" y="1707823"/>
                    <a:pt x="8699200" y="1678363"/>
                    <a:pt x="8680808" y="1648812"/>
                  </a:cubicBezTo>
                  <a:cubicBezTo>
                    <a:pt x="8644322" y="1589658"/>
                    <a:pt x="8606194" y="1531118"/>
                    <a:pt x="8567024" y="1472906"/>
                  </a:cubicBezTo>
                  <a:lnTo>
                    <a:pt x="8537446" y="1429330"/>
                  </a:lnTo>
                  <a:lnTo>
                    <a:pt x="8507423" y="1385896"/>
                  </a:lnTo>
                  <a:cubicBezTo>
                    <a:pt x="8487390" y="1357284"/>
                    <a:pt x="8467158" y="1328719"/>
                    <a:pt x="8446529" y="1300295"/>
                  </a:cubicBezTo>
                  <a:cubicBezTo>
                    <a:pt x="8405271" y="1243496"/>
                    <a:pt x="8362718" y="1187120"/>
                    <a:pt x="8319224" y="1131026"/>
                  </a:cubicBezTo>
                  <a:lnTo>
                    <a:pt x="8286366" y="1089050"/>
                  </a:lnTo>
                  <a:lnTo>
                    <a:pt x="8270161" y="1068439"/>
                  </a:lnTo>
                  <a:lnTo>
                    <a:pt x="8253856" y="1048156"/>
                  </a:lnTo>
                  <a:cubicBezTo>
                    <a:pt x="8231636" y="1020675"/>
                    <a:pt x="8209117" y="993381"/>
                    <a:pt x="8186352" y="966275"/>
                  </a:cubicBezTo>
                  <a:cubicBezTo>
                    <a:pt x="8140917" y="911922"/>
                    <a:pt x="8094240" y="858417"/>
                    <a:pt x="8046768" y="805429"/>
                  </a:cubicBezTo>
                  <a:lnTo>
                    <a:pt x="8010927" y="765853"/>
                  </a:lnTo>
                  <a:lnTo>
                    <a:pt x="7974788" y="726653"/>
                  </a:lnTo>
                  <a:cubicBezTo>
                    <a:pt x="7950382" y="700489"/>
                    <a:pt x="7925824" y="674465"/>
                    <a:pt x="7901070" y="648724"/>
                  </a:cubicBezTo>
                  <a:cubicBezTo>
                    <a:pt x="7851510" y="597289"/>
                    <a:pt x="7801404" y="546514"/>
                    <a:pt x="7750054" y="497008"/>
                  </a:cubicBezTo>
                  <a:cubicBezTo>
                    <a:pt x="7698902" y="447644"/>
                    <a:pt x="7645913" y="398938"/>
                    <a:pt x="7592277" y="351221"/>
                  </a:cubicBezTo>
                  <a:cubicBezTo>
                    <a:pt x="7484856" y="255786"/>
                    <a:pt x="7373308" y="164304"/>
                    <a:pt x="7257734" y="76964"/>
                  </a:cubicBezTo>
                  <a:close/>
                  <a:moveTo>
                    <a:pt x="1886601" y="0"/>
                  </a:moveTo>
                  <a:lnTo>
                    <a:pt x="2292926" y="0"/>
                  </a:lnTo>
                  <a:lnTo>
                    <a:pt x="2135542" y="117781"/>
                  </a:lnTo>
                  <a:cubicBezTo>
                    <a:pt x="2078998" y="162280"/>
                    <a:pt x="2023659" y="208045"/>
                    <a:pt x="1969576" y="254986"/>
                  </a:cubicBezTo>
                  <a:cubicBezTo>
                    <a:pt x="1861309" y="348820"/>
                    <a:pt x="1758064" y="447314"/>
                    <a:pt x="1659938" y="549855"/>
                  </a:cubicBezTo>
                  <a:cubicBezTo>
                    <a:pt x="1266987" y="960346"/>
                    <a:pt x="953820" y="1431495"/>
                    <a:pt x="729383" y="1936480"/>
                  </a:cubicBezTo>
                  <a:cubicBezTo>
                    <a:pt x="673260" y="2062362"/>
                    <a:pt x="622855" y="2190972"/>
                    <a:pt x="578465" y="2320807"/>
                  </a:cubicBezTo>
                  <a:cubicBezTo>
                    <a:pt x="534125" y="2450687"/>
                    <a:pt x="496147" y="2582216"/>
                    <a:pt x="465080" y="2714875"/>
                  </a:cubicBezTo>
                  <a:cubicBezTo>
                    <a:pt x="449769" y="2780991"/>
                    <a:pt x="435850" y="2848191"/>
                    <a:pt x="423820" y="2915436"/>
                  </a:cubicBezTo>
                  <a:cubicBezTo>
                    <a:pt x="411840" y="2982731"/>
                    <a:pt x="401054" y="3050260"/>
                    <a:pt x="392355" y="3118071"/>
                  </a:cubicBezTo>
                  <a:cubicBezTo>
                    <a:pt x="374509" y="3253646"/>
                    <a:pt x="363424" y="3389880"/>
                    <a:pt x="358801" y="3526915"/>
                  </a:cubicBezTo>
                  <a:cubicBezTo>
                    <a:pt x="349009" y="3800843"/>
                    <a:pt x="366357" y="4075570"/>
                    <a:pt x="410350" y="4348226"/>
                  </a:cubicBezTo>
                  <a:cubicBezTo>
                    <a:pt x="421286" y="4416132"/>
                    <a:pt x="434209" y="4483660"/>
                    <a:pt x="449022" y="4551049"/>
                  </a:cubicBezTo>
                  <a:cubicBezTo>
                    <a:pt x="463737" y="4618436"/>
                    <a:pt x="480389" y="4685588"/>
                    <a:pt x="498882" y="4752365"/>
                  </a:cubicBezTo>
                  <a:cubicBezTo>
                    <a:pt x="517373" y="4819141"/>
                    <a:pt x="537704" y="4885635"/>
                    <a:pt x="559775" y="4951657"/>
                  </a:cubicBezTo>
                  <a:cubicBezTo>
                    <a:pt x="581946" y="5017775"/>
                    <a:pt x="605358" y="5083375"/>
                    <a:pt x="631406" y="5147986"/>
                  </a:cubicBezTo>
                  <a:cubicBezTo>
                    <a:pt x="734055" y="5407608"/>
                    <a:pt x="865188" y="5658570"/>
                    <a:pt x="1023461" y="5893957"/>
                  </a:cubicBezTo>
                  <a:cubicBezTo>
                    <a:pt x="1181487" y="6129578"/>
                    <a:pt x="1367051" y="6349247"/>
                    <a:pt x="1575880" y="6547646"/>
                  </a:cubicBezTo>
                  <a:cubicBezTo>
                    <a:pt x="1680269" y="6646916"/>
                    <a:pt x="1790338" y="6740939"/>
                    <a:pt x="1905228" y="6829468"/>
                  </a:cubicBezTo>
                  <a:lnTo>
                    <a:pt x="1944230" y="6858000"/>
                  </a:lnTo>
                  <a:lnTo>
                    <a:pt x="1372541" y="6858000"/>
                  </a:lnTo>
                  <a:lnTo>
                    <a:pt x="1115251" y="6590005"/>
                  </a:lnTo>
                  <a:cubicBezTo>
                    <a:pt x="418530" y="5790792"/>
                    <a:pt x="0" y="4766182"/>
                    <a:pt x="0" y="3649031"/>
                  </a:cubicBezTo>
                  <a:cubicBezTo>
                    <a:pt x="0" y="2212695"/>
                    <a:pt x="691856" y="929334"/>
                    <a:pt x="1777294" y="81317"/>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1" name="Freeform: Shape 20">
              <a:extLst>
                <a:ext uri="{FF2B5EF4-FFF2-40B4-BE49-F238E27FC236}">
                  <a16:creationId xmlns:a16="http://schemas.microsoft.com/office/drawing/2014/main" id="{82B0ED5C-927D-4C5F-8F27-1B403820B9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3402" y="36937"/>
              <a:ext cx="9767847" cy="6858000"/>
            </a:xfrm>
            <a:custGeom>
              <a:avLst/>
              <a:gdLst>
                <a:gd name="connsiteX0" fmla="*/ 7145704 w 9767847"/>
                <a:gd name="connsiteY0" fmla="*/ 0 h 6858000"/>
                <a:gd name="connsiteX1" fmla="*/ 7875738 w 9767847"/>
                <a:gd name="connsiteY1" fmla="*/ 0 h 6858000"/>
                <a:gd name="connsiteX2" fmla="*/ 7990553 w 9767847"/>
                <a:gd name="connsiteY2" fmla="*/ 85415 h 6858000"/>
                <a:gd name="connsiteX3" fmla="*/ 9767847 w 9767847"/>
                <a:gd name="connsiteY3" fmla="*/ 3653129 h 6858000"/>
                <a:gd name="connsiteX4" fmla="*/ 8652597 w 9767847"/>
                <a:gd name="connsiteY4" fmla="*/ 6594103 h 6858000"/>
                <a:gd name="connsiteX5" fmla="*/ 8399240 w 9767847"/>
                <a:gd name="connsiteY5" fmla="*/ 6858000 h 6858000"/>
                <a:gd name="connsiteX6" fmla="*/ 6766926 w 9767847"/>
                <a:gd name="connsiteY6" fmla="*/ 6858000 h 6858000"/>
                <a:gd name="connsiteX7" fmla="*/ 6804586 w 9767847"/>
                <a:gd name="connsiteY7" fmla="*/ 6821201 h 6858000"/>
                <a:gd name="connsiteX8" fmla="*/ 6881735 w 9767847"/>
                <a:gd name="connsiteY8" fmla="*/ 6745295 h 6858000"/>
                <a:gd name="connsiteX9" fmla="*/ 6958883 w 9767847"/>
                <a:gd name="connsiteY9" fmla="*/ 6668920 h 6858000"/>
                <a:gd name="connsiteX10" fmla="*/ 7267925 w 9767847"/>
                <a:gd name="connsiteY10" fmla="*/ 6359792 h 6858000"/>
                <a:gd name="connsiteX11" fmla="*/ 7424360 w 9767847"/>
                <a:gd name="connsiteY11" fmla="*/ 6204783 h 6858000"/>
                <a:gd name="connsiteX12" fmla="*/ 7504938 w 9767847"/>
                <a:gd name="connsiteY12" fmla="*/ 6126806 h 6858000"/>
                <a:gd name="connsiteX13" fmla="*/ 7546396 w 9767847"/>
                <a:gd name="connsiteY13" fmla="*/ 6087795 h 6858000"/>
                <a:gd name="connsiteX14" fmla="*/ 7588002 w 9767847"/>
                <a:gd name="connsiteY14" fmla="*/ 6049630 h 6858000"/>
                <a:gd name="connsiteX15" fmla="*/ 7631000 w 9767847"/>
                <a:gd name="connsiteY15" fmla="*/ 6010807 h 6858000"/>
                <a:gd name="connsiteX16" fmla="*/ 7675440 w 9767847"/>
                <a:gd name="connsiteY16" fmla="*/ 5972407 h 6858000"/>
                <a:gd name="connsiteX17" fmla="*/ 7720626 w 9767847"/>
                <a:gd name="connsiteY17" fmla="*/ 5934949 h 6858000"/>
                <a:gd name="connsiteX18" fmla="*/ 7766458 w 9767847"/>
                <a:gd name="connsiteY18" fmla="*/ 5898432 h 6858000"/>
                <a:gd name="connsiteX19" fmla="*/ 7955254 w 9767847"/>
                <a:gd name="connsiteY19" fmla="*/ 5760926 h 6858000"/>
                <a:gd name="connsiteX20" fmla="*/ 8352678 w 9767847"/>
                <a:gd name="connsiteY20" fmla="*/ 5521728 h 6858000"/>
                <a:gd name="connsiteX21" fmla="*/ 8451350 w 9767847"/>
                <a:gd name="connsiteY21" fmla="*/ 5469352 h 6858000"/>
                <a:gd name="connsiteX22" fmla="*/ 8548532 w 9767847"/>
                <a:gd name="connsiteY22" fmla="*/ 5417493 h 6858000"/>
                <a:gd name="connsiteX23" fmla="*/ 8729473 w 9767847"/>
                <a:gd name="connsiteY23" fmla="*/ 5314059 h 6858000"/>
                <a:gd name="connsiteX24" fmla="*/ 8770781 w 9767847"/>
                <a:gd name="connsiteY24" fmla="*/ 5287330 h 6858000"/>
                <a:gd name="connsiteX25" fmla="*/ 8790964 w 9767847"/>
                <a:gd name="connsiteY25" fmla="*/ 5273590 h 6858000"/>
                <a:gd name="connsiteX26" fmla="*/ 8810499 w 9767847"/>
                <a:gd name="connsiteY26" fmla="*/ 5259801 h 6858000"/>
                <a:gd name="connsiteX27" fmla="*/ 8883571 w 9767847"/>
                <a:gd name="connsiteY27" fmla="*/ 5202577 h 6858000"/>
                <a:gd name="connsiteX28" fmla="*/ 9006651 w 9767847"/>
                <a:gd name="connsiteY28" fmla="*/ 5074625 h 6858000"/>
                <a:gd name="connsiteX29" fmla="*/ 9033494 w 9767847"/>
                <a:gd name="connsiteY29" fmla="*/ 5038203 h 6858000"/>
                <a:gd name="connsiteX30" fmla="*/ 9040305 w 9767847"/>
                <a:gd name="connsiteY30" fmla="*/ 5028649 h 6858000"/>
                <a:gd name="connsiteX31" fmla="*/ 9046568 w 9767847"/>
                <a:gd name="connsiteY31" fmla="*/ 5019379 h 6858000"/>
                <a:gd name="connsiteX32" fmla="*/ 9058846 w 9767847"/>
                <a:gd name="connsiteY32" fmla="*/ 5000743 h 6858000"/>
                <a:gd name="connsiteX33" fmla="*/ 9104529 w 9767847"/>
                <a:gd name="connsiteY33" fmla="*/ 4922203 h 6858000"/>
                <a:gd name="connsiteX34" fmla="*/ 9181081 w 9767847"/>
                <a:gd name="connsiteY34" fmla="*/ 4748792 h 6858000"/>
                <a:gd name="connsiteX35" fmla="*/ 9240731 w 9767847"/>
                <a:gd name="connsiteY35" fmla="*/ 4561970 h 6858000"/>
                <a:gd name="connsiteX36" fmla="*/ 9265388 w 9767847"/>
                <a:gd name="connsiteY36" fmla="*/ 4465171 h 6858000"/>
                <a:gd name="connsiteX37" fmla="*/ 9276571 w 9767847"/>
                <a:gd name="connsiteY37" fmla="*/ 4416041 h 6858000"/>
                <a:gd name="connsiteX38" fmla="*/ 9281841 w 9767847"/>
                <a:gd name="connsiteY38" fmla="*/ 4391477 h 6858000"/>
                <a:gd name="connsiteX39" fmla="*/ 9286513 w 9767847"/>
                <a:gd name="connsiteY39" fmla="*/ 4368936 h 6858000"/>
                <a:gd name="connsiteX40" fmla="*/ 9296754 w 9767847"/>
                <a:gd name="connsiteY40" fmla="*/ 4316136 h 6858000"/>
                <a:gd name="connsiteX41" fmla="*/ 9301029 w 9767847"/>
                <a:gd name="connsiteY41" fmla="*/ 4293172 h 6858000"/>
                <a:gd name="connsiteX42" fmla="*/ 9302818 w 9767847"/>
                <a:gd name="connsiteY42" fmla="*/ 4282679 h 6858000"/>
                <a:gd name="connsiteX43" fmla="*/ 9304658 w 9767847"/>
                <a:gd name="connsiteY43" fmla="*/ 4270914 h 6858000"/>
                <a:gd name="connsiteX44" fmla="*/ 9312810 w 9767847"/>
                <a:gd name="connsiteY44" fmla="*/ 4220043 h 6858000"/>
                <a:gd name="connsiteX45" fmla="*/ 9316887 w 9767847"/>
                <a:gd name="connsiteY45" fmla="*/ 4194584 h 6858000"/>
                <a:gd name="connsiteX46" fmla="*/ 9318923 w 9767847"/>
                <a:gd name="connsiteY46" fmla="*/ 4181878 h 6858000"/>
                <a:gd name="connsiteX47" fmla="*/ 9320515 w 9767847"/>
                <a:gd name="connsiteY47" fmla="*/ 4168984 h 6858000"/>
                <a:gd name="connsiteX48" fmla="*/ 9332445 w 9767847"/>
                <a:gd name="connsiteY48" fmla="*/ 4069079 h 6858000"/>
                <a:gd name="connsiteX49" fmla="*/ 9336173 w 9767847"/>
                <a:gd name="connsiteY49" fmla="*/ 4022774 h 6858000"/>
                <a:gd name="connsiteX50" fmla="*/ 9340199 w 9767847"/>
                <a:gd name="connsiteY50" fmla="*/ 3969269 h 6858000"/>
                <a:gd name="connsiteX51" fmla="*/ 9347557 w 9767847"/>
                <a:gd name="connsiteY51" fmla="*/ 3770070 h 6858000"/>
                <a:gd name="connsiteX52" fmla="*/ 9346364 w 9767847"/>
                <a:gd name="connsiteY52" fmla="*/ 3669036 h 6858000"/>
                <a:gd name="connsiteX53" fmla="*/ 9344921 w 9767847"/>
                <a:gd name="connsiteY53" fmla="*/ 3619341 h 6858000"/>
                <a:gd name="connsiteX54" fmla="*/ 9344524 w 9767847"/>
                <a:gd name="connsiteY54" fmla="*/ 3607624 h 6858000"/>
                <a:gd name="connsiteX55" fmla="*/ 9343728 w 9767847"/>
                <a:gd name="connsiteY55" fmla="*/ 3594872 h 6858000"/>
                <a:gd name="connsiteX56" fmla="*/ 9342188 w 9767847"/>
                <a:gd name="connsiteY56" fmla="*/ 3569366 h 6858000"/>
                <a:gd name="connsiteX57" fmla="*/ 9339056 w 9767847"/>
                <a:gd name="connsiteY57" fmla="*/ 3518354 h 6858000"/>
                <a:gd name="connsiteX58" fmla="*/ 9334334 w 9767847"/>
                <a:gd name="connsiteY58" fmla="*/ 3467155 h 6858000"/>
                <a:gd name="connsiteX59" fmla="*/ 9329363 w 9767847"/>
                <a:gd name="connsiteY59" fmla="*/ 3415908 h 6858000"/>
                <a:gd name="connsiteX60" fmla="*/ 9328319 w 9767847"/>
                <a:gd name="connsiteY60" fmla="*/ 3404755 h 6858000"/>
                <a:gd name="connsiteX61" fmla="*/ 9327177 w 9767847"/>
                <a:gd name="connsiteY61" fmla="*/ 3394214 h 6858000"/>
                <a:gd name="connsiteX62" fmla="*/ 9324293 w 9767847"/>
                <a:gd name="connsiteY62" fmla="*/ 3370872 h 6858000"/>
                <a:gd name="connsiteX63" fmla="*/ 9320763 w 9767847"/>
                <a:gd name="connsiteY63" fmla="*/ 3344427 h 6858000"/>
                <a:gd name="connsiteX64" fmla="*/ 9317184 w 9767847"/>
                <a:gd name="connsiteY64" fmla="*/ 3315343 h 6858000"/>
                <a:gd name="connsiteX65" fmla="*/ 9311021 w 9767847"/>
                <a:gd name="connsiteY65" fmla="*/ 3270309 h 6858000"/>
                <a:gd name="connsiteX66" fmla="*/ 9302719 w 9767847"/>
                <a:gd name="connsiteY66" fmla="*/ 3219815 h 6858000"/>
                <a:gd name="connsiteX67" fmla="*/ 9293970 w 9767847"/>
                <a:gd name="connsiteY67" fmla="*/ 3169887 h 6858000"/>
                <a:gd name="connsiteX68" fmla="*/ 9252065 w 9767847"/>
                <a:gd name="connsiteY68" fmla="*/ 2971205 h 6858000"/>
                <a:gd name="connsiteX69" fmla="*/ 9227211 w 9767847"/>
                <a:gd name="connsiteY69" fmla="*/ 2872571 h 6858000"/>
                <a:gd name="connsiteX70" fmla="*/ 9220699 w 9767847"/>
                <a:gd name="connsiteY70" fmla="*/ 2848524 h 6858000"/>
                <a:gd name="connsiteX71" fmla="*/ 9213740 w 9767847"/>
                <a:gd name="connsiteY71" fmla="*/ 2824289 h 6858000"/>
                <a:gd name="connsiteX72" fmla="*/ 9199374 w 9767847"/>
                <a:gd name="connsiteY72" fmla="*/ 2775536 h 6858000"/>
                <a:gd name="connsiteX73" fmla="*/ 9061829 w 9767847"/>
                <a:gd name="connsiteY73" fmla="*/ 2389515 h 6858000"/>
                <a:gd name="connsiteX74" fmla="*/ 8978865 w 9767847"/>
                <a:gd name="connsiteY74" fmla="*/ 2200953 h 6858000"/>
                <a:gd name="connsiteX75" fmla="*/ 8956694 w 9767847"/>
                <a:gd name="connsiteY75" fmla="*/ 2154317 h 6858000"/>
                <a:gd name="connsiteX76" fmla="*/ 8934176 w 9767847"/>
                <a:gd name="connsiteY76" fmla="*/ 2108012 h 6858000"/>
                <a:gd name="connsiteX77" fmla="*/ 8887151 w 9767847"/>
                <a:gd name="connsiteY77" fmla="*/ 2015448 h 6858000"/>
                <a:gd name="connsiteX78" fmla="*/ 8787533 w 9767847"/>
                <a:gd name="connsiteY78" fmla="*/ 1832625 h 6858000"/>
                <a:gd name="connsiteX79" fmla="*/ 8761485 w 9767847"/>
                <a:gd name="connsiteY79" fmla="*/ 1787496 h 6858000"/>
                <a:gd name="connsiteX80" fmla="*/ 8734791 w 9767847"/>
                <a:gd name="connsiteY80" fmla="*/ 1741991 h 6858000"/>
                <a:gd name="connsiteX81" fmla="*/ 8680808 w 9767847"/>
                <a:gd name="connsiteY81" fmla="*/ 1652910 h 6858000"/>
                <a:gd name="connsiteX82" fmla="*/ 8567024 w 9767847"/>
                <a:gd name="connsiteY82" fmla="*/ 1477004 h 6858000"/>
                <a:gd name="connsiteX83" fmla="*/ 8537446 w 9767847"/>
                <a:gd name="connsiteY83" fmla="*/ 1433428 h 6858000"/>
                <a:gd name="connsiteX84" fmla="*/ 8507423 w 9767847"/>
                <a:gd name="connsiteY84" fmla="*/ 1389994 h 6858000"/>
                <a:gd name="connsiteX85" fmla="*/ 8446529 w 9767847"/>
                <a:gd name="connsiteY85" fmla="*/ 1304393 h 6858000"/>
                <a:gd name="connsiteX86" fmla="*/ 8319224 w 9767847"/>
                <a:gd name="connsiteY86" fmla="*/ 1135124 h 6858000"/>
                <a:gd name="connsiteX87" fmla="*/ 8286366 w 9767847"/>
                <a:gd name="connsiteY87" fmla="*/ 1093148 h 6858000"/>
                <a:gd name="connsiteX88" fmla="*/ 8270161 w 9767847"/>
                <a:gd name="connsiteY88" fmla="*/ 1072538 h 6858000"/>
                <a:gd name="connsiteX89" fmla="*/ 8253856 w 9767847"/>
                <a:gd name="connsiteY89" fmla="*/ 1052254 h 6858000"/>
                <a:gd name="connsiteX90" fmla="*/ 8186352 w 9767847"/>
                <a:gd name="connsiteY90" fmla="*/ 970373 h 6858000"/>
                <a:gd name="connsiteX91" fmla="*/ 8046768 w 9767847"/>
                <a:gd name="connsiteY91" fmla="*/ 809527 h 6858000"/>
                <a:gd name="connsiteX92" fmla="*/ 8010927 w 9767847"/>
                <a:gd name="connsiteY92" fmla="*/ 769951 h 6858000"/>
                <a:gd name="connsiteX93" fmla="*/ 7974788 w 9767847"/>
                <a:gd name="connsiteY93" fmla="*/ 730751 h 6858000"/>
                <a:gd name="connsiteX94" fmla="*/ 7901070 w 9767847"/>
                <a:gd name="connsiteY94" fmla="*/ 652823 h 6858000"/>
                <a:gd name="connsiteX95" fmla="*/ 7750054 w 9767847"/>
                <a:gd name="connsiteY95" fmla="*/ 501106 h 6858000"/>
                <a:gd name="connsiteX96" fmla="*/ 7592277 w 9767847"/>
                <a:gd name="connsiteY96" fmla="*/ 355319 h 6858000"/>
                <a:gd name="connsiteX97" fmla="*/ 7257734 w 9767847"/>
                <a:gd name="connsiteY97" fmla="*/ 81062 h 6858000"/>
                <a:gd name="connsiteX98" fmla="*/ 1892109 w 9767847"/>
                <a:gd name="connsiteY98" fmla="*/ 0 h 6858000"/>
                <a:gd name="connsiteX99" fmla="*/ 2298402 w 9767847"/>
                <a:gd name="connsiteY99" fmla="*/ 0 h 6858000"/>
                <a:gd name="connsiteX100" fmla="*/ 2135542 w 9767847"/>
                <a:gd name="connsiteY100" fmla="*/ 121879 h 6858000"/>
                <a:gd name="connsiteX101" fmla="*/ 1969576 w 9767847"/>
                <a:gd name="connsiteY101" fmla="*/ 259084 h 6858000"/>
                <a:gd name="connsiteX102" fmla="*/ 1659938 w 9767847"/>
                <a:gd name="connsiteY102" fmla="*/ 553953 h 6858000"/>
                <a:gd name="connsiteX103" fmla="*/ 729383 w 9767847"/>
                <a:gd name="connsiteY103" fmla="*/ 1940578 h 6858000"/>
                <a:gd name="connsiteX104" fmla="*/ 578465 w 9767847"/>
                <a:gd name="connsiteY104" fmla="*/ 2324905 h 6858000"/>
                <a:gd name="connsiteX105" fmla="*/ 465080 w 9767847"/>
                <a:gd name="connsiteY105" fmla="*/ 2718973 h 6858000"/>
                <a:gd name="connsiteX106" fmla="*/ 423820 w 9767847"/>
                <a:gd name="connsiteY106" fmla="*/ 2919535 h 6858000"/>
                <a:gd name="connsiteX107" fmla="*/ 392355 w 9767847"/>
                <a:gd name="connsiteY107" fmla="*/ 3122169 h 6858000"/>
                <a:gd name="connsiteX108" fmla="*/ 358801 w 9767847"/>
                <a:gd name="connsiteY108" fmla="*/ 3531013 h 6858000"/>
                <a:gd name="connsiteX109" fmla="*/ 410350 w 9767847"/>
                <a:gd name="connsiteY109" fmla="*/ 4352324 h 6858000"/>
                <a:gd name="connsiteX110" fmla="*/ 449022 w 9767847"/>
                <a:gd name="connsiteY110" fmla="*/ 4555147 h 6858000"/>
                <a:gd name="connsiteX111" fmla="*/ 498882 w 9767847"/>
                <a:gd name="connsiteY111" fmla="*/ 4756463 h 6858000"/>
                <a:gd name="connsiteX112" fmla="*/ 559775 w 9767847"/>
                <a:gd name="connsiteY112" fmla="*/ 4955755 h 6858000"/>
                <a:gd name="connsiteX113" fmla="*/ 631406 w 9767847"/>
                <a:gd name="connsiteY113" fmla="*/ 5152084 h 6858000"/>
                <a:gd name="connsiteX114" fmla="*/ 1023461 w 9767847"/>
                <a:gd name="connsiteY114" fmla="*/ 5898055 h 6858000"/>
                <a:gd name="connsiteX115" fmla="*/ 1575880 w 9767847"/>
                <a:gd name="connsiteY115" fmla="*/ 6551744 h 6858000"/>
                <a:gd name="connsiteX116" fmla="*/ 1905228 w 9767847"/>
                <a:gd name="connsiteY116" fmla="*/ 6833566 h 6858000"/>
                <a:gd name="connsiteX117" fmla="*/ 1938629 w 9767847"/>
                <a:gd name="connsiteY117" fmla="*/ 6858000 h 6858000"/>
                <a:gd name="connsiteX118" fmla="*/ 1368607 w 9767847"/>
                <a:gd name="connsiteY118" fmla="*/ 6858000 h 6858000"/>
                <a:gd name="connsiteX119" fmla="*/ 1115251 w 9767847"/>
                <a:gd name="connsiteY119" fmla="*/ 6594103 h 6858000"/>
                <a:gd name="connsiteX120" fmla="*/ 0 w 9767847"/>
                <a:gd name="connsiteY120" fmla="*/ 3653129 h 6858000"/>
                <a:gd name="connsiteX121" fmla="*/ 1777294 w 9767847"/>
                <a:gd name="connsiteY121" fmla="*/ 854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9767847" h="6858000">
                  <a:moveTo>
                    <a:pt x="7145704" y="0"/>
                  </a:moveTo>
                  <a:lnTo>
                    <a:pt x="7875738" y="0"/>
                  </a:lnTo>
                  <a:lnTo>
                    <a:pt x="7990553" y="85415"/>
                  </a:lnTo>
                  <a:cubicBezTo>
                    <a:pt x="9075991" y="933432"/>
                    <a:pt x="9767847" y="2216793"/>
                    <a:pt x="9767847" y="3653129"/>
                  </a:cubicBezTo>
                  <a:cubicBezTo>
                    <a:pt x="9767847" y="4770280"/>
                    <a:pt x="9349317" y="5794890"/>
                    <a:pt x="8652597" y="6594103"/>
                  </a:cubicBezTo>
                  <a:lnTo>
                    <a:pt x="8399240" y="6858000"/>
                  </a:lnTo>
                  <a:lnTo>
                    <a:pt x="6766926" y="6858000"/>
                  </a:lnTo>
                  <a:lnTo>
                    <a:pt x="6804586" y="6821201"/>
                  </a:lnTo>
                  <a:lnTo>
                    <a:pt x="6881735" y="6745295"/>
                  </a:lnTo>
                  <a:cubicBezTo>
                    <a:pt x="6907435" y="6719979"/>
                    <a:pt x="6933134" y="6694896"/>
                    <a:pt x="6958883" y="6668920"/>
                  </a:cubicBezTo>
                  <a:lnTo>
                    <a:pt x="7267925" y="6359792"/>
                  </a:lnTo>
                  <a:lnTo>
                    <a:pt x="7424360" y="6204783"/>
                  </a:lnTo>
                  <a:cubicBezTo>
                    <a:pt x="7450754" y="6178900"/>
                    <a:pt x="7477598" y="6152829"/>
                    <a:pt x="7504938" y="6126806"/>
                  </a:cubicBezTo>
                  <a:lnTo>
                    <a:pt x="7546396" y="6087795"/>
                  </a:lnTo>
                  <a:cubicBezTo>
                    <a:pt x="7560264" y="6074901"/>
                    <a:pt x="7574780" y="6061630"/>
                    <a:pt x="7588002" y="6049630"/>
                  </a:cubicBezTo>
                  <a:lnTo>
                    <a:pt x="7631000" y="6010807"/>
                  </a:lnTo>
                  <a:lnTo>
                    <a:pt x="7675440" y="5972407"/>
                  </a:lnTo>
                  <a:cubicBezTo>
                    <a:pt x="7690404" y="5959796"/>
                    <a:pt x="7705564" y="5947419"/>
                    <a:pt x="7720626" y="5934949"/>
                  </a:cubicBezTo>
                  <a:cubicBezTo>
                    <a:pt x="7735738" y="5922525"/>
                    <a:pt x="7751197" y="5910619"/>
                    <a:pt x="7766458" y="5898432"/>
                  </a:cubicBezTo>
                  <a:cubicBezTo>
                    <a:pt x="7827949" y="5850290"/>
                    <a:pt x="7890979" y="5804597"/>
                    <a:pt x="7955254" y="5760926"/>
                  </a:cubicBezTo>
                  <a:cubicBezTo>
                    <a:pt x="8083800" y="5673632"/>
                    <a:pt x="8216872" y="5594434"/>
                    <a:pt x="8352678" y="5521728"/>
                  </a:cubicBezTo>
                  <a:lnTo>
                    <a:pt x="8451350" y="5469352"/>
                  </a:lnTo>
                  <a:lnTo>
                    <a:pt x="8548532" y="5417493"/>
                  </a:lnTo>
                  <a:cubicBezTo>
                    <a:pt x="8612110" y="5383188"/>
                    <a:pt x="8673251" y="5349306"/>
                    <a:pt x="8729473" y="5314059"/>
                  </a:cubicBezTo>
                  <a:cubicBezTo>
                    <a:pt x="8743591" y="5305213"/>
                    <a:pt x="8757161" y="5296459"/>
                    <a:pt x="8770781" y="5287330"/>
                  </a:cubicBezTo>
                  <a:cubicBezTo>
                    <a:pt x="8777591" y="5282765"/>
                    <a:pt x="8784451" y="5278201"/>
                    <a:pt x="8790964" y="5273590"/>
                  </a:cubicBezTo>
                  <a:cubicBezTo>
                    <a:pt x="8797574" y="5268977"/>
                    <a:pt x="8804235" y="5264412"/>
                    <a:pt x="8810499" y="5259801"/>
                  </a:cubicBezTo>
                  <a:cubicBezTo>
                    <a:pt x="8835999" y="5241401"/>
                    <a:pt x="8860407" y="5222389"/>
                    <a:pt x="8883571" y="5202577"/>
                  </a:cubicBezTo>
                  <a:cubicBezTo>
                    <a:pt x="8929900" y="5162954"/>
                    <a:pt x="8971258" y="5120413"/>
                    <a:pt x="9006651" y="5074625"/>
                  </a:cubicBezTo>
                  <a:cubicBezTo>
                    <a:pt x="9015351" y="5063426"/>
                    <a:pt x="9024398" y="5050955"/>
                    <a:pt x="9033494" y="5038203"/>
                  </a:cubicBezTo>
                  <a:lnTo>
                    <a:pt x="9040305" y="5028649"/>
                  </a:lnTo>
                  <a:lnTo>
                    <a:pt x="9046568" y="5019379"/>
                  </a:lnTo>
                  <a:cubicBezTo>
                    <a:pt x="9050743" y="5013261"/>
                    <a:pt x="9054819" y="5007050"/>
                    <a:pt x="9058846" y="5000743"/>
                  </a:cubicBezTo>
                  <a:cubicBezTo>
                    <a:pt x="9075002" y="4975615"/>
                    <a:pt x="9090212" y="4949403"/>
                    <a:pt x="9104529" y="4922203"/>
                  </a:cubicBezTo>
                  <a:cubicBezTo>
                    <a:pt x="9133211" y="4867850"/>
                    <a:pt x="9158313" y="4809545"/>
                    <a:pt x="9181081" y="4748792"/>
                  </a:cubicBezTo>
                  <a:cubicBezTo>
                    <a:pt x="9203748" y="4688276"/>
                    <a:pt x="9223383" y="4625876"/>
                    <a:pt x="9240731" y="4561970"/>
                  </a:cubicBezTo>
                  <a:cubicBezTo>
                    <a:pt x="9249481" y="4530064"/>
                    <a:pt x="9257682" y="4497782"/>
                    <a:pt x="9265388" y="4465171"/>
                  </a:cubicBezTo>
                  <a:cubicBezTo>
                    <a:pt x="9269215" y="4448842"/>
                    <a:pt x="9272943" y="4432465"/>
                    <a:pt x="9276571" y="4416041"/>
                  </a:cubicBezTo>
                  <a:lnTo>
                    <a:pt x="9281841" y="4391477"/>
                  </a:lnTo>
                  <a:lnTo>
                    <a:pt x="9286513" y="4368936"/>
                  </a:lnTo>
                  <a:lnTo>
                    <a:pt x="9296754" y="4316136"/>
                  </a:lnTo>
                  <a:lnTo>
                    <a:pt x="9301029" y="4293172"/>
                  </a:lnTo>
                  <a:lnTo>
                    <a:pt x="9302818" y="4282679"/>
                  </a:lnTo>
                  <a:lnTo>
                    <a:pt x="9304658" y="4270914"/>
                  </a:lnTo>
                  <a:lnTo>
                    <a:pt x="9312810" y="4220043"/>
                  </a:lnTo>
                  <a:lnTo>
                    <a:pt x="9316887" y="4194584"/>
                  </a:lnTo>
                  <a:lnTo>
                    <a:pt x="9318923" y="4181878"/>
                  </a:lnTo>
                  <a:cubicBezTo>
                    <a:pt x="9319570" y="4177644"/>
                    <a:pt x="9319969" y="4173267"/>
                    <a:pt x="9320515" y="4168984"/>
                  </a:cubicBezTo>
                  <a:lnTo>
                    <a:pt x="9332445" y="4069079"/>
                  </a:lnTo>
                  <a:cubicBezTo>
                    <a:pt x="9333836" y="4056468"/>
                    <a:pt x="9334880" y="4040986"/>
                    <a:pt x="9336173" y="4022774"/>
                  </a:cubicBezTo>
                  <a:lnTo>
                    <a:pt x="9340199" y="3969269"/>
                  </a:lnTo>
                  <a:cubicBezTo>
                    <a:pt x="9345071" y="3903904"/>
                    <a:pt x="9347358" y="3837081"/>
                    <a:pt x="9347557" y="3770070"/>
                  </a:cubicBezTo>
                  <a:cubicBezTo>
                    <a:pt x="9347656" y="3736518"/>
                    <a:pt x="9347209" y="3702871"/>
                    <a:pt x="9346364" y="3669036"/>
                  </a:cubicBezTo>
                  <a:lnTo>
                    <a:pt x="9344921" y="3619341"/>
                  </a:lnTo>
                  <a:lnTo>
                    <a:pt x="9344524" y="3607624"/>
                  </a:lnTo>
                  <a:lnTo>
                    <a:pt x="9343728" y="3594872"/>
                  </a:lnTo>
                  <a:lnTo>
                    <a:pt x="9342188" y="3569366"/>
                  </a:lnTo>
                  <a:lnTo>
                    <a:pt x="9339056" y="3518354"/>
                  </a:lnTo>
                  <a:cubicBezTo>
                    <a:pt x="9337914" y="3501319"/>
                    <a:pt x="9335874" y="3484236"/>
                    <a:pt x="9334334" y="3467155"/>
                  </a:cubicBezTo>
                  <a:lnTo>
                    <a:pt x="9329363" y="3415908"/>
                  </a:lnTo>
                  <a:lnTo>
                    <a:pt x="9328319" y="3404755"/>
                  </a:lnTo>
                  <a:lnTo>
                    <a:pt x="9327177" y="3394214"/>
                  </a:lnTo>
                  <a:lnTo>
                    <a:pt x="9324293" y="3370872"/>
                  </a:lnTo>
                  <a:lnTo>
                    <a:pt x="9320763" y="3344427"/>
                  </a:lnTo>
                  <a:lnTo>
                    <a:pt x="9317184" y="3315343"/>
                  </a:lnTo>
                  <a:cubicBezTo>
                    <a:pt x="9315594" y="3300991"/>
                    <a:pt x="9313506" y="3286404"/>
                    <a:pt x="9311021" y="3270309"/>
                  </a:cubicBezTo>
                  <a:lnTo>
                    <a:pt x="9302719" y="3219815"/>
                  </a:lnTo>
                  <a:cubicBezTo>
                    <a:pt x="9299936" y="3203157"/>
                    <a:pt x="9297003" y="3186498"/>
                    <a:pt x="9293970" y="3169887"/>
                  </a:cubicBezTo>
                  <a:cubicBezTo>
                    <a:pt x="9281891" y="3103393"/>
                    <a:pt x="9267674" y="3037182"/>
                    <a:pt x="9252065" y="2971205"/>
                  </a:cubicBezTo>
                  <a:cubicBezTo>
                    <a:pt x="9244261" y="2938265"/>
                    <a:pt x="9235959" y="2905371"/>
                    <a:pt x="9227211" y="2872571"/>
                  </a:cubicBezTo>
                  <a:lnTo>
                    <a:pt x="9220699" y="2848524"/>
                  </a:lnTo>
                  <a:lnTo>
                    <a:pt x="9213740" y="2824289"/>
                  </a:lnTo>
                  <a:cubicBezTo>
                    <a:pt x="9209216" y="2808147"/>
                    <a:pt x="9204345" y="2791866"/>
                    <a:pt x="9199374" y="2775536"/>
                  </a:cubicBezTo>
                  <a:cubicBezTo>
                    <a:pt x="9159855" y="2645184"/>
                    <a:pt x="9114272" y="2516197"/>
                    <a:pt x="9061829" y="2389515"/>
                  </a:cubicBezTo>
                  <a:cubicBezTo>
                    <a:pt x="9035582" y="2326175"/>
                    <a:pt x="9008043" y="2263258"/>
                    <a:pt x="8978865" y="2200953"/>
                  </a:cubicBezTo>
                  <a:lnTo>
                    <a:pt x="8956694" y="2154317"/>
                  </a:lnTo>
                  <a:lnTo>
                    <a:pt x="8934176" y="2108012"/>
                  </a:lnTo>
                  <a:cubicBezTo>
                    <a:pt x="8918915" y="2077189"/>
                    <a:pt x="8903157" y="2046130"/>
                    <a:pt x="8887151" y="2015448"/>
                  </a:cubicBezTo>
                  <a:cubicBezTo>
                    <a:pt x="8854988" y="1953989"/>
                    <a:pt x="8822082" y="1892908"/>
                    <a:pt x="8787533" y="1832625"/>
                  </a:cubicBezTo>
                  <a:lnTo>
                    <a:pt x="8761485" y="1787496"/>
                  </a:lnTo>
                  <a:lnTo>
                    <a:pt x="8734791" y="1741991"/>
                  </a:lnTo>
                  <a:cubicBezTo>
                    <a:pt x="8717047" y="1711921"/>
                    <a:pt x="8699200" y="1682461"/>
                    <a:pt x="8680808" y="1652910"/>
                  </a:cubicBezTo>
                  <a:cubicBezTo>
                    <a:pt x="8644322" y="1593756"/>
                    <a:pt x="8606194" y="1535216"/>
                    <a:pt x="8567024" y="1477004"/>
                  </a:cubicBezTo>
                  <a:lnTo>
                    <a:pt x="8537446" y="1433428"/>
                  </a:lnTo>
                  <a:lnTo>
                    <a:pt x="8507423" y="1389994"/>
                  </a:lnTo>
                  <a:cubicBezTo>
                    <a:pt x="8487390" y="1361382"/>
                    <a:pt x="8467158" y="1332817"/>
                    <a:pt x="8446529" y="1304393"/>
                  </a:cubicBezTo>
                  <a:cubicBezTo>
                    <a:pt x="8405271" y="1247595"/>
                    <a:pt x="8362718" y="1191218"/>
                    <a:pt x="8319224" y="1135124"/>
                  </a:cubicBezTo>
                  <a:lnTo>
                    <a:pt x="8286366" y="1093148"/>
                  </a:lnTo>
                  <a:lnTo>
                    <a:pt x="8270161" y="1072538"/>
                  </a:lnTo>
                  <a:lnTo>
                    <a:pt x="8253856" y="1052254"/>
                  </a:lnTo>
                  <a:cubicBezTo>
                    <a:pt x="8231636" y="1024773"/>
                    <a:pt x="8209117" y="997479"/>
                    <a:pt x="8186352" y="970373"/>
                  </a:cubicBezTo>
                  <a:cubicBezTo>
                    <a:pt x="8140917" y="916020"/>
                    <a:pt x="8094240" y="862515"/>
                    <a:pt x="8046768" y="809527"/>
                  </a:cubicBezTo>
                  <a:lnTo>
                    <a:pt x="8010927" y="769951"/>
                  </a:lnTo>
                  <a:lnTo>
                    <a:pt x="7974788" y="730751"/>
                  </a:lnTo>
                  <a:cubicBezTo>
                    <a:pt x="7950382" y="704587"/>
                    <a:pt x="7925824" y="678563"/>
                    <a:pt x="7901070" y="652823"/>
                  </a:cubicBezTo>
                  <a:cubicBezTo>
                    <a:pt x="7851510" y="601387"/>
                    <a:pt x="7801404" y="550612"/>
                    <a:pt x="7750054" y="501106"/>
                  </a:cubicBezTo>
                  <a:cubicBezTo>
                    <a:pt x="7698902" y="451742"/>
                    <a:pt x="7645913" y="403036"/>
                    <a:pt x="7592277" y="355319"/>
                  </a:cubicBezTo>
                  <a:cubicBezTo>
                    <a:pt x="7484856" y="259884"/>
                    <a:pt x="7373308" y="168402"/>
                    <a:pt x="7257734" y="81062"/>
                  </a:cubicBezTo>
                  <a:close/>
                  <a:moveTo>
                    <a:pt x="1892109" y="0"/>
                  </a:moveTo>
                  <a:lnTo>
                    <a:pt x="2298402" y="0"/>
                  </a:lnTo>
                  <a:lnTo>
                    <a:pt x="2135542" y="121879"/>
                  </a:lnTo>
                  <a:cubicBezTo>
                    <a:pt x="2078998" y="166378"/>
                    <a:pt x="2023659" y="212143"/>
                    <a:pt x="1969576" y="259084"/>
                  </a:cubicBezTo>
                  <a:cubicBezTo>
                    <a:pt x="1861309" y="352918"/>
                    <a:pt x="1758064" y="451412"/>
                    <a:pt x="1659938" y="553953"/>
                  </a:cubicBezTo>
                  <a:cubicBezTo>
                    <a:pt x="1266987" y="964444"/>
                    <a:pt x="953820" y="1435593"/>
                    <a:pt x="729383" y="1940578"/>
                  </a:cubicBezTo>
                  <a:cubicBezTo>
                    <a:pt x="673260" y="2066459"/>
                    <a:pt x="622855" y="2195070"/>
                    <a:pt x="578465" y="2324905"/>
                  </a:cubicBezTo>
                  <a:cubicBezTo>
                    <a:pt x="534125" y="2454785"/>
                    <a:pt x="496147" y="2586314"/>
                    <a:pt x="465080" y="2718973"/>
                  </a:cubicBezTo>
                  <a:cubicBezTo>
                    <a:pt x="449769" y="2785089"/>
                    <a:pt x="435850" y="2852289"/>
                    <a:pt x="423820" y="2919535"/>
                  </a:cubicBezTo>
                  <a:cubicBezTo>
                    <a:pt x="411840" y="2986829"/>
                    <a:pt x="401054" y="3054358"/>
                    <a:pt x="392355" y="3122169"/>
                  </a:cubicBezTo>
                  <a:cubicBezTo>
                    <a:pt x="374509" y="3257744"/>
                    <a:pt x="363424" y="3393978"/>
                    <a:pt x="358801" y="3531013"/>
                  </a:cubicBezTo>
                  <a:cubicBezTo>
                    <a:pt x="349009" y="3804941"/>
                    <a:pt x="366357" y="4079668"/>
                    <a:pt x="410350" y="4352324"/>
                  </a:cubicBezTo>
                  <a:cubicBezTo>
                    <a:pt x="421286" y="4420230"/>
                    <a:pt x="434209" y="4487758"/>
                    <a:pt x="449022" y="4555147"/>
                  </a:cubicBezTo>
                  <a:cubicBezTo>
                    <a:pt x="463737" y="4622534"/>
                    <a:pt x="480389" y="4689686"/>
                    <a:pt x="498882" y="4756463"/>
                  </a:cubicBezTo>
                  <a:cubicBezTo>
                    <a:pt x="517373" y="4823239"/>
                    <a:pt x="537704" y="4889733"/>
                    <a:pt x="559775" y="4955755"/>
                  </a:cubicBezTo>
                  <a:cubicBezTo>
                    <a:pt x="581946" y="5021873"/>
                    <a:pt x="605358" y="5087473"/>
                    <a:pt x="631406" y="5152084"/>
                  </a:cubicBezTo>
                  <a:cubicBezTo>
                    <a:pt x="734055" y="5411706"/>
                    <a:pt x="865188" y="5662668"/>
                    <a:pt x="1023461" y="5898055"/>
                  </a:cubicBezTo>
                  <a:cubicBezTo>
                    <a:pt x="1181487" y="6133676"/>
                    <a:pt x="1367051" y="6353345"/>
                    <a:pt x="1575880" y="6551744"/>
                  </a:cubicBezTo>
                  <a:cubicBezTo>
                    <a:pt x="1680269" y="6651014"/>
                    <a:pt x="1790338" y="6745037"/>
                    <a:pt x="1905228" y="6833566"/>
                  </a:cubicBezTo>
                  <a:lnTo>
                    <a:pt x="1938629" y="6858000"/>
                  </a:lnTo>
                  <a:lnTo>
                    <a:pt x="1368607" y="6858000"/>
                  </a:lnTo>
                  <a:lnTo>
                    <a:pt x="1115251" y="6594103"/>
                  </a:lnTo>
                  <a:cubicBezTo>
                    <a:pt x="418530" y="5794890"/>
                    <a:pt x="0" y="4770280"/>
                    <a:pt x="0" y="3653129"/>
                  </a:cubicBezTo>
                  <a:cubicBezTo>
                    <a:pt x="0" y="2216793"/>
                    <a:pt x="691856" y="933432"/>
                    <a:pt x="1777294" y="85415"/>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grpSp>
      <p:sp>
        <p:nvSpPr>
          <p:cNvPr id="2" name="Title 1">
            <a:extLst>
              <a:ext uri="{FF2B5EF4-FFF2-40B4-BE49-F238E27FC236}">
                <a16:creationId xmlns:a16="http://schemas.microsoft.com/office/drawing/2014/main" id="{8FB44EAD-9809-7711-9716-CB8F557A1391}"/>
              </a:ext>
            </a:extLst>
          </p:cNvPr>
          <p:cNvSpPr>
            <a:spLocks noGrp="1"/>
          </p:cNvSpPr>
          <p:nvPr>
            <p:ph type="ctrTitle"/>
          </p:nvPr>
        </p:nvSpPr>
        <p:spPr>
          <a:xfrm>
            <a:off x="876300" y="45868"/>
            <a:ext cx="10263459" cy="923925"/>
          </a:xfrm>
        </p:spPr>
        <p:txBody>
          <a:bodyPr anchor="b">
            <a:normAutofit/>
          </a:bodyPr>
          <a:lstStyle/>
          <a:p>
            <a:r>
              <a:rPr lang="en-IN" sz="4000" dirty="0">
                <a:solidFill>
                  <a:schemeClr val="tx2"/>
                </a:solidFill>
                <a:latin typeface="Engravers MT" panose="02090707080505020304" pitchFamily="18" charset="0"/>
              </a:rPr>
              <a:t>History  of MISRA-C</a:t>
            </a:r>
            <a:endParaRPr lang="en-IN" sz="4000" dirty="0">
              <a:solidFill>
                <a:schemeClr val="tx2"/>
              </a:solidFill>
            </a:endParaRPr>
          </a:p>
        </p:txBody>
      </p:sp>
      <p:grpSp>
        <p:nvGrpSpPr>
          <p:cNvPr id="23" name="Group 22">
            <a:extLst>
              <a:ext uri="{FF2B5EF4-FFF2-40B4-BE49-F238E27FC236}">
                <a16:creationId xmlns:a16="http://schemas.microsoft.com/office/drawing/2014/main" id="{87F87F1B-42BA-4AC7-A4E2-41544DDB2CE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05" y="-4155"/>
            <a:ext cx="2514948" cy="2174333"/>
            <a:chOff x="-305" y="-4155"/>
            <a:chExt cx="2514948" cy="2174333"/>
          </a:xfrm>
        </p:grpSpPr>
        <p:sp>
          <p:nvSpPr>
            <p:cNvPr id="24" name="Freeform: Shape 23">
              <a:extLst>
                <a:ext uri="{FF2B5EF4-FFF2-40B4-BE49-F238E27FC236}">
                  <a16:creationId xmlns:a16="http://schemas.microsoft.com/office/drawing/2014/main" id="{68B53067-4E48-4E71-A6A9-A8CAABAFBF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Shape 24">
              <a:extLst>
                <a:ext uri="{FF2B5EF4-FFF2-40B4-BE49-F238E27FC236}">
                  <a16:creationId xmlns:a16="http://schemas.microsoft.com/office/drawing/2014/main" id="{06D1A0D3-4BB8-41D9-9CE7-2884C83F44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reeform: Shape 25">
              <a:extLst>
                <a:ext uri="{FF2B5EF4-FFF2-40B4-BE49-F238E27FC236}">
                  <a16:creationId xmlns:a16="http://schemas.microsoft.com/office/drawing/2014/main" id="{81E20F06-3B09-4B89-A36B-AB8BFBCCA5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27" name="Freeform: Shape 26">
              <a:extLst>
                <a:ext uri="{FF2B5EF4-FFF2-40B4-BE49-F238E27FC236}">
                  <a16:creationId xmlns:a16="http://schemas.microsoft.com/office/drawing/2014/main" id="{DAE6C3D7-7D5B-4926-877D-45F117BB6B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9" name="Group 28">
            <a:extLst>
              <a:ext uri="{FF2B5EF4-FFF2-40B4-BE49-F238E27FC236}">
                <a16:creationId xmlns:a16="http://schemas.microsoft.com/office/drawing/2014/main" id="{967346A5-7569-4F15-AB5D-BE3DADF192C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9685727" y="4683666"/>
            <a:ext cx="2514948" cy="2174333"/>
            <a:chOff x="-305" y="-4155"/>
            <a:chExt cx="2514948" cy="2174333"/>
          </a:xfrm>
        </p:grpSpPr>
        <p:sp>
          <p:nvSpPr>
            <p:cNvPr id="30" name="Freeform: Shape 29">
              <a:extLst>
                <a:ext uri="{FF2B5EF4-FFF2-40B4-BE49-F238E27FC236}">
                  <a16:creationId xmlns:a16="http://schemas.microsoft.com/office/drawing/2014/main" id="{E1951533-A568-4765-AB1F-F71D9AFDEA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reeform: Shape 30">
              <a:extLst>
                <a:ext uri="{FF2B5EF4-FFF2-40B4-BE49-F238E27FC236}">
                  <a16:creationId xmlns:a16="http://schemas.microsoft.com/office/drawing/2014/main" id="{A7214F52-4F3F-4C96-A62E-F1401D6C04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Freeform: Shape 31">
              <a:extLst>
                <a:ext uri="{FF2B5EF4-FFF2-40B4-BE49-F238E27FC236}">
                  <a16:creationId xmlns:a16="http://schemas.microsoft.com/office/drawing/2014/main" id="{023146A1-291C-4FA0-AB5B-EB04D42398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33" name="Freeform: Shape 32">
              <a:extLst>
                <a:ext uri="{FF2B5EF4-FFF2-40B4-BE49-F238E27FC236}">
                  <a16:creationId xmlns:a16="http://schemas.microsoft.com/office/drawing/2014/main" id="{62977932-2B03-4899-8306-5002CEE68E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5" name="Title 1">
            <a:extLst>
              <a:ext uri="{FF2B5EF4-FFF2-40B4-BE49-F238E27FC236}">
                <a16:creationId xmlns:a16="http://schemas.microsoft.com/office/drawing/2014/main" id="{D6EE584E-84BC-FC84-2A5F-A0E7AF1256B7}"/>
              </a:ext>
            </a:extLst>
          </p:cNvPr>
          <p:cNvSpPr txBox="1">
            <a:spLocks/>
          </p:cNvSpPr>
          <p:nvPr/>
        </p:nvSpPr>
        <p:spPr>
          <a:xfrm>
            <a:off x="10382250" y="3983"/>
            <a:ext cx="1809445" cy="44767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2000" dirty="0">
                <a:solidFill>
                  <a:schemeClr val="tx2"/>
                </a:solidFill>
              </a:rPr>
              <a:t>MISRA C -2012</a:t>
            </a:r>
          </a:p>
        </p:txBody>
      </p:sp>
      <p:sp>
        <p:nvSpPr>
          <p:cNvPr id="6" name="Subtitle 2">
            <a:extLst>
              <a:ext uri="{FF2B5EF4-FFF2-40B4-BE49-F238E27FC236}">
                <a16:creationId xmlns:a16="http://schemas.microsoft.com/office/drawing/2014/main" id="{C992C8E1-40D9-45CC-B67A-D8B86D2A381E}"/>
              </a:ext>
            </a:extLst>
          </p:cNvPr>
          <p:cNvSpPr txBox="1">
            <a:spLocks/>
          </p:cNvSpPr>
          <p:nvPr/>
        </p:nvSpPr>
        <p:spPr>
          <a:xfrm>
            <a:off x="3432265" y="853500"/>
            <a:ext cx="5188034" cy="682079"/>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115000"/>
              </a:lnSpc>
              <a:spcAft>
                <a:spcPts val="800"/>
              </a:spcAft>
            </a:pPr>
            <a:r>
              <a:rPr lang="en-IN" kern="100" dirty="0">
                <a:solidFill>
                  <a:srgbClr val="666666"/>
                </a:solidFill>
                <a:effectLst/>
                <a:highlight>
                  <a:srgbClr val="FFFF00"/>
                </a:highlight>
                <a:latin typeface="Times New Roman" panose="02020603050405020304" pitchFamily="18" charset="0"/>
                <a:ea typeface="Aptos" panose="020B0004020202020204" pitchFamily="34" charset="0"/>
                <a:cs typeface="Times New Roman" panose="02020603050405020304" pitchFamily="18" charset="0"/>
              </a:rPr>
              <a:t>Misra2012:Rule-5.6</a:t>
            </a:r>
          </a:p>
        </p:txBody>
      </p:sp>
      <p:sp>
        <p:nvSpPr>
          <p:cNvPr id="3" name="TextBox 2">
            <a:extLst>
              <a:ext uri="{FF2B5EF4-FFF2-40B4-BE49-F238E27FC236}">
                <a16:creationId xmlns:a16="http://schemas.microsoft.com/office/drawing/2014/main" id="{F52B51FF-E201-359D-4743-DA9B627F1CC1}"/>
              </a:ext>
            </a:extLst>
          </p:cNvPr>
          <p:cNvSpPr txBox="1"/>
          <p:nvPr/>
        </p:nvSpPr>
        <p:spPr>
          <a:xfrm>
            <a:off x="993131" y="1295057"/>
            <a:ext cx="9826243" cy="369332"/>
          </a:xfrm>
          <a:prstGeom prst="rect">
            <a:avLst/>
          </a:prstGeom>
          <a:noFill/>
        </p:spPr>
        <p:txBody>
          <a:bodyPr wrap="square">
            <a:spAutoFit/>
          </a:bodyPr>
          <a:lstStyle/>
          <a:p>
            <a:pPr marL="285750" indent="-285750" algn="l">
              <a:buFont typeface="Wingdings" panose="05000000000000000000" pitchFamily="2" charset="2"/>
              <a:buChar char="q"/>
            </a:pPr>
            <a:r>
              <a:rPr lang="en-US" sz="1800" b="1" i="0" u="none" strike="noStrike" baseline="0" dirty="0">
                <a:latin typeface="Times New Roman" panose="02020603050405020304" pitchFamily="18" charset="0"/>
                <a:cs typeface="Times New Roman" panose="02020603050405020304" pitchFamily="18" charset="0"/>
              </a:rPr>
              <a:t>A typedef name shall be a unique identifier</a:t>
            </a:r>
            <a:endParaRPr lang="en-IN" b="1" kern="100" dirty="0">
              <a:effectLst/>
              <a:highlight>
                <a:srgbClr val="FFFF00"/>
              </a:highlight>
              <a:latin typeface="Times New Roman" panose="02020603050405020304" pitchFamily="18" charset="0"/>
              <a:ea typeface="Aptos" panose="020B0004020202020204" pitchFamily="34" charset="0"/>
              <a:cs typeface="Times New Roman" panose="02020603050405020304" pitchFamily="18" charset="0"/>
            </a:endParaRPr>
          </a:p>
        </p:txBody>
      </p:sp>
      <p:sp>
        <p:nvSpPr>
          <p:cNvPr id="11" name="TextBox 10">
            <a:extLst>
              <a:ext uri="{FF2B5EF4-FFF2-40B4-BE49-F238E27FC236}">
                <a16:creationId xmlns:a16="http://schemas.microsoft.com/office/drawing/2014/main" id="{3BAF9C64-DAA2-791C-A360-DC870B79332D}"/>
              </a:ext>
            </a:extLst>
          </p:cNvPr>
          <p:cNvSpPr txBox="1"/>
          <p:nvPr/>
        </p:nvSpPr>
        <p:spPr>
          <a:xfrm>
            <a:off x="1305218" y="1670582"/>
            <a:ext cx="9642403" cy="369332"/>
          </a:xfrm>
          <a:prstGeom prst="rect">
            <a:avLst/>
          </a:prstGeom>
          <a:noFill/>
        </p:spPr>
        <p:txBody>
          <a:bodyPr wrap="square">
            <a:spAutoFit/>
          </a:bodyPr>
          <a:lstStyle/>
          <a:p>
            <a:pPr algn="l"/>
            <a:r>
              <a:rPr lang="en-IN" sz="1800" b="0" i="0" u="none" strike="noStrike" baseline="0" dirty="0">
                <a:latin typeface="OpenSans"/>
              </a:rPr>
              <a:t>Category –</a:t>
            </a:r>
            <a:r>
              <a:rPr lang="en-IN" sz="1800" b="0" i="0" u="none" strike="noStrike" baseline="0" dirty="0">
                <a:latin typeface="OpenSans-Light"/>
              </a:rPr>
              <a:t>Required    Analysis </a:t>
            </a:r>
            <a:r>
              <a:rPr lang="en-IN" sz="1800" b="0" i="0" u="none" strike="noStrike" baseline="0" dirty="0">
                <a:latin typeface="OpenSans"/>
              </a:rPr>
              <a:t> -</a:t>
            </a:r>
            <a:r>
              <a:rPr lang="en-IN" sz="1800" b="0" i="0" u="none" strike="noStrike" baseline="0" dirty="0">
                <a:latin typeface="OpenSans-Light"/>
              </a:rPr>
              <a:t> Decidable, System  </a:t>
            </a:r>
            <a:r>
              <a:rPr lang="en-IN" sz="1800" b="0" i="0" u="none" strike="noStrike" baseline="0" dirty="0">
                <a:latin typeface="OpenSans"/>
              </a:rPr>
              <a:t>Applies to -</a:t>
            </a:r>
            <a:r>
              <a:rPr lang="en-IN" sz="1800" b="0" i="0" u="none" strike="noStrike" baseline="0" dirty="0">
                <a:latin typeface="OpenSans-Light"/>
              </a:rPr>
              <a:t> C90, C99</a:t>
            </a:r>
            <a:endParaRPr lang="en-IN" dirty="0"/>
          </a:p>
        </p:txBody>
      </p:sp>
      <p:sp>
        <p:nvSpPr>
          <p:cNvPr id="12" name="TextBox 11">
            <a:extLst>
              <a:ext uri="{FF2B5EF4-FFF2-40B4-BE49-F238E27FC236}">
                <a16:creationId xmlns:a16="http://schemas.microsoft.com/office/drawing/2014/main" id="{3B6B20D6-4372-E7FE-5B7C-3A5C456054FD}"/>
              </a:ext>
            </a:extLst>
          </p:cNvPr>
          <p:cNvSpPr txBox="1"/>
          <p:nvPr/>
        </p:nvSpPr>
        <p:spPr>
          <a:xfrm>
            <a:off x="2687709" y="2418636"/>
            <a:ext cx="9926545" cy="4247317"/>
          </a:xfrm>
          <a:prstGeom prst="rect">
            <a:avLst/>
          </a:prstGeom>
          <a:noFill/>
        </p:spPr>
        <p:txBody>
          <a:bodyPr wrap="square">
            <a:spAutoFit/>
          </a:bodyPr>
          <a:lstStyle/>
          <a:p>
            <a:pPr algn="l"/>
            <a:r>
              <a:rPr lang="en-US" sz="1800" b="0" i="0" u="none" strike="noStrike" baseline="0" dirty="0">
                <a:latin typeface="Times New Roman" panose="02020603050405020304" pitchFamily="18" charset="0"/>
                <a:cs typeface="Times New Roman" panose="02020603050405020304" pitchFamily="18" charset="0"/>
              </a:rPr>
              <a:t>#include &lt;</a:t>
            </a:r>
            <a:r>
              <a:rPr lang="en-US" sz="1800" b="0" i="0" u="none" strike="noStrike" baseline="0" dirty="0" err="1">
                <a:latin typeface="Times New Roman" panose="02020603050405020304" pitchFamily="18" charset="0"/>
                <a:cs typeface="Times New Roman" panose="02020603050405020304" pitchFamily="18" charset="0"/>
              </a:rPr>
              <a:t>stdio.h</a:t>
            </a:r>
            <a:r>
              <a:rPr lang="en-US" sz="1800" b="0" i="0" u="none" strike="noStrike" baseline="0" dirty="0">
                <a:latin typeface="Times New Roman" panose="02020603050405020304" pitchFamily="18" charset="0"/>
                <a:cs typeface="Times New Roman" panose="02020603050405020304" pitchFamily="18" charset="0"/>
              </a:rPr>
              <a:t>&gt;</a:t>
            </a:r>
          </a:p>
          <a:p>
            <a:pPr algn="l"/>
            <a:r>
              <a:rPr lang="en-US" sz="1800" b="0" i="0" u="none" strike="noStrike" baseline="0" dirty="0">
                <a:latin typeface="Times New Roman" panose="02020603050405020304" pitchFamily="18" charset="0"/>
                <a:cs typeface="Times New Roman" panose="02020603050405020304" pitchFamily="18" charset="0"/>
              </a:rPr>
              <a:t>// Define a typedef name for a custom type</a:t>
            </a:r>
          </a:p>
          <a:p>
            <a:pPr algn="l"/>
            <a:r>
              <a:rPr lang="en-US" sz="1800" b="0" i="0" u="none" strike="noStrike" baseline="0" dirty="0">
                <a:latin typeface="Times New Roman" panose="02020603050405020304" pitchFamily="18" charset="0"/>
                <a:cs typeface="Times New Roman" panose="02020603050405020304" pitchFamily="18" charset="0"/>
              </a:rPr>
              <a:t>typedef struct {</a:t>
            </a:r>
          </a:p>
          <a:p>
            <a:pPr algn="l"/>
            <a:r>
              <a:rPr lang="en-US" sz="1800" b="0" i="0" u="none" strike="noStrike" baseline="0" dirty="0">
                <a:latin typeface="Times New Roman" panose="02020603050405020304" pitchFamily="18" charset="0"/>
                <a:cs typeface="Times New Roman" panose="02020603050405020304" pitchFamily="18" charset="0"/>
              </a:rPr>
              <a:t>    int x;</a:t>
            </a:r>
          </a:p>
          <a:p>
            <a:pPr algn="l"/>
            <a:r>
              <a:rPr lang="en-US" sz="1800" b="0" i="0" u="none" strike="noStrike" baseline="0" dirty="0">
                <a:latin typeface="Times New Roman" panose="02020603050405020304" pitchFamily="18" charset="0"/>
                <a:cs typeface="Times New Roman" panose="02020603050405020304" pitchFamily="18" charset="0"/>
              </a:rPr>
              <a:t>    int y;</a:t>
            </a:r>
          </a:p>
          <a:p>
            <a:pPr algn="l"/>
            <a:r>
              <a:rPr lang="en-US" sz="1800" b="0" i="0" u="none" strike="noStrike" baseline="0" dirty="0">
                <a:highlight>
                  <a:srgbClr val="FFFF00"/>
                </a:highlight>
                <a:latin typeface="Times New Roman" panose="02020603050405020304" pitchFamily="18" charset="0"/>
                <a:cs typeface="Times New Roman" panose="02020603050405020304" pitchFamily="18" charset="0"/>
              </a:rPr>
              <a:t>} Point;</a:t>
            </a:r>
          </a:p>
          <a:p>
            <a:pPr algn="l"/>
            <a:r>
              <a:rPr lang="en-US" sz="1800" b="0" i="0" u="none" strike="noStrike" baseline="0" dirty="0">
                <a:latin typeface="Times New Roman" panose="02020603050405020304" pitchFamily="18" charset="0"/>
                <a:cs typeface="Times New Roman" panose="02020603050405020304" pitchFamily="18" charset="0"/>
              </a:rPr>
              <a:t>// Violation: Reusing the same typedef name for a different type</a:t>
            </a:r>
          </a:p>
          <a:p>
            <a:pPr algn="l"/>
            <a:r>
              <a:rPr lang="en-US" sz="1800" b="0" i="0" u="none" strike="noStrike" baseline="0" dirty="0">
                <a:latin typeface="Times New Roman" panose="02020603050405020304" pitchFamily="18" charset="0"/>
                <a:cs typeface="Times New Roman" panose="02020603050405020304" pitchFamily="18" charset="0"/>
              </a:rPr>
              <a:t>typedef struct {</a:t>
            </a:r>
          </a:p>
          <a:p>
            <a:pPr algn="l"/>
            <a:r>
              <a:rPr lang="en-US" sz="1800" b="0" i="0" u="none" strike="noStrike" baseline="0" dirty="0">
                <a:latin typeface="Times New Roman" panose="02020603050405020304" pitchFamily="18" charset="0"/>
                <a:cs typeface="Times New Roman" panose="02020603050405020304" pitchFamily="18" charset="0"/>
              </a:rPr>
              <a:t>    float x;</a:t>
            </a:r>
          </a:p>
          <a:p>
            <a:pPr algn="l"/>
            <a:r>
              <a:rPr lang="en-US" sz="1800" b="0" i="0" u="none" strike="noStrike" baseline="0" dirty="0">
                <a:latin typeface="Times New Roman" panose="02020603050405020304" pitchFamily="18" charset="0"/>
                <a:cs typeface="Times New Roman" panose="02020603050405020304" pitchFamily="18" charset="0"/>
              </a:rPr>
              <a:t>    float y;</a:t>
            </a:r>
          </a:p>
          <a:p>
            <a:pPr algn="l"/>
            <a:r>
              <a:rPr lang="en-US" sz="1800" b="0" i="0" u="none" strike="noStrike" baseline="0" dirty="0">
                <a:latin typeface="Times New Roman" panose="02020603050405020304" pitchFamily="18" charset="0"/>
                <a:cs typeface="Times New Roman" panose="02020603050405020304" pitchFamily="18" charset="0"/>
              </a:rPr>
              <a:t>}</a:t>
            </a:r>
            <a:r>
              <a:rPr lang="en-US" sz="1800" b="0" i="0" u="none" strike="noStrike" baseline="0" dirty="0">
                <a:solidFill>
                  <a:srgbClr val="FF0000"/>
                </a:solidFill>
                <a:latin typeface="Times New Roman" panose="02020603050405020304" pitchFamily="18" charset="0"/>
                <a:cs typeface="Times New Roman" panose="02020603050405020304" pitchFamily="18" charset="0"/>
              </a:rPr>
              <a:t> Point;</a:t>
            </a:r>
          </a:p>
          <a:p>
            <a:pPr algn="l"/>
            <a:r>
              <a:rPr lang="en-US" sz="1800" b="0" i="0" u="none" strike="noStrike" baseline="0" dirty="0">
                <a:latin typeface="Times New Roman" panose="02020603050405020304" pitchFamily="18" charset="0"/>
                <a:cs typeface="Times New Roman" panose="02020603050405020304" pitchFamily="18" charset="0"/>
              </a:rPr>
              <a:t>int main() {</a:t>
            </a:r>
          </a:p>
          <a:p>
            <a:pPr algn="l"/>
            <a:r>
              <a:rPr lang="en-US" sz="1800" b="0" i="0" u="none" strike="noStrike" baseline="0" dirty="0">
                <a:latin typeface="Times New Roman" panose="02020603050405020304" pitchFamily="18" charset="0"/>
                <a:cs typeface="Times New Roman" panose="02020603050405020304" pitchFamily="18" charset="0"/>
              </a:rPr>
              <a:t>    // Declaration of variables is omitted for brevity</a:t>
            </a:r>
          </a:p>
          <a:p>
            <a:pPr algn="l"/>
            <a:r>
              <a:rPr lang="en-US" sz="1800" b="0" i="0" u="none" strike="noStrike" baseline="0" dirty="0">
                <a:latin typeface="Times New Roman" panose="02020603050405020304" pitchFamily="18" charset="0"/>
                <a:cs typeface="Times New Roman" panose="02020603050405020304" pitchFamily="18" charset="0"/>
              </a:rPr>
              <a:t>    return 0;</a:t>
            </a:r>
          </a:p>
          <a:p>
            <a:pPr algn="l"/>
            <a:r>
              <a:rPr lang="en-US" sz="1800" b="0" i="0" u="none" strike="noStrike" baseline="0" dirty="0">
                <a:latin typeface="Times New Roman" panose="02020603050405020304" pitchFamily="18" charset="0"/>
                <a:cs typeface="Times New Roman" panose="02020603050405020304" pitchFamily="18" charset="0"/>
              </a:rPr>
              <a:t>}</a:t>
            </a:r>
          </a:p>
        </p:txBody>
      </p:sp>
      <p:sp>
        <p:nvSpPr>
          <p:cNvPr id="14" name="TextBox 13">
            <a:extLst>
              <a:ext uri="{FF2B5EF4-FFF2-40B4-BE49-F238E27FC236}">
                <a16:creationId xmlns:a16="http://schemas.microsoft.com/office/drawing/2014/main" id="{3BEBAFEE-B117-F80A-3238-35883C77E34C}"/>
              </a:ext>
            </a:extLst>
          </p:cNvPr>
          <p:cNvSpPr txBox="1"/>
          <p:nvPr/>
        </p:nvSpPr>
        <p:spPr>
          <a:xfrm>
            <a:off x="1271215" y="2039718"/>
            <a:ext cx="10650070" cy="369332"/>
          </a:xfrm>
          <a:prstGeom prst="rect">
            <a:avLst/>
          </a:prstGeom>
          <a:noFill/>
        </p:spPr>
        <p:txBody>
          <a:bodyPr wrap="square">
            <a:spAutoFit/>
          </a:bodyPr>
          <a:lstStyle/>
          <a:p>
            <a:r>
              <a:rPr lang="en-US" b="0" i="0" dirty="0">
                <a:solidFill>
                  <a:srgbClr val="0D0D0D"/>
                </a:solidFill>
                <a:effectLst/>
                <a:latin typeface="Times New Roman" panose="02020603050405020304" pitchFamily="18" charset="0"/>
                <a:cs typeface="Times New Roman" panose="02020603050405020304" pitchFamily="18" charset="0"/>
              </a:rPr>
              <a:t>Rule 5.6 states that a typedef name shall be a unique identifier.</a:t>
            </a:r>
            <a:endParaRPr lang="en-IN"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C571CA19-A36B-7D93-981A-5F92A3EA59D7}"/>
              </a:ext>
            </a:extLst>
          </p:cNvPr>
          <p:cNvSpPr txBox="1"/>
          <p:nvPr/>
        </p:nvSpPr>
        <p:spPr>
          <a:xfrm>
            <a:off x="1300570" y="2428518"/>
            <a:ext cx="1046338" cy="369332"/>
          </a:xfrm>
          <a:prstGeom prst="rect">
            <a:avLst/>
          </a:prstGeom>
          <a:noFill/>
        </p:spPr>
        <p:txBody>
          <a:bodyPr wrap="square">
            <a:spAutoFit/>
          </a:bodyPr>
          <a:lstStyle/>
          <a:p>
            <a:pPr algn="l"/>
            <a:r>
              <a:rPr lang="en-IN" dirty="0">
                <a:highlight>
                  <a:srgbClr val="FFFF00"/>
                </a:highlight>
              </a:rPr>
              <a:t>Example</a:t>
            </a:r>
          </a:p>
        </p:txBody>
      </p:sp>
      <p:sp>
        <p:nvSpPr>
          <p:cNvPr id="9" name="Slide Number Placeholder 8">
            <a:extLst>
              <a:ext uri="{FF2B5EF4-FFF2-40B4-BE49-F238E27FC236}">
                <a16:creationId xmlns:a16="http://schemas.microsoft.com/office/drawing/2014/main" id="{746FF12E-247E-5CB1-8345-28FEB3B3D18C}"/>
              </a:ext>
            </a:extLst>
          </p:cNvPr>
          <p:cNvSpPr>
            <a:spLocks noGrp="1"/>
          </p:cNvSpPr>
          <p:nvPr>
            <p:ph type="sldNum" sz="quarter" idx="12"/>
          </p:nvPr>
        </p:nvSpPr>
        <p:spPr/>
        <p:txBody>
          <a:bodyPr/>
          <a:lstStyle/>
          <a:p>
            <a:fld id="{91247CA1-BCEC-4DD4-9B23-E2AE1AEA27A6}" type="slidenum">
              <a:rPr lang="en-IN" smtClean="0"/>
              <a:t>31</a:t>
            </a:fld>
            <a:endParaRPr lang="en-IN"/>
          </a:p>
        </p:txBody>
      </p:sp>
      <p:sp>
        <p:nvSpPr>
          <p:cNvPr id="8" name="TextBox 7">
            <a:extLst>
              <a:ext uri="{FF2B5EF4-FFF2-40B4-BE49-F238E27FC236}">
                <a16:creationId xmlns:a16="http://schemas.microsoft.com/office/drawing/2014/main" id="{363A6833-08D9-A923-011F-4A4FF0963448}"/>
              </a:ext>
            </a:extLst>
          </p:cNvPr>
          <p:cNvSpPr txBox="1"/>
          <p:nvPr/>
        </p:nvSpPr>
        <p:spPr>
          <a:xfrm>
            <a:off x="10532532" y="526059"/>
            <a:ext cx="1451144" cy="369332"/>
          </a:xfrm>
          <a:prstGeom prst="rect">
            <a:avLst/>
          </a:prstGeom>
          <a:noFill/>
        </p:spPr>
        <p:txBody>
          <a:bodyPr wrap="square">
            <a:spAutoFit/>
          </a:bodyPr>
          <a:lstStyle/>
          <a:p>
            <a:r>
              <a:rPr lang="en-IN" dirty="0"/>
              <a:t>Session 1</a:t>
            </a:r>
          </a:p>
        </p:txBody>
      </p:sp>
    </p:spTree>
    <p:extLst>
      <p:ext uri="{BB962C8B-B14F-4D97-AF65-F5344CB8AC3E}">
        <p14:creationId xmlns:p14="http://schemas.microsoft.com/office/powerpoint/2010/main" val="291579906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5A292AEA-2528-46C0-B426-95822B6141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D8B7B198-E4DF-43CD-AD8C-1998843237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34" name="Freeform: Shape 33">
            <a:extLst>
              <a:ext uri="{FF2B5EF4-FFF2-40B4-BE49-F238E27FC236}">
                <a16:creationId xmlns:a16="http://schemas.microsoft.com/office/drawing/2014/main" id="{2BE67753-EA0E-4819-8D22-0B6600CF7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96934" y="3984"/>
            <a:ext cx="9376632" cy="6858000"/>
          </a:xfrm>
          <a:custGeom>
            <a:avLst/>
            <a:gdLst>
              <a:gd name="connsiteX0" fmla="*/ 1691615 w 9376632"/>
              <a:gd name="connsiteY0" fmla="*/ 0 h 6858000"/>
              <a:gd name="connsiteX1" fmla="*/ 7685017 w 9376632"/>
              <a:gd name="connsiteY1" fmla="*/ 0 h 6858000"/>
              <a:gd name="connsiteX2" fmla="*/ 7840634 w 9376632"/>
              <a:gd name="connsiteY2" fmla="*/ 134799 h 6858000"/>
              <a:gd name="connsiteX3" fmla="*/ 9376632 w 9376632"/>
              <a:gd name="connsiteY3" fmla="*/ 3605175 h 6858000"/>
              <a:gd name="connsiteX4" fmla="*/ 8158692 w 9376632"/>
              <a:gd name="connsiteY4" fmla="*/ 6757493 h 6858000"/>
              <a:gd name="connsiteX5" fmla="*/ 8062868 w 9376632"/>
              <a:gd name="connsiteY5" fmla="*/ 6858000 h 6858000"/>
              <a:gd name="connsiteX6" fmla="*/ 1313765 w 9376632"/>
              <a:gd name="connsiteY6" fmla="*/ 6858000 h 6858000"/>
              <a:gd name="connsiteX7" fmla="*/ 1217940 w 9376632"/>
              <a:gd name="connsiteY7" fmla="*/ 6757493 h 6858000"/>
              <a:gd name="connsiteX8" fmla="*/ 0 w 9376632"/>
              <a:gd name="connsiteY8" fmla="*/ 3605175 h 6858000"/>
              <a:gd name="connsiteX9" fmla="*/ 1535999 w 9376632"/>
              <a:gd name="connsiteY9" fmla="*/ 13479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376632" h="6858000">
                <a:moveTo>
                  <a:pt x="1691615" y="0"/>
                </a:moveTo>
                <a:lnTo>
                  <a:pt x="7685017" y="0"/>
                </a:lnTo>
                <a:lnTo>
                  <a:pt x="7840634" y="134799"/>
                </a:lnTo>
                <a:cubicBezTo>
                  <a:pt x="8784230" y="992423"/>
                  <a:pt x="9376632" y="2229618"/>
                  <a:pt x="9376632" y="3605175"/>
                </a:cubicBezTo>
                <a:cubicBezTo>
                  <a:pt x="9376632" y="4818903"/>
                  <a:pt x="8915419" y="5924908"/>
                  <a:pt x="8158692" y="6757493"/>
                </a:cubicBezTo>
                <a:lnTo>
                  <a:pt x="8062868" y="6858000"/>
                </a:lnTo>
                <a:lnTo>
                  <a:pt x="1313765" y="6858000"/>
                </a:lnTo>
                <a:lnTo>
                  <a:pt x="1217940" y="6757493"/>
                </a:lnTo>
                <a:cubicBezTo>
                  <a:pt x="461213" y="5924908"/>
                  <a:pt x="0" y="4818903"/>
                  <a:pt x="0" y="3605175"/>
                </a:cubicBezTo>
                <a:cubicBezTo>
                  <a:pt x="0" y="2229618"/>
                  <a:pt x="592403" y="992423"/>
                  <a:pt x="1535999" y="134799"/>
                </a:cubicBezTo>
                <a:close/>
              </a:path>
            </a:pathLst>
          </a:cu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5" name="Group 34">
            <a:extLst>
              <a:ext uri="{FF2B5EF4-FFF2-40B4-BE49-F238E27FC236}">
                <a16:creationId xmlns:a16="http://schemas.microsoft.com/office/drawing/2014/main" id="{D76D63AC-0421-45EC-B383-E79A61A78C6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303402" y="3985"/>
            <a:ext cx="9772765" cy="6858000"/>
            <a:chOff x="1303402" y="36937"/>
            <a:chExt cx="9772765" cy="6858000"/>
          </a:xfrm>
          <a:solidFill>
            <a:schemeClr val="bg1">
              <a:alpha val="30000"/>
            </a:schemeClr>
          </a:solidFill>
        </p:grpSpPr>
        <p:sp>
          <p:nvSpPr>
            <p:cNvPr id="15" name="Freeform: Shape 14">
              <a:extLst>
                <a:ext uri="{FF2B5EF4-FFF2-40B4-BE49-F238E27FC236}">
                  <a16:creationId xmlns:a16="http://schemas.microsoft.com/office/drawing/2014/main" id="{B997A32E-7032-4107-9C8B-99DB59EDD5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6937"/>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Shape 15">
              <a:extLst>
                <a:ext uri="{FF2B5EF4-FFF2-40B4-BE49-F238E27FC236}">
                  <a16:creationId xmlns:a16="http://schemas.microsoft.com/office/drawing/2014/main" id="{943BB27F-1470-42CA-91FF-D94BC691C8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6937"/>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Freeform: Shape 16">
              <a:extLst>
                <a:ext uri="{FF2B5EF4-FFF2-40B4-BE49-F238E27FC236}">
                  <a16:creationId xmlns:a16="http://schemas.microsoft.com/office/drawing/2014/main" id="{E997B002-17FD-47B3-A06A-76802FE15C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6937"/>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Freeform: Shape 17">
              <a:extLst>
                <a:ext uri="{FF2B5EF4-FFF2-40B4-BE49-F238E27FC236}">
                  <a16:creationId xmlns:a16="http://schemas.microsoft.com/office/drawing/2014/main" id="{E401EA35-9D2E-43B7-860F-EBB8A6C3E0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6937"/>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Freeform: Shape 18">
              <a:extLst>
                <a:ext uri="{FF2B5EF4-FFF2-40B4-BE49-F238E27FC236}">
                  <a16:creationId xmlns:a16="http://schemas.microsoft.com/office/drawing/2014/main" id="{F8C44827-3D81-4FF9-B4A5-5650D1B20A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6937"/>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Freeform: Shape 19">
              <a:extLst>
                <a:ext uri="{FF2B5EF4-FFF2-40B4-BE49-F238E27FC236}">
                  <a16:creationId xmlns:a16="http://schemas.microsoft.com/office/drawing/2014/main" id="{F613D97F-F6DF-4D32-AD91-209A80E7A2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8320" y="36937"/>
              <a:ext cx="9767847" cy="6858000"/>
            </a:xfrm>
            <a:custGeom>
              <a:avLst/>
              <a:gdLst>
                <a:gd name="connsiteX0" fmla="*/ 7151367 w 9767847"/>
                <a:gd name="connsiteY0" fmla="*/ 0 h 6858000"/>
                <a:gd name="connsiteX1" fmla="*/ 7881247 w 9767847"/>
                <a:gd name="connsiteY1" fmla="*/ 0 h 6858000"/>
                <a:gd name="connsiteX2" fmla="*/ 7990553 w 9767847"/>
                <a:gd name="connsiteY2" fmla="*/ 81317 h 6858000"/>
                <a:gd name="connsiteX3" fmla="*/ 9767847 w 9767847"/>
                <a:gd name="connsiteY3" fmla="*/ 3649031 h 6858000"/>
                <a:gd name="connsiteX4" fmla="*/ 8652597 w 9767847"/>
                <a:gd name="connsiteY4" fmla="*/ 6590005 h 6858000"/>
                <a:gd name="connsiteX5" fmla="*/ 8395306 w 9767847"/>
                <a:gd name="connsiteY5" fmla="*/ 6858000 h 6858000"/>
                <a:gd name="connsiteX6" fmla="*/ 6762603 w 9767847"/>
                <a:gd name="connsiteY6" fmla="*/ 6858000 h 6858000"/>
                <a:gd name="connsiteX7" fmla="*/ 6765962 w 9767847"/>
                <a:gd name="connsiteY7" fmla="*/ 6854844 h 6858000"/>
                <a:gd name="connsiteX8" fmla="*/ 6804586 w 9767847"/>
                <a:gd name="connsiteY8" fmla="*/ 6817103 h 6858000"/>
                <a:gd name="connsiteX9" fmla="*/ 6881735 w 9767847"/>
                <a:gd name="connsiteY9" fmla="*/ 6741197 h 6858000"/>
                <a:gd name="connsiteX10" fmla="*/ 6958883 w 9767847"/>
                <a:gd name="connsiteY10" fmla="*/ 6664822 h 6858000"/>
                <a:gd name="connsiteX11" fmla="*/ 7267925 w 9767847"/>
                <a:gd name="connsiteY11" fmla="*/ 6355694 h 6858000"/>
                <a:gd name="connsiteX12" fmla="*/ 7424360 w 9767847"/>
                <a:gd name="connsiteY12" fmla="*/ 6200685 h 6858000"/>
                <a:gd name="connsiteX13" fmla="*/ 7504938 w 9767847"/>
                <a:gd name="connsiteY13" fmla="*/ 6122708 h 6858000"/>
                <a:gd name="connsiteX14" fmla="*/ 7546396 w 9767847"/>
                <a:gd name="connsiteY14" fmla="*/ 6083697 h 6858000"/>
                <a:gd name="connsiteX15" fmla="*/ 7588002 w 9767847"/>
                <a:gd name="connsiteY15" fmla="*/ 6045532 h 6858000"/>
                <a:gd name="connsiteX16" fmla="*/ 7631000 w 9767847"/>
                <a:gd name="connsiteY16" fmla="*/ 6006709 h 6858000"/>
                <a:gd name="connsiteX17" fmla="*/ 7675440 w 9767847"/>
                <a:gd name="connsiteY17" fmla="*/ 5968309 h 6858000"/>
                <a:gd name="connsiteX18" fmla="*/ 7720626 w 9767847"/>
                <a:gd name="connsiteY18" fmla="*/ 5930851 h 6858000"/>
                <a:gd name="connsiteX19" fmla="*/ 7766458 w 9767847"/>
                <a:gd name="connsiteY19" fmla="*/ 5894334 h 6858000"/>
                <a:gd name="connsiteX20" fmla="*/ 7955254 w 9767847"/>
                <a:gd name="connsiteY20" fmla="*/ 5756828 h 6858000"/>
                <a:gd name="connsiteX21" fmla="*/ 8352678 w 9767847"/>
                <a:gd name="connsiteY21" fmla="*/ 5517630 h 6858000"/>
                <a:gd name="connsiteX22" fmla="*/ 8451350 w 9767847"/>
                <a:gd name="connsiteY22" fmla="*/ 5465254 h 6858000"/>
                <a:gd name="connsiteX23" fmla="*/ 8548532 w 9767847"/>
                <a:gd name="connsiteY23" fmla="*/ 5413395 h 6858000"/>
                <a:gd name="connsiteX24" fmla="*/ 8729473 w 9767847"/>
                <a:gd name="connsiteY24" fmla="*/ 5309961 h 6858000"/>
                <a:gd name="connsiteX25" fmla="*/ 8770781 w 9767847"/>
                <a:gd name="connsiteY25" fmla="*/ 5283232 h 6858000"/>
                <a:gd name="connsiteX26" fmla="*/ 8790964 w 9767847"/>
                <a:gd name="connsiteY26" fmla="*/ 5269492 h 6858000"/>
                <a:gd name="connsiteX27" fmla="*/ 8810499 w 9767847"/>
                <a:gd name="connsiteY27" fmla="*/ 5255703 h 6858000"/>
                <a:gd name="connsiteX28" fmla="*/ 8883571 w 9767847"/>
                <a:gd name="connsiteY28" fmla="*/ 5198479 h 6858000"/>
                <a:gd name="connsiteX29" fmla="*/ 9006651 w 9767847"/>
                <a:gd name="connsiteY29" fmla="*/ 5070527 h 6858000"/>
                <a:gd name="connsiteX30" fmla="*/ 9033494 w 9767847"/>
                <a:gd name="connsiteY30" fmla="*/ 5034105 h 6858000"/>
                <a:gd name="connsiteX31" fmla="*/ 9040305 w 9767847"/>
                <a:gd name="connsiteY31" fmla="*/ 5024551 h 6858000"/>
                <a:gd name="connsiteX32" fmla="*/ 9046568 w 9767847"/>
                <a:gd name="connsiteY32" fmla="*/ 5015281 h 6858000"/>
                <a:gd name="connsiteX33" fmla="*/ 9058846 w 9767847"/>
                <a:gd name="connsiteY33" fmla="*/ 4996645 h 6858000"/>
                <a:gd name="connsiteX34" fmla="*/ 9104529 w 9767847"/>
                <a:gd name="connsiteY34" fmla="*/ 4918105 h 6858000"/>
                <a:gd name="connsiteX35" fmla="*/ 9181081 w 9767847"/>
                <a:gd name="connsiteY35" fmla="*/ 4744694 h 6858000"/>
                <a:gd name="connsiteX36" fmla="*/ 9240731 w 9767847"/>
                <a:gd name="connsiteY36" fmla="*/ 4557872 h 6858000"/>
                <a:gd name="connsiteX37" fmla="*/ 9265388 w 9767847"/>
                <a:gd name="connsiteY37" fmla="*/ 4461073 h 6858000"/>
                <a:gd name="connsiteX38" fmla="*/ 9276571 w 9767847"/>
                <a:gd name="connsiteY38" fmla="*/ 4411943 h 6858000"/>
                <a:gd name="connsiteX39" fmla="*/ 9281841 w 9767847"/>
                <a:gd name="connsiteY39" fmla="*/ 4387379 h 6858000"/>
                <a:gd name="connsiteX40" fmla="*/ 9286513 w 9767847"/>
                <a:gd name="connsiteY40" fmla="*/ 4364838 h 6858000"/>
                <a:gd name="connsiteX41" fmla="*/ 9296754 w 9767847"/>
                <a:gd name="connsiteY41" fmla="*/ 4312038 h 6858000"/>
                <a:gd name="connsiteX42" fmla="*/ 9301029 w 9767847"/>
                <a:gd name="connsiteY42" fmla="*/ 4289074 h 6858000"/>
                <a:gd name="connsiteX43" fmla="*/ 9302818 w 9767847"/>
                <a:gd name="connsiteY43" fmla="*/ 4278581 h 6858000"/>
                <a:gd name="connsiteX44" fmla="*/ 9304658 w 9767847"/>
                <a:gd name="connsiteY44" fmla="*/ 4266816 h 6858000"/>
                <a:gd name="connsiteX45" fmla="*/ 9312810 w 9767847"/>
                <a:gd name="connsiteY45" fmla="*/ 4215945 h 6858000"/>
                <a:gd name="connsiteX46" fmla="*/ 9316887 w 9767847"/>
                <a:gd name="connsiteY46" fmla="*/ 4190486 h 6858000"/>
                <a:gd name="connsiteX47" fmla="*/ 9318923 w 9767847"/>
                <a:gd name="connsiteY47" fmla="*/ 4177780 h 6858000"/>
                <a:gd name="connsiteX48" fmla="*/ 9320515 w 9767847"/>
                <a:gd name="connsiteY48" fmla="*/ 4164886 h 6858000"/>
                <a:gd name="connsiteX49" fmla="*/ 9332445 w 9767847"/>
                <a:gd name="connsiteY49" fmla="*/ 4064981 h 6858000"/>
                <a:gd name="connsiteX50" fmla="*/ 9336173 w 9767847"/>
                <a:gd name="connsiteY50" fmla="*/ 4018676 h 6858000"/>
                <a:gd name="connsiteX51" fmla="*/ 9340199 w 9767847"/>
                <a:gd name="connsiteY51" fmla="*/ 3965171 h 6858000"/>
                <a:gd name="connsiteX52" fmla="*/ 9347557 w 9767847"/>
                <a:gd name="connsiteY52" fmla="*/ 3765972 h 6858000"/>
                <a:gd name="connsiteX53" fmla="*/ 9346364 w 9767847"/>
                <a:gd name="connsiteY53" fmla="*/ 3664938 h 6858000"/>
                <a:gd name="connsiteX54" fmla="*/ 9344921 w 9767847"/>
                <a:gd name="connsiteY54" fmla="*/ 3615243 h 6858000"/>
                <a:gd name="connsiteX55" fmla="*/ 9344524 w 9767847"/>
                <a:gd name="connsiteY55" fmla="*/ 3603526 h 6858000"/>
                <a:gd name="connsiteX56" fmla="*/ 9343728 w 9767847"/>
                <a:gd name="connsiteY56" fmla="*/ 3590774 h 6858000"/>
                <a:gd name="connsiteX57" fmla="*/ 9342188 w 9767847"/>
                <a:gd name="connsiteY57" fmla="*/ 3565268 h 6858000"/>
                <a:gd name="connsiteX58" fmla="*/ 9339056 w 9767847"/>
                <a:gd name="connsiteY58" fmla="*/ 3514256 h 6858000"/>
                <a:gd name="connsiteX59" fmla="*/ 9334334 w 9767847"/>
                <a:gd name="connsiteY59" fmla="*/ 3463057 h 6858000"/>
                <a:gd name="connsiteX60" fmla="*/ 9329363 w 9767847"/>
                <a:gd name="connsiteY60" fmla="*/ 3411810 h 6858000"/>
                <a:gd name="connsiteX61" fmla="*/ 9328319 w 9767847"/>
                <a:gd name="connsiteY61" fmla="*/ 3400657 h 6858000"/>
                <a:gd name="connsiteX62" fmla="*/ 9327177 w 9767847"/>
                <a:gd name="connsiteY62" fmla="*/ 3390116 h 6858000"/>
                <a:gd name="connsiteX63" fmla="*/ 9324293 w 9767847"/>
                <a:gd name="connsiteY63" fmla="*/ 3366774 h 6858000"/>
                <a:gd name="connsiteX64" fmla="*/ 9320763 w 9767847"/>
                <a:gd name="connsiteY64" fmla="*/ 3340329 h 6858000"/>
                <a:gd name="connsiteX65" fmla="*/ 9317184 w 9767847"/>
                <a:gd name="connsiteY65" fmla="*/ 3311245 h 6858000"/>
                <a:gd name="connsiteX66" fmla="*/ 9311021 w 9767847"/>
                <a:gd name="connsiteY66" fmla="*/ 3266211 h 6858000"/>
                <a:gd name="connsiteX67" fmla="*/ 9302719 w 9767847"/>
                <a:gd name="connsiteY67" fmla="*/ 3215717 h 6858000"/>
                <a:gd name="connsiteX68" fmla="*/ 9293970 w 9767847"/>
                <a:gd name="connsiteY68" fmla="*/ 3165789 h 6858000"/>
                <a:gd name="connsiteX69" fmla="*/ 9252065 w 9767847"/>
                <a:gd name="connsiteY69" fmla="*/ 2967107 h 6858000"/>
                <a:gd name="connsiteX70" fmla="*/ 9227211 w 9767847"/>
                <a:gd name="connsiteY70" fmla="*/ 2868473 h 6858000"/>
                <a:gd name="connsiteX71" fmla="*/ 9220699 w 9767847"/>
                <a:gd name="connsiteY71" fmla="*/ 2844426 h 6858000"/>
                <a:gd name="connsiteX72" fmla="*/ 9213740 w 9767847"/>
                <a:gd name="connsiteY72" fmla="*/ 2820191 h 6858000"/>
                <a:gd name="connsiteX73" fmla="*/ 9199374 w 9767847"/>
                <a:gd name="connsiteY73" fmla="*/ 2771438 h 6858000"/>
                <a:gd name="connsiteX74" fmla="*/ 9061829 w 9767847"/>
                <a:gd name="connsiteY74" fmla="*/ 2385418 h 6858000"/>
                <a:gd name="connsiteX75" fmla="*/ 8978865 w 9767847"/>
                <a:gd name="connsiteY75" fmla="*/ 2196855 h 6858000"/>
                <a:gd name="connsiteX76" fmla="*/ 8956694 w 9767847"/>
                <a:gd name="connsiteY76" fmla="*/ 2150219 h 6858000"/>
                <a:gd name="connsiteX77" fmla="*/ 8934176 w 9767847"/>
                <a:gd name="connsiteY77" fmla="*/ 2103914 h 6858000"/>
                <a:gd name="connsiteX78" fmla="*/ 8887151 w 9767847"/>
                <a:gd name="connsiteY78" fmla="*/ 2011350 h 6858000"/>
                <a:gd name="connsiteX79" fmla="*/ 8787533 w 9767847"/>
                <a:gd name="connsiteY79" fmla="*/ 1828527 h 6858000"/>
                <a:gd name="connsiteX80" fmla="*/ 8761485 w 9767847"/>
                <a:gd name="connsiteY80" fmla="*/ 1783398 h 6858000"/>
                <a:gd name="connsiteX81" fmla="*/ 8734791 w 9767847"/>
                <a:gd name="connsiteY81" fmla="*/ 1737893 h 6858000"/>
                <a:gd name="connsiteX82" fmla="*/ 8680808 w 9767847"/>
                <a:gd name="connsiteY82" fmla="*/ 1648812 h 6858000"/>
                <a:gd name="connsiteX83" fmla="*/ 8567024 w 9767847"/>
                <a:gd name="connsiteY83" fmla="*/ 1472906 h 6858000"/>
                <a:gd name="connsiteX84" fmla="*/ 8537446 w 9767847"/>
                <a:gd name="connsiteY84" fmla="*/ 1429330 h 6858000"/>
                <a:gd name="connsiteX85" fmla="*/ 8507423 w 9767847"/>
                <a:gd name="connsiteY85" fmla="*/ 1385896 h 6858000"/>
                <a:gd name="connsiteX86" fmla="*/ 8446529 w 9767847"/>
                <a:gd name="connsiteY86" fmla="*/ 1300295 h 6858000"/>
                <a:gd name="connsiteX87" fmla="*/ 8319224 w 9767847"/>
                <a:gd name="connsiteY87" fmla="*/ 1131026 h 6858000"/>
                <a:gd name="connsiteX88" fmla="*/ 8286366 w 9767847"/>
                <a:gd name="connsiteY88" fmla="*/ 1089050 h 6858000"/>
                <a:gd name="connsiteX89" fmla="*/ 8270161 w 9767847"/>
                <a:gd name="connsiteY89" fmla="*/ 1068439 h 6858000"/>
                <a:gd name="connsiteX90" fmla="*/ 8253856 w 9767847"/>
                <a:gd name="connsiteY90" fmla="*/ 1048156 h 6858000"/>
                <a:gd name="connsiteX91" fmla="*/ 8186352 w 9767847"/>
                <a:gd name="connsiteY91" fmla="*/ 966275 h 6858000"/>
                <a:gd name="connsiteX92" fmla="*/ 8046768 w 9767847"/>
                <a:gd name="connsiteY92" fmla="*/ 805429 h 6858000"/>
                <a:gd name="connsiteX93" fmla="*/ 8010927 w 9767847"/>
                <a:gd name="connsiteY93" fmla="*/ 765853 h 6858000"/>
                <a:gd name="connsiteX94" fmla="*/ 7974788 w 9767847"/>
                <a:gd name="connsiteY94" fmla="*/ 726653 h 6858000"/>
                <a:gd name="connsiteX95" fmla="*/ 7901070 w 9767847"/>
                <a:gd name="connsiteY95" fmla="*/ 648724 h 6858000"/>
                <a:gd name="connsiteX96" fmla="*/ 7750054 w 9767847"/>
                <a:gd name="connsiteY96" fmla="*/ 497008 h 6858000"/>
                <a:gd name="connsiteX97" fmla="*/ 7592277 w 9767847"/>
                <a:gd name="connsiteY97" fmla="*/ 351221 h 6858000"/>
                <a:gd name="connsiteX98" fmla="*/ 7257734 w 9767847"/>
                <a:gd name="connsiteY98" fmla="*/ 76964 h 6858000"/>
                <a:gd name="connsiteX99" fmla="*/ 1886601 w 9767847"/>
                <a:gd name="connsiteY99" fmla="*/ 0 h 6858000"/>
                <a:gd name="connsiteX100" fmla="*/ 2292926 w 9767847"/>
                <a:gd name="connsiteY100" fmla="*/ 0 h 6858000"/>
                <a:gd name="connsiteX101" fmla="*/ 2135542 w 9767847"/>
                <a:gd name="connsiteY101" fmla="*/ 117781 h 6858000"/>
                <a:gd name="connsiteX102" fmla="*/ 1969576 w 9767847"/>
                <a:gd name="connsiteY102" fmla="*/ 254986 h 6858000"/>
                <a:gd name="connsiteX103" fmla="*/ 1659938 w 9767847"/>
                <a:gd name="connsiteY103" fmla="*/ 549855 h 6858000"/>
                <a:gd name="connsiteX104" fmla="*/ 729383 w 9767847"/>
                <a:gd name="connsiteY104" fmla="*/ 1936480 h 6858000"/>
                <a:gd name="connsiteX105" fmla="*/ 578465 w 9767847"/>
                <a:gd name="connsiteY105" fmla="*/ 2320807 h 6858000"/>
                <a:gd name="connsiteX106" fmla="*/ 465080 w 9767847"/>
                <a:gd name="connsiteY106" fmla="*/ 2714875 h 6858000"/>
                <a:gd name="connsiteX107" fmla="*/ 423820 w 9767847"/>
                <a:gd name="connsiteY107" fmla="*/ 2915436 h 6858000"/>
                <a:gd name="connsiteX108" fmla="*/ 392355 w 9767847"/>
                <a:gd name="connsiteY108" fmla="*/ 3118071 h 6858000"/>
                <a:gd name="connsiteX109" fmla="*/ 358801 w 9767847"/>
                <a:gd name="connsiteY109" fmla="*/ 3526915 h 6858000"/>
                <a:gd name="connsiteX110" fmla="*/ 410350 w 9767847"/>
                <a:gd name="connsiteY110" fmla="*/ 4348226 h 6858000"/>
                <a:gd name="connsiteX111" fmla="*/ 449022 w 9767847"/>
                <a:gd name="connsiteY111" fmla="*/ 4551049 h 6858000"/>
                <a:gd name="connsiteX112" fmla="*/ 498882 w 9767847"/>
                <a:gd name="connsiteY112" fmla="*/ 4752365 h 6858000"/>
                <a:gd name="connsiteX113" fmla="*/ 559775 w 9767847"/>
                <a:gd name="connsiteY113" fmla="*/ 4951657 h 6858000"/>
                <a:gd name="connsiteX114" fmla="*/ 631406 w 9767847"/>
                <a:gd name="connsiteY114" fmla="*/ 5147986 h 6858000"/>
                <a:gd name="connsiteX115" fmla="*/ 1023461 w 9767847"/>
                <a:gd name="connsiteY115" fmla="*/ 5893957 h 6858000"/>
                <a:gd name="connsiteX116" fmla="*/ 1575880 w 9767847"/>
                <a:gd name="connsiteY116" fmla="*/ 6547646 h 6858000"/>
                <a:gd name="connsiteX117" fmla="*/ 1905228 w 9767847"/>
                <a:gd name="connsiteY117" fmla="*/ 6829468 h 6858000"/>
                <a:gd name="connsiteX118" fmla="*/ 1944230 w 9767847"/>
                <a:gd name="connsiteY118" fmla="*/ 6858000 h 6858000"/>
                <a:gd name="connsiteX119" fmla="*/ 1372541 w 9767847"/>
                <a:gd name="connsiteY119" fmla="*/ 6858000 h 6858000"/>
                <a:gd name="connsiteX120" fmla="*/ 1115251 w 9767847"/>
                <a:gd name="connsiteY120" fmla="*/ 6590005 h 6858000"/>
                <a:gd name="connsiteX121" fmla="*/ 0 w 9767847"/>
                <a:gd name="connsiteY121" fmla="*/ 3649031 h 6858000"/>
                <a:gd name="connsiteX122" fmla="*/ 1777294 w 9767847"/>
                <a:gd name="connsiteY122" fmla="*/ 813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9767847" h="6858000">
                  <a:moveTo>
                    <a:pt x="7151367" y="0"/>
                  </a:moveTo>
                  <a:lnTo>
                    <a:pt x="7881247" y="0"/>
                  </a:lnTo>
                  <a:lnTo>
                    <a:pt x="7990553" y="81317"/>
                  </a:lnTo>
                  <a:cubicBezTo>
                    <a:pt x="9075991" y="929334"/>
                    <a:pt x="9767847" y="2212695"/>
                    <a:pt x="9767847" y="3649031"/>
                  </a:cubicBezTo>
                  <a:cubicBezTo>
                    <a:pt x="9767847" y="4766182"/>
                    <a:pt x="9349317" y="5790792"/>
                    <a:pt x="8652597" y="6590005"/>
                  </a:cubicBezTo>
                  <a:lnTo>
                    <a:pt x="8395306" y="6858000"/>
                  </a:lnTo>
                  <a:lnTo>
                    <a:pt x="6762603" y="6858000"/>
                  </a:lnTo>
                  <a:lnTo>
                    <a:pt x="6765962" y="6854844"/>
                  </a:lnTo>
                  <a:cubicBezTo>
                    <a:pt x="6779036" y="6842703"/>
                    <a:pt x="6791663" y="6829621"/>
                    <a:pt x="6804586" y="6817103"/>
                  </a:cubicBezTo>
                  <a:lnTo>
                    <a:pt x="6881735" y="6741197"/>
                  </a:lnTo>
                  <a:cubicBezTo>
                    <a:pt x="6907435" y="6715881"/>
                    <a:pt x="6933134" y="6690798"/>
                    <a:pt x="6958883" y="6664822"/>
                  </a:cubicBezTo>
                  <a:lnTo>
                    <a:pt x="7267925" y="6355694"/>
                  </a:lnTo>
                  <a:lnTo>
                    <a:pt x="7424360" y="6200685"/>
                  </a:lnTo>
                  <a:cubicBezTo>
                    <a:pt x="7450754" y="6174802"/>
                    <a:pt x="7477598" y="6148731"/>
                    <a:pt x="7504938" y="6122708"/>
                  </a:cubicBezTo>
                  <a:lnTo>
                    <a:pt x="7546396" y="6083697"/>
                  </a:lnTo>
                  <a:cubicBezTo>
                    <a:pt x="7560264" y="6070803"/>
                    <a:pt x="7574780" y="6057532"/>
                    <a:pt x="7588002" y="6045532"/>
                  </a:cubicBezTo>
                  <a:lnTo>
                    <a:pt x="7631000" y="6006709"/>
                  </a:lnTo>
                  <a:lnTo>
                    <a:pt x="7675440" y="5968309"/>
                  </a:lnTo>
                  <a:cubicBezTo>
                    <a:pt x="7690404" y="5955698"/>
                    <a:pt x="7705564" y="5943321"/>
                    <a:pt x="7720626" y="5930851"/>
                  </a:cubicBezTo>
                  <a:cubicBezTo>
                    <a:pt x="7735738" y="5918427"/>
                    <a:pt x="7751197" y="5906521"/>
                    <a:pt x="7766458" y="5894334"/>
                  </a:cubicBezTo>
                  <a:cubicBezTo>
                    <a:pt x="7827949" y="5846192"/>
                    <a:pt x="7890979" y="5800499"/>
                    <a:pt x="7955254" y="5756828"/>
                  </a:cubicBezTo>
                  <a:cubicBezTo>
                    <a:pt x="8083800" y="5669534"/>
                    <a:pt x="8216872" y="5590336"/>
                    <a:pt x="8352678" y="5517630"/>
                  </a:cubicBezTo>
                  <a:lnTo>
                    <a:pt x="8451350" y="5465254"/>
                  </a:lnTo>
                  <a:lnTo>
                    <a:pt x="8548532" y="5413395"/>
                  </a:lnTo>
                  <a:cubicBezTo>
                    <a:pt x="8612110" y="5379090"/>
                    <a:pt x="8673251" y="5345208"/>
                    <a:pt x="8729473" y="5309961"/>
                  </a:cubicBezTo>
                  <a:cubicBezTo>
                    <a:pt x="8743591" y="5301115"/>
                    <a:pt x="8757161" y="5292361"/>
                    <a:pt x="8770781" y="5283232"/>
                  </a:cubicBezTo>
                  <a:cubicBezTo>
                    <a:pt x="8777591" y="5278667"/>
                    <a:pt x="8784451" y="5274103"/>
                    <a:pt x="8790964" y="5269492"/>
                  </a:cubicBezTo>
                  <a:cubicBezTo>
                    <a:pt x="8797574" y="5264879"/>
                    <a:pt x="8804235" y="5260314"/>
                    <a:pt x="8810499" y="5255703"/>
                  </a:cubicBezTo>
                  <a:cubicBezTo>
                    <a:pt x="8835999" y="5237303"/>
                    <a:pt x="8860407" y="5218291"/>
                    <a:pt x="8883571" y="5198479"/>
                  </a:cubicBezTo>
                  <a:cubicBezTo>
                    <a:pt x="8929900" y="5158856"/>
                    <a:pt x="8971258" y="5116315"/>
                    <a:pt x="9006651" y="5070527"/>
                  </a:cubicBezTo>
                  <a:cubicBezTo>
                    <a:pt x="9015351" y="5059328"/>
                    <a:pt x="9024398" y="5046857"/>
                    <a:pt x="9033494" y="5034105"/>
                  </a:cubicBezTo>
                  <a:lnTo>
                    <a:pt x="9040305" y="5024551"/>
                  </a:lnTo>
                  <a:lnTo>
                    <a:pt x="9046568" y="5015281"/>
                  </a:lnTo>
                  <a:cubicBezTo>
                    <a:pt x="9050743" y="5009163"/>
                    <a:pt x="9054819" y="5002952"/>
                    <a:pt x="9058846" y="4996645"/>
                  </a:cubicBezTo>
                  <a:cubicBezTo>
                    <a:pt x="9075002" y="4971517"/>
                    <a:pt x="9090212" y="4945305"/>
                    <a:pt x="9104529" y="4918105"/>
                  </a:cubicBezTo>
                  <a:cubicBezTo>
                    <a:pt x="9133211" y="4863752"/>
                    <a:pt x="9158313" y="4805447"/>
                    <a:pt x="9181081" y="4744694"/>
                  </a:cubicBezTo>
                  <a:cubicBezTo>
                    <a:pt x="9203748" y="4684178"/>
                    <a:pt x="9223383" y="4621778"/>
                    <a:pt x="9240731" y="4557872"/>
                  </a:cubicBezTo>
                  <a:cubicBezTo>
                    <a:pt x="9249481" y="4525966"/>
                    <a:pt x="9257682" y="4493684"/>
                    <a:pt x="9265388" y="4461073"/>
                  </a:cubicBezTo>
                  <a:cubicBezTo>
                    <a:pt x="9269215" y="4444744"/>
                    <a:pt x="9272943" y="4428367"/>
                    <a:pt x="9276571" y="4411943"/>
                  </a:cubicBezTo>
                  <a:lnTo>
                    <a:pt x="9281841" y="4387379"/>
                  </a:lnTo>
                  <a:lnTo>
                    <a:pt x="9286513" y="4364838"/>
                  </a:lnTo>
                  <a:lnTo>
                    <a:pt x="9296754" y="4312038"/>
                  </a:lnTo>
                  <a:lnTo>
                    <a:pt x="9301029" y="4289074"/>
                  </a:lnTo>
                  <a:lnTo>
                    <a:pt x="9302818" y="4278581"/>
                  </a:lnTo>
                  <a:lnTo>
                    <a:pt x="9304658" y="4266816"/>
                  </a:lnTo>
                  <a:lnTo>
                    <a:pt x="9312810" y="4215945"/>
                  </a:lnTo>
                  <a:lnTo>
                    <a:pt x="9316887" y="4190486"/>
                  </a:lnTo>
                  <a:lnTo>
                    <a:pt x="9318923" y="4177780"/>
                  </a:lnTo>
                  <a:cubicBezTo>
                    <a:pt x="9319570" y="4173546"/>
                    <a:pt x="9319969" y="4169169"/>
                    <a:pt x="9320515" y="4164886"/>
                  </a:cubicBezTo>
                  <a:lnTo>
                    <a:pt x="9332445" y="4064981"/>
                  </a:lnTo>
                  <a:cubicBezTo>
                    <a:pt x="9333836" y="4052370"/>
                    <a:pt x="9334880" y="4036888"/>
                    <a:pt x="9336173" y="4018676"/>
                  </a:cubicBezTo>
                  <a:lnTo>
                    <a:pt x="9340199" y="3965171"/>
                  </a:lnTo>
                  <a:cubicBezTo>
                    <a:pt x="9345071" y="3899806"/>
                    <a:pt x="9347358" y="3832983"/>
                    <a:pt x="9347557" y="3765972"/>
                  </a:cubicBezTo>
                  <a:cubicBezTo>
                    <a:pt x="9347656" y="3732420"/>
                    <a:pt x="9347209" y="3698773"/>
                    <a:pt x="9346364" y="3664938"/>
                  </a:cubicBezTo>
                  <a:lnTo>
                    <a:pt x="9344921" y="3615243"/>
                  </a:lnTo>
                  <a:lnTo>
                    <a:pt x="9344524" y="3603526"/>
                  </a:lnTo>
                  <a:lnTo>
                    <a:pt x="9343728" y="3590774"/>
                  </a:lnTo>
                  <a:lnTo>
                    <a:pt x="9342188" y="3565268"/>
                  </a:lnTo>
                  <a:lnTo>
                    <a:pt x="9339056" y="3514256"/>
                  </a:lnTo>
                  <a:cubicBezTo>
                    <a:pt x="9337914" y="3497221"/>
                    <a:pt x="9335874" y="3480138"/>
                    <a:pt x="9334334" y="3463057"/>
                  </a:cubicBezTo>
                  <a:lnTo>
                    <a:pt x="9329363" y="3411810"/>
                  </a:lnTo>
                  <a:lnTo>
                    <a:pt x="9328319" y="3400657"/>
                  </a:lnTo>
                  <a:lnTo>
                    <a:pt x="9327177" y="3390116"/>
                  </a:lnTo>
                  <a:lnTo>
                    <a:pt x="9324293" y="3366774"/>
                  </a:lnTo>
                  <a:lnTo>
                    <a:pt x="9320763" y="3340329"/>
                  </a:lnTo>
                  <a:lnTo>
                    <a:pt x="9317184" y="3311245"/>
                  </a:lnTo>
                  <a:cubicBezTo>
                    <a:pt x="9315594" y="3296893"/>
                    <a:pt x="9313506" y="3282306"/>
                    <a:pt x="9311021" y="3266211"/>
                  </a:cubicBezTo>
                  <a:lnTo>
                    <a:pt x="9302719" y="3215717"/>
                  </a:lnTo>
                  <a:cubicBezTo>
                    <a:pt x="9299936" y="3199059"/>
                    <a:pt x="9297003" y="3182400"/>
                    <a:pt x="9293970" y="3165789"/>
                  </a:cubicBezTo>
                  <a:cubicBezTo>
                    <a:pt x="9281891" y="3099295"/>
                    <a:pt x="9267674" y="3033084"/>
                    <a:pt x="9252065" y="2967107"/>
                  </a:cubicBezTo>
                  <a:cubicBezTo>
                    <a:pt x="9244261" y="2934167"/>
                    <a:pt x="9235959" y="2901273"/>
                    <a:pt x="9227211" y="2868473"/>
                  </a:cubicBezTo>
                  <a:lnTo>
                    <a:pt x="9220699" y="2844426"/>
                  </a:lnTo>
                  <a:lnTo>
                    <a:pt x="9213740" y="2820191"/>
                  </a:lnTo>
                  <a:cubicBezTo>
                    <a:pt x="9209216" y="2804049"/>
                    <a:pt x="9204345" y="2787768"/>
                    <a:pt x="9199374" y="2771438"/>
                  </a:cubicBezTo>
                  <a:cubicBezTo>
                    <a:pt x="9159855" y="2641086"/>
                    <a:pt x="9114272" y="2512099"/>
                    <a:pt x="9061829" y="2385418"/>
                  </a:cubicBezTo>
                  <a:cubicBezTo>
                    <a:pt x="9035582" y="2322077"/>
                    <a:pt x="9008043" y="2259160"/>
                    <a:pt x="8978865" y="2196855"/>
                  </a:cubicBezTo>
                  <a:lnTo>
                    <a:pt x="8956694" y="2150219"/>
                  </a:lnTo>
                  <a:lnTo>
                    <a:pt x="8934176" y="2103914"/>
                  </a:lnTo>
                  <a:cubicBezTo>
                    <a:pt x="8918915" y="2073091"/>
                    <a:pt x="8903157" y="2042032"/>
                    <a:pt x="8887151" y="2011350"/>
                  </a:cubicBezTo>
                  <a:cubicBezTo>
                    <a:pt x="8854988" y="1949891"/>
                    <a:pt x="8822082" y="1888810"/>
                    <a:pt x="8787533" y="1828527"/>
                  </a:cubicBezTo>
                  <a:lnTo>
                    <a:pt x="8761485" y="1783398"/>
                  </a:lnTo>
                  <a:lnTo>
                    <a:pt x="8734791" y="1737893"/>
                  </a:lnTo>
                  <a:cubicBezTo>
                    <a:pt x="8717047" y="1707823"/>
                    <a:pt x="8699200" y="1678363"/>
                    <a:pt x="8680808" y="1648812"/>
                  </a:cubicBezTo>
                  <a:cubicBezTo>
                    <a:pt x="8644322" y="1589658"/>
                    <a:pt x="8606194" y="1531118"/>
                    <a:pt x="8567024" y="1472906"/>
                  </a:cubicBezTo>
                  <a:lnTo>
                    <a:pt x="8537446" y="1429330"/>
                  </a:lnTo>
                  <a:lnTo>
                    <a:pt x="8507423" y="1385896"/>
                  </a:lnTo>
                  <a:cubicBezTo>
                    <a:pt x="8487390" y="1357284"/>
                    <a:pt x="8467158" y="1328719"/>
                    <a:pt x="8446529" y="1300295"/>
                  </a:cubicBezTo>
                  <a:cubicBezTo>
                    <a:pt x="8405271" y="1243496"/>
                    <a:pt x="8362718" y="1187120"/>
                    <a:pt x="8319224" y="1131026"/>
                  </a:cubicBezTo>
                  <a:lnTo>
                    <a:pt x="8286366" y="1089050"/>
                  </a:lnTo>
                  <a:lnTo>
                    <a:pt x="8270161" y="1068439"/>
                  </a:lnTo>
                  <a:lnTo>
                    <a:pt x="8253856" y="1048156"/>
                  </a:lnTo>
                  <a:cubicBezTo>
                    <a:pt x="8231636" y="1020675"/>
                    <a:pt x="8209117" y="993381"/>
                    <a:pt x="8186352" y="966275"/>
                  </a:cubicBezTo>
                  <a:cubicBezTo>
                    <a:pt x="8140917" y="911922"/>
                    <a:pt x="8094240" y="858417"/>
                    <a:pt x="8046768" y="805429"/>
                  </a:cubicBezTo>
                  <a:lnTo>
                    <a:pt x="8010927" y="765853"/>
                  </a:lnTo>
                  <a:lnTo>
                    <a:pt x="7974788" y="726653"/>
                  </a:lnTo>
                  <a:cubicBezTo>
                    <a:pt x="7950382" y="700489"/>
                    <a:pt x="7925824" y="674465"/>
                    <a:pt x="7901070" y="648724"/>
                  </a:cubicBezTo>
                  <a:cubicBezTo>
                    <a:pt x="7851510" y="597289"/>
                    <a:pt x="7801404" y="546514"/>
                    <a:pt x="7750054" y="497008"/>
                  </a:cubicBezTo>
                  <a:cubicBezTo>
                    <a:pt x="7698902" y="447644"/>
                    <a:pt x="7645913" y="398938"/>
                    <a:pt x="7592277" y="351221"/>
                  </a:cubicBezTo>
                  <a:cubicBezTo>
                    <a:pt x="7484856" y="255786"/>
                    <a:pt x="7373308" y="164304"/>
                    <a:pt x="7257734" y="76964"/>
                  </a:cubicBezTo>
                  <a:close/>
                  <a:moveTo>
                    <a:pt x="1886601" y="0"/>
                  </a:moveTo>
                  <a:lnTo>
                    <a:pt x="2292926" y="0"/>
                  </a:lnTo>
                  <a:lnTo>
                    <a:pt x="2135542" y="117781"/>
                  </a:lnTo>
                  <a:cubicBezTo>
                    <a:pt x="2078998" y="162280"/>
                    <a:pt x="2023659" y="208045"/>
                    <a:pt x="1969576" y="254986"/>
                  </a:cubicBezTo>
                  <a:cubicBezTo>
                    <a:pt x="1861309" y="348820"/>
                    <a:pt x="1758064" y="447314"/>
                    <a:pt x="1659938" y="549855"/>
                  </a:cubicBezTo>
                  <a:cubicBezTo>
                    <a:pt x="1266987" y="960346"/>
                    <a:pt x="953820" y="1431495"/>
                    <a:pt x="729383" y="1936480"/>
                  </a:cubicBezTo>
                  <a:cubicBezTo>
                    <a:pt x="673260" y="2062362"/>
                    <a:pt x="622855" y="2190972"/>
                    <a:pt x="578465" y="2320807"/>
                  </a:cubicBezTo>
                  <a:cubicBezTo>
                    <a:pt x="534125" y="2450687"/>
                    <a:pt x="496147" y="2582216"/>
                    <a:pt x="465080" y="2714875"/>
                  </a:cubicBezTo>
                  <a:cubicBezTo>
                    <a:pt x="449769" y="2780991"/>
                    <a:pt x="435850" y="2848191"/>
                    <a:pt x="423820" y="2915436"/>
                  </a:cubicBezTo>
                  <a:cubicBezTo>
                    <a:pt x="411840" y="2982731"/>
                    <a:pt x="401054" y="3050260"/>
                    <a:pt x="392355" y="3118071"/>
                  </a:cubicBezTo>
                  <a:cubicBezTo>
                    <a:pt x="374509" y="3253646"/>
                    <a:pt x="363424" y="3389880"/>
                    <a:pt x="358801" y="3526915"/>
                  </a:cubicBezTo>
                  <a:cubicBezTo>
                    <a:pt x="349009" y="3800843"/>
                    <a:pt x="366357" y="4075570"/>
                    <a:pt x="410350" y="4348226"/>
                  </a:cubicBezTo>
                  <a:cubicBezTo>
                    <a:pt x="421286" y="4416132"/>
                    <a:pt x="434209" y="4483660"/>
                    <a:pt x="449022" y="4551049"/>
                  </a:cubicBezTo>
                  <a:cubicBezTo>
                    <a:pt x="463737" y="4618436"/>
                    <a:pt x="480389" y="4685588"/>
                    <a:pt x="498882" y="4752365"/>
                  </a:cubicBezTo>
                  <a:cubicBezTo>
                    <a:pt x="517373" y="4819141"/>
                    <a:pt x="537704" y="4885635"/>
                    <a:pt x="559775" y="4951657"/>
                  </a:cubicBezTo>
                  <a:cubicBezTo>
                    <a:pt x="581946" y="5017775"/>
                    <a:pt x="605358" y="5083375"/>
                    <a:pt x="631406" y="5147986"/>
                  </a:cubicBezTo>
                  <a:cubicBezTo>
                    <a:pt x="734055" y="5407608"/>
                    <a:pt x="865188" y="5658570"/>
                    <a:pt x="1023461" y="5893957"/>
                  </a:cubicBezTo>
                  <a:cubicBezTo>
                    <a:pt x="1181487" y="6129578"/>
                    <a:pt x="1367051" y="6349247"/>
                    <a:pt x="1575880" y="6547646"/>
                  </a:cubicBezTo>
                  <a:cubicBezTo>
                    <a:pt x="1680269" y="6646916"/>
                    <a:pt x="1790338" y="6740939"/>
                    <a:pt x="1905228" y="6829468"/>
                  </a:cubicBezTo>
                  <a:lnTo>
                    <a:pt x="1944230" y="6858000"/>
                  </a:lnTo>
                  <a:lnTo>
                    <a:pt x="1372541" y="6858000"/>
                  </a:lnTo>
                  <a:lnTo>
                    <a:pt x="1115251" y="6590005"/>
                  </a:lnTo>
                  <a:cubicBezTo>
                    <a:pt x="418530" y="5790792"/>
                    <a:pt x="0" y="4766182"/>
                    <a:pt x="0" y="3649031"/>
                  </a:cubicBezTo>
                  <a:cubicBezTo>
                    <a:pt x="0" y="2212695"/>
                    <a:pt x="691856" y="929334"/>
                    <a:pt x="1777294" y="81317"/>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1" name="Freeform: Shape 20">
              <a:extLst>
                <a:ext uri="{FF2B5EF4-FFF2-40B4-BE49-F238E27FC236}">
                  <a16:creationId xmlns:a16="http://schemas.microsoft.com/office/drawing/2014/main" id="{82B0ED5C-927D-4C5F-8F27-1B403820B9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3402" y="36937"/>
              <a:ext cx="9767847" cy="6858000"/>
            </a:xfrm>
            <a:custGeom>
              <a:avLst/>
              <a:gdLst>
                <a:gd name="connsiteX0" fmla="*/ 7145704 w 9767847"/>
                <a:gd name="connsiteY0" fmla="*/ 0 h 6858000"/>
                <a:gd name="connsiteX1" fmla="*/ 7875738 w 9767847"/>
                <a:gd name="connsiteY1" fmla="*/ 0 h 6858000"/>
                <a:gd name="connsiteX2" fmla="*/ 7990553 w 9767847"/>
                <a:gd name="connsiteY2" fmla="*/ 85415 h 6858000"/>
                <a:gd name="connsiteX3" fmla="*/ 9767847 w 9767847"/>
                <a:gd name="connsiteY3" fmla="*/ 3653129 h 6858000"/>
                <a:gd name="connsiteX4" fmla="*/ 8652597 w 9767847"/>
                <a:gd name="connsiteY4" fmla="*/ 6594103 h 6858000"/>
                <a:gd name="connsiteX5" fmla="*/ 8399240 w 9767847"/>
                <a:gd name="connsiteY5" fmla="*/ 6858000 h 6858000"/>
                <a:gd name="connsiteX6" fmla="*/ 6766926 w 9767847"/>
                <a:gd name="connsiteY6" fmla="*/ 6858000 h 6858000"/>
                <a:gd name="connsiteX7" fmla="*/ 6804586 w 9767847"/>
                <a:gd name="connsiteY7" fmla="*/ 6821201 h 6858000"/>
                <a:gd name="connsiteX8" fmla="*/ 6881735 w 9767847"/>
                <a:gd name="connsiteY8" fmla="*/ 6745295 h 6858000"/>
                <a:gd name="connsiteX9" fmla="*/ 6958883 w 9767847"/>
                <a:gd name="connsiteY9" fmla="*/ 6668920 h 6858000"/>
                <a:gd name="connsiteX10" fmla="*/ 7267925 w 9767847"/>
                <a:gd name="connsiteY10" fmla="*/ 6359792 h 6858000"/>
                <a:gd name="connsiteX11" fmla="*/ 7424360 w 9767847"/>
                <a:gd name="connsiteY11" fmla="*/ 6204783 h 6858000"/>
                <a:gd name="connsiteX12" fmla="*/ 7504938 w 9767847"/>
                <a:gd name="connsiteY12" fmla="*/ 6126806 h 6858000"/>
                <a:gd name="connsiteX13" fmla="*/ 7546396 w 9767847"/>
                <a:gd name="connsiteY13" fmla="*/ 6087795 h 6858000"/>
                <a:gd name="connsiteX14" fmla="*/ 7588002 w 9767847"/>
                <a:gd name="connsiteY14" fmla="*/ 6049630 h 6858000"/>
                <a:gd name="connsiteX15" fmla="*/ 7631000 w 9767847"/>
                <a:gd name="connsiteY15" fmla="*/ 6010807 h 6858000"/>
                <a:gd name="connsiteX16" fmla="*/ 7675440 w 9767847"/>
                <a:gd name="connsiteY16" fmla="*/ 5972407 h 6858000"/>
                <a:gd name="connsiteX17" fmla="*/ 7720626 w 9767847"/>
                <a:gd name="connsiteY17" fmla="*/ 5934949 h 6858000"/>
                <a:gd name="connsiteX18" fmla="*/ 7766458 w 9767847"/>
                <a:gd name="connsiteY18" fmla="*/ 5898432 h 6858000"/>
                <a:gd name="connsiteX19" fmla="*/ 7955254 w 9767847"/>
                <a:gd name="connsiteY19" fmla="*/ 5760926 h 6858000"/>
                <a:gd name="connsiteX20" fmla="*/ 8352678 w 9767847"/>
                <a:gd name="connsiteY20" fmla="*/ 5521728 h 6858000"/>
                <a:gd name="connsiteX21" fmla="*/ 8451350 w 9767847"/>
                <a:gd name="connsiteY21" fmla="*/ 5469352 h 6858000"/>
                <a:gd name="connsiteX22" fmla="*/ 8548532 w 9767847"/>
                <a:gd name="connsiteY22" fmla="*/ 5417493 h 6858000"/>
                <a:gd name="connsiteX23" fmla="*/ 8729473 w 9767847"/>
                <a:gd name="connsiteY23" fmla="*/ 5314059 h 6858000"/>
                <a:gd name="connsiteX24" fmla="*/ 8770781 w 9767847"/>
                <a:gd name="connsiteY24" fmla="*/ 5287330 h 6858000"/>
                <a:gd name="connsiteX25" fmla="*/ 8790964 w 9767847"/>
                <a:gd name="connsiteY25" fmla="*/ 5273590 h 6858000"/>
                <a:gd name="connsiteX26" fmla="*/ 8810499 w 9767847"/>
                <a:gd name="connsiteY26" fmla="*/ 5259801 h 6858000"/>
                <a:gd name="connsiteX27" fmla="*/ 8883571 w 9767847"/>
                <a:gd name="connsiteY27" fmla="*/ 5202577 h 6858000"/>
                <a:gd name="connsiteX28" fmla="*/ 9006651 w 9767847"/>
                <a:gd name="connsiteY28" fmla="*/ 5074625 h 6858000"/>
                <a:gd name="connsiteX29" fmla="*/ 9033494 w 9767847"/>
                <a:gd name="connsiteY29" fmla="*/ 5038203 h 6858000"/>
                <a:gd name="connsiteX30" fmla="*/ 9040305 w 9767847"/>
                <a:gd name="connsiteY30" fmla="*/ 5028649 h 6858000"/>
                <a:gd name="connsiteX31" fmla="*/ 9046568 w 9767847"/>
                <a:gd name="connsiteY31" fmla="*/ 5019379 h 6858000"/>
                <a:gd name="connsiteX32" fmla="*/ 9058846 w 9767847"/>
                <a:gd name="connsiteY32" fmla="*/ 5000743 h 6858000"/>
                <a:gd name="connsiteX33" fmla="*/ 9104529 w 9767847"/>
                <a:gd name="connsiteY33" fmla="*/ 4922203 h 6858000"/>
                <a:gd name="connsiteX34" fmla="*/ 9181081 w 9767847"/>
                <a:gd name="connsiteY34" fmla="*/ 4748792 h 6858000"/>
                <a:gd name="connsiteX35" fmla="*/ 9240731 w 9767847"/>
                <a:gd name="connsiteY35" fmla="*/ 4561970 h 6858000"/>
                <a:gd name="connsiteX36" fmla="*/ 9265388 w 9767847"/>
                <a:gd name="connsiteY36" fmla="*/ 4465171 h 6858000"/>
                <a:gd name="connsiteX37" fmla="*/ 9276571 w 9767847"/>
                <a:gd name="connsiteY37" fmla="*/ 4416041 h 6858000"/>
                <a:gd name="connsiteX38" fmla="*/ 9281841 w 9767847"/>
                <a:gd name="connsiteY38" fmla="*/ 4391477 h 6858000"/>
                <a:gd name="connsiteX39" fmla="*/ 9286513 w 9767847"/>
                <a:gd name="connsiteY39" fmla="*/ 4368936 h 6858000"/>
                <a:gd name="connsiteX40" fmla="*/ 9296754 w 9767847"/>
                <a:gd name="connsiteY40" fmla="*/ 4316136 h 6858000"/>
                <a:gd name="connsiteX41" fmla="*/ 9301029 w 9767847"/>
                <a:gd name="connsiteY41" fmla="*/ 4293172 h 6858000"/>
                <a:gd name="connsiteX42" fmla="*/ 9302818 w 9767847"/>
                <a:gd name="connsiteY42" fmla="*/ 4282679 h 6858000"/>
                <a:gd name="connsiteX43" fmla="*/ 9304658 w 9767847"/>
                <a:gd name="connsiteY43" fmla="*/ 4270914 h 6858000"/>
                <a:gd name="connsiteX44" fmla="*/ 9312810 w 9767847"/>
                <a:gd name="connsiteY44" fmla="*/ 4220043 h 6858000"/>
                <a:gd name="connsiteX45" fmla="*/ 9316887 w 9767847"/>
                <a:gd name="connsiteY45" fmla="*/ 4194584 h 6858000"/>
                <a:gd name="connsiteX46" fmla="*/ 9318923 w 9767847"/>
                <a:gd name="connsiteY46" fmla="*/ 4181878 h 6858000"/>
                <a:gd name="connsiteX47" fmla="*/ 9320515 w 9767847"/>
                <a:gd name="connsiteY47" fmla="*/ 4168984 h 6858000"/>
                <a:gd name="connsiteX48" fmla="*/ 9332445 w 9767847"/>
                <a:gd name="connsiteY48" fmla="*/ 4069079 h 6858000"/>
                <a:gd name="connsiteX49" fmla="*/ 9336173 w 9767847"/>
                <a:gd name="connsiteY49" fmla="*/ 4022774 h 6858000"/>
                <a:gd name="connsiteX50" fmla="*/ 9340199 w 9767847"/>
                <a:gd name="connsiteY50" fmla="*/ 3969269 h 6858000"/>
                <a:gd name="connsiteX51" fmla="*/ 9347557 w 9767847"/>
                <a:gd name="connsiteY51" fmla="*/ 3770070 h 6858000"/>
                <a:gd name="connsiteX52" fmla="*/ 9346364 w 9767847"/>
                <a:gd name="connsiteY52" fmla="*/ 3669036 h 6858000"/>
                <a:gd name="connsiteX53" fmla="*/ 9344921 w 9767847"/>
                <a:gd name="connsiteY53" fmla="*/ 3619341 h 6858000"/>
                <a:gd name="connsiteX54" fmla="*/ 9344524 w 9767847"/>
                <a:gd name="connsiteY54" fmla="*/ 3607624 h 6858000"/>
                <a:gd name="connsiteX55" fmla="*/ 9343728 w 9767847"/>
                <a:gd name="connsiteY55" fmla="*/ 3594872 h 6858000"/>
                <a:gd name="connsiteX56" fmla="*/ 9342188 w 9767847"/>
                <a:gd name="connsiteY56" fmla="*/ 3569366 h 6858000"/>
                <a:gd name="connsiteX57" fmla="*/ 9339056 w 9767847"/>
                <a:gd name="connsiteY57" fmla="*/ 3518354 h 6858000"/>
                <a:gd name="connsiteX58" fmla="*/ 9334334 w 9767847"/>
                <a:gd name="connsiteY58" fmla="*/ 3467155 h 6858000"/>
                <a:gd name="connsiteX59" fmla="*/ 9329363 w 9767847"/>
                <a:gd name="connsiteY59" fmla="*/ 3415908 h 6858000"/>
                <a:gd name="connsiteX60" fmla="*/ 9328319 w 9767847"/>
                <a:gd name="connsiteY60" fmla="*/ 3404755 h 6858000"/>
                <a:gd name="connsiteX61" fmla="*/ 9327177 w 9767847"/>
                <a:gd name="connsiteY61" fmla="*/ 3394214 h 6858000"/>
                <a:gd name="connsiteX62" fmla="*/ 9324293 w 9767847"/>
                <a:gd name="connsiteY62" fmla="*/ 3370872 h 6858000"/>
                <a:gd name="connsiteX63" fmla="*/ 9320763 w 9767847"/>
                <a:gd name="connsiteY63" fmla="*/ 3344427 h 6858000"/>
                <a:gd name="connsiteX64" fmla="*/ 9317184 w 9767847"/>
                <a:gd name="connsiteY64" fmla="*/ 3315343 h 6858000"/>
                <a:gd name="connsiteX65" fmla="*/ 9311021 w 9767847"/>
                <a:gd name="connsiteY65" fmla="*/ 3270309 h 6858000"/>
                <a:gd name="connsiteX66" fmla="*/ 9302719 w 9767847"/>
                <a:gd name="connsiteY66" fmla="*/ 3219815 h 6858000"/>
                <a:gd name="connsiteX67" fmla="*/ 9293970 w 9767847"/>
                <a:gd name="connsiteY67" fmla="*/ 3169887 h 6858000"/>
                <a:gd name="connsiteX68" fmla="*/ 9252065 w 9767847"/>
                <a:gd name="connsiteY68" fmla="*/ 2971205 h 6858000"/>
                <a:gd name="connsiteX69" fmla="*/ 9227211 w 9767847"/>
                <a:gd name="connsiteY69" fmla="*/ 2872571 h 6858000"/>
                <a:gd name="connsiteX70" fmla="*/ 9220699 w 9767847"/>
                <a:gd name="connsiteY70" fmla="*/ 2848524 h 6858000"/>
                <a:gd name="connsiteX71" fmla="*/ 9213740 w 9767847"/>
                <a:gd name="connsiteY71" fmla="*/ 2824289 h 6858000"/>
                <a:gd name="connsiteX72" fmla="*/ 9199374 w 9767847"/>
                <a:gd name="connsiteY72" fmla="*/ 2775536 h 6858000"/>
                <a:gd name="connsiteX73" fmla="*/ 9061829 w 9767847"/>
                <a:gd name="connsiteY73" fmla="*/ 2389515 h 6858000"/>
                <a:gd name="connsiteX74" fmla="*/ 8978865 w 9767847"/>
                <a:gd name="connsiteY74" fmla="*/ 2200953 h 6858000"/>
                <a:gd name="connsiteX75" fmla="*/ 8956694 w 9767847"/>
                <a:gd name="connsiteY75" fmla="*/ 2154317 h 6858000"/>
                <a:gd name="connsiteX76" fmla="*/ 8934176 w 9767847"/>
                <a:gd name="connsiteY76" fmla="*/ 2108012 h 6858000"/>
                <a:gd name="connsiteX77" fmla="*/ 8887151 w 9767847"/>
                <a:gd name="connsiteY77" fmla="*/ 2015448 h 6858000"/>
                <a:gd name="connsiteX78" fmla="*/ 8787533 w 9767847"/>
                <a:gd name="connsiteY78" fmla="*/ 1832625 h 6858000"/>
                <a:gd name="connsiteX79" fmla="*/ 8761485 w 9767847"/>
                <a:gd name="connsiteY79" fmla="*/ 1787496 h 6858000"/>
                <a:gd name="connsiteX80" fmla="*/ 8734791 w 9767847"/>
                <a:gd name="connsiteY80" fmla="*/ 1741991 h 6858000"/>
                <a:gd name="connsiteX81" fmla="*/ 8680808 w 9767847"/>
                <a:gd name="connsiteY81" fmla="*/ 1652910 h 6858000"/>
                <a:gd name="connsiteX82" fmla="*/ 8567024 w 9767847"/>
                <a:gd name="connsiteY82" fmla="*/ 1477004 h 6858000"/>
                <a:gd name="connsiteX83" fmla="*/ 8537446 w 9767847"/>
                <a:gd name="connsiteY83" fmla="*/ 1433428 h 6858000"/>
                <a:gd name="connsiteX84" fmla="*/ 8507423 w 9767847"/>
                <a:gd name="connsiteY84" fmla="*/ 1389994 h 6858000"/>
                <a:gd name="connsiteX85" fmla="*/ 8446529 w 9767847"/>
                <a:gd name="connsiteY85" fmla="*/ 1304393 h 6858000"/>
                <a:gd name="connsiteX86" fmla="*/ 8319224 w 9767847"/>
                <a:gd name="connsiteY86" fmla="*/ 1135124 h 6858000"/>
                <a:gd name="connsiteX87" fmla="*/ 8286366 w 9767847"/>
                <a:gd name="connsiteY87" fmla="*/ 1093148 h 6858000"/>
                <a:gd name="connsiteX88" fmla="*/ 8270161 w 9767847"/>
                <a:gd name="connsiteY88" fmla="*/ 1072538 h 6858000"/>
                <a:gd name="connsiteX89" fmla="*/ 8253856 w 9767847"/>
                <a:gd name="connsiteY89" fmla="*/ 1052254 h 6858000"/>
                <a:gd name="connsiteX90" fmla="*/ 8186352 w 9767847"/>
                <a:gd name="connsiteY90" fmla="*/ 970373 h 6858000"/>
                <a:gd name="connsiteX91" fmla="*/ 8046768 w 9767847"/>
                <a:gd name="connsiteY91" fmla="*/ 809527 h 6858000"/>
                <a:gd name="connsiteX92" fmla="*/ 8010927 w 9767847"/>
                <a:gd name="connsiteY92" fmla="*/ 769951 h 6858000"/>
                <a:gd name="connsiteX93" fmla="*/ 7974788 w 9767847"/>
                <a:gd name="connsiteY93" fmla="*/ 730751 h 6858000"/>
                <a:gd name="connsiteX94" fmla="*/ 7901070 w 9767847"/>
                <a:gd name="connsiteY94" fmla="*/ 652823 h 6858000"/>
                <a:gd name="connsiteX95" fmla="*/ 7750054 w 9767847"/>
                <a:gd name="connsiteY95" fmla="*/ 501106 h 6858000"/>
                <a:gd name="connsiteX96" fmla="*/ 7592277 w 9767847"/>
                <a:gd name="connsiteY96" fmla="*/ 355319 h 6858000"/>
                <a:gd name="connsiteX97" fmla="*/ 7257734 w 9767847"/>
                <a:gd name="connsiteY97" fmla="*/ 81062 h 6858000"/>
                <a:gd name="connsiteX98" fmla="*/ 1892109 w 9767847"/>
                <a:gd name="connsiteY98" fmla="*/ 0 h 6858000"/>
                <a:gd name="connsiteX99" fmla="*/ 2298402 w 9767847"/>
                <a:gd name="connsiteY99" fmla="*/ 0 h 6858000"/>
                <a:gd name="connsiteX100" fmla="*/ 2135542 w 9767847"/>
                <a:gd name="connsiteY100" fmla="*/ 121879 h 6858000"/>
                <a:gd name="connsiteX101" fmla="*/ 1969576 w 9767847"/>
                <a:gd name="connsiteY101" fmla="*/ 259084 h 6858000"/>
                <a:gd name="connsiteX102" fmla="*/ 1659938 w 9767847"/>
                <a:gd name="connsiteY102" fmla="*/ 553953 h 6858000"/>
                <a:gd name="connsiteX103" fmla="*/ 729383 w 9767847"/>
                <a:gd name="connsiteY103" fmla="*/ 1940578 h 6858000"/>
                <a:gd name="connsiteX104" fmla="*/ 578465 w 9767847"/>
                <a:gd name="connsiteY104" fmla="*/ 2324905 h 6858000"/>
                <a:gd name="connsiteX105" fmla="*/ 465080 w 9767847"/>
                <a:gd name="connsiteY105" fmla="*/ 2718973 h 6858000"/>
                <a:gd name="connsiteX106" fmla="*/ 423820 w 9767847"/>
                <a:gd name="connsiteY106" fmla="*/ 2919535 h 6858000"/>
                <a:gd name="connsiteX107" fmla="*/ 392355 w 9767847"/>
                <a:gd name="connsiteY107" fmla="*/ 3122169 h 6858000"/>
                <a:gd name="connsiteX108" fmla="*/ 358801 w 9767847"/>
                <a:gd name="connsiteY108" fmla="*/ 3531013 h 6858000"/>
                <a:gd name="connsiteX109" fmla="*/ 410350 w 9767847"/>
                <a:gd name="connsiteY109" fmla="*/ 4352324 h 6858000"/>
                <a:gd name="connsiteX110" fmla="*/ 449022 w 9767847"/>
                <a:gd name="connsiteY110" fmla="*/ 4555147 h 6858000"/>
                <a:gd name="connsiteX111" fmla="*/ 498882 w 9767847"/>
                <a:gd name="connsiteY111" fmla="*/ 4756463 h 6858000"/>
                <a:gd name="connsiteX112" fmla="*/ 559775 w 9767847"/>
                <a:gd name="connsiteY112" fmla="*/ 4955755 h 6858000"/>
                <a:gd name="connsiteX113" fmla="*/ 631406 w 9767847"/>
                <a:gd name="connsiteY113" fmla="*/ 5152084 h 6858000"/>
                <a:gd name="connsiteX114" fmla="*/ 1023461 w 9767847"/>
                <a:gd name="connsiteY114" fmla="*/ 5898055 h 6858000"/>
                <a:gd name="connsiteX115" fmla="*/ 1575880 w 9767847"/>
                <a:gd name="connsiteY115" fmla="*/ 6551744 h 6858000"/>
                <a:gd name="connsiteX116" fmla="*/ 1905228 w 9767847"/>
                <a:gd name="connsiteY116" fmla="*/ 6833566 h 6858000"/>
                <a:gd name="connsiteX117" fmla="*/ 1938629 w 9767847"/>
                <a:gd name="connsiteY117" fmla="*/ 6858000 h 6858000"/>
                <a:gd name="connsiteX118" fmla="*/ 1368607 w 9767847"/>
                <a:gd name="connsiteY118" fmla="*/ 6858000 h 6858000"/>
                <a:gd name="connsiteX119" fmla="*/ 1115251 w 9767847"/>
                <a:gd name="connsiteY119" fmla="*/ 6594103 h 6858000"/>
                <a:gd name="connsiteX120" fmla="*/ 0 w 9767847"/>
                <a:gd name="connsiteY120" fmla="*/ 3653129 h 6858000"/>
                <a:gd name="connsiteX121" fmla="*/ 1777294 w 9767847"/>
                <a:gd name="connsiteY121" fmla="*/ 854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9767847" h="6858000">
                  <a:moveTo>
                    <a:pt x="7145704" y="0"/>
                  </a:moveTo>
                  <a:lnTo>
                    <a:pt x="7875738" y="0"/>
                  </a:lnTo>
                  <a:lnTo>
                    <a:pt x="7990553" y="85415"/>
                  </a:lnTo>
                  <a:cubicBezTo>
                    <a:pt x="9075991" y="933432"/>
                    <a:pt x="9767847" y="2216793"/>
                    <a:pt x="9767847" y="3653129"/>
                  </a:cubicBezTo>
                  <a:cubicBezTo>
                    <a:pt x="9767847" y="4770280"/>
                    <a:pt x="9349317" y="5794890"/>
                    <a:pt x="8652597" y="6594103"/>
                  </a:cubicBezTo>
                  <a:lnTo>
                    <a:pt x="8399240" y="6858000"/>
                  </a:lnTo>
                  <a:lnTo>
                    <a:pt x="6766926" y="6858000"/>
                  </a:lnTo>
                  <a:lnTo>
                    <a:pt x="6804586" y="6821201"/>
                  </a:lnTo>
                  <a:lnTo>
                    <a:pt x="6881735" y="6745295"/>
                  </a:lnTo>
                  <a:cubicBezTo>
                    <a:pt x="6907435" y="6719979"/>
                    <a:pt x="6933134" y="6694896"/>
                    <a:pt x="6958883" y="6668920"/>
                  </a:cubicBezTo>
                  <a:lnTo>
                    <a:pt x="7267925" y="6359792"/>
                  </a:lnTo>
                  <a:lnTo>
                    <a:pt x="7424360" y="6204783"/>
                  </a:lnTo>
                  <a:cubicBezTo>
                    <a:pt x="7450754" y="6178900"/>
                    <a:pt x="7477598" y="6152829"/>
                    <a:pt x="7504938" y="6126806"/>
                  </a:cubicBezTo>
                  <a:lnTo>
                    <a:pt x="7546396" y="6087795"/>
                  </a:lnTo>
                  <a:cubicBezTo>
                    <a:pt x="7560264" y="6074901"/>
                    <a:pt x="7574780" y="6061630"/>
                    <a:pt x="7588002" y="6049630"/>
                  </a:cubicBezTo>
                  <a:lnTo>
                    <a:pt x="7631000" y="6010807"/>
                  </a:lnTo>
                  <a:lnTo>
                    <a:pt x="7675440" y="5972407"/>
                  </a:lnTo>
                  <a:cubicBezTo>
                    <a:pt x="7690404" y="5959796"/>
                    <a:pt x="7705564" y="5947419"/>
                    <a:pt x="7720626" y="5934949"/>
                  </a:cubicBezTo>
                  <a:cubicBezTo>
                    <a:pt x="7735738" y="5922525"/>
                    <a:pt x="7751197" y="5910619"/>
                    <a:pt x="7766458" y="5898432"/>
                  </a:cubicBezTo>
                  <a:cubicBezTo>
                    <a:pt x="7827949" y="5850290"/>
                    <a:pt x="7890979" y="5804597"/>
                    <a:pt x="7955254" y="5760926"/>
                  </a:cubicBezTo>
                  <a:cubicBezTo>
                    <a:pt x="8083800" y="5673632"/>
                    <a:pt x="8216872" y="5594434"/>
                    <a:pt x="8352678" y="5521728"/>
                  </a:cubicBezTo>
                  <a:lnTo>
                    <a:pt x="8451350" y="5469352"/>
                  </a:lnTo>
                  <a:lnTo>
                    <a:pt x="8548532" y="5417493"/>
                  </a:lnTo>
                  <a:cubicBezTo>
                    <a:pt x="8612110" y="5383188"/>
                    <a:pt x="8673251" y="5349306"/>
                    <a:pt x="8729473" y="5314059"/>
                  </a:cubicBezTo>
                  <a:cubicBezTo>
                    <a:pt x="8743591" y="5305213"/>
                    <a:pt x="8757161" y="5296459"/>
                    <a:pt x="8770781" y="5287330"/>
                  </a:cubicBezTo>
                  <a:cubicBezTo>
                    <a:pt x="8777591" y="5282765"/>
                    <a:pt x="8784451" y="5278201"/>
                    <a:pt x="8790964" y="5273590"/>
                  </a:cubicBezTo>
                  <a:cubicBezTo>
                    <a:pt x="8797574" y="5268977"/>
                    <a:pt x="8804235" y="5264412"/>
                    <a:pt x="8810499" y="5259801"/>
                  </a:cubicBezTo>
                  <a:cubicBezTo>
                    <a:pt x="8835999" y="5241401"/>
                    <a:pt x="8860407" y="5222389"/>
                    <a:pt x="8883571" y="5202577"/>
                  </a:cubicBezTo>
                  <a:cubicBezTo>
                    <a:pt x="8929900" y="5162954"/>
                    <a:pt x="8971258" y="5120413"/>
                    <a:pt x="9006651" y="5074625"/>
                  </a:cubicBezTo>
                  <a:cubicBezTo>
                    <a:pt x="9015351" y="5063426"/>
                    <a:pt x="9024398" y="5050955"/>
                    <a:pt x="9033494" y="5038203"/>
                  </a:cubicBezTo>
                  <a:lnTo>
                    <a:pt x="9040305" y="5028649"/>
                  </a:lnTo>
                  <a:lnTo>
                    <a:pt x="9046568" y="5019379"/>
                  </a:lnTo>
                  <a:cubicBezTo>
                    <a:pt x="9050743" y="5013261"/>
                    <a:pt x="9054819" y="5007050"/>
                    <a:pt x="9058846" y="5000743"/>
                  </a:cubicBezTo>
                  <a:cubicBezTo>
                    <a:pt x="9075002" y="4975615"/>
                    <a:pt x="9090212" y="4949403"/>
                    <a:pt x="9104529" y="4922203"/>
                  </a:cubicBezTo>
                  <a:cubicBezTo>
                    <a:pt x="9133211" y="4867850"/>
                    <a:pt x="9158313" y="4809545"/>
                    <a:pt x="9181081" y="4748792"/>
                  </a:cubicBezTo>
                  <a:cubicBezTo>
                    <a:pt x="9203748" y="4688276"/>
                    <a:pt x="9223383" y="4625876"/>
                    <a:pt x="9240731" y="4561970"/>
                  </a:cubicBezTo>
                  <a:cubicBezTo>
                    <a:pt x="9249481" y="4530064"/>
                    <a:pt x="9257682" y="4497782"/>
                    <a:pt x="9265388" y="4465171"/>
                  </a:cubicBezTo>
                  <a:cubicBezTo>
                    <a:pt x="9269215" y="4448842"/>
                    <a:pt x="9272943" y="4432465"/>
                    <a:pt x="9276571" y="4416041"/>
                  </a:cubicBezTo>
                  <a:lnTo>
                    <a:pt x="9281841" y="4391477"/>
                  </a:lnTo>
                  <a:lnTo>
                    <a:pt x="9286513" y="4368936"/>
                  </a:lnTo>
                  <a:lnTo>
                    <a:pt x="9296754" y="4316136"/>
                  </a:lnTo>
                  <a:lnTo>
                    <a:pt x="9301029" y="4293172"/>
                  </a:lnTo>
                  <a:lnTo>
                    <a:pt x="9302818" y="4282679"/>
                  </a:lnTo>
                  <a:lnTo>
                    <a:pt x="9304658" y="4270914"/>
                  </a:lnTo>
                  <a:lnTo>
                    <a:pt x="9312810" y="4220043"/>
                  </a:lnTo>
                  <a:lnTo>
                    <a:pt x="9316887" y="4194584"/>
                  </a:lnTo>
                  <a:lnTo>
                    <a:pt x="9318923" y="4181878"/>
                  </a:lnTo>
                  <a:cubicBezTo>
                    <a:pt x="9319570" y="4177644"/>
                    <a:pt x="9319969" y="4173267"/>
                    <a:pt x="9320515" y="4168984"/>
                  </a:cubicBezTo>
                  <a:lnTo>
                    <a:pt x="9332445" y="4069079"/>
                  </a:lnTo>
                  <a:cubicBezTo>
                    <a:pt x="9333836" y="4056468"/>
                    <a:pt x="9334880" y="4040986"/>
                    <a:pt x="9336173" y="4022774"/>
                  </a:cubicBezTo>
                  <a:lnTo>
                    <a:pt x="9340199" y="3969269"/>
                  </a:lnTo>
                  <a:cubicBezTo>
                    <a:pt x="9345071" y="3903904"/>
                    <a:pt x="9347358" y="3837081"/>
                    <a:pt x="9347557" y="3770070"/>
                  </a:cubicBezTo>
                  <a:cubicBezTo>
                    <a:pt x="9347656" y="3736518"/>
                    <a:pt x="9347209" y="3702871"/>
                    <a:pt x="9346364" y="3669036"/>
                  </a:cubicBezTo>
                  <a:lnTo>
                    <a:pt x="9344921" y="3619341"/>
                  </a:lnTo>
                  <a:lnTo>
                    <a:pt x="9344524" y="3607624"/>
                  </a:lnTo>
                  <a:lnTo>
                    <a:pt x="9343728" y="3594872"/>
                  </a:lnTo>
                  <a:lnTo>
                    <a:pt x="9342188" y="3569366"/>
                  </a:lnTo>
                  <a:lnTo>
                    <a:pt x="9339056" y="3518354"/>
                  </a:lnTo>
                  <a:cubicBezTo>
                    <a:pt x="9337914" y="3501319"/>
                    <a:pt x="9335874" y="3484236"/>
                    <a:pt x="9334334" y="3467155"/>
                  </a:cubicBezTo>
                  <a:lnTo>
                    <a:pt x="9329363" y="3415908"/>
                  </a:lnTo>
                  <a:lnTo>
                    <a:pt x="9328319" y="3404755"/>
                  </a:lnTo>
                  <a:lnTo>
                    <a:pt x="9327177" y="3394214"/>
                  </a:lnTo>
                  <a:lnTo>
                    <a:pt x="9324293" y="3370872"/>
                  </a:lnTo>
                  <a:lnTo>
                    <a:pt x="9320763" y="3344427"/>
                  </a:lnTo>
                  <a:lnTo>
                    <a:pt x="9317184" y="3315343"/>
                  </a:lnTo>
                  <a:cubicBezTo>
                    <a:pt x="9315594" y="3300991"/>
                    <a:pt x="9313506" y="3286404"/>
                    <a:pt x="9311021" y="3270309"/>
                  </a:cubicBezTo>
                  <a:lnTo>
                    <a:pt x="9302719" y="3219815"/>
                  </a:lnTo>
                  <a:cubicBezTo>
                    <a:pt x="9299936" y="3203157"/>
                    <a:pt x="9297003" y="3186498"/>
                    <a:pt x="9293970" y="3169887"/>
                  </a:cubicBezTo>
                  <a:cubicBezTo>
                    <a:pt x="9281891" y="3103393"/>
                    <a:pt x="9267674" y="3037182"/>
                    <a:pt x="9252065" y="2971205"/>
                  </a:cubicBezTo>
                  <a:cubicBezTo>
                    <a:pt x="9244261" y="2938265"/>
                    <a:pt x="9235959" y="2905371"/>
                    <a:pt x="9227211" y="2872571"/>
                  </a:cubicBezTo>
                  <a:lnTo>
                    <a:pt x="9220699" y="2848524"/>
                  </a:lnTo>
                  <a:lnTo>
                    <a:pt x="9213740" y="2824289"/>
                  </a:lnTo>
                  <a:cubicBezTo>
                    <a:pt x="9209216" y="2808147"/>
                    <a:pt x="9204345" y="2791866"/>
                    <a:pt x="9199374" y="2775536"/>
                  </a:cubicBezTo>
                  <a:cubicBezTo>
                    <a:pt x="9159855" y="2645184"/>
                    <a:pt x="9114272" y="2516197"/>
                    <a:pt x="9061829" y="2389515"/>
                  </a:cubicBezTo>
                  <a:cubicBezTo>
                    <a:pt x="9035582" y="2326175"/>
                    <a:pt x="9008043" y="2263258"/>
                    <a:pt x="8978865" y="2200953"/>
                  </a:cubicBezTo>
                  <a:lnTo>
                    <a:pt x="8956694" y="2154317"/>
                  </a:lnTo>
                  <a:lnTo>
                    <a:pt x="8934176" y="2108012"/>
                  </a:lnTo>
                  <a:cubicBezTo>
                    <a:pt x="8918915" y="2077189"/>
                    <a:pt x="8903157" y="2046130"/>
                    <a:pt x="8887151" y="2015448"/>
                  </a:cubicBezTo>
                  <a:cubicBezTo>
                    <a:pt x="8854988" y="1953989"/>
                    <a:pt x="8822082" y="1892908"/>
                    <a:pt x="8787533" y="1832625"/>
                  </a:cubicBezTo>
                  <a:lnTo>
                    <a:pt x="8761485" y="1787496"/>
                  </a:lnTo>
                  <a:lnTo>
                    <a:pt x="8734791" y="1741991"/>
                  </a:lnTo>
                  <a:cubicBezTo>
                    <a:pt x="8717047" y="1711921"/>
                    <a:pt x="8699200" y="1682461"/>
                    <a:pt x="8680808" y="1652910"/>
                  </a:cubicBezTo>
                  <a:cubicBezTo>
                    <a:pt x="8644322" y="1593756"/>
                    <a:pt x="8606194" y="1535216"/>
                    <a:pt x="8567024" y="1477004"/>
                  </a:cubicBezTo>
                  <a:lnTo>
                    <a:pt x="8537446" y="1433428"/>
                  </a:lnTo>
                  <a:lnTo>
                    <a:pt x="8507423" y="1389994"/>
                  </a:lnTo>
                  <a:cubicBezTo>
                    <a:pt x="8487390" y="1361382"/>
                    <a:pt x="8467158" y="1332817"/>
                    <a:pt x="8446529" y="1304393"/>
                  </a:cubicBezTo>
                  <a:cubicBezTo>
                    <a:pt x="8405271" y="1247595"/>
                    <a:pt x="8362718" y="1191218"/>
                    <a:pt x="8319224" y="1135124"/>
                  </a:cubicBezTo>
                  <a:lnTo>
                    <a:pt x="8286366" y="1093148"/>
                  </a:lnTo>
                  <a:lnTo>
                    <a:pt x="8270161" y="1072538"/>
                  </a:lnTo>
                  <a:lnTo>
                    <a:pt x="8253856" y="1052254"/>
                  </a:lnTo>
                  <a:cubicBezTo>
                    <a:pt x="8231636" y="1024773"/>
                    <a:pt x="8209117" y="997479"/>
                    <a:pt x="8186352" y="970373"/>
                  </a:cubicBezTo>
                  <a:cubicBezTo>
                    <a:pt x="8140917" y="916020"/>
                    <a:pt x="8094240" y="862515"/>
                    <a:pt x="8046768" y="809527"/>
                  </a:cubicBezTo>
                  <a:lnTo>
                    <a:pt x="8010927" y="769951"/>
                  </a:lnTo>
                  <a:lnTo>
                    <a:pt x="7974788" y="730751"/>
                  </a:lnTo>
                  <a:cubicBezTo>
                    <a:pt x="7950382" y="704587"/>
                    <a:pt x="7925824" y="678563"/>
                    <a:pt x="7901070" y="652823"/>
                  </a:cubicBezTo>
                  <a:cubicBezTo>
                    <a:pt x="7851510" y="601387"/>
                    <a:pt x="7801404" y="550612"/>
                    <a:pt x="7750054" y="501106"/>
                  </a:cubicBezTo>
                  <a:cubicBezTo>
                    <a:pt x="7698902" y="451742"/>
                    <a:pt x="7645913" y="403036"/>
                    <a:pt x="7592277" y="355319"/>
                  </a:cubicBezTo>
                  <a:cubicBezTo>
                    <a:pt x="7484856" y="259884"/>
                    <a:pt x="7373308" y="168402"/>
                    <a:pt x="7257734" y="81062"/>
                  </a:cubicBezTo>
                  <a:close/>
                  <a:moveTo>
                    <a:pt x="1892109" y="0"/>
                  </a:moveTo>
                  <a:lnTo>
                    <a:pt x="2298402" y="0"/>
                  </a:lnTo>
                  <a:lnTo>
                    <a:pt x="2135542" y="121879"/>
                  </a:lnTo>
                  <a:cubicBezTo>
                    <a:pt x="2078998" y="166378"/>
                    <a:pt x="2023659" y="212143"/>
                    <a:pt x="1969576" y="259084"/>
                  </a:cubicBezTo>
                  <a:cubicBezTo>
                    <a:pt x="1861309" y="352918"/>
                    <a:pt x="1758064" y="451412"/>
                    <a:pt x="1659938" y="553953"/>
                  </a:cubicBezTo>
                  <a:cubicBezTo>
                    <a:pt x="1266987" y="964444"/>
                    <a:pt x="953820" y="1435593"/>
                    <a:pt x="729383" y="1940578"/>
                  </a:cubicBezTo>
                  <a:cubicBezTo>
                    <a:pt x="673260" y="2066459"/>
                    <a:pt x="622855" y="2195070"/>
                    <a:pt x="578465" y="2324905"/>
                  </a:cubicBezTo>
                  <a:cubicBezTo>
                    <a:pt x="534125" y="2454785"/>
                    <a:pt x="496147" y="2586314"/>
                    <a:pt x="465080" y="2718973"/>
                  </a:cubicBezTo>
                  <a:cubicBezTo>
                    <a:pt x="449769" y="2785089"/>
                    <a:pt x="435850" y="2852289"/>
                    <a:pt x="423820" y="2919535"/>
                  </a:cubicBezTo>
                  <a:cubicBezTo>
                    <a:pt x="411840" y="2986829"/>
                    <a:pt x="401054" y="3054358"/>
                    <a:pt x="392355" y="3122169"/>
                  </a:cubicBezTo>
                  <a:cubicBezTo>
                    <a:pt x="374509" y="3257744"/>
                    <a:pt x="363424" y="3393978"/>
                    <a:pt x="358801" y="3531013"/>
                  </a:cubicBezTo>
                  <a:cubicBezTo>
                    <a:pt x="349009" y="3804941"/>
                    <a:pt x="366357" y="4079668"/>
                    <a:pt x="410350" y="4352324"/>
                  </a:cubicBezTo>
                  <a:cubicBezTo>
                    <a:pt x="421286" y="4420230"/>
                    <a:pt x="434209" y="4487758"/>
                    <a:pt x="449022" y="4555147"/>
                  </a:cubicBezTo>
                  <a:cubicBezTo>
                    <a:pt x="463737" y="4622534"/>
                    <a:pt x="480389" y="4689686"/>
                    <a:pt x="498882" y="4756463"/>
                  </a:cubicBezTo>
                  <a:cubicBezTo>
                    <a:pt x="517373" y="4823239"/>
                    <a:pt x="537704" y="4889733"/>
                    <a:pt x="559775" y="4955755"/>
                  </a:cubicBezTo>
                  <a:cubicBezTo>
                    <a:pt x="581946" y="5021873"/>
                    <a:pt x="605358" y="5087473"/>
                    <a:pt x="631406" y="5152084"/>
                  </a:cubicBezTo>
                  <a:cubicBezTo>
                    <a:pt x="734055" y="5411706"/>
                    <a:pt x="865188" y="5662668"/>
                    <a:pt x="1023461" y="5898055"/>
                  </a:cubicBezTo>
                  <a:cubicBezTo>
                    <a:pt x="1181487" y="6133676"/>
                    <a:pt x="1367051" y="6353345"/>
                    <a:pt x="1575880" y="6551744"/>
                  </a:cubicBezTo>
                  <a:cubicBezTo>
                    <a:pt x="1680269" y="6651014"/>
                    <a:pt x="1790338" y="6745037"/>
                    <a:pt x="1905228" y="6833566"/>
                  </a:cubicBezTo>
                  <a:lnTo>
                    <a:pt x="1938629" y="6858000"/>
                  </a:lnTo>
                  <a:lnTo>
                    <a:pt x="1368607" y="6858000"/>
                  </a:lnTo>
                  <a:lnTo>
                    <a:pt x="1115251" y="6594103"/>
                  </a:lnTo>
                  <a:cubicBezTo>
                    <a:pt x="418530" y="5794890"/>
                    <a:pt x="0" y="4770280"/>
                    <a:pt x="0" y="3653129"/>
                  </a:cubicBezTo>
                  <a:cubicBezTo>
                    <a:pt x="0" y="2216793"/>
                    <a:pt x="691856" y="933432"/>
                    <a:pt x="1777294" y="85415"/>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grpSp>
      <p:sp>
        <p:nvSpPr>
          <p:cNvPr id="2" name="Title 1">
            <a:extLst>
              <a:ext uri="{FF2B5EF4-FFF2-40B4-BE49-F238E27FC236}">
                <a16:creationId xmlns:a16="http://schemas.microsoft.com/office/drawing/2014/main" id="{8FB44EAD-9809-7711-9716-CB8F557A1391}"/>
              </a:ext>
            </a:extLst>
          </p:cNvPr>
          <p:cNvSpPr>
            <a:spLocks noGrp="1"/>
          </p:cNvSpPr>
          <p:nvPr>
            <p:ph type="ctrTitle"/>
          </p:nvPr>
        </p:nvSpPr>
        <p:spPr>
          <a:xfrm>
            <a:off x="876300" y="45868"/>
            <a:ext cx="10263459" cy="923925"/>
          </a:xfrm>
        </p:spPr>
        <p:txBody>
          <a:bodyPr anchor="b">
            <a:normAutofit/>
          </a:bodyPr>
          <a:lstStyle/>
          <a:p>
            <a:r>
              <a:rPr lang="en-IN" sz="4000" dirty="0">
                <a:solidFill>
                  <a:schemeClr val="tx2"/>
                </a:solidFill>
                <a:latin typeface="Engravers MT" panose="02090707080505020304" pitchFamily="18" charset="0"/>
              </a:rPr>
              <a:t>History  of MISRA-C</a:t>
            </a:r>
            <a:endParaRPr lang="en-IN" sz="4000" dirty="0">
              <a:solidFill>
                <a:schemeClr val="tx2"/>
              </a:solidFill>
            </a:endParaRPr>
          </a:p>
        </p:txBody>
      </p:sp>
      <p:grpSp>
        <p:nvGrpSpPr>
          <p:cNvPr id="23" name="Group 22">
            <a:extLst>
              <a:ext uri="{FF2B5EF4-FFF2-40B4-BE49-F238E27FC236}">
                <a16:creationId xmlns:a16="http://schemas.microsoft.com/office/drawing/2014/main" id="{87F87F1B-42BA-4AC7-A4E2-41544DDB2CE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05" y="-4155"/>
            <a:ext cx="2514948" cy="2174333"/>
            <a:chOff x="-305" y="-4155"/>
            <a:chExt cx="2514948" cy="2174333"/>
          </a:xfrm>
        </p:grpSpPr>
        <p:sp>
          <p:nvSpPr>
            <p:cNvPr id="24" name="Freeform: Shape 23">
              <a:extLst>
                <a:ext uri="{FF2B5EF4-FFF2-40B4-BE49-F238E27FC236}">
                  <a16:creationId xmlns:a16="http://schemas.microsoft.com/office/drawing/2014/main" id="{68B53067-4E48-4E71-A6A9-A8CAABAFBF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Shape 24">
              <a:extLst>
                <a:ext uri="{FF2B5EF4-FFF2-40B4-BE49-F238E27FC236}">
                  <a16:creationId xmlns:a16="http://schemas.microsoft.com/office/drawing/2014/main" id="{06D1A0D3-4BB8-41D9-9CE7-2884C83F44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reeform: Shape 25">
              <a:extLst>
                <a:ext uri="{FF2B5EF4-FFF2-40B4-BE49-F238E27FC236}">
                  <a16:creationId xmlns:a16="http://schemas.microsoft.com/office/drawing/2014/main" id="{81E20F06-3B09-4B89-A36B-AB8BFBCCA5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27" name="Freeform: Shape 26">
              <a:extLst>
                <a:ext uri="{FF2B5EF4-FFF2-40B4-BE49-F238E27FC236}">
                  <a16:creationId xmlns:a16="http://schemas.microsoft.com/office/drawing/2014/main" id="{DAE6C3D7-7D5B-4926-877D-45F117BB6B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9" name="Group 28">
            <a:extLst>
              <a:ext uri="{FF2B5EF4-FFF2-40B4-BE49-F238E27FC236}">
                <a16:creationId xmlns:a16="http://schemas.microsoft.com/office/drawing/2014/main" id="{967346A5-7569-4F15-AB5D-BE3DADF192C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9685727" y="4683666"/>
            <a:ext cx="2514948" cy="2174333"/>
            <a:chOff x="-305" y="-4155"/>
            <a:chExt cx="2514948" cy="2174333"/>
          </a:xfrm>
        </p:grpSpPr>
        <p:sp>
          <p:nvSpPr>
            <p:cNvPr id="30" name="Freeform: Shape 29">
              <a:extLst>
                <a:ext uri="{FF2B5EF4-FFF2-40B4-BE49-F238E27FC236}">
                  <a16:creationId xmlns:a16="http://schemas.microsoft.com/office/drawing/2014/main" id="{E1951533-A568-4765-AB1F-F71D9AFDEA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reeform: Shape 30">
              <a:extLst>
                <a:ext uri="{FF2B5EF4-FFF2-40B4-BE49-F238E27FC236}">
                  <a16:creationId xmlns:a16="http://schemas.microsoft.com/office/drawing/2014/main" id="{A7214F52-4F3F-4C96-A62E-F1401D6C04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Freeform: Shape 31">
              <a:extLst>
                <a:ext uri="{FF2B5EF4-FFF2-40B4-BE49-F238E27FC236}">
                  <a16:creationId xmlns:a16="http://schemas.microsoft.com/office/drawing/2014/main" id="{023146A1-291C-4FA0-AB5B-EB04D42398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33" name="Freeform: Shape 32">
              <a:extLst>
                <a:ext uri="{FF2B5EF4-FFF2-40B4-BE49-F238E27FC236}">
                  <a16:creationId xmlns:a16="http://schemas.microsoft.com/office/drawing/2014/main" id="{62977932-2B03-4899-8306-5002CEE68E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5" name="Title 1">
            <a:extLst>
              <a:ext uri="{FF2B5EF4-FFF2-40B4-BE49-F238E27FC236}">
                <a16:creationId xmlns:a16="http://schemas.microsoft.com/office/drawing/2014/main" id="{D6EE584E-84BC-FC84-2A5F-A0E7AF1256B7}"/>
              </a:ext>
            </a:extLst>
          </p:cNvPr>
          <p:cNvSpPr txBox="1">
            <a:spLocks/>
          </p:cNvSpPr>
          <p:nvPr/>
        </p:nvSpPr>
        <p:spPr>
          <a:xfrm>
            <a:off x="10382250" y="3983"/>
            <a:ext cx="1809445" cy="44767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2000" dirty="0">
                <a:solidFill>
                  <a:schemeClr val="tx2"/>
                </a:solidFill>
              </a:rPr>
              <a:t>MISRA C -2012</a:t>
            </a:r>
          </a:p>
        </p:txBody>
      </p:sp>
      <p:sp>
        <p:nvSpPr>
          <p:cNvPr id="6" name="Subtitle 2">
            <a:extLst>
              <a:ext uri="{FF2B5EF4-FFF2-40B4-BE49-F238E27FC236}">
                <a16:creationId xmlns:a16="http://schemas.microsoft.com/office/drawing/2014/main" id="{C992C8E1-40D9-45CC-B67A-D8B86D2A381E}"/>
              </a:ext>
            </a:extLst>
          </p:cNvPr>
          <p:cNvSpPr txBox="1">
            <a:spLocks/>
          </p:cNvSpPr>
          <p:nvPr/>
        </p:nvSpPr>
        <p:spPr>
          <a:xfrm>
            <a:off x="3432265" y="853500"/>
            <a:ext cx="5188034" cy="682079"/>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115000"/>
              </a:lnSpc>
              <a:spcAft>
                <a:spcPts val="800"/>
              </a:spcAft>
            </a:pPr>
            <a:r>
              <a:rPr lang="en-IN" kern="100" dirty="0">
                <a:solidFill>
                  <a:srgbClr val="666666"/>
                </a:solidFill>
                <a:effectLst/>
                <a:highlight>
                  <a:srgbClr val="FFFF00"/>
                </a:highlight>
                <a:latin typeface="Times New Roman" panose="02020603050405020304" pitchFamily="18" charset="0"/>
                <a:ea typeface="Aptos" panose="020B0004020202020204" pitchFamily="34" charset="0"/>
                <a:cs typeface="Times New Roman" panose="02020603050405020304" pitchFamily="18" charset="0"/>
              </a:rPr>
              <a:t>Misra2012:Rule-5.7</a:t>
            </a:r>
          </a:p>
        </p:txBody>
      </p:sp>
      <p:sp>
        <p:nvSpPr>
          <p:cNvPr id="3" name="TextBox 2">
            <a:extLst>
              <a:ext uri="{FF2B5EF4-FFF2-40B4-BE49-F238E27FC236}">
                <a16:creationId xmlns:a16="http://schemas.microsoft.com/office/drawing/2014/main" id="{F52B51FF-E201-359D-4743-DA9B627F1CC1}"/>
              </a:ext>
            </a:extLst>
          </p:cNvPr>
          <p:cNvSpPr txBox="1"/>
          <p:nvPr/>
        </p:nvSpPr>
        <p:spPr>
          <a:xfrm>
            <a:off x="1016843" y="1293026"/>
            <a:ext cx="9826243" cy="369332"/>
          </a:xfrm>
          <a:prstGeom prst="rect">
            <a:avLst/>
          </a:prstGeom>
          <a:noFill/>
        </p:spPr>
        <p:txBody>
          <a:bodyPr wrap="square">
            <a:spAutoFit/>
          </a:bodyPr>
          <a:lstStyle/>
          <a:p>
            <a:pPr marL="285750" indent="-285750" algn="l">
              <a:buFont typeface="Wingdings" panose="05000000000000000000" pitchFamily="2" charset="2"/>
              <a:buChar char="q"/>
            </a:pPr>
            <a:r>
              <a:rPr lang="en-US" sz="1800" b="1" i="0" u="none" strike="noStrike" baseline="0" dirty="0">
                <a:latin typeface="Times New Roman" panose="02020603050405020304" pitchFamily="18" charset="0"/>
                <a:cs typeface="Times New Roman" panose="02020603050405020304" pitchFamily="18" charset="0"/>
              </a:rPr>
              <a:t>A tag name shall be a unique identifier</a:t>
            </a:r>
            <a:endParaRPr lang="en-IN" b="1" kern="100" dirty="0">
              <a:effectLst/>
              <a:highlight>
                <a:srgbClr val="FFFF00"/>
              </a:highlight>
              <a:latin typeface="Times New Roman" panose="02020603050405020304" pitchFamily="18" charset="0"/>
              <a:ea typeface="Aptos" panose="020B0004020202020204" pitchFamily="34" charset="0"/>
              <a:cs typeface="Times New Roman" panose="02020603050405020304" pitchFamily="18" charset="0"/>
            </a:endParaRPr>
          </a:p>
        </p:txBody>
      </p:sp>
      <p:sp>
        <p:nvSpPr>
          <p:cNvPr id="11" name="TextBox 10">
            <a:extLst>
              <a:ext uri="{FF2B5EF4-FFF2-40B4-BE49-F238E27FC236}">
                <a16:creationId xmlns:a16="http://schemas.microsoft.com/office/drawing/2014/main" id="{3BAF9C64-DAA2-791C-A360-DC870B79332D}"/>
              </a:ext>
            </a:extLst>
          </p:cNvPr>
          <p:cNvSpPr txBox="1"/>
          <p:nvPr/>
        </p:nvSpPr>
        <p:spPr>
          <a:xfrm>
            <a:off x="1296742" y="1667006"/>
            <a:ext cx="9642403" cy="369332"/>
          </a:xfrm>
          <a:prstGeom prst="rect">
            <a:avLst/>
          </a:prstGeom>
          <a:noFill/>
        </p:spPr>
        <p:txBody>
          <a:bodyPr wrap="square">
            <a:spAutoFit/>
          </a:bodyPr>
          <a:lstStyle/>
          <a:p>
            <a:pPr algn="l"/>
            <a:r>
              <a:rPr lang="en-IN" sz="1800" b="0" i="0" u="none" strike="noStrike" baseline="0" dirty="0">
                <a:latin typeface="OpenSans"/>
              </a:rPr>
              <a:t>Category –</a:t>
            </a:r>
            <a:r>
              <a:rPr lang="en-IN" sz="1800" b="0" i="0" u="none" strike="noStrike" baseline="0" dirty="0">
                <a:latin typeface="OpenSans-Light"/>
              </a:rPr>
              <a:t>Required    Analysis </a:t>
            </a:r>
            <a:r>
              <a:rPr lang="en-IN" sz="1800" b="0" i="0" u="none" strike="noStrike" baseline="0" dirty="0">
                <a:latin typeface="OpenSans"/>
              </a:rPr>
              <a:t> -</a:t>
            </a:r>
            <a:r>
              <a:rPr lang="en-IN" sz="1800" b="0" i="0" u="none" strike="noStrike" baseline="0" dirty="0">
                <a:latin typeface="OpenSans-Light"/>
              </a:rPr>
              <a:t> Decidable, System  </a:t>
            </a:r>
            <a:r>
              <a:rPr lang="en-IN" sz="1800" b="0" i="0" u="none" strike="noStrike" baseline="0" dirty="0">
                <a:latin typeface="OpenSans"/>
              </a:rPr>
              <a:t>Applies to -</a:t>
            </a:r>
            <a:r>
              <a:rPr lang="en-IN" sz="1800" b="0" i="0" u="none" strike="noStrike" baseline="0" dirty="0">
                <a:latin typeface="OpenSans-Light"/>
              </a:rPr>
              <a:t> C90, C99</a:t>
            </a:r>
            <a:endParaRPr lang="en-IN" dirty="0"/>
          </a:p>
        </p:txBody>
      </p:sp>
      <p:sp>
        <p:nvSpPr>
          <p:cNvPr id="12" name="TextBox 11">
            <a:extLst>
              <a:ext uri="{FF2B5EF4-FFF2-40B4-BE49-F238E27FC236}">
                <a16:creationId xmlns:a16="http://schemas.microsoft.com/office/drawing/2014/main" id="{3B6B20D6-4372-E7FE-5B7C-3A5C456054FD}"/>
              </a:ext>
            </a:extLst>
          </p:cNvPr>
          <p:cNvSpPr txBox="1"/>
          <p:nvPr/>
        </p:nvSpPr>
        <p:spPr>
          <a:xfrm>
            <a:off x="2670074" y="2380010"/>
            <a:ext cx="7594804" cy="4247317"/>
          </a:xfrm>
          <a:prstGeom prst="rect">
            <a:avLst/>
          </a:prstGeom>
          <a:noFill/>
        </p:spPr>
        <p:txBody>
          <a:bodyPr wrap="square">
            <a:spAutoFit/>
          </a:bodyPr>
          <a:lstStyle/>
          <a:p>
            <a:pPr algn="l"/>
            <a:r>
              <a:rPr lang="en-US" sz="1800" b="0" i="0" u="none" strike="noStrike" baseline="0" dirty="0">
                <a:latin typeface="Times New Roman" panose="02020603050405020304" pitchFamily="18" charset="0"/>
                <a:cs typeface="Times New Roman" panose="02020603050405020304" pitchFamily="18" charset="0"/>
              </a:rPr>
              <a:t>#include &lt;</a:t>
            </a:r>
            <a:r>
              <a:rPr lang="en-US" sz="1800" b="0" i="0" u="none" strike="noStrike" baseline="0" dirty="0" err="1">
                <a:latin typeface="Times New Roman" panose="02020603050405020304" pitchFamily="18" charset="0"/>
                <a:cs typeface="Times New Roman" panose="02020603050405020304" pitchFamily="18" charset="0"/>
              </a:rPr>
              <a:t>stdio.h</a:t>
            </a:r>
            <a:r>
              <a:rPr lang="en-US" sz="1800" b="0" i="0" u="none" strike="noStrike" baseline="0" dirty="0">
                <a:latin typeface="Times New Roman" panose="02020603050405020304" pitchFamily="18" charset="0"/>
                <a:cs typeface="Times New Roman" panose="02020603050405020304" pitchFamily="18" charset="0"/>
              </a:rPr>
              <a:t>&gt;</a:t>
            </a:r>
          </a:p>
          <a:p>
            <a:pPr algn="l"/>
            <a:r>
              <a:rPr lang="en-US" sz="1800" b="0" i="0" u="none" strike="noStrike" baseline="0" dirty="0">
                <a:latin typeface="Times New Roman" panose="02020603050405020304" pitchFamily="18" charset="0"/>
                <a:cs typeface="Times New Roman" panose="02020603050405020304" pitchFamily="18" charset="0"/>
              </a:rPr>
              <a:t>// Define a structure type with the tag name 'Point'</a:t>
            </a:r>
          </a:p>
          <a:p>
            <a:pPr algn="l"/>
            <a:r>
              <a:rPr lang="en-US" sz="1800" b="0" i="0" u="none" strike="noStrike" baseline="0" dirty="0">
                <a:highlight>
                  <a:srgbClr val="FFFF00"/>
                </a:highlight>
                <a:latin typeface="Times New Roman" panose="02020603050405020304" pitchFamily="18" charset="0"/>
                <a:cs typeface="Times New Roman" panose="02020603050405020304" pitchFamily="18" charset="0"/>
              </a:rPr>
              <a:t>struct Point </a:t>
            </a:r>
            <a:r>
              <a:rPr lang="en-US" sz="1800" b="0" i="0" u="none" strike="noStrike" baseline="0" dirty="0">
                <a:latin typeface="Times New Roman" panose="02020603050405020304" pitchFamily="18" charset="0"/>
                <a:cs typeface="Times New Roman" panose="02020603050405020304" pitchFamily="18" charset="0"/>
              </a:rPr>
              <a:t>{</a:t>
            </a:r>
          </a:p>
          <a:p>
            <a:pPr algn="l"/>
            <a:r>
              <a:rPr lang="en-US" sz="1800" b="0" i="0" u="none" strike="noStrike" baseline="0" dirty="0">
                <a:latin typeface="Times New Roman" panose="02020603050405020304" pitchFamily="18" charset="0"/>
                <a:cs typeface="Times New Roman" panose="02020603050405020304" pitchFamily="18" charset="0"/>
              </a:rPr>
              <a:t>    int x;</a:t>
            </a:r>
          </a:p>
          <a:p>
            <a:pPr algn="l"/>
            <a:r>
              <a:rPr lang="en-US" sz="1800" b="0" i="0" u="none" strike="noStrike" baseline="0" dirty="0">
                <a:latin typeface="Times New Roman" panose="02020603050405020304" pitchFamily="18" charset="0"/>
                <a:cs typeface="Times New Roman" panose="02020603050405020304" pitchFamily="18" charset="0"/>
              </a:rPr>
              <a:t>    int y;</a:t>
            </a:r>
          </a:p>
          <a:p>
            <a:pPr algn="l"/>
            <a:r>
              <a:rPr lang="en-US" sz="1800" b="0" i="0" u="none" strike="noStrike" baseline="0" dirty="0">
                <a:latin typeface="Times New Roman" panose="02020603050405020304" pitchFamily="18" charset="0"/>
                <a:cs typeface="Times New Roman" panose="02020603050405020304" pitchFamily="18" charset="0"/>
              </a:rPr>
              <a:t>};</a:t>
            </a:r>
          </a:p>
          <a:p>
            <a:pPr algn="l"/>
            <a:r>
              <a:rPr lang="en-US" sz="1800" b="0" i="0" u="none" strike="noStrike" baseline="0" dirty="0">
                <a:latin typeface="Times New Roman" panose="02020603050405020304" pitchFamily="18" charset="0"/>
                <a:cs typeface="Times New Roman" panose="02020603050405020304" pitchFamily="18" charset="0"/>
              </a:rPr>
              <a:t>// Violation: Reusing the same tag name 'Point' for a different structure type</a:t>
            </a:r>
          </a:p>
          <a:p>
            <a:pPr algn="l"/>
            <a:r>
              <a:rPr lang="en-US" sz="1800" i="0" u="none" strike="noStrike" baseline="0" dirty="0">
                <a:highlight>
                  <a:srgbClr val="FFFF00"/>
                </a:highlight>
                <a:latin typeface="Times New Roman" panose="02020603050405020304" pitchFamily="18" charset="0"/>
                <a:cs typeface="Times New Roman" panose="02020603050405020304" pitchFamily="18" charset="0"/>
              </a:rPr>
              <a:t>struct Point </a:t>
            </a:r>
            <a:r>
              <a:rPr lang="en-US" sz="1800" b="0" i="0" u="none" strike="noStrike" baseline="0" dirty="0">
                <a:latin typeface="Times New Roman" panose="02020603050405020304" pitchFamily="18" charset="0"/>
                <a:cs typeface="Times New Roman" panose="02020603050405020304" pitchFamily="18" charset="0"/>
              </a:rPr>
              <a:t>{</a:t>
            </a:r>
          </a:p>
          <a:p>
            <a:pPr algn="l"/>
            <a:r>
              <a:rPr lang="en-US" sz="1800" b="0" i="0" u="none" strike="noStrike" baseline="0" dirty="0">
                <a:latin typeface="Times New Roman" panose="02020603050405020304" pitchFamily="18" charset="0"/>
                <a:cs typeface="Times New Roman" panose="02020603050405020304" pitchFamily="18" charset="0"/>
              </a:rPr>
              <a:t>    float x;</a:t>
            </a:r>
          </a:p>
          <a:p>
            <a:pPr algn="l"/>
            <a:r>
              <a:rPr lang="en-US" sz="1800" b="0" i="0" u="none" strike="noStrike" baseline="0" dirty="0">
                <a:latin typeface="Times New Roman" panose="02020603050405020304" pitchFamily="18" charset="0"/>
                <a:cs typeface="Times New Roman" panose="02020603050405020304" pitchFamily="18" charset="0"/>
              </a:rPr>
              <a:t>    float y;</a:t>
            </a:r>
          </a:p>
          <a:p>
            <a:pPr algn="l"/>
            <a:r>
              <a:rPr lang="en-US" sz="1800" b="0" i="0" u="none" strike="noStrike" baseline="0" dirty="0">
                <a:latin typeface="Times New Roman" panose="02020603050405020304" pitchFamily="18" charset="0"/>
                <a:cs typeface="Times New Roman" panose="02020603050405020304" pitchFamily="18" charset="0"/>
              </a:rPr>
              <a:t>};</a:t>
            </a:r>
          </a:p>
          <a:p>
            <a:pPr algn="l"/>
            <a:r>
              <a:rPr lang="en-US" sz="1800" b="0" i="0" u="none" strike="noStrike" baseline="0" dirty="0">
                <a:latin typeface="Times New Roman" panose="02020603050405020304" pitchFamily="18" charset="0"/>
                <a:cs typeface="Times New Roman" panose="02020603050405020304" pitchFamily="18" charset="0"/>
              </a:rPr>
              <a:t>int main() {</a:t>
            </a:r>
          </a:p>
          <a:p>
            <a:pPr algn="l"/>
            <a:r>
              <a:rPr lang="en-US" sz="1800" b="0" i="0" u="none" strike="noStrike" baseline="0" dirty="0">
                <a:latin typeface="Times New Roman" panose="02020603050405020304" pitchFamily="18" charset="0"/>
                <a:cs typeface="Times New Roman" panose="02020603050405020304" pitchFamily="18" charset="0"/>
              </a:rPr>
              <a:t>    // Declaration of variables is omitted for brevity</a:t>
            </a:r>
          </a:p>
          <a:p>
            <a:pPr algn="l"/>
            <a:r>
              <a:rPr lang="en-US" sz="1800" b="0" i="0" u="none" strike="noStrike" baseline="0" dirty="0">
                <a:latin typeface="Times New Roman" panose="02020603050405020304" pitchFamily="18" charset="0"/>
                <a:cs typeface="Times New Roman" panose="02020603050405020304" pitchFamily="18" charset="0"/>
              </a:rPr>
              <a:t>    return 0;</a:t>
            </a:r>
          </a:p>
          <a:p>
            <a:pPr algn="l"/>
            <a:r>
              <a:rPr lang="en-US" sz="1800" b="0" i="0" u="none" strike="noStrike" baseline="0" dirty="0">
                <a:latin typeface="Times New Roman" panose="02020603050405020304" pitchFamily="18" charset="0"/>
                <a:cs typeface="Times New Roman" panose="02020603050405020304" pitchFamily="18" charset="0"/>
              </a:rPr>
              <a:t>}</a:t>
            </a:r>
          </a:p>
        </p:txBody>
      </p:sp>
      <p:sp>
        <p:nvSpPr>
          <p:cNvPr id="14" name="TextBox 13">
            <a:extLst>
              <a:ext uri="{FF2B5EF4-FFF2-40B4-BE49-F238E27FC236}">
                <a16:creationId xmlns:a16="http://schemas.microsoft.com/office/drawing/2014/main" id="{3BEBAFEE-B117-F80A-3238-35883C77E34C}"/>
              </a:ext>
            </a:extLst>
          </p:cNvPr>
          <p:cNvSpPr txBox="1"/>
          <p:nvPr/>
        </p:nvSpPr>
        <p:spPr>
          <a:xfrm>
            <a:off x="1216422" y="1969840"/>
            <a:ext cx="10650070" cy="369332"/>
          </a:xfrm>
          <a:prstGeom prst="rect">
            <a:avLst/>
          </a:prstGeom>
          <a:noFill/>
        </p:spPr>
        <p:txBody>
          <a:bodyPr wrap="square">
            <a:spAutoFit/>
          </a:bodyPr>
          <a:lstStyle/>
          <a:p>
            <a:r>
              <a:rPr lang="en-US" b="0" i="0" dirty="0">
                <a:solidFill>
                  <a:srgbClr val="0D0D0D"/>
                </a:solidFill>
                <a:effectLst/>
                <a:latin typeface="Söhne"/>
              </a:rPr>
              <a:t>Rule 5.7 states that a tag name shall be a unique identifier</a:t>
            </a:r>
            <a:endParaRPr lang="en-IN"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C571CA19-A36B-7D93-981A-5F92A3EA59D7}"/>
              </a:ext>
            </a:extLst>
          </p:cNvPr>
          <p:cNvSpPr txBox="1"/>
          <p:nvPr/>
        </p:nvSpPr>
        <p:spPr>
          <a:xfrm>
            <a:off x="1294268" y="2384434"/>
            <a:ext cx="1046338" cy="369332"/>
          </a:xfrm>
          <a:prstGeom prst="rect">
            <a:avLst/>
          </a:prstGeom>
          <a:noFill/>
        </p:spPr>
        <p:txBody>
          <a:bodyPr wrap="square">
            <a:spAutoFit/>
          </a:bodyPr>
          <a:lstStyle/>
          <a:p>
            <a:pPr algn="l"/>
            <a:r>
              <a:rPr lang="en-IN" dirty="0">
                <a:highlight>
                  <a:srgbClr val="FFFF00"/>
                </a:highlight>
              </a:rPr>
              <a:t>Example</a:t>
            </a:r>
          </a:p>
        </p:txBody>
      </p:sp>
      <p:sp>
        <p:nvSpPr>
          <p:cNvPr id="9" name="Slide Number Placeholder 8">
            <a:extLst>
              <a:ext uri="{FF2B5EF4-FFF2-40B4-BE49-F238E27FC236}">
                <a16:creationId xmlns:a16="http://schemas.microsoft.com/office/drawing/2014/main" id="{520D7E91-9952-368D-3B3F-79FB42F0D910}"/>
              </a:ext>
            </a:extLst>
          </p:cNvPr>
          <p:cNvSpPr>
            <a:spLocks noGrp="1"/>
          </p:cNvSpPr>
          <p:nvPr>
            <p:ph type="sldNum" sz="quarter" idx="12"/>
          </p:nvPr>
        </p:nvSpPr>
        <p:spPr/>
        <p:txBody>
          <a:bodyPr/>
          <a:lstStyle/>
          <a:p>
            <a:fld id="{91247CA1-BCEC-4DD4-9B23-E2AE1AEA27A6}" type="slidenum">
              <a:rPr lang="en-IN" smtClean="0"/>
              <a:t>32</a:t>
            </a:fld>
            <a:endParaRPr lang="en-IN"/>
          </a:p>
        </p:txBody>
      </p:sp>
      <p:sp>
        <p:nvSpPr>
          <p:cNvPr id="8" name="TextBox 7">
            <a:extLst>
              <a:ext uri="{FF2B5EF4-FFF2-40B4-BE49-F238E27FC236}">
                <a16:creationId xmlns:a16="http://schemas.microsoft.com/office/drawing/2014/main" id="{4F54364C-7E1E-BBED-46A6-8300C11E74E9}"/>
              </a:ext>
            </a:extLst>
          </p:cNvPr>
          <p:cNvSpPr txBox="1"/>
          <p:nvPr/>
        </p:nvSpPr>
        <p:spPr>
          <a:xfrm>
            <a:off x="10532532" y="526059"/>
            <a:ext cx="1451144" cy="369332"/>
          </a:xfrm>
          <a:prstGeom prst="rect">
            <a:avLst/>
          </a:prstGeom>
          <a:noFill/>
        </p:spPr>
        <p:txBody>
          <a:bodyPr wrap="square">
            <a:spAutoFit/>
          </a:bodyPr>
          <a:lstStyle/>
          <a:p>
            <a:r>
              <a:rPr lang="en-IN" dirty="0"/>
              <a:t>Session 1</a:t>
            </a:r>
          </a:p>
        </p:txBody>
      </p:sp>
    </p:spTree>
    <p:extLst>
      <p:ext uri="{BB962C8B-B14F-4D97-AF65-F5344CB8AC3E}">
        <p14:creationId xmlns:p14="http://schemas.microsoft.com/office/powerpoint/2010/main" val="417787324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5A292AEA-2528-46C0-B426-95822B6141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D8B7B198-E4DF-43CD-AD8C-1998843237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34" name="Freeform: Shape 33">
            <a:extLst>
              <a:ext uri="{FF2B5EF4-FFF2-40B4-BE49-F238E27FC236}">
                <a16:creationId xmlns:a16="http://schemas.microsoft.com/office/drawing/2014/main" id="{2BE67753-EA0E-4819-8D22-0B6600CF7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96934" y="3984"/>
            <a:ext cx="9376632" cy="6858000"/>
          </a:xfrm>
          <a:custGeom>
            <a:avLst/>
            <a:gdLst>
              <a:gd name="connsiteX0" fmla="*/ 1691615 w 9376632"/>
              <a:gd name="connsiteY0" fmla="*/ 0 h 6858000"/>
              <a:gd name="connsiteX1" fmla="*/ 7685017 w 9376632"/>
              <a:gd name="connsiteY1" fmla="*/ 0 h 6858000"/>
              <a:gd name="connsiteX2" fmla="*/ 7840634 w 9376632"/>
              <a:gd name="connsiteY2" fmla="*/ 134799 h 6858000"/>
              <a:gd name="connsiteX3" fmla="*/ 9376632 w 9376632"/>
              <a:gd name="connsiteY3" fmla="*/ 3605175 h 6858000"/>
              <a:gd name="connsiteX4" fmla="*/ 8158692 w 9376632"/>
              <a:gd name="connsiteY4" fmla="*/ 6757493 h 6858000"/>
              <a:gd name="connsiteX5" fmla="*/ 8062868 w 9376632"/>
              <a:gd name="connsiteY5" fmla="*/ 6858000 h 6858000"/>
              <a:gd name="connsiteX6" fmla="*/ 1313765 w 9376632"/>
              <a:gd name="connsiteY6" fmla="*/ 6858000 h 6858000"/>
              <a:gd name="connsiteX7" fmla="*/ 1217940 w 9376632"/>
              <a:gd name="connsiteY7" fmla="*/ 6757493 h 6858000"/>
              <a:gd name="connsiteX8" fmla="*/ 0 w 9376632"/>
              <a:gd name="connsiteY8" fmla="*/ 3605175 h 6858000"/>
              <a:gd name="connsiteX9" fmla="*/ 1535999 w 9376632"/>
              <a:gd name="connsiteY9" fmla="*/ 13479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376632" h="6858000">
                <a:moveTo>
                  <a:pt x="1691615" y="0"/>
                </a:moveTo>
                <a:lnTo>
                  <a:pt x="7685017" y="0"/>
                </a:lnTo>
                <a:lnTo>
                  <a:pt x="7840634" y="134799"/>
                </a:lnTo>
                <a:cubicBezTo>
                  <a:pt x="8784230" y="992423"/>
                  <a:pt x="9376632" y="2229618"/>
                  <a:pt x="9376632" y="3605175"/>
                </a:cubicBezTo>
                <a:cubicBezTo>
                  <a:pt x="9376632" y="4818903"/>
                  <a:pt x="8915419" y="5924908"/>
                  <a:pt x="8158692" y="6757493"/>
                </a:cubicBezTo>
                <a:lnTo>
                  <a:pt x="8062868" y="6858000"/>
                </a:lnTo>
                <a:lnTo>
                  <a:pt x="1313765" y="6858000"/>
                </a:lnTo>
                <a:lnTo>
                  <a:pt x="1217940" y="6757493"/>
                </a:lnTo>
                <a:cubicBezTo>
                  <a:pt x="461213" y="5924908"/>
                  <a:pt x="0" y="4818903"/>
                  <a:pt x="0" y="3605175"/>
                </a:cubicBezTo>
                <a:cubicBezTo>
                  <a:pt x="0" y="2229618"/>
                  <a:pt x="592403" y="992423"/>
                  <a:pt x="1535999" y="134799"/>
                </a:cubicBezTo>
                <a:close/>
              </a:path>
            </a:pathLst>
          </a:cu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5" name="Group 34">
            <a:extLst>
              <a:ext uri="{FF2B5EF4-FFF2-40B4-BE49-F238E27FC236}">
                <a16:creationId xmlns:a16="http://schemas.microsoft.com/office/drawing/2014/main" id="{D76D63AC-0421-45EC-B383-E79A61A78C6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303402" y="3985"/>
            <a:ext cx="9772765" cy="6858000"/>
            <a:chOff x="1303402" y="36937"/>
            <a:chExt cx="9772765" cy="6858000"/>
          </a:xfrm>
          <a:solidFill>
            <a:schemeClr val="bg1">
              <a:alpha val="30000"/>
            </a:schemeClr>
          </a:solidFill>
        </p:grpSpPr>
        <p:sp>
          <p:nvSpPr>
            <p:cNvPr id="15" name="Freeform: Shape 14">
              <a:extLst>
                <a:ext uri="{FF2B5EF4-FFF2-40B4-BE49-F238E27FC236}">
                  <a16:creationId xmlns:a16="http://schemas.microsoft.com/office/drawing/2014/main" id="{B997A32E-7032-4107-9C8B-99DB59EDD5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6937"/>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Shape 15">
              <a:extLst>
                <a:ext uri="{FF2B5EF4-FFF2-40B4-BE49-F238E27FC236}">
                  <a16:creationId xmlns:a16="http://schemas.microsoft.com/office/drawing/2014/main" id="{943BB27F-1470-42CA-91FF-D94BC691C8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6937"/>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Freeform: Shape 16">
              <a:extLst>
                <a:ext uri="{FF2B5EF4-FFF2-40B4-BE49-F238E27FC236}">
                  <a16:creationId xmlns:a16="http://schemas.microsoft.com/office/drawing/2014/main" id="{E997B002-17FD-47B3-A06A-76802FE15C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6937"/>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Freeform: Shape 17">
              <a:extLst>
                <a:ext uri="{FF2B5EF4-FFF2-40B4-BE49-F238E27FC236}">
                  <a16:creationId xmlns:a16="http://schemas.microsoft.com/office/drawing/2014/main" id="{E401EA35-9D2E-43B7-860F-EBB8A6C3E0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6937"/>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Freeform: Shape 18">
              <a:extLst>
                <a:ext uri="{FF2B5EF4-FFF2-40B4-BE49-F238E27FC236}">
                  <a16:creationId xmlns:a16="http://schemas.microsoft.com/office/drawing/2014/main" id="{F8C44827-3D81-4FF9-B4A5-5650D1B20A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6937"/>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Freeform: Shape 19">
              <a:extLst>
                <a:ext uri="{FF2B5EF4-FFF2-40B4-BE49-F238E27FC236}">
                  <a16:creationId xmlns:a16="http://schemas.microsoft.com/office/drawing/2014/main" id="{F613D97F-F6DF-4D32-AD91-209A80E7A2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8320" y="36937"/>
              <a:ext cx="9767847" cy="6858000"/>
            </a:xfrm>
            <a:custGeom>
              <a:avLst/>
              <a:gdLst>
                <a:gd name="connsiteX0" fmla="*/ 7151367 w 9767847"/>
                <a:gd name="connsiteY0" fmla="*/ 0 h 6858000"/>
                <a:gd name="connsiteX1" fmla="*/ 7881247 w 9767847"/>
                <a:gd name="connsiteY1" fmla="*/ 0 h 6858000"/>
                <a:gd name="connsiteX2" fmla="*/ 7990553 w 9767847"/>
                <a:gd name="connsiteY2" fmla="*/ 81317 h 6858000"/>
                <a:gd name="connsiteX3" fmla="*/ 9767847 w 9767847"/>
                <a:gd name="connsiteY3" fmla="*/ 3649031 h 6858000"/>
                <a:gd name="connsiteX4" fmla="*/ 8652597 w 9767847"/>
                <a:gd name="connsiteY4" fmla="*/ 6590005 h 6858000"/>
                <a:gd name="connsiteX5" fmla="*/ 8395306 w 9767847"/>
                <a:gd name="connsiteY5" fmla="*/ 6858000 h 6858000"/>
                <a:gd name="connsiteX6" fmla="*/ 6762603 w 9767847"/>
                <a:gd name="connsiteY6" fmla="*/ 6858000 h 6858000"/>
                <a:gd name="connsiteX7" fmla="*/ 6765962 w 9767847"/>
                <a:gd name="connsiteY7" fmla="*/ 6854844 h 6858000"/>
                <a:gd name="connsiteX8" fmla="*/ 6804586 w 9767847"/>
                <a:gd name="connsiteY8" fmla="*/ 6817103 h 6858000"/>
                <a:gd name="connsiteX9" fmla="*/ 6881735 w 9767847"/>
                <a:gd name="connsiteY9" fmla="*/ 6741197 h 6858000"/>
                <a:gd name="connsiteX10" fmla="*/ 6958883 w 9767847"/>
                <a:gd name="connsiteY10" fmla="*/ 6664822 h 6858000"/>
                <a:gd name="connsiteX11" fmla="*/ 7267925 w 9767847"/>
                <a:gd name="connsiteY11" fmla="*/ 6355694 h 6858000"/>
                <a:gd name="connsiteX12" fmla="*/ 7424360 w 9767847"/>
                <a:gd name="connsiteY12" fmla="*/ 6200685 h 6858000"/>
                <a:gd name="connsiteX13" fmla="*/ 7504938 w 9767847"/>
                <a:gd name="connsiteY13" fmla="*/ 6122708 h 6858000"/>
                <a:gd name="connsiteX14" fmla="*/ 7546396 w 9767847"/>
                <a:gd name="connsiteY14" fmla="*/ 6083697 h 6858000"/>
                <a:gd name="connsiteX15" fmla="*/ 7588002 w 9767847"/>
                <a:gd name="connsiteY15" fmla="*/ 6045532 h 6858000"/>
                <a:gd name="connsiteX16" fmla="*/ 7631000 w 9767847"/>
                <a:gd name="connsiteY16" fmla="*/ 6006709 h 6858000"/>
                <a:gd name="connsiteX17" fmla="*/ 7675440 w 9767847"/>
                <a:gd name="connsiteY17" fmla="*/ 5968309 h 6858000"/>
                <a:gd name="connsiteX18" fmla="*/ 7720626 w 9767847"/>
                <a:gd name="connsiteY18" fmla="*/ 5930851 h 6858000"/>
                <a:gd name="connsiteX19" fmla="*/ 7766458 w 9767847"/>
                <a:gd name="connsiteY19" fmla="*/ 5894334 h 6858000"/>
                <a:gd name="connsiteX20" fmla="*/ 7955254 w 9767847"/>
                <a:gd name="connsiteY20" fmla="*/ 5756828 h 6858000"/>
                <a:gd name="connsiteX21" fmla="*/ 8352678 w 9767847"/>
                <a:gd name="connsiteY21" fmla="*/ 5517630 h 6858000"/>
                <a:gd name="connsiteX22" fmla="*/ 8451350 w 9767847"/>
                <a:gd name="connsiteY22" fmla="*/ 5465254 h 6858000"/>
                <a:gd name="connsiteX23" fmla="*/ 8548532 w 9767847"/>
                <a:gd name="connsiteY23" fmla="*/ 5413395 h 6858000"/>
                <a:gd name="connsiteX24" fmla="*/ 8729473 w 9767847"/>
                <a:gd name="connsiteY24" fmla="*/ 5309961 h 6858000"/>
                <a:gd name="connsiteX25" fmla="*/ 8770781 w 9767847"/>
                <a:gd name="connsiteY25" fmla="*/ 5283232 h 6858000"/>
                <a:gd name="connsiteX26" fmla="*/ 8790964 w 9767847"/>
                <a:gd name="connsiteY26" fmla="*/ 5269492 h 6858000"/>
                <a:gd name="connsiteX27" fmla="*/ 8810499 w 9767847"/>
                <a:gd name="connsiteY27" fmla="*/ 5255703 h 6858000"/>
                <a:gd name="connsiteX28" fmla="*/ 8883571 w 9767847"/>
                <a:gd name="connsiteY28" fmla="*/ 5198479 h 6858000"/>
                <a:gd name="connsiteX29" fmla="*/ 9006651 w 9767847"/>
                <a:gd name="connsiteY29" fmla="*/ 5070527 h 6858000"/>
                <a:gd name="connsiteX30" fmla="*/ 9033494 w 9767847"/>
                <a:gd name="connsiteY30" fmla="*/ 5034105 h 6858000"/>
                <a:gd name="connsiteX31" fmla="*/ 9040305 w 9767847"/>
                <a:gd name="connsiteY31" fmla="*/ 5024551 h 6858000"/>
                <a:gd name="connsiteX32" fmla="*/ 9046568 w 9767847"/>
                <a:gd name="connsiteY32" fmla="*/ 5015281 h 6858000"/>
                <a:gd name="connsiteX33" fmla="*/ 9058846 w 9767847"/>
                <a:gd name="connsiteY33" fmla="*/ 4996645 h 6858000"/>
                <a:gd name="connsiteX34" fmla="*/ 9104529 w 9767847"/>
                <a:gd name="connsiteY34" fmla="*/ 4918105 h 6858000"/>
                <a:gd name="connsiteX35" fmla="*/ 9181081 w 9767847"/>
                <a:gd name="connsiteY35" fmla="*/ 4744694 h 6858000"/>
                <a:gd name="connsiteX36" fmla="*/ 9240731 w 9767847"/>
                <a:gd name="connsiteY36" fmla="*/ 4557872 h 6858000"/>
                <a:gd name="connsiteX37" fmla="*/ 9265388 w 9767847"/>
                <a:gd name="connsiteY37" fmla="*/ 4461073 h 6858000"/>
                <a:gd name="connsiteX38" fmla="*/ 9276571 w 9767847"/>
                <a:gd name="connsiteY38" fmla="*/ 4411943 h 6858000"/>
                <a:gd name="connsiteX39" fmla="*/ 9281841 w 9767847"/>
                <a:gd name="connsiteY39" fmla="*/ 4387379 h 6858000"/>
                <a:gd name="connsiteX40" fmla="*/ 9286513 w 9767847"/>
                <a:gd name="connsiteY40" fmla="*/ 4364838 h 6858000"/>
                <a:gd name="connsiteX41" fmla="*/ 9296754 w 9767847"/>
                <a:gd name="connsiteY41" fmla="*/ 4312038 h 6858000"/>
                <a:gd name="connsiteX42" fmla="*/ 9301029 w 9767847"/>
                <a:gd name="connsiteY42" fmla="*/ 4289074 h 6858000"/>
                <a:gd name="connsiteX43" fmla="*/ 9302818 w 9767847"/>
                <a:gd name="connsiteY43" fmla="*/ 4278581 h 6858000"/>
                <a:gd name="connsiteX44" fmla="*/ 9304658 w 9767847"/>
                <a:gd name="connsiteY44" fmla="*/ 4266816 h 6858000"/>
                <a:gd name="connsiteX45" fmla="*/ 9312810 w 9767847"/>
                <a:gd name="connsiteY45" fmla="*/ 4215945 h 6858000"/>
                <a:gd name="connsiteX46" fmla="*/ 9316887 w 9767847"/>
                <a:gd name="connsiteY46" fmla="*/ 4190486 h 6858000"/>
                <a:gd name="connsiteX47" fmla="*/ 9318923 w 9767847"/>
                <a:gd name="connsiteY47" fmla="*/ 4177780 h 6858000"/>
                <a:gd name="connsiteX48" fmla="*/ 9320515 w 9767847"/>
                <a:gd name="connsiteY48" fmla="*/ 4164886 h 6858000"/>
                <a:gd name="connsiteX49" fmla="*/ 9332445 w 9767847"/>
                <a:gd name="connsiteY49" fmla="*/ 4064981 h 6858000"/>
                <a:gd name="connsiteX50" fmla="*/ 9336173 w 9767847"/>
                <a:gd name="connsiteY50" fmla="*/ 4018676 h 6858000"/>
                <a:gd name="connsiteX51" fmla="*/ 9340199 w 9767847"/>
                <a:gd name="connsiteY51" fmla="*/ 3965171 h 6858000"/>
                <a:gd name="connsiteX52" fmla="*/ 9347557 w 9767847"/>
                <a:gd name="connsiteY52" fmla="*/ 3765972 h 6858000"/>
                <a:gd name="connsiteX53" fmla="*/ 9346364 w 9767847"/>
                <a:gd name="connsiteY53" fmla="*/ 3664938 h 6858000"/>
                <a:gd name="connsiteX54" fmla="*/ 9344921 w 9767847"/>
                <a:gd name="connsiteY54" fmla="*/ 3615243 h 6858000"/>
                <a:gd name="connsiteX55" fmla="*/ 9344524 w 9767847"/>
                <a:gd name="connsiteY55" fmla="*/ 3603526 h 6858000"/>
                <a:gd name="connsiteX56" fmla="*/ 9343728 w 9767847"/>
                <a:gd name="connsiteY56" fmla="*/ 3590774 h 6858000"/>
                <a:gd name="connsiteX57" fmla="*/ 9342188 w 9767847"/>
                <a:gd name="connsiteY57" fmla="*/ 3565268 h 6858000"/>
                <a:gd name="connsiteX58" fmla="*/ 9339056 w 9767847"/>
                <a:gd name="connsiteY58" fmla="*/ 3514256 h 6858000"/>
                <a:gd name="connsiteX59" fmla="*/ 9334334 w 9767847"/>
                <a:gd name="connsiteY59" fmla="*/ 3463057 h 6858000"/>
                <a:gd name="connsiteX60" fmla="*/ 9329363 w 9767847"/>
                <a:gd name="connsiteY60" fmla="*/ 3411810 h 6858000"/>
                <a:gd name="connsiteX61" fmla="*/ 9328319 w 9767847"/>
                <a:gd name="connsiteY61" fmla="*/ 3400657 h 6858000"/>
                <a:gd name="connsiteX62" fmla="*/ 9327177 w 9767847"/>
                <a:gd name="connsiteY62" fmla="*/ 3390116 h 6858000"/>
                <a:gd name="connsiteX63" fmla="*/ 9324293 w 9767847"/>
                <a:gd name="connsiteY63" fmla="*/ 3366774 h 6858000"/>
                <a:gd name="connsiteX64" fmla="*/ 9320763 w 9767847"/>
                <a:gd name="connsiteY64" fmla="*/ 3340329 h 6858000"/>
                <a:gd name="connsiteX65" fmla="*/ 9317184 w 9767847"/>
                <a:gd name="connsiteY65" fmla="*/ 3311245 h 6858000"/>
                <a:gd name="connsiteX66" fmla="*/ 9311021 w 9767847"/>
                <a:gd name="connsiteY66" fmla="*/ 3266211 h 6858000"/>
                <a:gd name="connsiteX67" fmla="*/ 9302719 w 9767847"/>
                <a:gd name="connsiteY67" fmla="*/ 3215717 h 6858000"/>
                <a:gd name="connsiteX68" fmla="*/ 9293970 w 9767847"/>
                <a:gd name="connsiteY68" fmla="*/ 3165789 h 6858000"/>
                <a:gd name="connsiteX69" fmla="*/ 9252065 w 9767847"/>
                <a:gd name="connsiteY69" fmla="*/ 2967107 h 6858000"/>
                <a:gd name="connsiteX70" fmla="*/ 9227211 w 9767847"/>
                <a:gd name="connsiteY70" fmla="*/ 2868473 h 6858000"/>
                <a:gd name="connsiteX71" fmla="*/ 9220699 w 9767847"/>
                <a:gd name="connsiteY71" fmla="*/ 2844426 h 6858000"/>
                <a:gd name="connsiteX72" fmla="*/ 9213740 w 9767847"/>
                <a:gd name="connsiteY72" fmla="*/ 2820191 h 6858000"/>
                <a:gd name="connsiteX73" fmla="*/ 9199374 w 9767847"/>
                <a:gd name="connsiteY73" fmla="*/ 2771438 h 6858000"/>
                <a:gd name="connsiteX74" fmla="*/ 9061829 w 9767847"/>
                <a:gd name="connsiteY74" fmla="*/ 2385418 h 6858000"/>
                <a:gd name="connsiteX75" fmla="*/ 8978865 w 9767847"/>
                <a:gd name="connsiteY75" fmla="*/ 2196855 h 6858000"/>
                <a:gd name="connsiteX76" fmla="*/ 8956694 w 9767847"/>
                <a:gd name="connsiteY76" fmla="*/ 2150219 h 6858000"/>
                <a:gd name="connsiteX77" fmla="*/ 8934176 w 9767847"/>
                <a:gd name="connsiteY77" fmla="*/ 2103914 h 6858000"/>
                <a:gd name="connsiteX78" fmla="*/ 8887151 w 9767847"/>
                <a:gd name="connsiteY78" fmla="*/ 2011350 h 6858000"/>
                <a:gd name="connsiteX79" fmla="*/ 8787533 w 9767847"/>
                <a:gd name="connsiteY79" fmla="*/ 1828527 h 6858000"/>
                <a:gd name="connsiteX80" fmla="*/ 8761485 w 9767847"/>
                <a:gd name="connsiteY80" fmla="*/ 1783398 h 6858000"/>
                <a:gd name="connsiteX81" fmla="*/ 8734791 w 9767847"/>
                <a:gd name="connsiteY81" fmla="*/ 1737893 h 6858000"/>
                <a:gd name="connsiteX82" fmla="*/ 8680808 w 9767847"/>
                <a:gd name="connsiteY82" fmla="*/ 1648812 h 6858000"/>
                <a:gd name="connsiteX83" fmla="*/ 8567024 w 9767847"/>
                <a:gd name="connsiteY83" fmla="*/ 1472906 h 6858000"/>
                <a:gd name="connsiteX84" fmla="*/ 8537446 w 9767847"/>
                <a:gd name="connsiteY84" fmla="*/ 1429330 h 6858000"/>
                <a:gd name="connsiteX85" fmla="*/ 8507423 w 9767847"/>
                <a:gd name="connsiteY85" fmla="*/ 1385896 h 6858000"/>
                <a:gd name="connsiteX86" fmla="*/ 8446529 w 9767847"/>
                <a:gd name="connsiteY86" fmla="*/ 1300295 h 6858000"/>
                <a:gd name="connsiteX87" fmla="*/ 8319224 w 9767847"/>
                <a:gd name="connsiteY87" fmla="*/ 1131026 h 6858000"/>
                <a:gd name="connsiteX88" fmla="*/ 8286366 w 9767847"/>
                <a:gd name="connsiteY88" fmla="*/ 1089050 h 6858000"/>
                <a:gd name="connsiteX89" fmla="*/ 8270161 w 9767847"/>
                <a:gd name="connsiteY89" fmla="*/ 1068439 h 6858000"/>
                <a:gd name="connsiteX90" fmla="*/ 8253856 w 9767847"/>
                <a:gd name="connsiteY90" fmla="*/ 1048156 h 6858000"/>
                <a:gd name="connsiteX91" fmla="*/ 8186352 w 9767847"/>
                <a:gd name="connsiteY91" fmla="*/ 966275 h 6858000"/>
                <a:gd name="connsiteX92" fmla="*/ 8046768 w 9767847"/>
                <a:gd name="connsiteY92" fmla="*/ 805429 h 6858000"/>
                <a:gd name="connsiteX93" fmla="*/ 8010927 w 9767847"/>
                <a:gd name="connsiteY93" fmla="*/ 765853 h 6858000"/>
                <a:gd name="connsiteX94" fmla="*/ 7974788 w 9767847"/>
                <a:gd name="connsiteY94" fmla="*/ 726653 h 6858000"/>
                <a:gd name="connsiteX95" fmla="*/ 7901070 w 9767847"/>
                <a:gd name="connsiteY95" fmla="*/ 648724 h 6858000"/>
                <a:gd name="connsiteX96" fmla="*/ 7750054 w 9767847"/>
                <a:gd name="connsiteY96" fmla="*/ 497008 h 6858000"/>
                <a:gd name="connsiteX97" fmla="*/ 7592277 w 9767847"/>
                <a:gd name="connsiteY97" fmla="*/ 351221 h 6858000"/>
                <a:gd name="connsiteX98" fmla="*/ 7257734 w 9767847"/>
                <a:gd name="connsiteY98" fmla="*/ 76964 h 6858000"/>
                <a:gd name="connsiteX99" fmla="*/ 1886601 w 9767847"/>
                <a:gd name="connsiteY99" fmla="*/ 0 h 6858000"/>
                <a:gd name="connsiteX100" fmla="*/ 2292926 w 9767847"/>
                <a:gd name="connsiteY100" fmla="*/ 0 h 6858000"/>
                <a:gd name="connsiteX101" fmla="*/ 2135542 w 9767847"/>
                <a:gd name="connsiteY101" fmla="*/ 117781 h 6858000"/>
                <a:gd name="connsiteX102" fmla="*/ 1969576 w 9767847"/>
                <a:gd name="connsiteY102" fmla="*/ 254986 h 6858000"/>
                <a:gd name="connsiteX103" fmla="*/ 1659938 w 9767847"/>
                <a:gd name="connsiteY103" fmla="*/ 549855 h 6858000"/>
                <a:gd name="connsiteX104" fmla="*/ 729383 w 9767847"/>
                <a:gd name="connsiteY104" fmla="*/ 1936480 h 6858000"/>
                <a:gd name="connsiteX105" fmla="*/ 578465 w 9767847"/>
                <a:gd name="connsiteY105" fmla="*/ 2320807 h 6858000"/>
                <a:gd name="connsiteX106" fmla="*/ 465080 w 9767847"/>
                <a:gd name="connsiteY106" fmla="*/ 2714875 h 6858000"/>
                <a:gd name="connsiteX107" fmla="*/ 423820 w 9767847"/>
                <a:gd name="connsiteY107" fmla="*/ 2915436 h 6858000"/>
                <a:gd name="connsiteX108" fmla="*/ 392355 w 9767847"/>
                <a:gd name="connsiteY108" fmla="*/ 3118071 h 6858000"/>
                <a:gd name="connsiteX109" fmla="*/ 358801 w 9767847"/>
                <a:gd name="connsiteY109" fmla="*/ 3526915 h 6858000"/>
                <a:gd name="connsiteX110" fmla="*/ 410350 w 9767847"/>
                <a:gd name="connsiteY110" fmla="*/ 4348226 h 6858000"/>
                <a:gd name="connsiteX111" fmla="*/ 449022 w 9767847"/>
                <a:gd name="connsiteY111" fmla="*/ 4551049 h 6858000"/>
                <a:gd name="connsiteX112" fmla="*/ 498882 w 9767847"/>
                <a:gd name="connsiteY112" fmla="*/ 4752365 h 6858000"/>
                <a:gd name="connsiteX113" fmla="*/ 559775 w 9767847"/>
                <a:gd name="connsiteY113" fmla="*/ 4951657 h 6858000"/>
                <a:gd name="connsiteX114" fmla="*/ 631406 w 9767847"/>
                <a:gd name="connsiteY114" fmla="*/ 5147986 h 6858000"/>
                <a:gd name="connsiteX115" fmla="*/ 1023461 w 9767847"/>
                <a:gd name="connsiteY115" fmla="*/ 5893957 h 6858000"/>
                <a:gd name="connsiteX116" fmla="*/ 1575880 w 9767847"/>
                <a:gd name="connsiteY116" fmla="*/ 6547646 h 6858000"/>
                <a:gd name="connsiteX117" fmla="*/ 1905228 w 9767847"/>
                <a:gd name="connsiteY117" fmla="*/ 6829468 h 6858000"/>
                <a:gd name="connsiteX118" fmla="*/ 1944230 w 9767847"/>
                <a:gd name="connsiteY118" fmla="*/ 6858000 h 6858000"/>
                <a:gd name="connsiteX119" fmla="*/ 1372541 w 9767847"/>
                <a:gd name="connsiteY119" fmla="*/ 6858000 h 6858000"/>
                <a:gd name="connsiteX120" fmla="*/ 1115251 w 9767847"/>
                <a:gd name="connsiteY120" fmla="*/ 6590005 h 6858000"/>
                <a:gd name="connsiteX121" fmla="*/ 0 w 9767847"/>
                <a:gd name="connsiteY121" fmla="*/ 3649031 h 6858000"/>
                <a:gd name="connsiteX122" fmla="*/ 1777294 w 9767847"/>
                <a:gd name="connsiteY122" fmla="*/ 813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9767847" h="6858000">
                  <a:moveTo>
                    <a:pt x="7151367" y="0"/>
                  </a:moveTo>
                  <a:lnTo>
                    <a:pt x="7881247" y="0"/>
                  </a:lnTo>
                  <a:lnTo>
                    <a:pt x="7990553" y="81317"/>
                  </a:lnTo>
                  <a:cubicBezTo>
                    <a:pt x="9075991" y="929334"/>
                    <a:pt x="9767847" y="2212695"/>
                    <a:pt x="9767847" y="3649031"/>
                  </a:cubicBezTo>
                  <a:cubicBezTo>
                    <a:pt x="9767847" y="4766182"/>
                    <a:pt x="9349317" y="5790792"/>
                    <a:pt x="8652597" y="6590005"/>
                  </a:cubicBezTo>
                  <a:lnTo>
                    <a:pt x="8395306" y="6858000"/>
                  </a:lnTo>
                  <a:lnTo>
                    <a:pt x="6762603" y="6858000"/>
                  </a:lnTo>
                  <a:lnTo>
                    <a:pt x="6765962" y="6854844"/>
                  </a:lnTo>
                  <a:cubicBezTo>
                    <a:pt x="6779036" y="6842703"/>
                    <a:pt x="6791663" y="6829621"/>
                    <a:pt x="6804586" y="6817103"/>
                  </a:cubicBezTo>
                  <a:lnTo>
                    <a:pt x="6881735" y="6741197"/>
                  </a:lnTo>
                  <a:cubicBezTo>
                    <a:pt x="6907435" y="6715881"/>
                    <a:pt x="6933134" y="6690798"/>
                    <a:pt x="6958883" y="6664822"/>
                  </a:cubicBezTo>
                  <a:lnTo>
                    <a:pt x="7267925" y="6355694"/>
                  </a:lnTo>
                  <a:lnTo>
                    <a:pt x="7424360" y="6200685"/>
                  </a:lnTo>
                  <a:cubicBezTo>
                    <a:pt x="7450754" y="6174802"/>
                    <a:pt x="7477598" y="6148731"/>
                    <a:pt x="7504938" y="6122708"/>
                  </a:cubicBezTo>
                  <a:lnTo>
                    <a:pt x="7546396" y="6083697"/>
                  </a:lnTo>
                  <a:cubicBezTo>
                    <a:pt x="7560264" y="6070803"/>
                    <a:pt x="7574780" y="6057532"/>
                    <a:pt x="7588002" y="6045532"/>
                  </a:cubicBezTo>
                  <a:lnTo>
                    <a:pt x="7631000" y="6006709"/>
                  </a:lnTo>
                  <a:lnTo>
                    <a:pt x="7675440" y="5968309"/>
                  </a:lnTo>
                  <a:cubicBezTo>
                    <a:pt x="7690404" y="5955698"/>
                    <a:pt x="7705564" y="5943321"/>
                    <a:pt x="7720626" y="5930851"/>
                  </a:cubicBezTo>
                  <a:cubicBezTo>
                    <a:pt x="7735738" y="5918427"/>
                    <a:pt x="7751197" y="5906521"/>
                    <a:pt x="7766458" y="5894334"/>
                  </a:cubicBezTo>
                  <a:cubicBezTo>
                    <a:pt x="7827949" y="5846192"/>
                    <a:pt x="7890979" y="5800499"/>
                    <a:pt x="7955254" y="5756828"/>
                  </a:cubicBezTo>
                  <a:cubicBezTo>
                    <a:pt x="8083800" y="5669534"/>
                    <a:pt x="8216872" y="5590336"/>
                    <a:pt x="8352678" y="5517630"/>
                  </a:cubicBezTo>
                  <a:lnTo>
                    <a:pt x="8451350" y="5465254"/>
                  </a:lnTo>
                  <a:lnTo>
                    <a:pt x="8548532" y="5413395"/>
                  </a:lnTo>
                  <a:cubicBezTo>
                    <a:pt x="8612110" y="5379090"/>
                    <a:pt x="8673251" y="5345208"/>
                    <a:pt x="8729473" y="5309961"/>
                  </a:cubicBezTo>
                  <a:cubicBezTo>
                    <a:pt x="8743591" y="5301115"/>
                    <a:pt x="8757161" y="5292361"/>
                    <a:pt x="8770781" y="5283232"/>
                  </a:cubicBezTo>
                  <a:cubicBezTo>
                    <a:pt x="8777591" y="5278667"/>
                    <a:pt x="8784451" y="5274103"/>
                    <a:pt x="8790964" y="5269492"/>
                  </a:cubicBezTo>
                  <a:cubicBezTo>
                    <a:pt x="8797574" y="5264879"/>
                    <a:pt x="8804235" y="5260314"/>
                    <a:pt x="8810499" y="5255703"/>
                  </a:cubicBezTo>
                  <a:cubicBezTo>
                    <a:pt x="8835999" y="5237303"/>
                    <a:pt x="8860407" y="5218291"/>
                    <a:pt x="8883571" y="5198479"/>
                  </a:cubicBezTo>
                  <a:cubicBezTo>
                    <a:pt x="8929900" y="5158856"/>
                    <a:pt x="8971258" y="5116315"/>
                    <a:pt x="9006651" y="5070527"/>
                  </a:cubicBezTo>
                  <a:cubicBezTo>
                    <a:pt x="9015351" y="5059328"/>
                    <a:pt x="9024398" y="5046857"/>
                    <a:pt x="9033494" y="5034105"/>
                  </a:cubicBezTo>
                  <a:lnTo>
                    <a:pt x="9040305" y="5024551"/>
                  </a:lnTo>
                  <a:lnTo>
                    <a:pt x="9046568" y="5015281"/>
                  </a:lnTo>
                  <a:cubicBezTo>
                    <a:pt x="9050743" y="5009163"/>
                    <a:pt x="9054819" y="5002952"/>
                    <a:pt x="9058846" y="4996645"/>
                  </a:cubicBezTo>
                  <a:cubicBezTo>
                    <a:pt x="9075002" y="4971517"/>
                    <a:pt x="9090212" y="4945305"/>
                    <a:pt x="9104529" y="4918105"/>
                  </a:cubicBezTo>
                  <a:cubicBezTo>
                    <a:pt x="9133211" y="4863752"/>
                    <a:pt x="9158313" y="4805447"/>
                    <a:pt x="9181081" y="4744694"/>
                  </a:cubicBezTo>
                  <a:cubicBezTo>
                    <a:pt x="9203748" y="4684178"/>
                    <a:pt x="9223383" y="4621778"/>
                    <a:pt x="9240731" y="4557872"/>
                  </a:cubicBezTo>
                  <a:cubicBezTo>
                    <a:pt x="9249481" y="4525966"/>
                    <a:pt x="9257682" y="4493684"/>
                    <a:pt x="9265388" y="4461073"/>
                  </a:cubicBezTo>
                  <a:cubicBezTo>
                    <a:pt x="9269215" y="4444744"/>
                    <a:pt x="9272943" y="4428367"/>
                    <a:pt x="9276571" y="4411943"/>
                  </a:cubicBezTo>
                  <a:lnTo>
                    <a:pt x="9281841" y="4387379"/>
                  </a:lnTo>
                  <a:lnTo>
                    <a:pt x="9286513" y="4364838"/>
                  </a:lnTo>
                  <a:lnTo>
                    <a:pt x="9296754" y="4312038"/>
                  </a:lnTo>
                  <a:lnTo>
                    <a:pt x="9301029" y="4289074"/>
                  </a:lnTo>
                  <a:lnTo>
                    <a:pt x="9302818" y="4278581"/>
                  </a:lnTo>
                  <a:lnTo>
                    <a:pt x="9304658" y="4266816"/>
                  </a:lnTo>
                  <a:lnTo>
                    <a:pt x="9312810" y="4215945"/>
                  </a:lnTo>
                  <a:lnTo>
                    <a:pt x="9316887" y="4190486"/>
                  </a:lnTo>
                  <a:lnTo>
                    <a:pt x="9318923" y="4177780"/>
                  </a:lnTo>
                  <a:cubicBezTo>
                    <a:pt x="9319570" y="4173546"/>
                    <a:pt x="9319969" y="4169169"/>
                    <a:pt x="9320515" y="4164886"/>
                  </a:cubicBezTo>
                  <a:lnTo>
                    <a:pt x="9332445" y="4064981"/>
                  </a:lnTo>
                  <a:cubicBezTo>
                    <a:pt x="9333836" y="4052370"/>
                    <a:pt x="9334880" y="4036888"/>
                    <a:pt x="9336173" y="4018676"/>
                  </a:cubicBezTo>
                  <a:lnTo>
                    <a:pt x="9340199" y="3965171"/>
                  </a:lnTo>
                  <a:cubicBezTo>
                    <a:pt x="9345071" y="3899806"/>
                    <a:pt x="9347358" y="3832983"/>
                    <a:pt x="9347557" y="3765972"/>
                  </a:cubicBezTo>
                  <a:cubicBezTo>
                    <a:pt x="9347656" y="3732420"/>
                    <a:pt x="9347209" y="3698773"/>
                    <a:pt x="9346364" y="3664938"/>
                  </a:cubicBezTo>
                  <a:lnTo>
                    <a:pt x="9344921" y="3615243"/>
                  </a:lnTo>
                  <a:lnTo>
                    <a:pt x="9344524" y="3603526"/>
                  </a:lnTo>
                  <a:lnTo>
                    <a:pt x="9343728" y="3590774"/>
                  </a:lnTo>
                  <a:lnTo>
                    <a:pt x="9342188" y="3565268"/>
                  </a:lnTo>
                  <a:lnTo>
                    <a:pt x="9339056" y="3514256"/>
                  </a:lnTo>
                  <a:cubicBezTo>
                    <a:pt x="9337914" y="3497221"/>
                    <a:pt x="9335874" y="3480138"/>
                    <a:pt x="9334334" y="3463057"/>
                  </a:cubicBezTo>
                  <a:lnTo>
                    <a:pt x="9329363" y="3411810"/>
                  </a:lnTo>
                  <a:lnTo>
                    <a:pt x="9328319" y="3400657"/>
                  </a:lnTo>
                  <a:lnTo>
                    <a:pt x="9327177" y="3390116"/>
                  </a:lnTo>
                  <a:lnTo>
                    <a:pt x="9324293" y="3366774"/>
                  </a:lnTo>
                  <a:lnTo>
                    <a:pt x="9320763" y="3340329"/>
                  </a:lnTo>
                  <a:lnTo>
                    <a:pt x="9317184" y="3311245"/>
                  </a:lnTo>
                  <a:cubicBezTo>
                    <a:pt x="9315594" y="3296893"/>
                    <a:pt x="9313506" y="3282306"/>
                    <a:pt x="9311021" y="3266211"/>
                  </a:cubicBezTo>
                  <a:lnTo>
                    <a:pt x="9302719" y="3215717"/>
                  </a:lnTo>
                  <a:cubicBezTo>
                    <a:pt x="9299936" y="3199059"/>
                    <a:pt x="9297003" y="3182400"/>
                    <a:pt x="9293970" y="3165789"/>
                  </a:cubicBezTo>
                  <a:cubicBezTo>
                    <a:pt x="9281891" y="3099295"/>
                    <a:pt x="9267674" y="3033084"/>
                    <a:pt x="9252065" y="2967107"/>
                  </a:cubicBezTo>
                  <a:cubicBezTo>
                    <a:pt x="9244261" y="2934167"/>
                    <a:pt x="9235959" y="2901273"/>
                    <a:pt x="9227211" y="2868473"/>
                  </a:cubicBezTo>
                  <a:lnTo>
                    <a:pt x="9220699" y="2844426"/>
                  </a:lnTo>
                  <a:lnTo>
                    <a:pt x="9213740" y="2820191"/>
                  </a:lnTo>
                  <a:cubicBezTo>
                    <a:pt x="9209216" y="2804049"/>
                    <a:pt x="9204345" y="2787768"/>
                    <a:pt x="9199374" y="2771438"/>
                  </a:cubicBezTo>
                  <a:cubicBezTo>
                    <a:pt x="9159855" y="2641086"/>
                    <a:pt x="9114272" y="2512099"/>
                    <a:pt x="9061829" y="2385418"/>
                  </a:cubicBezTo>
                  <a:cubicBezTo>
                    <a:pt x="9035582" y="2322077"/>
                    <a:pt x="9008043" y="2259160"/>
                    <a:pt x="8978865" y="2196855"/>
                  </a:cubicBezTo>
                  <a:lnTo>
                    <a:pt x="8956694" y="2150219"/>
                  </a:lnTo>
                  <a:lnTo>
                    <a:pt x="8934176" y="2103914"/>
                  </a:lnTo>
                  <a:cubicBezTo>
                    <a:pt x="8918915" y="2073091"/>
                    <a:pt x="8903157" y="2042032"/>
                    <a:pt x="8887151" y="2011350"/>
                  </a:cubicBezTo>
                  <a:cubicBezTo>
                    <a:pt x="8854988" y="1949891"/>
                    <a:pt x="8822082" y="1888810"/>
                    <a:pt x="8787533" y="1828527"/>
                  </a:cubicBezTo>
                  <a:lnTo>
                    <a:pt x="8761485" y="1783398"/>
                  </a:lnTo>
                  <a:lnTo>
                    <a:pt x="8734791" y="1737893"/>
                  </a:lnTo>
                  <a:cubicBezTo>
                    <a:pt x="8717047" y="1707823"/>
                    <a:pt x="8699200" y="1678363"/>
                    <a:pt x="8680808" y="1648812"/>
                  </a:cubicBezTo>
                  <a:cubicBezTo>
                    <a:pt x="8644322" y="1589658"/>
                    <a:pt x="8606194" y="1531118"/>
                    <a:pt x="8567024" y="1472906"/>
                  </a:cubicBezTo>
                  <a:lnTo>
                    <a:pt x="8537446" y="1429330"/>
                  </a:lnTo>
                  <a:lnTo>
                    <a:pt x="8507423" y="1385896"/>
                  </a:lnTo>
                  <a:cubicBezTo>
                    <a:pt x="8487390" y="1357284"/>
                    <a:pt x="8467158" y="1328719"/>
                    <a:pt x="8446529" y="1300295"/>
                  </a:cubicBezTo>
                  <a:cubicBezTo>
                    <a:pt x="8405271" y="1243496"/>
                    <a:pt x="8362718" y="1187120"/>
                    <a:pt x="8319224" y="1131026"/>
                  </a:cubicBezTo>
                  <a:lnTo>
                    <a:pt x="8286366" y="1089050"/>
                  </a:lnTo>
                  <a:lnTo>
                    <a:pt x="8270161" y="1068439"/>
                  </a:lnTo>
                  <a:lnTo>
                    <a:pt x="8253856" y="1048156"/>
                  </a:lnTo>
                  <a:cubicBezTo>
                    <a:pt x="8231636" y="1020675"/>
                    <a:pt x="8209117" y="993381"/>
                    <a:pt x="8186352" y="966275"/>
                  </a:cubicBezTo>
                  <a:cubicBezTo>
                    <a:pt x="8140917" y="911922"/>
                    <a:pt x="8094240" y="858417"/>
                    <a:pt x="8046768" y="805429"/>
                  </a:cubicBezTo>
                  <a:lnTo>
                    <a:pt x="8010927" y="765853"/>
                  </a:lnTo>
                  <a:lnTo>
                    <a:pt x="7974788" y="726653"/>
                  </a:lnTo>
                  <a:cubicBezTo>
                    <a:pt x="7950382" y="700489"/>
                    <a:pt x="7925824" y="674465"/>
                    <a:pt x="7901070" y="648724"/>
                  </a:cubicBezTo>
                  <a:cubicBezTo>
                    <a:pt x="7851510" y="597289"/>
                    <a:pt x="7801404" y="546514"/>
                    <a:pt x="7750054" y="497008"/>
                  </a:cubicBezTo>
                  <a:cubicBezTo>
                    <a:pt x="7698902" y="447644"/>
                    <a:pt x="7645913" y="398938"/>
                    <a:pt x="7592277" y="351221"/>
                  </a:cubicBezTo>
                  <a:cubicBezTo>
                    <a:pt x="7484856" y="255786"/>
                    <a:pt x="7373308" y="164304"/>
                    <a:pt x="7257734" y="76964"/>
                  </a:cubicBezTo>
                  <a:close/>
                  <a:moveTo>
                    <a:pt x="1886601" y="0"/>
                  </a:moveTo>
                  <a:lnTo>
                    <a:pt x="2292926" y="0"/>
                  </a:lnTo>
                  <a:lnTo>
                    <a:pt x="2135542" y="117781"/>
                  </a:lnTo>
                  <a:cubicBezTo>
                    <a:pt x="2078998" y="162280"/>
                    <a:pt x="2023659" y="208045"/>
                    <a:pt x="1969576" y="254986"/>
                  </a:cubicBezTo>
                  <a:cubicBezTo>
                    <a:pt x="1861309" y="348820"/>
                    <a:pt x="1758064" y="447314"/>
                    <a:pt x="1659938" y="549855"/>
                  </a:cubicBezTo>
                  <a:cubicBezTo>
                    <a:pt x="1266987" y="960346"/>
                    <a:pt x="953820" y="1431495"/>
                    <a:pt x="729383" y="1936480"/>
                  </a:cubicBezTo>
                  <a:cubicBezTo>
                    <a:pt x="673260" y="2062362"/>
                    <a:pt x="622855" y="2190972"/>
                    <a:pt x="578465" y="2320807"/>
                  </a:cubicBezTo>
                  <a:cubicBezTo>
                    <a:pt x="534125" y="2450687"/>
                    <a:pt x="496147" y="2582216"/>
                    <a:pt x="465080" y="2714875"/>
                  </a:cubicBezTo>
                  <a:cubicBezTo>
                    <a:pt x="449769" y="2780991"/>
                    <a:pt x="435850" y="2848191"/>
                    <a:pt x="423820" y="2915436"/>
                  </a:cubicBezTo>
                  <a:cubicBezTo>
                    <a:pt x="411840" y="2982731"/>
                    <a:pt x="401054" y="3050260"/>
                    <a:pt x="392355" y="3118071"/>
                  </a:cubicBezTo>
                  <a:cubicBezTo>
                    <a:pt x="374509" y="3253646"/>
                    <a:pt x="363424" y="3389880"/>
                    <a:pt x="358801" y="3526915"/>
                  </a:cubicBezTo>
                  <a:cubicBezTo>
                    <a:pt x="349009" y="3800843"/>
                    <a:pt x="366357" y="4075570"/>
                    <a:pt x="410350" y="4348226"/>
                  </a:cubicBezTo>
                  <a:cubicBezTo>
                    <a:pt x="421286" y="4416132"/>
                    <a:pt x="434209" y="4483660"/>
                    <a:pt x="449022" y="4551049"/>
                  </a:cubicBezTo>
                  <a:cubicBezTo>
                    <a:pt x="463737" y="4618436"/>
                    <a:pt x="480389" y="4685588"/>
                    <a:pt x="498882" y="4752365"/>
                  </a:cubicBezTo>
                  <a:cubicBezTo>
                    <a:pt x="517373" y="4819141"/>
                    <a:pt x="537704" y="4885635"/>
                    <a:pt x="559775" y="4951657"/>
                  </a:cubicBezTo>
                  <a:cubicBezTo>
                    <a:pt x="581946" y="5017775"/>
                    <a:pt x="605358" y="5083375"/>
                    <a:pt x="631406" y="5147986"/>
                  </a:cubicBezTo>
                  <a:cubicBezTo>
                    <a:pt x="734055" y="5407608"/>
                    <a:pt x="865188" y="5658570"/>
                    <a:pt x="1023461" y="5893957"/>
                  </a:cubicBezTo>
                  <a:cubicBezTo>
                    <a:pt x="1181487" y="6129578"/>
                    <a:pt x="1367051" y="6349247"/>
                    <a:pt x="1575880" y="6547646"/>
                  </a:cubicBezTo>
                  <a:cubicBezTo>
                    <a:pt x="1680269" y="6646916"/>
                    <a:pt x="1790338" y="6740939"/>
                    <a:pt x="1905228" y="6829468"/>
                  </a:cubicBezTo>
                  <a:lnTo>
                    <a:pt x="1944230" y="6858000"/>
                  </a:lnTo>
                  <a:lnTo>
                    <a:pt x="1372541" y="6858000"/>
                  </a:lnTo>
                  <a:lnTo>
                    <a:pt x="1115251" y="6590005"/>
                  </a:lnTo>
                  <a:cubicBezTo>
                    <a:pt x="418530" y="5790792"/>
                    <a:pt x="0" y="4766182"/>
                    <a:pt x="0" y="3649031"/>
                  </a:cubicBezTo>
                  <a:cubicBezTo>
                    <a:pt x="0" y="2212695"/>
                    <a:pt x="691856" y="929334"/>
                    <a:pt x="1777294" y="81317"/>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1" name="Freeform: Shape 20">
              <a:extLst>
                <a:ext uri="{FF2B5EF4-FFF2-40B4-BE49-F238E27FC236}">
                  <a16:creationId xmlns:a16="http://schemas.microsoft.com/office/drawing/2014/main" id="{82B0ED5C-927D-4C5F-8F27-1B403820B9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3402" y="36937"/>
              <a:ext cx="9767847" cy="6858000"/>
            </a:xfrm>
            <a:custGeom>
              <a:avLst/>
              <a:gdLst>
                <a:gd name="connsiteX0" fmla="*/ 7145704 w 9767847"/>
                <a:gd name="connsiteY0" fmla="*/ 0 h 6858000"/>
                <a:gd name="connsiteX1" fmla="*/ 7875738 w 9767847"/>
                <a:gd name="connsiteY1" fmla="*/ 0 h 6858000"/>
                <a:gd name="connsiteX2" fmla="*/ 7990553 w 9767847"/>
                <a:gd name="connsiteY2" fmla="*/ 85415 h 6858000"/>
                <a:gd name="connsiteX3" fmla="*/ 9767847 w 9767847"/>
                <a:gd name="connsiteY3" fmla="*/ 3653129 h 6858000"/>
                <a:gd name="connsiteX4" fmla="*/ 8652597 w 9767847"/>
                <a:gd name="connsiteY4" fmla="*/ 6594103 h 6858000"/>
                <a:gd name="connsiteX5" fmla="*/ 8399240 w 9767847"/>
                <a:gd name="connsiteY5" fmla="*/ 6858000 h 6858000"/>
                <a:gd name="connsiteX6" fmla="*/ 6766926 w 9767847"/>
                <a:gd name="connsiteY6" fmla="*/ 6858000 h 6858000"/>
                <a:gd name="connsiteX7" fmla="*/ 6804586 w 9767847"/>
                <a:gd name="connsiteY7" fmla="*/ 6821201 h 6858000"/>
                <a:gd name="connsiteX8" fmla="*/ 6881735 w 9767847"/>
                <a:gd name="connsiteY8" fmla="*/ 6745295 h 6858000"/>
                <a:gd name="connsiteX9" fmla="*/ 6958883 w 9767847"/>
                <a:gd name="connsiteY9" fmla="*/ 6668920 h 6858000"/>
                <a:gd name="connsiteX10" fmla="*/ 7267925 w 9767847"/>
                <a:gd name="connsiteY10" fmla="*/ 6359792 h 6858000"/>
                <a:gd name="connsiteX11" fmla="*/ 7424360 w 9767847"/>
                <a:gd name="connsiteY11" fmla="*/ 6204783 h 6858000"/>
                <a:gd name="connsiteX12" fmla="*/ 7504938 w 9767847"/>
                <a:gd name="connsiteY12" fmla="*/ 6126806 h 6858000"/>
                <a:gd name="connsiteX13" fmla="*/ 7546396 w 9767847"/>
                <a:gd name="connsiteY13" fmla="*/ 6087795 h 6858000"/>
                <a:gd name="connsiteX14" fmla="*/ 7588002 w 9767847"/>
                <a:gd name="connsiteY14" fmla="*/ 6049630 h 6858000"/>
                <a:gd name="connsiteX15" fmla="*/ 7631000 w 9767847"/>
                <a:gd name="connsiteY15" fmla="*/ 6010807 h 6858000"/>
                <a:gd name="connsiteX16" fmla="*/ 7675440 w 9767847"/>
                <a:gd name="connsiteY16" fmla="*/ 5972407 h 6858000"/>
                <a:gd name="connsiteX17" fmla="*/ 7720626 w 9767847"/>
                <a:gd name="connsiteY17" fmla="*/ 5934949 h 6858000"/>
                <a:gd name="connsiteX18" fmla="*/ 7766458 w 9767847"/>
                <a:gd name="connsiteY18" fmla="*/ 5898432 h 6858000"/>
                <a:gd name="connsiteX19" fmla="*/ 7955254 w 9767847"/>
                <a:gd name="connsiteY19" fmla="*/ 5760926 h 6858000"/>
                <a:gd name="connsiteX20" fmla="*/ 8352678 w 9767847"/>
                <a:gd name="connsiteY20" fmla="*/ 5521728 h 6858000"/>
                <a:gd name="connsiteX21" fmla="*/ 8451350 w 9767847"/>
                <a:gd name="connsiteY21" fmla="*/ 5469352 h 6858000"/>
                <a:gd name="connsiteX22" fmla="*/ 8548532 w 9767847"/>
                <a:gd name="connsiteY22" fmla="*/ 5417493 h 6858000"/>
                <a:gd name="connsiteX23" fmla="*/ 8729473 w 9767847"/>
                <a:gd name="connsiteY23" fmla="*/ 5314059 h 6858000"/>
                <a:gd name="connsiteX24" fmla="*/ 8770781 w 9767847"/>
                <a:gd name="connsiteY24" fmla="*/ 5287330 h 6858000"/>
                <a:gd name="connsiteX25" fmla="*/ 8790964 w 9767847"/>
                <a:gd name="connsiteY25" fmla="*/ 5273590 h 6858000"/>
                <a:gd name="connsiteX26" fmla="*/ 8810499 w 9767847"/>
                <a:gd name="connsiteY26" fmla="*/ 5259801 h 6858000"/>
                <a:gd name="connsiteX27" fmla="*/ 8883571 w 9767847"/>
                <a:gd name="connsiteY27" fmla="*/ 5202577 h 6858000"/>
                <a:gd name="connsiteX28" fmla="*/ 9006651 w 9767847"/>
                <a:gd name="connsiteY28" fmla="*/ 5074625 h 6858000"/>
                <a:gd name="connsiteX29" fmla="*/ 9033494 w 9767847"/>
                <a:gd name="connsiteY29" fmla="*/ 5038203 h 6858000"/>
                <a:gd name="connsiteX30" fmla="*/ 9040305 w 9767847"/>
                <a:gd name="connsiteY30" fmla="*/ 5028649 h 6858000"/>
                <a:gd name="connsiteX31" fmla="*/ 9046568 w 9767847"/>
                <a:gd name="connsiteY31" fmla="*/ 5019379 h 6858000"/>
                <a:gd name="connsiteX32" fmla="*/ 9058846 w 9767847"/>
                <a:gd name="connsiteY32" fmla="*/ 5000743 h 6858000"/>
                <a:gd name="connsiteX33" fmla="*/ 9104529 w 9767847"/>
                <a:gd name="connsiteY33" fmla="*/ 4922203 h 6858000"/>
                <a:gd name="connsiteX34" fmla="*/ 9181081 w 9767847"/>
                <a:gd name="connsiteY34" fmla="*/ 4748792 h 6858000"/>
                <a:gd name="connsiteX35" fmla="*/ 9240731 w 9767847"/>
                <a:gd name="connsiteY35" fmla="*/ 4561970 h 6858000"/>
                <a:gd name="connsiteX36" fmla="*/ 9265388 w 9767847"/>
                <a:gd name="connsiteY36" fmla="*/ 4465171 h 6858000"/>
                <a:gd name="connsiteX37" fmla="*/ 9276571 w 9767847"/>
                <a:gd name="connsiteY37" fmla="*/ 4416041 h 6858000"/>
                <a:gd name="connsiteX38" fmla="*/ 9281841 w 9767847"/>
                <a:gd name="connsiteY38" fmla="*/ 4391477 h 6858000"/>
                <a:gd name="connsiteX39" fmla="*/ 9286513 w 9767847"/>
                <a:gd name="connsiteY39" fmla="*/ 4368936 h 6858000"/>
                <a:gd name="connsiteX40" fmla="*/ 9296754 w 9767847"/>
                <a:gd name="connsiteY40" fmla="*/ 4316136 h 6858000"/>
                <a:gd name="connsiteX41" fmla="*/ 9301029 w 9767847"/>
                <a:gd name="connsiteY41" fmla="*/ 4293172 h 6858000"/>
                <a:gd name="connsiteX42" fmla="*/ 9302818 w 9767847"/>
                <a:gd name="connsiteY42" fmla="*/ 4282679 h 6858000"/>
                <a:gd name="connsiteX43" fmla="*/ 9304658 w 9767847"/>
                <a:gd name="connsiteY43" fmla="*/ 4270914 h 6858000"/>
                <a:gd name="connsiteX44" fmla="*/ 9312810 w 9767847"/>
                <a:gd name="connsiteY44" fmla="*/ 4220043 h 6858000"/>
                <a:gd name="connsiteX45" fmla="*/ 9316887 w 9767847"/>
                <a:gd name="connsiteY45" fmla="*/ 4194584 h 6858000"/>
                <a:gd name="connsiteX46" fmla="*/ 9318923 w 9767847"/>
                <a:gd name="connsiteY46" fmla="*/ 4181878 h 6858000"/>
                <a:gd name="connsiteX47" fmla="*/ 9320515 w 9767847"/>
                <a:gd name="connsiteY47" fmla="*/ 4168984 h 6858000"/>
                <a:gd name="connsiteX48" fmla="*/ 9332445 w 9767847"/>
                <a:gd name="connsiteY48" fmla="*/ 4069079 h 6858000"/>
                <a:gd name="connsiteX49" fmla="*/ 9336173 w 9767847"/>
                <a:gd name="connsiteY49" fmla="*/ 4022774 h 6858000"/>
                <a:gd name="connsiteX50" fmla="*/ 9340199 w 9767847"/>
                <a:gd name="connsiteY50" fmla="*/ 3969269 h 6858000"/>
                <a:gd name="connsiteX51" fmla="*/ 9347557 w 9767847"/>
                <a:gd name="connsiteY51" fmla="*/ 3770070 h 6858000"/>
                <a:gd name="connsiteX52" fmla="*/ 9346364 w 9767847"/>
                <a:gd name="connsiteY52" fmla="*/ 3669036 h 6858000"/>
                <a:gd name="connsiteX53" fmla="*/ 9344921 w 9767847"/>
                <a:gd name="connsiteY53" fmla="*/ 3619341 h 6858000"/>
                <a:gd name="connsiteX54" fmla="*/ 9344524 w 9767847"/>
                <a:gd name="connsiteY54" fmla="*/ 3607624 h 6858000"/>
                <a:gd name="connsiteX55" fmla="*/ 9343728 w 9767847"/>
                <a:gd name="connsiteY55" fmla="*/ 3594872 h 6858000"/>
                <a:gd name="connsiteX56" fmla="*/ 9342188 w 9767847"/>
                <a:gd name="connsiteY56" fmla="*/ 3569366 h 6858000"/>
                <a:gd name="connsiteX57" fmla="*/ 9339056 w 9767847"/>
                <a:gd name="connsiteY57" fmla="*/ 3518354 h 6858000"/>
                <a:gd name="connsiteX58" fmla="*/ 9334334 w 9767847"/>
                <a:gd name="connsiteY58" fmla="*/ 3467155 h 6858000"/>
                <a:gd name="connsiteX59" fmla="*/ 9329363 w 9767847"/>
                <a:gd name="connsiteY59" fmla="*/ 3415908 h 6858000"/>
                <a:gd name="connsiteX60" fmla="*/ 9328319 w 9767847"/>
                <a:gd name="connsiteY60" fmla="*/ 3404755 h 6858000"/>
                <a:gd name="connsiteX61" fmla="*/ 9327177 w 9767847"/>
                <a:gd name="connsiteY61" fmla="*/ 3394214 h 6858000"/>
                <a:gd name="connsiteX62" fmla="*/ 9324293 w 9767847"/>
                <a:gd name="connsiteY62" fmla="*/ 3370872 h 6858000"/>
                <a:gd name="connsiteX63" fmla="*/ 9320763 w 9767847"/>
                <a:gd name="connsiteY63" fmla="*/ 3344427 h 6858000"/>
                <a:gd name="connsiteX64" fmla="*/ 9317184 w 9767847"/>
                <a:gd name="connsiteY64" fmla="*/ 3315343 h 6858000"/>
                <a:gd name="connsiteX65" fmla="*/ 9311021 w 9767847"/>
                <a:gd name="connsiteY65" fmla="*/ 3270309 h 6858000"/>
                <a:gd name="connsiteX66" fmla="*/ 9302719 w 9767847"/>
                <a:gd name="connsiteY66" fmla="*/ 3219815 h 6858000"/>
                <a:gd name="connsiteX67" fmla="*/ 9293970 w 9767847"/>
                <a:gd name="connsiteY67" fmla="*/ 3169887 h 6858000"/>
                <a:gd name="connsiteX68" fmla="*/ 9252065 w 9767847"/>
                <a:gd name="connsiteY68" fmla="*/ 2971205 h 6858000"/>
                <a:gd name="connsiteX69" fmla="*/ 9227211 w 9767847"/>
                <a:gd name="connsiteY69" fmla="*/ 2872571 h 6858000"/>
                <a:gd name="connsiteX70" fmla="*/ 9220699 w 9767847"/>
                <a:gd name="connsiteY70" fmla="*/ 2848524 h 6858000"/>
                <a:gd name="connsiteX71" fmla="*/ 9213740 w 9767847"/>
                <a:gd name="connsiteY71" fmla="*/ 2824289 h 6858000"/>
                <a:gd name="connsiteX72" fmla="*/ 9199374 w 9767847"/>
                <a:gd name="connsiteY72" fmla="*/ 2775536 h 6858000"/>
                <a:gd name="connsiteX73" fmla="*/ 9061829 w 9767847"/>
                <a:gd name="connsiteY73" fmla="*/ 2389515 h 6858000"/>
                <a:gd name="connsiteX74" fmla="*/ 8978865 w 9767847"/>
                <a:gd name="connsiteY74" fmla="*/ 2200953 h 6858000"/>
                <a:gd name="connsiteX75" fmla="*/ 8956694 w 9767847"/>
                <a:gd name="connsiteY75" fmla="*/ 2154317 h 6858000"/>
                <a:gd name="connsiteX76" fmla="*/ 8934176 w 9767847"/>
                <a:gd name="connsiteY76" fmla="*/ 2108012 h 6858000"/>
                <a:gd name="connsiteX77" fmla="*/ 8887151 w 9767847"/>
                <a:gd name="connsiteY77" fmla="*/ 2015448 h 6858000"/>
                <a:gd name="connsiteX78" fmla="*/ 8787533 w 9767847"/>
                <a:gd name="connsiteY78" fmla="*/ 1832625 h 6858000"/>
                <a:gd name="connsiteX79" fmla="*/ 8761485 w 9767847"/>
                <a:gd name="connsiteY79" fmla="*/ 1787496 h 6858000"/>
                <a:gd name="connsiteX80" fmla="*/ 8734791 w 9767847"/>
                <a:gd name="connsiteY80" fmla="*/ 1741991 h 6858000"/>
                <a:gd name="connsiteX81" fmla="*/ 8680808 w 9767847"/>
                <a:gd name="connsiteY81" fmla="*/ 1652910 h 6858000"/>
                <a:gd name="connsiteX82" fmla="*/ 8567024 w 9767847"/>
                <a:gd name="connsiteY82" fmla="*/ 1477004 h 6858000"/>
                <a:gd name="connsiteX83" fmla="*/ 8537446 w 9767847"/>
                <a:gd name="connsiteY83" fmla="*/ 1433428 h 6858000"/>
                <a:gd name="connsiteX84" fmla="*/ 8507423 w 9767847"/>
                <a:gd name="connsiteY84" fmla="*/ 1389994 h 6858000"/>
                <a:gd name="connsiteX85" fmla="*/ 8446529 w 9767847"/>
                <a:gd name="connsiteY85" fmla="*/ 1304393 h 6858000"/>
                <a:gd name="connsiteX86" fmla="*/ 8319224 w 9767847"/>
                <a:gd name="connsiteY86" fmla="*/ 1135124 h 6858000"/>
                <a:gd name="connsiteX87" fmla="*/ 8286366 w 9767847"/>
                <a:gd name="connsiteY87" fmla="*/ 1093148 h 6858000"/>
                <a:gd name="connsiteX88" fmla="*/ 8270161 w 9767847"/>
                <a:gd name="connsiteY88" fmla="*/ 1072538 h 6858000"/>
                <a:gd name="connsiteX89" fmla="*/ 8253856 w 9767847"/>
                <a:gd name="connsiteY89" fmla="*/ 1052254 h 6858000"/>
                <a:gd name="connsiteX90" fmla="*/ 8186352 w 9767847"/>
                <a:gd name="connsiteY90" fmla="*/ 970373 h 6858000"/>
                <a:gd name="connsiteX91" fmla="*/ 8046768 w 9767847"/>
                <a:gd name="connsiteY91" fmla="*/ 809527 h 6858000"/>
                <a:gd name="connsiteX92" fmla="*/ 8010927 w 9767847"/>
                <a:gd name="connsiteY92" fmla="*/ 769951 h 6858000"/>
                <a:gd name="connsiteX93" fmla="*/ 7974788 w 9767847"/>
                <a:gd name="connsiteY93" fmla="*/ 730751 h 6858000"/>
                <a:gd name="connsiteX94" fmla="*/ 7901070 w 9767847"/>
                <a:gd name="connsiteY94" fmla="*/ 652823 h 6858000"/>
                <a:gd name="connsiteX95" fmla="*/ 7750054 w 9767847"/>
                <a:gd name="connsiteY95" fmla="*/ 501106 h 6858000"/>
                <a:gd name="connsiteX96" fmla="*/ 7592277 w 9767847"/>
                <a:gd name="connsiteY96" fmla="*/ 355319 h 6858000"/>
                <a:gd name="connsiteX97" fmla="*/ 7257734 w 9767847"/>
                <a:gd name="connsiteY97" fmla="*/ 81062 h 6858000"/>
                <a:gd name="connsiteX98" fmla="*/ 1892109 w 9767847"/>
                <a:gd name="connsiteY98" fmla="*/ 0 h 6858000"/>
                <a:gd name="connsiteX99" fmla="*/ 2298402 w 9767847"/>
                <a:gd name="connsiteY99" fmla="*/ 0 h 6858000"/>
                <a:gd name="connsiteX100" fmla="*/ 2135542 w 9767847"/>
                <a:gd name="connsiteY100" fmla="*/ 121879 h 6858000"/>
                <a:gd name="connsiteX101" fmla="*/ 1969576 w 9767847"/>
                <a:gd name="connsiteY101" fmla="*/ 259084 h 6858000"/>
                <a:gd name="connsiteX102" fmla="*/ 1659938 w 9767847"/>
                <a:gd name="connsiteY102" fmla="*/ 553953 h 6858000"/>
                <a:gd name="connsiteX103" fmla="*/ 729383 w 9767847"/>
                <a:gd name="connsiteY103" fmla="*/ 1940578 h 6858000"/>
                <a:gd name="connsiteX104" fmla="*/ 578465 w 9767847"/>
                <a:gd name="connsiteY104" fmla="*/ 2324905 h 6858000"/>
                <a:gd name="connsiteX105" fmla="*/ 465080 w 9767847"/>
                <a:gd name="connsiteY105" fmla="*/ 2718973 h 6858000"/>
                <a:gd name="connsiteX106" fmla="*/ 423820 w 9767847"/>
                <a:gd name="connsiteY106" fmla="*/ 2919535 h 6858000"/>
                <a:gd name="connsiteX107" fmla="*/ 392355 w 9767847"/>
                <a:gd name="connsiteY107" fmla="*/ 3122169 h 6858000"/>
                <a:gd name="connsiteX108" fmla="*/ 358801 w 9767847"/>
                <a:gd name="connsiteY108" fmla="*/ 3531013 h 6858000"/>
                <a:gd name="connsiteX109" fmla="*/ 410350 w 9767847"/>
                <a:gd name="connsiteY109" fmla="*/ 4352324 h 6858000"/>
                <a:gd name="connsiteX110" fmla="*/ 449022 w 9767847"/>
                <a:gd name="connsiteY110" fmla="*/ 4555147 h 6858000"/>
                <a:gd name="connsiteX111" fmla="*/ 498882 w 9767847"/>
                <a:gd name="connsiteY111" fmla="*/ 4756463 h 6858000"/>
                <a:gd name="connsiteX112" fmla="*/ 559775 w 9767847"/>
                <a:gd name="connsiteY112" fmla="*/ 4955755 h 6858000"/>
                <a:gd name="connsiteX113" fmla="*/ 631406 w 9767847"/>
                <a:gd name="connsiteY113" fmla="*/ 5152084 h 6858000"/>
                <a:gd name="connsiteX114" fmla="*/ 1023461 w 9767847"/>
                <a:gd name="connsiteY114" fmla="*/ 5898055 h 6858000"/>
                <a:gd name="connsiteX115" fmla="*/ 1575880 w 9767847"/>
                <a:gd name="connsiteY115" fmla="*/ 6551744 h 6858000"/>
                <a:gd name="connsiteX116" fmla="*/ 1905228 w 9767847"/>
                <a:gd name="connsiteY116" fmla="*/ 6833566 h 6858000"/>
                <a:gd name="connsiteX117" fmla="*/ 1938629 w 9767847"/>
                <a:gd name="connsiteY117" fmla="*/ 6858000 h 6858000"/>
                <a:gd name="connsiteX118" fmla="*/ 1368607 w 9767847"/>
                <a:gd name="connsiteY118" fmla="*/ 6858000 h 6858000"/>
                <a:gd name="connsiteX119" fmla="*/ 1115251 w 9767847"/>
                <a:gd name="connsiteY119" fmla="*/ 6594103 h 6858000"/>
                <a:gd name="connsiteX120" fmla="*/ 0 w 9767847"/>
                <a:gd name="connsiteY120" fmla="*/ 3653129 h 6858000"/>
                <a:gd name="connsiteX121" fmla="*/ 1777294 w 9767847"/>
                <a:gd name="connsiteY121" fmla="*/ 854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9767847" h="6858000">
                  <a:moveTo>
                    <a:pt x="7145704" y="0"/>
                  </a:moveTo>
                  <a:lnTo>
                    <a:pt x="7875738" y="0"/>
                  </a:lnTo>
                  <a:lnTo>
                    <a:pt x="7990553" y="85415"/>
                  </a:lnTo>
                  <a:cubicBezTo>
                    <a:pt x="9075991" y="933432"/>
                    <a:pt x="9767847" y="2216793"/>
                    <a:pt x="9767847" y="3653129"/>
                  </a:cubicBezTo>
                  <a:cubicBezTo>
                    <a:pt x="9767847" y="4770280"/>
                    <a:pt x="9349317" y="5794890"/>
                    <a:pt x="8652597" y="6594103"/>
                  </a:cubicBezTo>
                  <a:lnTo>
                    <a:pt x="8399240" y="6858000"/>
                  </a:lnTo>
                  <a:lnTo>
                    <a:pt x="6766926" y="6858000"/>
                  </a:lnTo>
                  <a:lnTo>
                    <a:pt x="6804586" y="6821201"/>
                  </a:lnTo>
                  <a:lnTo>
                    <a:pt x="6881735" y="6745295"/>
                  </a:lnTo>
                  <a:cubicBezTo>
                    <a:pt x="6907435" y="6719979"/>
                    <a:pt x="6933134" y="6694896"/>
                    <a:pt x="6958883" y="6668920"/>
                  </a:cubicBezTo>
                  <a:lnTo>
                    <a:pt x="7267925" y="6359792"/>
                  </a:lnTo>
                  <a:lnTo>
                    <a:pt x="7424360" y="6204783"/>
                  </a:lnTo>
                  <a:cubicBezTo>
                    <a:pt x="7450754" y="6178900"/>
                    <a:pt x="7477598" y="6152829"/>
                    <a:pt x="7504938" y="6126806"/>
                  </a:cubicBezTo>
                  <a:lnTo>
                    <a:pt x="7546396" y="6087795"/>
                  </a:lnTo>
                  <a:cubicBezTo>
                    <a:pt x="7560264" y="6074901"/>
                    <a:pt x="7574780" y="6061630"/>
                    <a:pt x="7588002" y="6049630"/>
                  </a:cubicBezTo>
                  <a:lnTo>
                    <a:pt x="7631000" y="6010807"/>
                  </a:lnTo>
                  <a:lnTo>
                    <a:pt x="7675440" y="5972407"/>
                  </a:lnTo>
                  <a:cubicBezTo>
                    <a:pt x="7690404" y="5959796"/>
                    <a:pt x="7705564" y="5947419"/>
                    <a:pt x="7720626" y="5934949"/>
                  </a:cubicBezTo>
                  <a:cubicBezTo>
                    <a:pt x="7735738" y="5922525"/>
                    <a:pt x="7751197" y="5910619"/>
                    <a:pt x="7766458" y="5898432"/>
                  </a:cubicBezTo>
                  <a:cubicBezTo>
                    <a:pt x="7827949" y="5850290"/>
                    <a:pt x="7890979" y="5804597"/>
                    <a:pt x="7955254" y="5760926"/>
                  </a:cubicBezTo>
                  <a:cubicBezTo>
                    <a:pt x="8083800" y="5673632"/>
                    <a:pt x="8216872" y="5594434"/>
                    <a:pt x="8352678" y="5521728"/>
                  </a:cubicBezTo>
                  <a:lnTo>
                    <a:pt x="8451350" y="5469352"/>
                  </a:lnTo>
                  <a:lnTo>
                    <a:pt x="8548532" y="5417493"/>
                  </a:lnTo>
                  <a:cubicBezTo>
                    <a:pt x="8612110" y="5383188"/>
                    <a:pt x="8673251" y="5349306"/>
                    <a:pt x="8729473" y="5314059"/>
                  </a:cubicBezTo>
                  <a:cubicBezTo>
                    <a:pt x="8743591" y="5305213"/>
                    <a:pt x="8757161" y="5296459"/>
                    <a:pt x="8770781" y="5287330"/>
                  </a:cubicBezTo>
                  <a:cubicBezTo>
                    <a:pt x="8777591" y="5282765"/>
                    <a:pt x="8784451" y="5278201"/>
                    <a:pt x="8790964" y="5273590"/>
                  </a:cubicBezTo>
                  <a:cubicBezTo>
                    <a:pt x="8797574" y="5268977"/>
                    <a:pt x="8804235" y="5264412"/>
                    <a:pt x="8810499" y="5259801"/>
                  </a:cubicBezTo>
                  <a:cubicBezTo>
                    <a:pt x="8835999" y="5241401"/>
                    <a:pt x="8860407" y="5222389"/>
                    <a:pt x="8883571" y="5202577"/>
                  </a:cubicBezTo>
                  <a:cubicBezTo>
                    <a:pt x="8929900" y="5162954"/>
                    <a:pt x="8971258" y="5120413"/>
                    <a:pt x="9006651" y="5074625"/>
                  </a:cubicBezTo>
                  <a:cubicBezTo>
                    <a:pt x="9015351" y="5063426"/>
                    <a:pt x="9024398" y="5050955"/>
                    <a:pt x="9033494" y="5038203"/>
                  </a:cubicBezTo>
                  <a:lnTo>
                    <a:pt x="9040305" y="5028649"/>
                  </a:lnTo>
                  <a:lnTo>
                    <a:pt x="9046568" y="5019379"/>
                  </a:lnTo>
                  <a:cubicBezTo>
                    <a:pt x="9050743" y="5013261"/>
                    <a:pt x="9054819" y="5007050"/>
                    <a:pt x="9058846" y="5000743"/>
                  </a:cubicBezTo>
                  <a:cubicBezTo>
                    <a:pt x="9075002" y="4975615"/>
                    <a:pt x="9090212" y="4949403"/>
                    <a:pt x="9104529" y="4922203"/>
                  </a:cubicBezTo>
                  <a:cubicBezTo>
                    <a:pt x="9133211" y="4867850"/>
                    <a:pt x="9158313" y="4809545"/>
                    <a:pt x="9181081" y="4748792"/>
                  </a:cubicBezTo>
                  <a:cubicBezTo>
                    <a:pt x="9203748" y="4688276"/>
                    <a:pt x="9223383" y="4625876"/>
                    <a:pt x="9240731" y="4561970"/>
                  </a:cubicBezTo>
                  <a:cubicBezTo>
                    <a:pt x="9249481" y="4530064"/>
                    <a:pt x="9257682" y="4497782"/>
                    <a:pt x="9265388" y="4465171"/>
                  </a:cubicBezTo>
                  <a:cubicBezTo>
                    <a:pt x="9269215" y="4448842"/>
                    <a:pt x="9272943" y="4432465"/>
                    <a:pt x="9276571" y="4416041"/>
                  </a:cubicBezTo>
                  <a:lnTo>
                    <a:pt x="9281841" y="4391477"/>
                  </a:lnTo>
                  <a:lnTo>
                    <a:pt x="9286513" y="4368936"/>
                  </a:lnTo>
                  <a:lnTo>
                    <a:pt x="9296754" y="4316136"/>
                  </a:lnTo>
                  <a:lnTo>
                    <a:pt x="9301029" y="4293172"/>
                  </a:lnTo>
                  <a:lnTo>
                    <a:pt x="9302818" y="4282679"/>
                  </a:lnTo>
                  <a:lnTo>
                    <a:pt x="9304658" y="4270914"/>
                  </a:lnTo>
                  <a:lnTo>
                    <a:pt x="9312810" y="4220043"/>
                  </a:lnTo>
                  <a:lnTo>
                    <a:pt x="9316887" y="4194584"/>
                  </a:lnTo>
                  <a:lnTo>
                    <a:pt x="9318923" y="4181878"/>
                  </a:lnTo>
                  <a:cubicBezTo>
                    <a:pt x="9319570" y="4177644"/>
                    <a:pt x="9319969" y="4173267"/>
                    <a:pt x="9320515" y="4168984"/>
                  </a:cubicBezTo>
                  <a:lnTo>
                    <a:pt x="9332445" y="4069079"/>
                  </a:lnTo>
                  <a:cubicBezTo>
                    <a:pt x="9333836" y="4056468"/>
                    <a:pt x="9334880" y="4040986"/>
                    <a:pt x="9336173" y="4022774"/>
                  </a:cubicBezTo>
                  <a:lnTo>
                    <a:pt x="9340199" y="3969269"/>
                  </a:lnTo>
                  <a:cubicBezTo>
                    <a:pt x="9345071" y="3903904"/>
                    <a:pt x="9347358" y="3837081"/>
                    <a:pt x="9347557" y="3770070"/>
                  </a:cubicBezTo>
                  <a:cubicBezTo>
                    <a:pt x="9347656" y="3736518"/>
                    <a:pt x="9347209" y="3702871"/>
                    <a:pt x="9346364" y="3669036"/>
                  </a:cubicBezTo>
                  <a:lnTo>
                    <a:pt x="9344921" y="3619341"/>
                  </a:lnTo>
                  <a:lnTo>
                    <a:pt x="9344524" y="3607624"/>
                  </a:lnTo>
                  <a:lnTo>
                    <a:pt x="9343728" y="3594872"/>
                  </a:lnTo>
                  <a:lnTo>
                    <a:pt x="9342188" y="3569366"/>
                  </a:lnTo>
                  <a:lnTo>
                    <a:pt x="9339056" y="3518354"/>
                  </a:lnTo>
                  <a:cubicBezTo>
                    <a:pt x="9337914" y="3501319"/>
                    <a:pt x="9335874" y="3484236"/>
                    <a:pt x="9334334" y="3467155"/>
                  </a:cubicBezTo>
                  <a:lnTo>
                    <a:pt x="9329363" y="3415908"/>
                  </a:lnTo>
                  <a:lnTo>
                    <a:pt x="9328319" y="3404755"/>
                  </a:lnTo>
                  <a:lnTo>
                    <a:pt x="9327177" y="3394214"/>
                  </a:lnTo>
                  <a:lnTo>
                    <a:pt x="9324293" y="3370872"/>
                  </a:lnTo>
                  <a:lnTo>
                    <a:pt x="9320763" y="3344427"/>
                  </a:lnTo>
                  <a:lnTo>
                    <a:pt x="9317184" y="3315343"/>
                  </a:lnTo>
                  <a:cubicBezTo>
                    <a:pt x="9315594" y="3300991"/>
                    <a:pt x="9313506" y="3286404"/>
                    <a:pt x="9311021" y="3270309"/>
                  </a:cubicBezTo>
                  <a:lnTo>
                    <a:pt x="9302719" y="3219815"/>
                  </a:lnTo>
                  <a:cubicBezTo>
                    <a:pt x="9299936" y="3203157"/>
                    <a:pt x="9297003" y="3186498"/>
                    <a:pt x="9293970" y="3169887"/>
                  </a:cubicBezTo>
                  <a:cubicBezTo>
                    <a:pt x="9281891" y="3103393"/>
                    <a:pt x="9267674" y="3037182"/>
                    <a:pt x="9252065" y="2971205"/>
                  </a:cubicBezTo>
                  <a:cubicBezTo>
                    <a:pt x="9244261" y="2938265"/>
                    <a:pt x="9235959" y="2905371"/>
                    <a:pt x="9227211" y="2872571"/>
                  </a:cubicBezTo>
                  <a:lnTo>
                    <a:pt x="9220699" y="2848524"/>
                  </a:lnTo>
                  <a:lnTo>
                    <a:pt x="9213740" y="2824289"/>
                  </a:lnTo>
                  <a:cubicBezTo>
                    <a:pt x="9209216" y="2808147"/>
                    <a:pt x="9204345" y="2791866"/>
                    <a:pt x="9199374" y="2775536"/>
                  </a:cubicBezTo>
                  <a:cubicBezTo>
                    <a:pt x="9159855" y="2645184"/>
                    <a:pt x="9114272" y="2516197"/>
                    <a:pt x="9061829" y="2389515"/>
                  </a:cubicBezTo>
                  <a:cubicBezTo>
                    <a:pt x="9035582" y="2326175"/>
                    <a:pt x="9008043" y="2263258"/>
                    <a:pt x="8978865" y="2200953"/>
                  </a:cubicBezTo>
                  <a:lnTo>
                    <a:pt x="8956694" y="2154317"/>
                  </a:lnTo>
                  <a:lnTo>
                    <a:pt x="8934176" y="2108012"/>
                  </a:lnTo>
                  <a:cubicBezTo>
                    <a:pt x="8918915" y="2077189"/>
                    <a:pt x="8903157" y="2046130"/>
                    <a:pt x="8887151" y="2015448"/>
                  </a:cubicBezTo>
                  <a:cubicBezTo>
                    <a:pt x="8854988" y="1953989"/>
                    <a:pt x="8822082" y="1892908"/>
                    <a:pt x="8787533" y="1832625"/>
                  </a:cubicBezTo>
                  <a:lnTo>
                    <a:pt x="8761485" y="1787496"/>
                  </a:lnTo>
                  <a:lnTo>
                    <a:pt x="8734791" y="1741991"/>
                  </a:lnTo>
                  <a:cubicBezTo>
                    <a:pt x="8717047" y="1711921"/>
                    <a:pt x="8699200" y="1682461"/>
                    <a:pt x="8680808" y="1652910"/>
                  </a:cubicBezTo>
                  <a:cubicBezTo>
                    <a:pt x="8644322" y="1593756"/>
                    <a:pt x="8606194" y="1535216"/>
                    <a:pt x="8567024" y="1477004"/>
                  </a:cubicBezTo>
                  <a:lnTo>
                    <a:pt x="8537446" y="1433428"/>
                  </a:lnTo>
                  <a:lnTo>
                    <a:pt x="8507423" y="1389994"/>
                  </a:lnTo>
                  <a:cubicBezTo>
                    <a:pt x="8487390" y="1361382"/>
                    <a:pt x="8467158" y="1332817"/>
                    <a:pt x="8446529" y="1304393"/>
                  </a:cubicBezTo>
                  <a:cubicBezTo>
                    <a:pt x="8405271" y="1247595"/>
                    <a:pt x="8362718" y="1191218"/>
                    <a:pt x="8319224" y="1135124"/>
                  </a:cubicBezTo>
                  <a:lnTo>
                    <a:pt x="8286366" y="1093148"/>
                  </a:lnTo>
                  <a:lnTo>
                    <a:pt x="8270161" y="1072538"/>
                  </a:lnTo>
                  <a:lnTo>
                    <a:pt x="8253856" y="1052254"/>
                  </a:lnTo>
                  <a:cubicBezTo>
                    <a:pt x="8231636" y="1024773"/>
                    <a:pt x="8209117" y="997479"/>
                    <a:pt x="8186352" y="970373"/>
                  </a:cubicBezTo>
                  <a:cubicBezTo>
                    <a:pt x="8140917" y="916020"/>
                    <a:pt x="8094240" y="862515"/>
                    <a:pt x="8046768" y="809527"/>
                  </a:cubicBezTo>
                  <a:lnTo>
                    <a:pt x="8010927" y="769951"/>
                  </a:lnTo>
                  <a:lnTo>
                    <a:pt x="7974788" y="730751"/>
                  </a:lnTo>
                  <a:cubicBezTo>
                    <a:pt x="7950382" y="704587"/>
                    <a:pt x="7925824" y="678563"/>
                    <a:pt x="7901070" y="652823"/>
                  </a:cubicBezTo>
                  <a:cubicBezTo>
                    <a:pt x="7851510" y="601387"/>
                    <a:pt x="7801404" y="550612"/>
                    <a:pt x="7750054" y="501106"/>
                  </a:cubicBezTo>
                  <a:cubicBezTo>
                    <a:pt x="7698902" y="451742"/>
                    <a:pt x="7645913" y="403036"/>
                    <a:pt x="7592277" y="355319"/>
                  </a:cubicBezTo>
                  <a:cubicBezTo>
                    <a:pt x="7484856" y="259884"/>
                    <a:pt x="7373308" y="168402"/>
                    <a:pt x="7257734" y="81062"/>
                  </a:cubicBezTo>
                  <a:close/>
                  <a:moveTo>
                    <a:pt x="1892109" y="0"/>
                  </a:moveTo>
                  <a:lnTo>
                    <a:pt x="2298402" y="0"/>
                  </a:lnTo>
                  <a:lnTo>
                    <a:pt x="2135542" y="121879"/>
                  </a:lnTo>
                  <a:cubicBezTo>
                    <a:pt x="2078998" y="166378"/>
                    <a:pt x="2023659" y="212143"/>
                    <a:pt x="1969576" y="259084"/>
                  </a:cubicBezTo>
                  <a:cubicBezTo>
                    <a:pt x="1861309" y="352918"/>
                    <a:pt x="1758064" y="451412"/>
                    <a:pt x="1659938" y="553953"/>
                  </a:cubicBezTo>
                  <a:cubicBezTo>
                    <a:pt x="1266987" y="964444"/>
                    <a:pt x="953820" y="1435593"/>
                    <a:pt x="729383" y="1940578"/>
                  </a:cubicBezTo>
                  <a:cubicBezTo>
                    <a:pt x="673260" y="2066459"/>
                    <a:pt x="622855" y="2195070"/>
                    <a:pt x="578465" y="2324905"/>
                  </a:cubicBezTo>
                  <a:cubicBezTo>
                    <a:pt x="534125" y="2454785"/>
                    <a:pt x="496147" y="2586314"/>
                    <a:pt x="465080" y="2718973"/>
                  </a:cubicBezTo>
                  <a:cubicBezTo>
                    <a:pt x="449769" y="2785089"/>
                    <a:pt x="435850" y="2852289"/>
                    <a:pt x="423820" y="2919535"/>
                  </a:cubicBezTo>
                  <a:cubicBezTo>
                    <a:pt x="411840" y="2986829"/>
                    <a:pt x="401054" y="3054358"/>
                    <a:pt x="392355" y="3122169"/>
                  </a:cubicBezTo>
                  <a:cubicBezTo>
                    <a:pt x="374509" y="3257744"/>
                    <a:pt x="363424" y="3393978"/>
                    <a:pt x="358801" y="3531013"/>
                  </a:cubicBezTo>
                  <a:cubicBezTo>
                    <a:pt x="349009" y="3804941"/>
                    <a:pt x="366357" y="4079668"/>
                    <a:pt x="410350" y="4352324"/>
                  </a:cubicBezTo>
                  <a:cubicBezTo>
                    <a:pt x="421286" y="4420230"/>
                    <a:pt x="434209" y="4487758"/>
                    <a:pt x="449022" y="4555147"/>
                  </a:cubicBezTo>
                  <a:cubicBezTo>
                    <a:pt x="463737" y="4622534"/>
                    <a:pt x="480389" y="4689686"/>
                    <a:pt x="498882" y="4756463"/>
                  </a:cubicBezTo>
                  <a:cubicBezTo>
                    <a:pt x="517373" y="4823239"/>
                    <a:pt x="537704" y="4889733"/>
                    <a:pt x="559775" y="4955755"/>
                  </a:cubicBezTo>
                  <a:cubicBezTo>
                    <a:pt x="581946" y="5021873"/>
                    <a:pt x="605358" y="5087473"/>
                    <a:pt x="631406" y="5152084"/>
                  </a:cubicBezTo>
                  <a:cubicBezTo>
                    <a:pt x="734055" y="5411706"/>
                    <a:pt x="865188" y="5662668"/>
                    <a:pt x="1023461" y="5898055"/>
                  </a:cubicBezTo>
                  <a:cubicBezTo>
                    <a:pt x="1181487" y="6133676"/>
                    <a:pt x="1367051" y="6353345"/>
                    <a:pt x="1575880" y="6551744"/>
                  </a:cubicBezTo>
                  <a:cubicBezTo>
                    <a:pt x="1680269" y="6651014"/>
                    <a:pt x="1790338" y="6745037"/>
                    <a:pt x="1905228" y="6833566"/>
                  </a:cubicBezTo>
                  <a:lnTo>
                    <a:pt x="1938629" y="6858000"/>
                  </a:lnTo>
                  <a:lnTo>
                    <a:pt x="1368607" y="6858000"/>
                  </a:lnTo>
                  <a:lnTo>
                    <a:pt x="1115251" y="6594103"/>
                  </a:lnTo>
                  <a:cubicBezTo>
                    <a:pt x="418530" y="5794890"/>
                    <a:pt x="0" y="4770280"/>
                    <a:pt x="0" y="3653129"/>
                  </a:cubicBezTo>
                  <a:cubicBezTo>
                    <a:pt x="0" y="2216793"/>
                    <a:pt x="691856" y="933432"/>
                    <a:pt x="1777294" y="85415"/>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grpSp>
      <p:sp>
        <p:nvSpPr>
          <p:cNvPr id="2" name="Title 1">
            <a:extLst>
              <a:ext uri="{FF2B5EF4-FFF2-40B4-BE49-F238E27FC236}">
                <a16:creationId xmlns:a16="http://schemas.microsoft.com/office/drawing/2014/main" id="{8FB44EAD-9809-7711-9716-CB8F557A1391}"/>
              </a:ext>
            </a:extLst>
          </p:cNvPr>
          <p:cNvSpPr>
            <a:spLocks noGrp="1"/>
          </p:cNvSpPr>
          <p:nvPr>
            <p:ph type="ctrTitle"/>
          </p:nvPr>
        </p:nvSpPr>
        <p:spPr>
          <a:xfrm>
            <a:off x="876300" y="45868"/>
            <a:ext cx="10263459" cy="923925"/>
          </a:xfrm>
        </p:spPr>
        <p:txBody>
          <a:bodyPr anchor="b">
            <a:normAutofit/>
          </a:bodyPr>
          <a:lstStyle/>
          <a:p>
            <a:r>
              <a:rPr lang="en-IN" sz="4000" dirty="0">
                <a:solidFill>
                  <a:schemeClr val="tx2"/>
                </a:solidFill>
                <a:latin typeface="Engravers MT" panose="02090707080505020304" pitchFamily="18" charset="0"/>
              </a:rPr>
              <a:t>History  of MISRA-C</a:t>
            </a:r>
            <a:endParaRPr lang="en-IN" sz="4000" dirty="0">
              <a:solidFill>
                <a:schemeClr val="tx2"/>
              </a:solidFill>
            </a:endParaRPr>
          </a:p>
        </p:txBody>
      </p:sp>
      <p:grpSp>
        <p:nvGrpSpPr>
          <p:cNvPr id="23" name="Group 22">
            <a:extLst>
              <a:ext uri="{FF2B5EF4-FFF2-40B4-BE49-F238E27FC236}">
                <a16:creationId xmlns:a16="http://schemas.microsoft.com/office/drawing/2014/main" id="{87F87F1B-42BA-4AC7-A4E2-41544DDB2CE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05" y="-4155"/>
            <a:ext cx="2514948" cy="2174333"/>
            <a:chOff x="-305" y="-4155"/>
            <a:chExt cx="2514948" cy="2174333"/>
          </a:xfrm>
        </p:grpSpPr>
        <p:sp>
          <p:nvSpPr>
            <p:cNvPr id="24" name="Freeform: Shape 23">
              <a:extLst>
                <a:ext uri="{FF2B5EF4-FFF2-40B4-BE49-F238E27FC236}">
                  <a16:creationId xmlns:a16="http://schemas.microsoft.com/office/drawing/2014/main" id="{68B53067-4E48-4E71-A6A9-A8CAABAFBF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Shape 24">
              <a:extLst>
                <a:ext uri="{FF2B5EF4-FFF2-40B4-BE49-F238E27FC236}">
                  <a16:creationId xmlns:a16="http://schemas.microsoft.com/office/drawing/2014/main" id="{06D1A0D3-4BB8-41D9-9CE7-2884C83F44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reeform: Shape 25">
              <a:extLst>
                <a:ext uri="{FF2B5EF4-FFF2-40B4-BE49-F238E27FC236}">
                  <a16:creationId xmlns:a16="http://schemas.microsoft.com/office/drawing/2014/main" id="{81E20F06-3B09-4B89-A36B-AB8BFBCCA5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27" name="Freeform: Shape 26">
              <a:extLst>
                <a:ext uri="{FF2B5EF4-FFF2-40B4-BE49-F238E27FC236}">
                  <a16:creationId xmlns:a16="http://schemas.microsoft.com/office/drawing/2014/main" id="{DAE6C3D7-7D5B-4926-877D-45F117BB6B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9" name="Group 28">
            <a:extLst>
              <a:ext uri="{FF2B5EF4-FFF2-40B4-BE49-F238E27FC236}">
                <a16:creationId xmlns:a16="http://schemas.microsoft.com/office/drawing/2014/main" id="{967346A5-7569-4F15-AB5D-BE3DADF192C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9685727" y="4683666"/>
            <a:ext cx="2514948" cy="2174333"/>
            <a:chOff x="-305" y="-4155"/>
            <a:chExt cx="2514948" cy="2174333"/>
          </a:xfrm>
        </p:grpSpPr>
        <p:sp>
          <p:nvSpPr>
            <p:cNvPr id="30" name="Freeform: Shape 29">
              <a:extLst>
                <a:ext uri="{FF2B5EF4-FFF2-40B4-BE49-F238E27FC236}">
                  <a16:creationId xmlns:a16="http://schemas.microsoft.com/office/drawing/2014/main" id="{E1951533-A568-4765-AB1F-F71D9AFDEA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reeform: Shape 30">
              <a:extLst>
                <a:ext uri="{FF2B5EF4-FFF2-40B4-BE49-F238E27FC236}">
                  <a16:creationId xmlns:a16="http://schemas.microsoft.com/office/drawing/2014/main" id="{A7214F52-4F3F-4C96-A62E-F1401D6C04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Freeform: Shape 31">
              <a:extLst>
                <a:ext uri="{FF2B5EF4-FFF2-40B4-BE49-F238E27FC236}">
                  <a16:creationId xmlns:a16="http://schemas.microsoft.com/office/drawing/2014/main" id="{023146A1-291C-4FA0-AB5B-EB04D42398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33" name="Freeform: Shape 32">
              <a:extLst>
                <a:ext uri="{FF2B5EF4-FFF2-40B4-BE49-F238E27FC236}">
                  <a16:creationId xmlns:a16="http://schemas.microsoft.com/office/drawing/2014/main" id="{62977932-2B03-4899-8306-5002CEE68E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5" name="Title 1">
            <a:extLst>
              <a:ext uri="{FF2B5EF4-FFF2-40B4-BE49-F238E27FC236}">
                <a16:creationId xmlns:a16="http://schemas.microsoft.com/office/drawing/2014/main" id="{D6EE584E-84BC-FC84-2A5F-A0E7AF1256B7}"/>
              </a:ext>
            </a:extLst>
          </p:cNvPr>
          <p:cNvSpPr txBox="1">
            <a:spLocks/>
          </p:cNvSpPr>
          <p:nvPr/>
        </p:nvSpPr>
        <p:spPr>
          <a:xfrm>
            <a:off x="10382250" y="3983"/>
            <a:ext cx="1809445" cy="44767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2000" dirty="0">
                <a:solidFill>
                  <a:schemeClr val="tx2"/>
                </a:solidFill>
              </a:rPr>
              <a:t>MISRA C -2012</a:t>
            </a:r>
          </a:p>
        </p:txBody>
      </p:sp>
      <p:sp>
        <p:nvSpPr>
          <p:cNvPr id="6" name="Subtitle 2">
            <a:extLst>
              <a:ext uri="{FF2B5EF4-FFF2-40B4-BE49-F238E27FC236}">
                <a16:creationId xmlns:a16="http://schemas.microsoft.com/office/drawing/2014/main" id="{C992C8E1-40D9-45CC-B67A-D8B86D2A381E}"/>
              </a:ext>
            </a:extLst>
          </p:cNvPr>
          <p:cNvSpPr txBox="1">
            <a:spLocks/>
          </p:cNvSpPr>
          <p:nvPr/>
        </p:nvSpPr>
        <p:spPr>
          <a:xfrm>
            <a:off x="3432265" y="853500"/>
            <a:ext cx="5188034" cy="682079"/>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115000"/>
              </a:lnSpc>
              <a:spcAft>
                <a:spcPts val="800"/>
              </a:spcAft>
            </a:pPr>
            <a:r>
              <a:rPr lang="en-IN" kern="100" dirty="0">
                <a:solidFill>
                  <a:srgbClr val="666666"/>
                </a:solidFill>
                <a:effectLst/>
                <a:highlight>
                  <a:srgbClr val="FFFF00"/>
                </a:highlight>
                <a:latin typeface="Times New Roman" panose="02020603050405020304" pitchFamily="18" charset="0"/>
                <a:ea typeface="Aptos" panose="020B0004020202020204" pitchFamily="34" charset="0"/>
                <a:cs typeface="Times New Roman" panose="02020603050405020304" pitchFamily="18" charset="0"/>
              </a:rPr>
              <a:t>Misra2012:Rule-5.8</a:t>
            </a:r>
          </a:p>
        </p:txBody>
      </p:sp>
      <p:sp>
        <p:nvSpPr>
          <p:cNvPr id="3" name="TextBox 2">
            <a:extLst>
              <a:ext uri="{FF2B5EF4-FFF2-40B4-BE49-F238E27FC236}">
                <a16:creationId xmlns:a16="http://schemas.microsoft.com/office/drawing/2014/main" id="{F52B51FF-E201-359D-4743-DA9B627F1CC1}"/>
              </a:ext>
            </a:extLst>
          </p:cNvPr>
          <p:cNvSpPr txBox="1"/>
          <p:nvPr/>
        </p:nvSpPr>
        <p:spPr>
          <a:xfrm>
            <a:off x="1016797" y="1283407"/>
            <a:ext cx="9826243" cy="369332"/>
          </a:xfrm>
          <a:prstGeom prst="rect">
            <a:avLst/>
          </a:prstGeom>
          <a:noFill/>
        </p:spPr>
        <p:txBody>
          <a:bodyPr wrap="square">
            <a:spAutoFit/>
          </a:bodyPr>
          <a:lstStyle/>
          <a:p>
            <a:pPr marL="285750" indent="-285750" algn="l">
              <a:buFont typeface="Wingdings" panose="05000000000000000000" pitchFamily="2" charset="2"/>
              <a:buChar char="q"/>
            </a:pPr>
            <a:r>
              <a:rPr lang="en-US" sz="1800" b="1" i="0" u="none" strike="noStrike" baseline="0" dirty="0">
                <a:latin typeface="Times New Roman" panose="02020603050405020304" pitchFamily="18" charset="0"/>
                <a:cs typeface="Times New Roman" panose="02020603050405020304" pitchFamily="18" charset="0"/>
              </a:rPr>
              <a:t>Identifiers that define objects or functions with external linkage shall be unique</a:t>
            </a:r>
            <a:endParaRPr lang="en-IN" b="1" kern="100" dirty="0">
              <a:effectLst/>
              <a:highlight>
                <a:srgbClr val="FFFF00"/>
              </a:highlight>
              <a:latin typeface="Times New Roman" panose="02020603050405020304" pitchFamily="18" charset="0"/>
              <a:ea typeface="Aptos" panose="020B0004020202020204" pitchFamily="34" charset="0"/>
              <a:cs typeface="Times New Roman" panose="02020603050405020304" pitchFamily="18" charset="0"/>
            </a:endParaRPr>
          </a:p>
        </p:txBody>
      </p:sp>
      <p:sp>
        <p:nvSpPr>
          <p:cNvPr id="11" name="TextBox 10">
            <a:extLst>
              <a:ext uri="{FF2B5EF4-FFF2-40B4-BE49-F238E27FC236}">
                <a16:creationId xmlns:a16="http://schemas.microsoft.com/office/drawing/2014/main" id="{3BAF9C64-DAA2-791C-A360-DC870B79332D}"/>
              </a:ext>
            </a:extLst>
          </p:cNvPr>
          <p:cNvSpPr txBox="1"/>
          <p:nvPr/>
        </p:nvSpPr>
        <p:spPr>
          <a:xfrm>
            <a:off x="1305584" y="1671628"/>
            <a:ext cx="9642403" cy="369332"/>
          </a:xfrm>
          <a:prstGeom prst="rect">
            <a:avLst/>
          </a:prstGeom>
          <a:noFill/>
        </p:spPr>
        <p:txBody>
          <a:bodyPr wrap="square">
            <a:spAutoFit/>
          </a:bodyPr>
          <a:lstStyle/>
          <a:p>
            <a:pPr algn="l"/>
            <a:r>
              <a:rPr lang="en-IN" sz="1800" b="0" i="0" u="none" strike="noStrike" baseline="0" dirty="0">
                <a:latin typeface="OpenSans"/>
              </a:rPr>
              <a:t>Category –</a:t>
            </a:r>
            <a:r>
              <a:rPr lang="en-IN" sz="1800" b="0" i="0" u="none" strike="noStrike" baseline="0" dirty="0">
                <a:latin typeface="OpenSans-Light"/>
              </a:rPr>
              <a:t>Required    Analysis </a:t>
            </a:r>
            <a:r>
              <a:rPr lang="en-IN" sz="1800" b="0" i="0" u="none" strike="noStrike" baseline="0" dirty="0">
                <a:latin typeface="OpenSans"/>
              </a:rPr>
              <a:t> -</a:t>
            </a:r>
            <a:r>
              <a:rPr lang="en-IN" sz="1800" b="0" i="0" u="none" strike="noStrike" baseline="0" dirty="0">
                <a:latin typeface="OpenSans-Light"/>
              </a:rPr>
              <a:t> Decidable, System </a:t>
            </a:r>
            <a:r>
              <a:rPr lang="en-IN" sz="1800" b="0" i="0" u="none" strike="noStrike" baseline="0" dirty="0">
                <a:latin typeface="OpenSans"/>
              </a:rPr>
              <a:t>Applies to -</a:t>
            </a:r>
            <a:r>
              <a:rPr lang="en-IN" sz="1800" b="0" i="0" u="none" strike="noStrike" baseline="0" dirty="0">
                <a:latin typeface="OpenSans-Light"/>
              </a:rPr>
              <a:t> C90, C99</a:t>
            </a:r>
            <a:endParaRPr lang="en-IN" dirty="0"/>
          </a:p>
        </p:txBody>
      </p:sp>
      <p:sp>
        <p:nvSpPr>
          <p:cNvPr id="12" name="TextBox 11">
            <a:extLst>
              <a:ext uri="{FF2B5EF4-FFF2-40B4-BE49-F238E27FC236}">
                <a16:creationId xmlns:a16="http://schemas.microsoft.com/office/drawing/2014/main" id="{3B6B20D6-4372-E7FE-5B7C-3A5C456054FD}"/>
              </a:ext>
            </a:extLst>
          </p:cNvPr>
          <p:cNvSpPr txBox="1"/>
          <p:nvPr/>
        </p:nvSpPr>
        <p:spPr>
          <a:xfrm>
            <a:off x="2636155" y="2428592"/>
            <a:ext cx="9656130" cy="2862322"/>
          </a:xfrm>
          <a:prstGeom prst="rect">
            <a:avLst/>
          </a:prstGeom>
          <a:noFill/>
        </p:spPr>
        <p:txBody>
          <a:bodyPr wrap="square">
            <a:spAutoFit/>
          </a:bodyPr>
          <a:lstStyle/>
          <a:p>
            <a:pPr algn="l"/>
            <a:r>
              <a:rPr lang="en-US" sz="1800" b="0" i="0" u="none" strike="noStrike" baseline="0" dirty="0">
                <a:latin typeface="Times New Roman" panose="02020603050405020304" pitchFamily="18" charset="0"/>
                <a:cs typeface="Times New Roman" panose="02020603050405020304" pitchFamily="18" charset="0"/>
              </a:rPr>
              <a:t>// File: module1.c</a:t>
            </a:r>
          </a:p>
          <a:p>
            <a:pPr algn="l"/>
            <a:r>
              <a:rPr lang="en-US" sz="1800" b="0" i="0" u="none" strike="noStrike" baseline="0" dirty="0">
                <a:latin typeface="Times New Roman" panose="02020603050405020304" pitchFamily="18" charset="0"/>
                <a:cs typeface="Times New Roman" panose="02020603050405020304" pitchFamily="18" charset="0"/>
              </a:rPr>
              <a:t>int </a:t>
            </a:r>
            <a:r>
              <a:rPr lang="en-US" sz="1800" b="0" i="0" u="none" strike="noStrike" baseline="0" dirty="0" err="1">
                <a:latin typeface="Times New Roman" panose="02020603050405020304" pitchFamily="18" charset="0"/>
                <a:cs typeface="Times New Roman" panose="02020603050405020304" pitchFamily="18" charset="0"/>
              </a:rPr>
              <a:t>globalVariable</a:t>
            </a:r>
            <a:r>
              <a:rPr lang="en-US" sz="1800" b="0" i="0" u="none" strike="noStrike" baseline="0" dirty="0">
                <a:latin typeface="Times New Roman" panose="02020603050405020304" pitchFamily="18" charset="0"/>
                <a:cs typeface="Times New Roman" panose="02020603050405020304" pitchFamily="18" charset="0"/>
              </a:rPr>
              <a:t>; // Identifier defining an object with external linkage</a:t>
            </a:r>
          </a:p>
          <a:p>
            <a:pPr algn="l"/>
            <a:endParaRPr lang="en-US" sz="1800" b="0" i="0" u="none" strike="noStrike" baseline="0" dirty="0">
              <a:latin typeface="Times New Roman" panose="02020603050405020304" pitchFamily="18" charset="0"/>
              <a:cs typeface="Times New Roman" panose="02020603050405020304" pitchFamily="18" charset="0"/>
            </a:endParaRPr>
          </a:p>
          <a:p>
            <a:pPr algn="l"/>
            <a:r>
              <a:rPr lang="en-US" sz="1800" b="0" i="0" u="none" strike="noStrike" baseline="0" dirty="0">
                <a:latin typeface="Times New Roman" panose="02020603050405020304" pitchFamily="18" charset="0"/>
                <a:cs typeface="Times New Roman" panose="02020603050405020304" pitchFamily="18" charset="0"/>
              </a:rPr>
              <a:t>void function() {} // Identifier defining a function with external linkage</a:t>
            </a:r>
          </a:p>
          <a:p>
            <a:pPr algn="l"/>
            <a:endParaRPr lang="en-US" sz="1800" b="0" i="0" u="none" strike="noStrike" baseline="0" dirty="0">
              <a:latin typeface="Times New Roman" panose="02020603050405020304" pitchFamily="18" charset="0"/>
              <a:cs typeface="Times New Roman" panose="02020603050405020304" pitchFamily="18" charset="0"/>
            </a:endParaRPr>
          </a:p>
          <a:p>
            <a:pPr algn="l"/>
            <a:r>
              <a:rPr lang="en-US" sz="1800" b="0" i="0" u="none" strike="noStrike" baseline="0" dirty="0">
                <a:latin typeface="Times New Roman" panose="02020603050405020304" pitchFamily="18" charset="0"/>
                <a:cs typeface="Times New Roman" panose="02020603050405020304" pitchFamily="18" charset="0"/>
              </a:rPr>
              <a:t>// File: module2.c</a:t>
            </a:r>
          </a:p>
          <a:p>
            <a:pPr algn="l"/>
            <a:r>
              <a:rPr lang="en-US" sz="1800" b="0" i="0" u="none" strike="noStrike" baseline="0" dirty="0">
                <a:highlight>
                  <a:srgbClr val="FFFF00"/>
                </a:highlight>
                <a:latin typeface="Times New Roman" panose="02020603050405020304" pitchFamily="18" charset="0"/>
                <a:cs typeface="Times New Roman" panose="02020603050405020304" pitchFamily="18" charset="0"/>
              </a:rPr>
              <a:t>int </a:t>
            </a:r>
            <a:r>
              <a:rPr lang="en-US" sz="1800" b="0" i="0" u="none" strike="noStrike" baseline="0" dirty="0" err="1">
                <a:highlight>
                  <a:srgbClr val="FFFF00"/>
                </a:highlight>
                <a:latin typeface="Times New Roman" panose="02020603050405020304" pitchFamily="18" charset="0"/>
                <a:cs typeface="Times New Roman" panose="02020603050405020304" pitchFamily="18" charset="0"/>
              </a:rPr>
              <a:t>globalVariable</a:t>
            </a:r>
            <a:r>
              <a:rPr lang="en-US" sz="1800" b="0" i="0" u="none" strike="noStrike" baseline="0" dirty="0">
                <a:highlight>
                  <a:srgbClr val="FFFF00"/>
                </a:highlight>
                <a:latin typeface="Times New Roman" panose="02020603050405020304" pitchFamily="18" charset="0"/>
                <a:cs typeface="Times New Roman" panose="02020603050405020304" pitchFamily="18" charset="0"/>
              </a:rPr>
              <a:t>; </a:t>
            </a:r>
            <a:r>
              <a:rPr lang="en-US" sz="1800" b="0" i="0" u="none" strike="noStrike" baseline="0" dirty="0">
                <a:latin typeface="Times New Roman" panose="02020603050405020304" pitchFamily="18" charset="0"/>
                <a:cs typeface="Times New Roman" panose="02020603050405020304" pitchFamily="18" charset="0"/>
              </a:rPr>
              <a:t>// Violation: Reusing the same identifier for a different object with external linkage</a:t>
            </a:r>
          </a:p>
          <a:p>
            <a:pPr algn="l"/>
            <a:endParaRPr lang="en-US" sz="1800" b="0" i="0" u="none" strike="noStrike" baseline="0" dirty="0">
              <a:latin typeface="Times New Roman" panose="02020603050405020304" pitchFamily="18" charset="0"/>
              <a:cs typeface="Times New Roman" panose="02020603050405020304" pitchFamily="18" charset="0"/>
            </a:endParaRPr>
          </a:p>
          <a:p>
            <a:pPr algn="l"/>
            <a:r>
              <a:rPr lang="en-US" sz="1800" b="0" i="0" u="none" strike="noStrike" baseline="0" dirty="0">
                <a:latin typeface="Times New Roman" panose="02020603050405020304" pitchFamily="18" charset="0"/>
                <a:cs typeface="Times New Roman" panose="02020603050405020304" pitchFamily="18" charset="0"/>
              </a:rPr>
              <a:t>void function() {} // Violation: Reusing the same identifier for a different function with external linkage</a:t>
            </a:r>
          </a:p>
        </p:txBody>
      </p:sp>
      <p:sp>
        <p:nvSpPr>
          <p:cNvPr id="14" name="TextBox 13">
            <a:extLst>
              <a:ext uri="{FF2B5EF4-FFF2-40B4-BE49-F238E27FC236}">
                <a16:creationId xmlns:a16="http://schemas.microsoft.com/office/drawing/2014/main" id="{3BEBAFEE-B117-F80A-3238-35883C77E34C}"/>
              </a:ext>
            </a:extLst>
          </p:cNvPr>
          <p:cNvSpPr txBox="1"/>
          <p:nvPr/>
        </p:nvSpPr>
        <p:spPr>
          <a:xfrm>
            <a:off x="1267222" y="1990160"/>
            <a:ext cx="10650070" cy="369332"/>
          </a:xfrm>
          <a:prstGeom prst="rect">
            <a:avLst/>
          </a:prstGeom>
          <a:noFill/>
        </p:spPr>
        <p:txBody>
          <a:bodyPr wrap="square">
            <a:spAutoFit/>
          </a:bodyPr>
          <a:lstStyle/>
          <a:p>
            <a:r>
              <a:rPr lang="en-US" b="0" i="0" dirty="0">
                <a:solidFill>
                  <a:srgbClr val="0D0D0D"/>
                </a:solidFill>
                <a:effectLst/>
                <a:latin typeface="Times New Roman" panose="02020603050405020304" pitchFamily="18" charset="0"/>
                <a:cs typeface="Times New Roman" panose="02020603050405020304" pitchFamily="18" charset="0"/>
              </a:rPr>
              <a:t>Rule 5.8 states that identifiers that define objects or functions with external linkage shall be unique</a:t>
            </a:r>
            <a:endParaRPr lang="en-IN"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C571CA19-A36B-7D93-981A-5F92A3EA59D7}"/>
              </a:ext>
            </a:extLst>
          </p:cNvPr>
          <p:cNvSpPr txBox="1"/>
          <p:nvPr/>
        </p:nvSpPr>
        <p:spPr>
          <a:xfrm>
            <a:off x="1303212" y="2401235"/>
            <a:ext cx="1046338" cy="369332"/>
          </a:xfrm>
          <a:prstGeom prst="rect">
            <a:avLst/>
          </a:prstGeom>
          <a:noFill/>
        </p:spPr>
        <p:txBody>
          <a:bodyPr wrap="square">
            <a:spAutoFit/>
          </a:bodyPr>
          <a:lstStyle/>
          <a:p>
            <a:pPr algn="l"/>
            <a:r>
              <a:rPr lang="en-IN" dirty="0">
                <a:highlight>
                  <a:srgbClr val="FFFF00"/>
                </a:highlight>
              </a:rPr>
              <a:t>Example</a:t>
            </a:r>
          </a:p>
        </p:txBody>
      </p:sp>
      <p:sp>
        <p:nvSpPr>
          <p:cNvPr id="9" name="Slide Number Placeholder 8">
            <a:extLst>
              <a:ext uri="{FF2B5EF4-FFF2-40B4-BE49-F238E27FC236}">
                <a16:creationId xmlns:a16="http://schemas.microsoft.com/office/drawing/2014/main" id="{5445E9C0-667C-4978-127A-6FD4770AD32A}"/>
              </a:ext>
            </a:extLst>
          </p:cNvPr>
          <p:cNvSpPr>
            <a:spLocks noGrp="1"/>
          </p:cNvSpPr>
          <p:nvPr>
            <p:ph type="sldNum" sz="quarter" idx="12"/>
          </p:nvPr>
        </p:nvSpPr>
        <p:spPr/>
        <p:txBody>
          <a:bodyPr/>
          <a:lstStyle/>
          <a:p>
            <a:fld id="{91247CA1-BCEC-4DD4-9B23-E2AE1AEA27A6}" type="slidenum">
              <a:rPr lang="en-IN" smtClean="0"/>
              <a:t>33</a:t>
            </a:fld>
            <a:endParaRPr lang="en-IN"/>
          </a:p>
        </p:txBody>
      </p:sp>
      <p:sp>
        <p:nvSpPr>
          <p:cNvPr id="8" name="TextBox 7">
            <a:extLst>
              <a:ext uri="{FF2B5EF4-FFF2-40B4-BE49-F238E27FC236}">
                <a16:creationId xmlns:a16="http://schemas.microsoft.com/office/drawing/2014/main" id="{2B7C6225-7753-5779-D8D6-6EE3C72EA22F}"/>
              </a:ext>
            </a:extLst>
          </p:cNvPr>
          <p:cNvSpPr txBox="1"/>
          <p:nvPr/>
        </p:nvSpPr>
        <p:spPr>
          <a:xfrm>
            <a:off x="10532532" y="526059"/>
            <a:ext cx="1451144" cy="369332"/>
          </a:xfrm>
          <a:prstGeom prst="rect">
            <a:avLst/>
          </a:prstGeom>
          <a:noFill/>
        </p:spPr>
        <p:txBody>
          <a:bodyPr wrap="square">
            <a:spAutoFit/>
          </a:bodyPr>
          <a:lstStyle/>
          <a:p>
            <a:r>
              <a:rPr lang="en-IN" dirty="0"/>
              <a:t>Session 1</a:t>
            </a:r>
          </a:p>
        </p:txBody>
      </p:sp>
    </p:spTree>
    <p:extLst>
      <p:ext uri="{BB962C8B-B14F-4D97-AF65-F5344CB8AC3E}">
        <p14:creationId xmlns:p14="http://schemas.microsoft.com/office/powerpoint/2010/main" val="126309957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5A292AEA-2528-46C0-B426-95822B6141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D8B7B198-E4DF-43CD-AD8C-1998843237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34" name="Freeform: Shape 33">
            <a:extLst>
              <a:ext uri="{FF2B5EF4-FFF2-40B4-BE49-F238E27FC236}">
                <a16:creationId xmlns:a16="http://schemas.microsoft.com/office/drawing/2014/main" id="{2BE67753-EA0E-4819-8D22-0B6600CF7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96934" y="3984"/>
            <a:ext cx="9376632" cy="6858000"/>
          </a:xfrm>
          <a:custGeom>
            <a:avLst/>
            <a:gdLst>
              <a:gd name="connsiteX0" fmla="*/ 1691615 w 9376632"/>
              <a:gd name="connsiteY0" fmla="*/ 0 h 6858000"/>
              <a:gd name="connsiteX1" fmla="*/ 7685017 w 9376632"/>
              <a:gd name="connsiteY1" fmla="*/ 0 h 6858000"/>
              <a:gd name="connsiteX2" fmla="*/ 7840634 w 9376632"/>
              <a:gd name="connsiteY2" fmla="*/ 134799 h 6858000"/>
              <a:gd name="connsiteX3" fmla="*/ 9376632 w 9376632"/>
              <a:gd name="connsiteY3" fmla="*/ 3605175 h 6858000"/>
              <a:gd name="connsiteX4" fmla="*/ 8158692 w 9376632"/>
              <a:gd name="connsiteY4" fmla="*/ 6757493 h 6858000"/>
              <a:gd name="connsiteX5" fmla="*/ 8062868 w 9376632"/>
              <a:gd name="connsiteY5" fmla="*/ 6858000 h 6858000"/>
              <a:gd name="connsiteX6" fmla="*/ 1313765 w 9376632"/>
              <a:gd name="connsiteY6" fmla="*/ 6858000 h 6858000"/>
              <a:gd name="connsiteX7" fmla="*/ 1217940 w 9376632"/>
              <a:gd name="connsiteY7" fmla="*/ 6757493 h 6858000"/>
              <a:gd name="connsiteX8" fmla="*/ 0 w 9376632"/>
              <a:gd name="connsiteY8" fmla="*/ 3605175 h 6858000"/>
              <a:gd name="connsiteX9" fmla="*/ 1535999 w 9376632"/>
              <a:gd name="connsiteY9" fmla="*/ 13479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376632" h="6858000">
                <a:moveTo>
                  <a:pt x="1691615" y="0"/>
                </a:moveTo>
                <a:lnTo>
                  <a:pt x="7685017" y="0"/>
                </a:lnTo>
                <a:lnTo>
                  <a:pt x="7840634" y="134799"/>
                </a:lnTo>
                <a:cubicBezTo>
                  <a:pt x="8784230" y="992423"/>
                  <a:pt x="9376632" y="2229618"/>
                  <a:pt x="9376632" y="3605175"/>
                </a:cubicBezTo>
                <a:cubicBezTo>
                  <a:pt x="9376632" y="4818903"/>
                  <a:pt x="8915419" y="5924908"/>
                  <a:pt x="8158692" y="6757493"/>
                </a:cubicBezTo>
                <a:lnTo>
                  <a:pt x="8062868" y="6858000"/>
                </a:lnTo>
                <a:lnTo>
                  <a:pt x="1313765" y="6858000"/>
                </a:lnTo>
                <a:lnTo>
                  <a:pt x="1217940" y="6757493"/>
                </a:lnTo>
                <a:cubicBezTo>
                  <a:pt x="461213" y="5924908"/>
                  <a:pt x="0" y="4818903"/>
                  <a:pt x="0" y="3605175"/>
                </a:cubicBezTo>
                <a:cubicBezTo>
                  <a:pt x="0" y="2229618"/>
                  <a:pt x="592403" y="992423"/>
                  <a:pt x="1535999" y="134799"/>
                </a:cubicBezTo>
                <a:close/>
              </a:path>
            </a:pathLst>
          </a:cu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5" name="Group 34">
            <a:extLst>
              <a:ext uri="{FF2B5EF4-FFF2-40B4-BE49-F238E27FC236}">
                <a16:creationId xmlns:a16="http://schemas.microsoft.com/office/drawing/2014/main" id="{D76D63AC-0421-45EC-B383-E79A61A78C6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303402" y="3985"/>
            <a:ext cx="9772765" cy="6858000"/>
            <a:chOff x="1303402" y="36937"/>
            <a:chExt cx="9772765" cy="6858000"/>
          </a:xfrm>
          <a:solidFill>
            <a:schemeClr val="bg1">
              <a:alpha val="30000"/>
            </a:schemeClr>
          </a:solidFill>
        </p:grpSpPr>
        <p:sp>
          <p:nvSpPr>
            <p:cNvPr id="15" name="Freeform: Shape 14">
              <a:extLst>
                <a:ext uri="{FF2B5EF4-FFF2-40B4-BE49-F238E27FC236}">
                  <a16:creationId xmlns:a16="http://schemas.microsoft.com/office/drawing/2014/main" id="{B997A32E-7032-4107-9C8B-99DB59EDD5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6937"/>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Shape 15">
              <a:extLst>
                <a:ext uri="{FF2B5EF4-FFF2-40B4-BE49-F238E27FC236}">
                  <a16:creationId xmlns:a16="http://schemas.microsoft.com/office/drawing/2014/main" id="{943BB27F-1470-42CA-91FF-D94BC691C8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6937"/>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Freeform: Shape 16">
              <a:extLst>
                <a:ext uri="{FF2B5EF4-FFF2-40B4-BE49-F238E27FC236}">
                  <a16:creationId xmlns:a16="http://schemas.microsoft.com/office/drawing/2014/main" id="{E997B002-17FD-47B3-A06A-76802FE15C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6937"/>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Freeform: Shape 17">
              <a:extLst>
                <a:ext uri="{FF2B5EF4-FFF2-40B4-BE49-F238E27FC236}">
                  <a16:creationId xmlns:a16="http://schemas.microsoft.com/office/drawing/2014/main" id="{E401EA35-9D2E-43B7-860F-EBB8A6C3E0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6937"/>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Freeform: Shape 18">
              <a:extLst>
                <a:ext uri="{FF2B5EF4-FFF2-40B4-BE49-F238E27FC236}">
                  <a16:creationId xmlns:a16="http://schemas.microsoft.com/office/drawing/2014/main" id="{F8C44827-3D81-4FF9-B4A5-5650D1B20A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6937"/>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Freeform: Shape 19">
              <a:extLst>
                <a:ext uri="{FF2B5EF4-FFF2-40B4-BE49-F238E27FC236}">
                  <a16:creationId xmlns:a16="http://schemas.microsoft.com/office/drawing/2014/main" id="{F613D97F-F6DF-4D32-AD91-209A80E7A2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8320" y="36937"/>
              <a:ext cx="9767847" cy="6858000"/>
            </a:xfrm>
            <a:custGeom>
              <a:avLst/>
              <a:gdLst>
                <a:gd name="connsiteX0" fmla="*/ 7151367 w 9767847"/>
                <a:gd name="connsiteY0" fmla="*/ 0 h 6858000"/>
                <a:gd name="connsiteX1" fmla="*/ 7881247 w 9767847"/>
                <a:gd name="connsiteY1" fmla="*/ 0 h 6858000"/>
                <a:gd name="connsiteX2" fmla="*/ 7990553 w 9767847"/>
                <a:gd name="connsiteY2" fmla="*/ 81317 h 6858000"/>
                <a:gd name="connsiteX3" fmla="*/ 9767847 w 9767847"/>
                <a:gd name="connsiteY3" fmla="*/ 3649031 h 6858000"/>
                <a:gd name="connsiteX4" fmla="*/ 8652597 w 9767847"/>
                <a:gd name="connsiteY4" fmla="*/ 6590005 h 6858000"/>
                <a:gd name="connsiteX5" fmla="*/ 8395306 w 9767847"/>
                <a:gd name="connsiteY5" fmla="*/ 6858000 h 6858000"/>
                <a:gd name="connsiteX6" fmla="*/ 6762603 w 9767847"/>
                <a:gd name="connsiteY6" fmla="*/ 6858000 h 6858000"/>
                <a:gd name="connsiteX7" fmla="*/ 6765962 w 9767847"/>
                <a:gd name="connsiteY7" fmla="*/ 6854844 h 6858000"/>
                <a:gd name="connsiteX8" fmla="*/ 6804586 w 9767847"/>
                <a:gd name="connsiteY8" fmla="*/ 6817103 h 6858000"/>
                <a:gd name="connsiteX9" fmla="*/ 6881735 w 9767847"/>
                <a:gd name="connsiteY9" fmla="*/ 6741197 h 6858000"/>
                <a:gd name="connsiteX10" fmla="*/ 6958883 w 9767847"/>
                <a:gd name="connsiteY10" fmla="*/ 6664822 h 6858000"/>
                <a:gd name="connsiteX11" fmla="*/ 7267925 w 9767847"/>
                <a:gd name="connsiteY11" fmla="*/ 6355694 h 6858000"/>
                <a:gd name="connsiteX12" fmla="*/ 7424360 w 9767847"/>
                <a:gd name="connsiteY12" fmla="*/ 6200685 h 6858000"/>
                <a:gd name="connsiteX13" fmla="*/ 7504938 w 9767847"/>
                <a:gd name="connsiteY13" fmla="*/ 6122708 h 6858000"/>
                <a:gd name="connsiteX14" fmla="*/ 7546396 w 9767847"/>
                <a:gd name="connsiteY14" fmla="*/ 6083697 h 6858000"/>
                <a:gd name="connsiteX15" fmla="*/ 7588002 w 9767847"/>
                <a:gd name="connsiteY15" fmla="*/ 6045532 h 6858000"/>
                <a:gd name="connsiteX16" fmla="*/ 7631000 w 9767847"/>
                <a:gd name="connsiteY16" fmla="*/ 6006709 h 6858000"/>
                <a:gd name="connsiteX17" fmla="*/ 7675440 w 9767847"/>
                <a:gd name="connsiteY17" fmla="*/ 5968309 h 6858000"/>
                <a:gd name="connsiteX18" fmla="*/ 7720626 w 9767847"/>
                <a:gd name="connsiteY18" fmla="*/ 5930851 h 6858000"/>
                <a:gd name="connsiteX19" fmla="*/ 7766458 w 9767847"/>
                <a:gd name="connsiteY19" fmla="*/ 5894334 h 6858000"/>
                <a:gd name="connsiteX20" fmla="*/ 7955254 w 9767847"/>
                <a:gd name="connsiteY20" fmla="*/ 5756828 h 6858000"/>
                <a:gd name="connsiteX21" fmla="*/ 8352678 w 9767847"/>
                <a:gd name="connsiteY21" fmla="*/ 5517630 h 6858000"/>
                <a:gd name="connsiteX22" fmla="*/ 8451350 w 9767847"/>
                <a:gd name="connsiteY22" fmla="*/ 5465254 h 6858000"/>
                <a:gd name="connsiteX23" fmla="*/ 8548532 w 9767847"/>
                <a:gd name="connsiteY23" fmla="*/ 5413395 h 6858000"/>
                <a:gd name="connsiteX24" fmla="*/ 8729473 w 9767847"/>
                <a:gd name="connsiteY24" fmla="*/ 5309961 h 6858000"/>
                <a:gd name="connsiteX25" fmla="*/ 8770781 w 9767847"/>
                <a:gd name="connsiteY25" fmla="*/ 5283232 h 6858000"/>
                <a:gd name="connsiteX26" fmla="*/ 8790964 w 9767847"/>
                <a:gd name="connsiteY26" fmla="*/ 5269492 h 6858000"/>
                <a:gd name="connsiteX27" fmla="*/ 8810499 w 9767847"/>
                <a:gd name="connsiteY27" fmla="*/ 5255703 h 6858000"/>
                <a:gd name="connsiteX28" fmla="*/ 8883571 w 9767847"/>
                <a:gd name="connsiteY28" fmla="*/ 5198479 h 6858000"/>
                <a:gd name="connsiteX29" fmla="*/ 9006651 w 9767847"/>
                <a:gd name="connsiteY29" fmla="*/ 5070527 h 6858000"/>
                <a:gd name="connsiteX30" fmla="*/ 9033494 w 9767847"/>
                <a:gd name="connsiteY30" fmla="*/ 5034105 h 6858000"/>
                <a:gd name="connsiteX31" fmla="*/ 9040305 w 9767847"/>
                <a:gd name="connsiteY31" fmla="*/ 5024551 h 6858000"/>
                <a:gd name="connsiteX32" fmla="*/ 9046568 w 9767847"/>
                <a:gd name="connsiteY32" fmla="*/ 5015281 h 6858000"/>
                <a:gd name="connsiteX33" fmla="*/ 9058846 w 9767847"/>
                <a:gd name="connsiteY33" fmla="*/ 4996645 h 6858000"/>
                <a:gd name="connsiteX34" fmla="*/ 9104529 w 9767847"/>
                <a:gd name="connsiteY34" fmla="*/ 4918105 h 6858000"/>
                <a:gd name="connsiteX35" fmla="*/ 9181081 w 9767847"/>
                <a:gd name="connsiteY35" fmla="*/ 4744694 h 6858000"/>
                <a:gd name="connsiteX36" fmla="*/ 9240731 w 9767847"/>
                <a:gd name="connsiteY36" fmla="*/ 4557872 h 6858000"/>
                <a:gd name="connsiteX37" fmla="*/ 9265388 w 9767847"/>
                <a:gd name="connsiteY37" fmla="*/ 4461073 h 6858000"/>
                <a:gd name="connsiteX38" fmla="*/ 9276571 w 9767847"/>
                <a:gd name="connsiteY38" fmla="*/ 4411943 h 6858000"/>
                <a:gd name="connsiteX39" fmla="*/ 9281841 w 9767847"/>
                <a:gd name="connsiteY39" fmla="*/ 4387379 h 6858000"/>
                <a:gd name="connsiteX40" fmla="*/ 9286513 w 9767847"/>
                <a:gd name="connsiteY40" fmla="*/ 4364838 h 6858000"/>
                <a:gd name="connsiteX41" fmla="*/ 9296754 w 9767847"/>
                <a:gd name="connsiteY41" fmla="*/ 4312038 h 6858000"/>
                <a:gd name="connsiteX42" fmla="*/ 9301029 w 9767847"/>
                <a:gd name="connsiteY42" fmla="*/ 4289074 h 6858000"/>
                <a:gd name="connsiteX43" fmla="*/ 9302818 w 9767847"/>
                <a:gd name="connsiteY43" fmla="*/ 4278581 h 6858000"/>
                <a:gd name="connsiteX44" fmla="*/ 9304658 w 9767847"/>
                <a:gd name="connsiteY44" fmla="*/ 4266816 h 6858000"/>
                <a:gd name="connsiteX45" fmla="*/ 9312810 w 9767847"/>
                <a:gd name="connsiteY45" fmla="*/ 4215945 h 6858000"/>
                <a:gd name="connsiteX46" fmla="*/ 9316887 w 9767847"/>
                <a:gd name="connsiteY46" fmla="*/ 4190486 h 6858000"/>
                <a:gd name="connsiteX47" fmla="*/ 9318923 w 9767847"/>
                <a:gd name="connsiteY47" fmla="*/ 4177780 h 6858000"/>
                <a:gd name="connsiteX48" fmla="*/ 9320515 w 9767847"/>
                <a:gd name="connsiteY48" fmla="*/ 4164886 h 6858000"/>
                <a:gd name="connsiteX49" fmla="*/ 9332445 w 9767847"/>
                <a:gd name="connsiteY49" fmla="*/ 4064981 h 6858000"/>
                <a:gd name="connsiteX50" fmla="*/ 9336173 w 9767847"/>
                <a:gd name="connsiteY50" fmla="*/ 4018676 h 6858000"/>
                <a:gd name="connsiteX51" fmla="*/ 9340199 w 9767847"/>
                <a:gd name="connsiteY51" fmla="*/ 3965171 h 6858000"/>
                <a:gd name="connsiteX52" fmla="*/ 9347557 w 9767847"/>
                <a:gd name="connsiteY52" fmla="*/ 3765972 h 6858000"/>
                <a:gd name="connsiteX53" fmla="*/ 9346364 w 9767847"/>
                <a:gd name="connsiteY53" fmla="*/ 3664938 h 6858000"/>
                <a:gd name="connsiteX54" fmla="*/ 9344921 w 9767847"/>
                <a:gd name="connsiteY54" fmla="*/ 3615243 h 6858000"/>
                <a:gd name="connsiteX55" fmla="*/ 9344524 w 9767847"/>
                <a:gd name="connsiteY55" fmla="*/ 3603526 h 6858000"/>
                <a:gd name="connsiteX56" fmla="*/ 9343728 w 9767847"/>
                <a:gd name="connsiteY56" fmla="*/ 3590774 h 6858000"/>
                <a:gd name="connsiteX57" fmla="*/ 9342188 w 9767847"/>
                <a:gd name="connsiteY57" fmla="*/ 3565268 h 6858000"/>
                <a:gd name="connsiteX58" fmla="*/ 9339056 w 9767847"/>
                <a:gd name="connsiteY58" fmla="*/ 3514256 h 6858000"/>
                <a:gd name="connsiteX59" fmla="*/ 9334334 w 9767847"/>
                <a:gd name="connsiteY59" fmla="*/ 3463057 h 6858000"/>
                <a:gd name="connsiteX60" fmla="*/ 9329363 w 9767847"/>
                <a:gd name="connsiteY60" fmla="*/ 3411810 h 6858000"/>
                <a:gd name="connsiteX61" fmla="*/ 9328319 w 9767847"/>
                <a:gd name="connsiteY61" fmla="*/ 3400657 h 6858000"/>
                <a:gd name="connsiteX62" fmla="*/ 9327177 w 9767847"/>
                <a:gd name="connsiteY62" fmla="*/ 3390116 h 6858000"/>
                <a:gd name="connsiteX63" fmla="*/ 9324293 w 9767847"/>
                <a:gd name="connsiteY63" fmla="*/ 3366774 h 6858000"/>
                <a:gd name="connsiteX64" fmla="*/ 9320763 w 9767847"/>
                <a:gd name="connsiteY64" fmla="*/ 3340329 h 6858000"/>
                <a:gd name="connsiteX65" fmla="*/ 9317184 w 9767847"/>
                <a:gd name="connsiteY65" fmla="*/ 3311245 h 6858000"/>
                <a:gd name="connsiteX66" fmla="*/ 9311021 w 9767847"/>
                <a:gd name="connsiteY66" fmla="*/ 3266211 h 6858000"/>
                <a:gd name="connsiteX67" fmla="*/ 9302719 w 9767847"/>
                <a:gd name="connsiteY67" fmla="*/ 3215717 h 6858000"/>
                <a:gd name="connsiteX68" fmla="*/ 9293970 w 9767847"/>
                <a:gd name="connsiteY68" fmla="*/ 3165789 h 6858000"/>
                <a:gd name="connsiteX69" fmla="*/ 9252065 w 9767847"/>
                <a:gd name="connsiteY69" fmla="*/ 2967107 h 6858000"/>
                <a:gd name="connsiteX70" fmla="*/ 9227211 w 9767847"/>
                <a:gd name="connsiteY70" fmla="*/ 2868473 h 6858000"/>
                <a:gd name="connsiteX71" fmla="*/ 9220699 w 9767847"/>
                <a:gd name="connsiteY71" fmla="*/ 2844426 h 6858000"/>
                <a:gd name="connsiteX72" fmla="*/ 9213740 w 9767847"/>
                <a:gd name="connsiteY72" fmla="*/ 2820191 h 6858000"/>
                <a:gd name="connsiteX73" fmla="*/ 9199374 w 9767847"/>
                <a:gd name="connsiteY73" fmla="*/ 2771438 h 6858000"/>
                <a:gd name="connsiteX74" fmla="*/ 9061829 w 9767847"/>
                <a:gd name="connsiteY74" fmla="*/ 2385418 h 6858000"/>
                <a:gd name="connsiteX75" fmla="*/ 8978865 w 9767847"/>
                <a:gd name="connsiteY75" fmla="*/ 2196855 h 6858000"/>
                <a:gd name="connsiteX76" fmla="*/ 8956694 w 9767847"/>
                <a:gd name="connsiteY76" fmla="*/ 2150219 h 6858000"/>
                <a:gd name="connsiteX77" fmla="*/ 8934176 w 9767847"/>
                <a:gd name="connsiteY77" fmla="*/ 2103914 h 6858000"/>
                <a:gd name="connsiteX78" fmla="*/ 8887151 w 9767847"/>
                <a:gd name="connsiteY78" fmla="*/ 2011350 h 6858000"/>
                <a:gd name="connsiteX79" fmla="*/ 8787533 w 9767847"/>
                <a:gd name="connsiteY79" fmla="*/ 1828527 h 6858000"/>
                <a:gd name="connsiteX80" fmla="*/ 8761485 w 9767847"/>
                <a:gd name="connsiteY80" fmla="*/ 1783398 h 6858000"/>
                <a:gd name="connsiteX81" fmla="*/ 8734791 w 9767847"/>
                <a:gd name="connsiteY81" fmla="*/ 1737893 h 6858000"/>
                <a:gd name="connsiteX82" fmla="*/ 8680808 w 9767847"/>
                <a:gd name="connsiteY82" fmla="*/ 1648812 h 6858000"/>
                <a:gd name="connsiteX83" fmla="*/ 8567024 w 9767847"/>
                <a:gd name="connsiteY83" fmla="*/ 1472906 h 6858000"/>
                <a:gd name="connsiteX84" fmla="*/ 8537446 w 9767847"/>
                <a:gd name="connsiteY84" fmla="*/ 1429330 h 6858000"/>
                <a:gd name="connsiteX85" fmla="*/ 8507423 w 9767847"/>
                <a:gd name="connsiteY85" fmla="*/ 1385896 h 6858000"/>
                <a:gd name="connsiteX86" fmla="*/ 8446529 w 9767847"/>
                <a:gd name="connsiteY86" fmla="*/ 1300295 h 6858000"/>
                <a:gd name="connsiteX87" fmla="*/ 8319224 w 9767847"/>
                <a:gd name="connsiteY87" fmla="*/ 1131026 h 6858000"/>
                <a:gd name="connsiteX88" fmla="*/ 8286366 w 9767847"/>
                <a:gd name="connsiteY88" fmla="*/ 1089050 h 6858000"/>
                <a:gd name="connsiteX89" fmla="*/ 8270161 w 9767847"/>
                <a:gd name="connsiteY89" fmla="*/ 1068439 h 6858000"/>
                <a:gd name="connsiteX90" fmla="*/ 8253856 w 9767847"/>
                <a:gd name="connsiteY90" fmla="*/ 1048156 h 6858000"/>
                <a:gd name="connsiteX91" fmla="*/ 8186352 w 9767847"/>
                <a:gd name="connsiteY91" fmla="*/ 966275 h 6858000"/>
                <a:gd name="connsiteX92" fmla="*/ 8046768 w 9767847"/>
                <a:gd name="connsiteY92" fmla="*/ 805429 h 6858000"/>
                <a:gd name="connsiteX93" fmla="*/ 8010927 w 9767847"/>
                <a:gd name="connsiteY93" fmla="*/ 765853 h 6858000"/>
                <a:gd name="connsiteX94" fmla="*/ 7974788 w 9767847"/>
                <a:gd name="connsiteY94" fmla="*/ 726653 h 6858000"/>
                <a:gd name="connsiteX95" fmla="*/ 7901070 w 9767847"/>
                <a:gd name="connsiteY95" fmla="*/ 648724 h 6858000"/>
                <a:gd name="connsiteX96" fmla="*/ 7750054 w 9767847"/>
                <a:gd name="connsiteY96" fmla="*/ 497008 h 6858000"/>
                <a:gd name="connsiteX97" fmla="*/ 7592277 w 9767847"/>
                <a:gd name="connsiteY97" fmla="*/ 351221 h 6858000"/>
                <a:gd name="connsiteX98" fmla="*/ 7257734 w 9767847"/>
                <a:gd name="connsiteY98" fmla="*/ 76964 h 6858000"/>
                <a:gd name="connsiteX99" fmla="*/ 1886601 w 9767847"/>
                <a:gd name="connsiteY99" fmla="*/ 0 h 6858000"/>
                <a:gd name="connsiteX100" fmla="*/ 2292926 w 9767847"/>
                <a:gd name="connsiteY100" fmla="*/ 0 h 6858000"/>
                <a:gd name="connsiteX101" fmla="*/ 2135542 w 9767847"/>
                <a:gd name="connsiteY101" fmla="*/ 117781 h 6858000"/>
                <a:gd name="connsiteX102" fmla="*/ 1969576 w 9767847"/>
                <a:gd name="connsiteY102" fmla="*/ 254986 h 6858000"/>
                <a:gd name="connsiteX103" fmla="*/ 1659938 w 9767847"/>
                <a:gd name="connsiteY103" fmla="*/ 549855 h 6858000"/>
                <a:gd name="connsiteX104" fmla="*/ 729383 w 9767847"/>
                <a:gd name="connsiteY104" fmla="*/ 1936480 h 6858000"/>
                <a:gd name="connsiteX105" fmla="*/ 578465 w 9767847"/>
                <a:gd name="connsiteY105" fmla="*/ 2320807 h 6858000"/>
                <a:gd name="connsiteX106" fmla="*/ 465080 w 9767847"/>
                <a:gd name="connsiteY106" fmla="*/ 2714875 h 6858000"/>
                <a:gd name="connsiteX107" fmla="*/ 423820 w 9767847"/>
                <a:gd name="connsiteY107" fmla="*/ 2915436 h 6858000"/>
                <a:gd name="connsiteX108" fmla="*/ 392355 w 9767847"/>
                <a:gd name="connsiteY108" fmla="*/ 3118071 h 6858000"/>
                <a:gd name="connsiteX109" fmla="*/ 358801 w 9767847"/>
                <a:gd name="connsiteY109" fmla="*/ 3526915 h 6858000"/>
                <a:gd name="connsiteX110" fmla="*/ 410350 w 9767847"/>
                <a:gd name="connsiteY110" fmla="*/ 4348226 h 6858000"/>
                <a:gd name="connsiteX111" fmla="*/ 449022 w 9767847"/>
                <a:gd name="connsiteY111" fmla="*/ 4551049 h 6858000"/>
                <a:gd name="connsiteX112" fmla="*/ 498882 w 9767847"/>
                <a:gd name="connsiteY112" fmla="*/ 4752365 h 6858000"/>
                <a:gd name="connsiteX113" fmla="*/ 559775 w 9767847"/>
                <a:gd name="connsiteY113" fmla="*/ 4951657 h 6858000"/>
                <a:gd name="connsiteX114" fmla="*/ 631406 w 9767847"/>
                <a:gd name="connsiteY114" fmla="*/ 5147986 h 6858000"/>
                <a:gd name="connsiteX115" fmla="*/ 1023461 w 9767847"/>
                <a:gd name="connsiteY115" fmla="*/ 5893957 h 6858000"/>
                <a:gd name="connsiteX116" fmla="*/ 1575880 w 9767847"/>
                <a:gd name="connsiteY116" fmla="*/ 6547646 h 6858000"/>
                <a:gd name="connsiteX117" fmla="*/ 1905228 w 9767847"/>
                <a:gd name="connsiteY117" fmla="*/ 6829468 h 6858000"/>
                <a:gd name="connsiteX118" fmla="*/ 1944230 w 9767847"/>
                <a:gd name="connsiteY118" fmla="*/ 6858000 h 6858000"/>
                <a:gd name="connsiteX119" fmla="*/ 1372541 w 9767847"/>
                <a:gd name="connsiteY119" fmla="*/ 6858000 h 6858000"/>
                <a:gd name="connsiteX120" fmla="*/ 1115251 w 9767847"/>
                <a:gd name="connsiteY120" fmla="*/ 6590005 h 6858000"/>
                <a:gd name="connsiteX121" fmla="*/ 0 w 9767847"/>
                <a:gd name="connsiteY121" fmla="*/ 3649031 h 6858000"/>
                <a:gd name="connsiteX122" fmla="*/ 1777294 w 9767847"/>
                <a:gd name="connsiteY122" fmla="*/ 813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9767847" h="6858000">
                  <a:moveTo>
                    <a:pt x="7151367" y="0"/>
                  </a:moveTo>
                  <a:lnTo>
                    <a:pt x="7881247" y="0"/>
                  </a:lnTo>
                  <a:lnTo>
                    <a:pt x="7990553" y="81317"/>
                  </a:lnTo>
                  <a:cubicBezTo>
                    <a:pt x="9075991" y="929334"/>
                    <a:pt x="9767847" y="2212695"/>
                    <a:pt x="9767847" y="3649031"/>
                  </a:cubicBezTo>
                  <a:cubicBezTo>
                    <a:pt x="9767847" y="4766182"/>
                    <a:pt x="9349317" y="5790792"/>
                    <a:pt x="8652597" y="6590005"/>
                  </a:cubicBezTo>
                  <a:lnTo>
                    <a:pt x="8395306" y="6858000"/>
                  </a:lnTo>
                  <a:lnTo>
                    <a:pt x="6762603" y="6858000"/>
                  </a:lnTo>
                  <a:lnTo>
                    <a:pt x="6765962" y="6854844"/>
                  </a:lnTo>
                  <a:cubicBezTo>
                    <a:pt x="6779036" y="6842703"/>
                    <a:pt x="6791663" y="6829621"/>
                    <a:pt x="6804586" y="6817103"/>
                  </a:cubicBezTo>
                  <a:lnTo>
                    <a:pt x="6881735" y="6741197"/>
                  </a:lnTo>
                  <a:cubicBezTo>
                    <a:pt x="6907435" y="6715881"/>
                    <a:pt x="6933134" y="6690798"/>
                    <a:pt x="6958883" y="6664822"/>
                  </a:cubicBezTo>
                  <a:lnTo>
                    <a:pt x="7267925" y="6355694"/>
                  </a:lnTo>
                  <a:lnTo>
                    <a:pt x="7424360" y="6200685"/>
                  </a:lnTo>
                  <a:cubicBezTo>
                    <a:pt x="7450754" y="6174802"/>
                    <a:pt x="7477598" y="6148731"/>
                    <a:pt x="7504938" y="6122708"/>
                  </a:cubicBezTo>
                  <a:lnTo>
                    <a:pt x="7546396" y="6083697"/>
                  </a:lnTo>
                  <a:cubicBezTo>
                    <a:pt x="7560264" y="6070803"/>
                    <a:pt x="7574780" y="6057532"/>
                    <a:pt x="7588002" y="6045532"/>
                  </a:cubicBezTo>
                  <a:lnTo>
                    <a:pt x="7631000" y="6006709"/>
                  </a:lnTo>
                  <a:lnTo>
                    <a:pt x="7675440" y="5968309"/>
                  </a:lnTo>
                  <a:cubicBezTo>
                    <a:pt x="7690404" y="5955698"/>
                    <a:pt x="7705564" y="5943321"/>
                    <a:pt x="7720626" y="5930851"/>
                  </a:cubicBezTo>
                  <a:cubicBezTo>
                    <a:pt x="7735738" y="5918427"/>
                    <a:pt x="7751197" y="5906521"/>
                    <a:pt x="7766458" y="5894334"/>
                  </a:cubicBezTo>
                  <a:cubicBezTo>
                    <a:pt x="7827949" y="5846192"/>
                    <a:pt x="7890979" y="5800499"/>
                    <a:pt x="7955254" y="5756828"/>
                  </a:cubicBezTo>
                  <a:cubicBezTo>
                    <a:pt x="8083800" y="5669534"/>
                    <a:pt x="8216872" y="5590336"/>
                    <a:pt x="8352678" y="5517630"/>
                  </a:cubicBezTo>
                  <a:lnTo>
                    <a:pt x="8451350" y="5465254"/>
                  </a:lnTo>
                  <a:lnTo>
                    <a:pt x="8548532" y="5413395"/>
                  </a:lnTo>
                  <a:cubicBezTo>
                    <a:pt x="8612110" y="5379090"/>
                    <a:pt x="8673251" y="5345208"/>
                    <a:pt x="8729473" y="5309961"/>
                  </a:cubicBezTo>
                  <a:cubicBezTo>
                    <a:pt x="8743591" y="5301115"/>
                    <a:pt x="8757161" y="5292361"/>
                    <a:pt x="8770781" y="5283232"/>
                  </a:cubicBezTo>
                  <a:cubicBezTo>
                    <a:pt x="8777591" y="5278667"/>
                    <a:pt x="8784451" y="5274103"/>
                    <a:pt x="8790964" y="5269492"/>
                  </a:cubicBezTo>
                  <a:cubicBezTo>
                    <a:pt x="8797574" y="5264879"/>
                    <a:pt x="8804235" y="5260314"/>
                    <a:pt x="8810499" y="5255703"/>
                  </a:cubicBezTo>
                  <a:cubicBezTo>
                    <a:pt x="8835999" y="5237303"/>
                    <a:pt x="8860407" y="5218291"/>
                    <a:pt x="8883571" y="5198479"/>
                  </a:cubicBezTo>
                  <a:cubicBezTo>
                    <a:pt x="8929900" y="5158856"/>
                    <a:pt x="8971258" y="5116315"/>
                    <a:pt x="9006651" y="5070527"/>
                  </a:cubicBezTo>
                  <a:cubicBezTo>
                    <a:pt x="9015351" y="5059328"/>
                    <a:pt x="9024398" y="5046857"/>
                    <a:pt x="9033494" y="5034105"/>
                  </a:cubicBezTo>
                  <a:lnTo>
                    <a:pt x="9040305" y="5024551"/>
                  </a:lnTo>
                  <a:lnTo>
                    <a:pt x="9046568" y="5015281"/>
                  </a:lnTo>
                  <a:cubicBezTo>
                    <a:pt x="9050743" y="5009163"/>
                    <a:pt x="9054819" y="5002952"/>
                    <a:pt x="9058846" y="4996645"/>
                  </a:cubicBezTo>
                  <a:cubicBezTo>
                    <a:pt x="9075002" y="4971517"/>
                    <a:pt x="9090212" y="4945305"/>
                    <a:pt x="9104529" y="4918105"/>
                  </a:cubicBezTo>
                  <a:cubicBezTo>
                    <a:pt x="9133211" y="4863752"/>
                    <a:pt x="9158313" y="4805447"/>
                    <a:pt x="9181081" y="4744694"/>
                  </a:cubicBezTo>
                  <a:cubicBezTo>
                    <a:pt x="9203748" y="4684178"/>
                    <a:pt x="9223383" y="4621778"/>
                    <a:pt x="9240731" y="4557872"/>
                  </a:cubicBezTo>
                  <a:cubicBezTo>
                    <a:pt x="9249481" y="4525966"/>
                    <a:pt x="9257682" y="4493684"/>
                    <a:pt x="9265388" y="4461073"/>
                  </a:cubicBezTo>
                  <a:cubicBezTo>
                    <a:pt x="9269215" y="4444744"/>
                    <a:pt x="9272943" y="4428367"/>
                    <a:pt x="9276571" y="4411943"/>
                  </a:cubicBezTo>
                  <a:lnTo>
                    <a:pt x="9281841" y="4387379"/>
                  </a:lnTo>
                  <a:lnTo>
                    <a:pt x="9286513" y="4364838"/>
                  </a:lnTo>
                  <a:lnTo>
                    <a:pt x="9296754" y="4312038"/>
                  </a:lnTo>
                  <a:lnTo>
                    <a:pt x="9301029" y="4289074"/>
                  </a:lnTo>
                  <a:lnTo>
                    <a:pt x="9302818" y="4278581"/>
                  </a:lnTo>
                  <a:lnTo>
                    <a:pt x="9304658" y="4266816"/>
                  </a:lnTo>
                  <a:lnTo>
                    <a:pt x="9312810" y="4215945"/>
                  </a:lnTo>
                  <a:lnTo>
                    <a:pt x="9316887" y="4190486"/>
                  </a:lnTo>
                  <a:lnTo>
                    <a:pt x="9318923" y="4177780"/>
                  </a:lnTo>
                  <a:cubicBezTo>
                    <a:pt x="9319570" y="4173546"/>
                    <a:pt x="9319969" y="4169169"/>
                    <a:pt x="9320515" y="4164886"/>
                  </a:cubicBezTo>
                  <a:lnTo>
                    <a:pt x="9332445" y="4064981"/>
                  </a:lnTo>
                  <a:cubicBezTo>
                    <a:pt x="9333836" y="4052370"/>
                    <a:pt x="9334880" y="4036888"/>
                    <a:pt x="9336173" y="4018676"/>
                  </a:cubicBezTo>
                  <a:lnTo>
                    <a:pt x="9340199" y="3965171"/>
                  </a:lnTo>
                  <a:cubicBezTo>
                    <a:pt x="9345071" y="3899806"/>
                    <a:pt x="9347358" y="3832983"/>
                    <a:pt x="9347557" y="3765972"/>
                  </a:cubicBezTo>
                  <a:cubicBezTo>
                    <a:pt x="9347656" y="3732420"/>
                    <a:pt x="9347209" y="3698773"/>
                    <a:pt x="9346364" y="3664938"/>
                  </a:cubicBezTo>
                  <a:lnTo>
                    <a:pt x="9344921" y="3615243"/>
                  </a:lnTo>
                  <a:lnTo>
                    <a:pt x="9344524" y="3603526"/>
                  </a:lnTo>
                  <a:lnTo>
                    <a:pt x="9343728" y="3590774"/>
                  </a:lnTo>
                  <a:lnTo>
                    <a:pt x="9342188" y="3565268"/>
                  </a:lnTo>
                  <a:lnTo>
                    <a:pt x="9339056" y="3514256"/>
                  </a:lnTo>
                  <a:cubicBezTo>
                    <a:pt x="9337914" y="3497221"/>
                    <a:pt x="9335874" y="3480138"/>
                    <a:pt x="9334334" y="3463057"/>
                  </a:cubicBezTo>
                  <a:lnTo>
                    <a:pt x="9329363" y="3411810"/>
                  </a:lnTo>
                  <a:lnTo>
                    <a:pt x="9328319" y="3400657"/>
                  </a:lnTo>
                  <a:lnTo>
                    <a:pt x="9327177" y="3390116"/>
                  </a:lnTo>
                  <a:lnTo>
                    <a:pt x="9324293" y="3366774"/>
                  </a:lnTo>
                  <a:lnTo>
                    <a:pt x="9320763" y="3340329"/>
                  </a:lnTo>
                  <a:lnTo>
                    <a:pt x="9317184" y="3311245"/>
                  </a:lnTo>
                  <a:cubicBezTo>
                    <a:pt x="9315594" y="3296893"/>
                    <a:pt x="9313506" y="3282306"/>
                    <a:pt x="9311021" y="3266211"/>
                  </a:cubicBezTo>
                  <a:lnTo>
                    <a:pt x="9302719" y="3215717"/>
                  </a:lnTo>
                  <a:cubicBezTo>
                    <a:pt x="9299936" y="3199059"/>
                    <a:pt x="9297003" y="3182400"/>
                    <a:pt x="9293970" y="3165789"/>
                  </a:cubicBezTo>
                  <a:cubicBezTo>
                    <a:pt x="9281891" y="3099295"/>
                    <a:pt x="9267674" y="3033084"/>
                    <a:pt x="9252065" y="2967107"/>
                  </a:cubicBezTo>
                  <a:cubicBezTo>
                    <a:pt x="9244261" y="2934167"/>
                    <a:pt x="9235959" y="2901273"/>
                    <a:pt x="9227211" y="2868473"/>
                  </a:cubicBezTo>
                  <a:lnTo>
                    <a:pt x="9220699" y="2844426"/>
                  </a:lnTo>
                  <a:lnTo>
                    <a:pt x="9213740" y="2820191"/>
                  </a:lnTo>
                  <a:cubicBezTo>
                    <a:pt x="9209216" y="2804049"/>
                    <a:pt x="9204345" y="2787768"/>
                    <a:pt x="9199374" y="2771438"/>
                  </a:cubicBezTo>
                  <a:cubicBezTo>
                    <a:pt x="9159855" y="2641086"/>
                    <a:pt x="9114272" y="2512099"/>
                    <a:pt x="9061829" y="2385418"/>
                  </a:cubicBezTo>
                  <a:cubicBezTo>
                    <a:pt x="9035582" y="2322077"/>
                    <a:pt x="9008043" y="2259160"/>
                    <a:pt x="8978865" y="2196855"/>
                  </a:cubicBezTo>
                  <a:lnTo>
                    <a:pt x="8956694" y="2150219"/>
                  </a:lnTo>
                  <a:lnTo>
                    <a:pt x="8934176" y="2103914"/>
                  </a:lnTo>
                  <a:cubicBezTo>
                    <a:pt x="8918915" y="2073091"/>
                    <a:pt x="8903157" y="2042032"/>
                    <a:pt x="8887151" y="2011350"/>
                  </a:cubicBezTo>
                  <a:cubicBezTo>
                    <a:pt x="8854988" y="1949891"/>
                    <a:pt x="8822082" y="1888810"/>
                    <a:pt x="8787533" y="1828527"/>
                  </a:cubicBezTo>
                  <a:lnTo>
                    <a:pt x="8761485" y="1783398"/>
                  </a:lnTo>
                  <a:lnTo>
                    <a:pt x="8734791" y="1737893"/>
                  </a:lnTo>
                  <a:cubicBezTo>
                    <a:pt x="8717047" y="1707823"/>
                    <a:pt x="8699200" y="1678363"/>
                    <a:pt x="8680808" y="1648812"/>
                  </a:cubicBezTo>
                  <a:cubicBezTo>
                    <a:pt x="8644322" y="1589658"/>
                    <a:pt x="8606194" y="1531118"/>
                    <a:pt x="8567024" y="1472906"/>
                  </a:cubicBezTo>
                  <a:lnTo>
                    <a:pt x="8537446" y="1429330"/>
                  </a:lnTo>
                  <a:lnTo>
                    <a:pt x="8507423" y="1385896"/>
                  </a:lnTo>
                  <a:cubicBezTo>
                    <a:pt x="8487390" y="1357284"/>
                    <a:pt x="8467158" y="1328719"/>
                    <a:pt x="8446529" y="1300295"/>
                  </a:cubicBezTo>
                  <a:cubicBezTo>
                    <a:pt x="8405271" y="1243496"/>
                    <a:pt x="8362718" y="1187120"/>
                    <a:pt x="8319224" y="1131026"/>
                  </a:cubicBezTo>
                  <a:lnTo>
                    <a:pt x="8286366" y="1089050"/>
                  </a:lnTo>
                  <a:lnTo>
                    <a:pt x="8270161" y="1068439"/>
                  </a:lnTo>
                  <a:lnTo>
                    <a:pt x="8253856" y="1048156"/>
                  </a:lnTo>
                  <a:cubicBezTo>
                    <a:pt x="8231636" y="1020675"/>
                    <a:pt x="8209117" y="993381"/>
                    <a:pt x="8186352" y="966275"/>
                  </a:cubicBezTo>
                  <a:cubicBezTo>
                    <a:pt x="8140917" y="911922"/>
                    <a:pt x="8094240" y="858417"/>
                    <a:pt x="8046768" y="805429"/>
                  </a:cubicBezTo>
                  <a:lnTo>
                    <a:pt x="8010927" y="765853"/>
                  </a:lnTo>
                  <a:lnTo>
                    <a:pt x="7974788" y="726653"/>
                  </a:lnTo>
                  <a:cubicBezTo>
                    <a:pt x="7950382" y="700489"/>
                    <a:pt x="7925824" y="674465"/>
                    <a:pt x="7901070" y="648724"/>
                  </a:cubicBezTo>
                  <a:cubicBezTo>
                    <a:pt x="7851510" y="597289"/>
                    <a:pt x="7801404" y="546514"/>
                    <a:pt x="7750054" y="497008"/>
                  </a:cubicBezTo>
                  <a:cubicBezTo>
                    <a:pt x="7698902" y="447644"/>
                    <a:pt x="7645913" y="398938"/>
                    <a:pt x="7592277" y="351221"/>
                  </a:cubicBezTo>
                  <a:cubicBezTo>
                    <a:pt x="7484856" y="255786"/>
                    <a:pt x="7373308" y="164304"/>
                    <a:pt x="7257734" y="76964"/>
                  </a:cubicBezTo>
                  <a:close/>
                  <a:moveTo>
                    <a:pt x="1886601" y="0"/>
                  </a:moveTo>
                  <a:lnTo>
                    <a:pt x="2292926" y="0"/>
                  </a:lnTo>
                  <a:lnTo>
                    <a:pt x="2135542" y="117781"/>
                  </a:lnTo>
                  <a:cubicBezTo>
                    <a:pt x="2078998" y="162280"/>
                    <a:pt x="2023659" y="208045"/>
                    <a:pt x="1969576" y="254986"/>
                  </a:cubicBezTo>
                  <a:cubicBezTo>
                    <a:pt x="1861309" y="348820"/>
                    <a:pt x="1758064" y="447314"/>
                    <a:pt x="1659938" y="549855"/>
                  </a:cubicBezTo>
                  <a:cubicBezTo>
                    <a:pt x="1266987" y="960346"/>
                    <a:pt x="953820" y="1431495"/>
                    <a:pt x="729383" y="1936480"/>
                  </a:cubicBezTo>
                  <a:cubicBezTo>
                    <a:pt x="673260" y="2062362"/>
                    <a:pt x="622855" y="2190972"/>
                    <a:pt x="578465" y="2320807"/>
                  </a:cubicBezTo>
                  <a:cubicBezTo>
                    <a:pt x="534125" y="2450687"/>
                    <a:pt x="496147" y="2582216"/>
                    <a:pt x="465080" y="2714875"/>
                  </a:cubicBezTo>
                  <a:cubicBezTo>
                    <a:pt x="449769" y="2780991"/>
                    <a:pt x="435850" y="2848191"/>
                    <a:pt x="423820" y="2915436"/>
                  </a:cubicBezTo>
                  <a:cubicBezTo>
                    <a:pt x="411840" y="2982731"/>
                    <a:pt x="401054" y="3050260"/>
                    <a:pt x="392355" y="3118071"/>
                  </a:cubicBezTo>
                  <a:cubicBezTo>
                    <a:pt x="374509" y="3253646"/>
                    <a:pt x="363424" y="3389880"/>
                    <a:pt x="358801" y="3526915"/>
                  </a:cubicBezTo>
                  <a:cubicBezTo>
                    <a:pt x="349009" y="3800843"/>
                    <a:pt x="366357" y="4075570"/>
                    <a:pt x="410350" y="4348226"/>
                  </a:cubicBezTo>
                  <a:cubicBezTo>
                    <a:pt x="421286" y="4416132"/>
                    <a:pt x="434209" y="4483660"/>
                    <a:pt x="449022" y="4551049"/>
                  </a:cubicBezTo>
                  <a:cubicBezTo>
                    <a:pt x="463737" y="4618436"/>
                    <a:pt x="480389" y="4685588"/>
                    <a:pt x="498882" y="4752365"/>
                  </a:cubicBezTo>
                  <a:cubicBezTo>
                    <a:pt x="517373" y="4819141"/>
                    <a:pt x="537704" y="4885635"/>
                    <a:pt x="559775" y="4951657"/>
                  </a:cubicBezTo>
                  <a:cubicBezTo>
                    <a:pt x="581946" y="5017775"/>
                    <a:pt x="605358" y="5083375"/>
                    <a:pt x="631406" y="5147986"/>
                  </a:cubicBezTo>
                  <a:cubicBezTo>
                    <a:pt x="734055" y="5407608"/>
                    <a:pt x="865188" y="5658570"/>
                    <a:pt x="1023461" y="5893957"/>
                  </a:cubicBezTo>
                  <a:cubicBezTo>
                    <a:pt x="1181487" y="6129578"/>
                    <a:pt x="1367051" y="6349247"/>
                    <a:pt x="1575880" y="6547646"/>
                  </a:cubicBezTo>
                  <a:cubicBezTo>
                    <a:pt x="1680269" y="6646916"/>
                    <a:pt x="1790338" y="6740939"/>
                    <a:pt x="1905228" y="6829468"/>
                  </a:cubicBezTo>
                  <a:lnTo>
                    <a:pt x="1944230" y="6858000"/>
                  </a:lnTo>
                  <a:lnTo>
                    <a:pt x="1372541" y="6858000"/>
                  </a:lnTo>
                  <a:lnTo>
                    <a:pt x="1115251" y="6590005"/>
                  </a:lnTo>
                  <a:cubicBezTo>
                    <a:pt x="418530" y="5790792"/>
                    <a:pt x="0" y="4766182"/>
                    <a:pt x="0" y="3649031"/>
                  </a:cubicBezTo>
                  <a:cubicBezTo>
                    <a:pt x="0" y="2212695"/>
                    <a:pt x="691856" y="929334"/>
                    <a:pt x="1777294" y="81317"/>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1" name="Freeform: Shape 20">
              <a:extLst>
                <a:ext uri="{FF2B5EF4-FFF2-40B4-BE49-F238E27FC236}">
                  <a16:creationId xmlns:a16="http://schemas.microsoft.com/office/drawing/2014/main" id="{82B0ED5C-927D-4C5F-8F27-1B403820B9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3402" y="36937"/>
              <a:ext cx="9767847" cy="6858000"/>
            </a:xfrm>
            <a:custGeom>
              <a:avLst/>
              <a:gdLst>
                <a:gd name="connsiteX0" fmla="*/ 7145704 w 9767847"/>
                <a:gd name="connsiteY0" fmla="*/ 0 h 6858000"/>
                <a:gd name="connsiteX1" fmla="*/ 7875738 w 9767847"/>
                <a:gd name="connsiteY1" fmla="*/ 0 h 6858000"/>
                <a:gd name="connsiteX2" fmla="*/ 7990553 w 9767847"/>
                <a:gd name="connsiteY2" fmla="*/ 85415 h 6858000"/>
                <a:gd name="connsiteX3" fmla="*/ 9767847 w 9767847"/>
                <a:gd name="connsiteY3" fmla="*/ 3653129 h 6858000"/>
                <a:gd name="connsiteX4" fmla="*/ 8652597 w 9767847"/>
                <a:gd name="connsiteY4" fmla="*/ 6594103 h 6858000"/>
                <a:gd name="connsiteX5" fmla="*/ 8399240 w 9767847"/>
                <a:gd name="connsiteY5" fmla="*/ 6858000 h 6858000"/>
                <a:gd name="connsiteX6" fmla="*/ 6766926 w 9767847"/>
                <a:gd name="connsiteY6" fmla="*/ 6858000 h 6858000"/>
                <a:gd name="connsiteX7" fmla="*/ 6804586 w 9767847"/>
                <a:gd name="connsiteY7" fmla="*/ 6821201 h 6858000"/>
                <a:gd name="connsiteX8" fmla="*/ 6881735 w 9767847"/>
                <a:gd name="connsiteY8" fmla="*/ 6745295 h 6858000"/>
                <a:gd name="connsiteX9" fmla="*/ 6958883 w 9767847"/>
                <a:gd name="connsiteY9" fmla="*/ 6668920 h 6858000"/>
                <a:gd name="connsiteX10" fmla="*/ 7267925 w 9767847"/>
                <a:gd name="connsiteY10" fmla="*/ 6359792 h 6858000"/>
                <a:gd name="connsiteX11" fmla="*/ 7424360 w 9767847"/>
                <a:gd name="connsiteY11" fmla="*/ 6204783 h 6858000"/>
                <a:gd name="connsiteX12" fmla="*/ 7504938 w 9767847"/>
                <a:gd name="connsiteY12" fmla="*/ 6126806 h 6858000"/>
                <a:gd name="connsiteX13" fmla="*/ 7546396 w 9767847"/>
                <a:gd name="connsiteY13" fmla="*/ 6087795 h 6858000"/>
                <a:gd name="connsiteX14" fmla="*/ 7588002 w 9767847"/>
                <a:gd name="connsiteY14" fmla="*/ 6049630 h 6858000"/>
                <a:gd name="connsiteX15" fmla="*/ 7631000 w 9767847"/>
                <a:gd name="connsiteY15" fmla="*/ 6010807 h 6858000"/>
                <a:gd name="connsiteX16" fmla="*/ 7675440 w 9767847"/>
                <a:gd name="connsiteY16" fmla="*/ 5972407 h 6858000"/>
                <a:gd name="connsiteX17" fmla="*/ 7720626 w 9767847"/>
                <a:gd name="connsiteY17" fmla="*/ 5934949 h 6858000"/>
                <a:gd name="connsiteX18" fmla="*/ 7766458 w 9767847"/>
                <a:gd name="connsiteY18" fmla="*/ 5898432 h 6858000"/>
                <a:gd name="connsiteX19" fmla="*/ 7955254 w 9767847"/>
                <a:gd name="connsiteY19" fmla="*/ 5760926 h 6858000"/>
                <a:gd name="connsiteX20" fmla="*/ 8352678 w 9767847"/>
                <a:gd name="connsiteY20" fmla="*/ 5521728 h 6858000"/>
                <a:gd name="connsiteX21" fmla="*/ 8451350 w 9767847"/>
                <a:gd name="connsiteY21" fmla="*/ 5469352 h 6858000"/>
                <a:gd name="connsiteX22" fmla="*/ 8548532 w 9767847"/>
                <a:gd name="connsiteY22" fmla="*/ 5417493 h 6858000"/>
                <a:gd name="connsiteX23" fmla="*/ 8729473 w 9767847"/>
                <a:gd name="connsiteY23" fmla="*/ 5314059 h 6858000"/>
                <a:gd name="connsiteX24" fmla="*/ 8770781 w 9767847"/>
                <a:gd name="connsiteY24" fmla="*/ 5287330 h 6858000"/>
                <a:gd name="connsiteX25" fmla="*/ 8790964 w 9767847"/>
                <a:gd name="connsiteY25" fmla="*/ 5273590 h 6858000"/>
                <a:gd name="connsiteX26" fmla="*/ 8810499 w 9767847"/>
                <a:gd name="connsiteY26" fmla="*/ 5259801 h 6858000"/>
                <a:gd name="connsiteX27" fmla="*/ 8883571 w 9767847"/>
                <a:gd name="connsiteY27" fmla="*/ 5202577 h 6858000"/>
                <a:gd name="connsiteX28" fmla="*/ 9006651 w 9767847"/>
                <a:gd name="connsiteY28" fmla="*/ 5074625 h 6858000"/>
                <a:gd name="connsiteX29" fmla="*/ 9033494 w 9767847"/>
                <a:gd name="connsiteY29" fmla="*/ 5038203 h 6858000"/>
                <a:gd name="connsiteX30" fmla="*/ 9040305 w 9767847"/>
                <a:gd name="connsiteY30" fmla="*/ 5028649 h 6858000"/>
                <a:gd name="connsiteX31" fmla="*/ 9046568 w 9767847"/>
                <a:gd name="connsiteY31" fmla="*/ 5019379 h 6858000"/>
                <a:gd name="connsiteX32" fmla="*/ 9058846 w 9767847"/>
                <a:gd name="connsiteY32" fmla="*/ 5000743 h 6858000"/>
                <a:gd name="connsiteX33" fmla="*/ 9104529 w 9767847"/>
                <a:gd name="connsiteY33" fmla="*/ 4922203 h 6858000"/>
                <a:gd name="connsiteX34" fmla="*/ 9181081 w 9767847"/>
                <a:gd name="connsiteY34" fmla="*/ 4748792 h 6858000"/>
                <a:gd name="connsiteX35" fmla="*/ 9240731 w 9767847"/>
                <a:gd name="connsiteY35" fmla="*/ 4561970 h 6858000"/>
                <a:gd name="connsiteX36" fmla="*/ 9265388 w 9767847"/>
                <a:gd name="connsiteY36" fmla="*/ 4465171 h 6858000"/>
                <a:gd name="connsiteX37" fmla="*/ 9276571 w 9767847"/>
                <a:gd name="connsiteY37" fmla="*/ 4416041 h 6858000"/>
                <a:gd name="connsiteX38" fmla="*/ 9281841 w 9767847"/>
                <a:gd name="connsiteY38" fmla="*/ 4391477 h 6858000"/>
                <a:gd name="connsiteX39" fmla="*/ 9286513 w 9767847"/>
                <a:gd name="connsiteY39" fmla="*/ 4368936 h 6858000"/>
                <a:gd name="connsiteX40" fmla="*/ 9296754 w 9767847"/>
                <a:gd name="connsiteY40" fmla="*/ 4316136 h 6858000"/>
                <a:gd name="connsiteX41" fmla="*/ 9301029 w 9767847"/>
                <a:gd name="connsiteY41" fmla="*/ 4293172 h 6858000"/>
                <a:gd name="connsiteX42" fmla="*/ 9302818 w 9767847"/>
                <a:gd name="connsiteY42" fmla="*/ 4282679 h 6858000"/>
                <a:gd name="connsiteX43" fmla="*/ 9304658 w 9767847"/>
                <a:gd name="connsiteY43" fmla="*/ 4270914 h 6858000"/>
                <a:gd name="connsiteX44" fmla="*/ 9312810 w 9767847"/>
                <a:gd name="connsiteY44" fmla="*/ 4220043 h 6858000"/>
                <a:gd name="connsiteX45" fmla="*/ 9316887 w 9767847"/>
                <a:gd name="connsiteY45" fmla="*/ 4194584 h 6858000"/>
                <a:gd name="connsiteX46" fmla="*/ 9318923 w 9767847"/>
                <a:gd name="connsiteY46" fmla="*/ 4181878 h 6858000"/>
                <a:gd name="connsiteX47" fmla="*/ 9320515 w 9767847"/>
                <a:gd name="connsiteY47" fmla="*/ 4168984 h 6858000"/>
                <a:gd name="connsiteX48" fmla="*/ 9332445 w 9767847"/>
                <a:gd name="connsiteY48" fmla="*/ 4069079 h 6858000"/>
                <a:gd name="connsiteX49" fmla="*/ 9336173 w 9767847"/>
                <a:gd name="connsiteY49" fmla="*/ 4022774 h 6858000"/>
                <a:gd name="connsiteX50" fmla="*/ 9340199 w 9767847"/>
                <a:gd name="connsiteY50" fmla="*/ 3969269 h 6858000"/>
                <a:gd name="connsiteX51" fmla="*/ 9347557 w 9767847"/>
                <a:gd name="connsiteY51" fmla="*/ 3770070 h 6858000"/>
                <a:gd name="connsiteX52" fmla="*/ 9346364 w 9767847"/>
                <a:gd name="connsiteY52" fmla="*/ 3669036 h 6858000"/>
                <a:gd name="connsiteX53" fmla="*/ 9344921 w 9767847"/>
                <a:gd name="connsiteY53" fmla="*/ 3619341 h 6858000"/>
                <a:gd name="connsiteX54" fmla="*/ 9344524 w 9767847"/>
                <a:gd name="connsiteY54" fmla="*/ 3607624 h 6858000"/>
                <a:gd name="connsiteX55" fmla="*/ 9343728 w 9767847"/>
                <a:gd name="connsiteY55" fmla="*/ 3594872 h 6858000"/>
                <a:gd name="connsiteX56" fmla="*/ 9342188 w 9767847"/>
                <a:gd name="connsiteY56" fmla="*/ 3569366 h 6858000"/>
                <a:gd name="connsiteX57" fmla="*/ 9339056 w 9767847"/>
                <a:gd name="connsiteY57" fmla="*/ 3518354 h 6858000"/>
                <a:gd name="connsiteX58" fmla="*/ 9334334 w 9767847"/>
                <a:gd name="connsiteY58" fmla="*/ 3467155 h 6858000"/>
                <a:gd name="connsiteX59" fmla="*/ 9329363 w 9767847"/>
                <a:gd name="connsiteY59" fmla="*/ 3415908 h 6858000"/>
                <a:gd name="connsiteX60" fmla="*/ 9328319 w 9767847"/>
                <a:gd name="connsiteY60" fmla="*/ 3404755 h 6858000"/>
                <a:gd name="connsiteX61" fmla="*/ 9327177 w 9767847"/>
                <a:gd name="connsiteY61" fmla="*/ 3394214 h 6858000"/>
                <a:gd name="connsiteX62" fmla="*/ 9324293 w 9767847"/>
                <a:gd name="connsiteY62" fmla="*/ 3370872 h 6858000"/>
                <a:gd name="connsiteX63" fmla="*/ 9320763 w 9767847"/>
                <a:gd name="connsiteY63" fmla="*/ 3344427 h 6858000"/>
                <a:gd name="connsiteX64" fmla="*/ 9317184 w 9767847"/>
                <a:gd name="connsiteY64" fmla="*/ 3315343 h 6858000"/>
                <a:gd name="connsiteX65" fmla="*/ 9311021 w 9767847"/>
                <a:gd name="connsiteY65" fmla="*/ 3270309 h 6858000"/>
                <a:gd name="connsiteX66" fmla="*/ 9302719 w 9767847"/>
                <a:gd name="connsiteY66" fmla="*/ 3219815 h 6858000"/>
                <a:gd name="connsiteX67" fmla="*/ 9293970 w 9767847"/>
                <a:gd name="connsiteY67" fmla="*/ 3169887 h 6858000"/>
                <a:gd name="connsiteX68" fmla="*/ 9252065 w 9767847"/>
                <a:gd name="connsiteY68" fmla="*/ 2971205 h 6858000"/>
                <a:gd name="connsiteX69" fmla="*/ 9227211 w 9767847"/>
                <a:gd name="connsiteY69" fmla="*/ 2872571 h 6858000"/>
                <a:gd name="connsiteX70" fmla="*/ 9220699 w 9767847"/>
                <a:gd name="connsiteY70" fmla="*/ 2848524 h 6858000"/>
                <a:gd name="connsiteX71" fmla="*/ 9213740 w 9767847"/>
                <a:gd name="connsiteY71" fmla="*/ 2824289 h 6858000"/>
                <a:gd name="connsiteX72" fmla="*/ 9199374 w 9767847"/>
                <a:gd name="connsiteY72" fmla="*/ 2775536 h 6858000"/>
                <a:gd name="connsiteX73" fmla="*/ 9061829 w 9767847"/>
                <a:gd name="connsiteY73" fmla="*/ 2389515 h 6858000"/>
                <a:gd name="connsiteX74" fmla="*/ 8978865 w 9767847"/>
                <a:gd name="connsiteY74" fmla="*/ 2200953 h 6858000"/>
                <a:gd name="connsiteX75" fmla="*/ 8956694 w 9767847"/>
                <a:gd name="connsiteY75" fmla="*/ 2154317 h 6858000"/>
                <a:gd name="connsiteX76" fmla="*/ 8934176 w 9767847"/>
                <a:gd name="connsiteY76" fmla="*/ 2108012 h 6858000"/>
                <a:gd name="connsiteX77" fmla="*/ 8887151 w 9767847"/>
                <a:gd name="connsiteY77" fmla="*/ 2015448 h 6858000"/>
                <a:gd name="connsiteX78" fmla="*/ 8787533 w 9767847"/>
                <a:gd name="connsiteY78" fmla="*/ 1832625 h 6858000"/>
                <a:gd name="connsiteX79" fmla="*/ 8761485 w 9767847"/>
                <a:gd name="connsiteY79" fmla="*/ 1787496 h 6858000"/>
                <a:gd name="connsiteX80" fmla="*/ 8734791 w 9767847"/>
                <a:gd name="connsiteY80" fmla="*/ 1741991 h 6858000"/>
                <a:gd name="connsiteX81" fmla="*/ 8680808 w 9767847"/>
                <a:gd name="connsiteY81" fmla="*/ 1652910 h 6858000"/>
                <a:gd name="connsiteX82" fmla="*/ 8567024 w 9767847"/>
                <a:gd name="connsiteY82" fmla="*/ 1477004 h 6858000"/>
                <a:gd name="connsiteX83" fmla="*/ 8537446 w 9767847"/>
                <a:gd name="connsiteY83" fmla="*/ 1433428 h 6858000"/>
                <a:gd name="connsiteX84" fmla="*/ 8507423 w 9767847"/>
                <a:gd name="connsiteY84" fmla="*/ 1389994 h 6858000"/>
                <a:gd name="connsiteX85" fmla="*/ 8446529 w 9767847"/>
                <a:gd name="connsiteY85" fmla="*/ 1304393 h 6858000"/>
                <a:gd name="connsiteX86" fmla="*/ 8319224 w 9767847"/>
                <a:gd name="connsiteY86" fmla="*/ 1135124 h 6858000"/>
                <a:gd name="connsiteX87" fmla="*/ 8286366 w 9767847"/>
                <a:gd name="connsiteY87" fmla="*/ 1093148 h 6858000"/>
                <a:gd name="connsiteX88" fmla="*/ 8270161 w 9767847"/>
                <a:gd name="connsiteY88" fmla="*/ 1072538 h 6858000"/>
                <a:gd name="connsiteX89" fmla="*/ 8253856 w 9767847"/>
                <a:gd name="connsiteY89" fmla="*/ 1052254 h 6858000"/>
                <a:gd name="connsiteX90" fmla="*/ 8186352 w 9767847"/>
                <a:gd name="connsiteY90" fmla="*/ 970373 h 6858000"/>
                <a:gd name="connsiteX91" fmla="*/ 8046768 w 9767847"/>
                <a:gd name="connsiteY91" fmla="*/ 809527 h 6858000"/>
                <a:gd name="connsiteX92" fmla="*/ 8010927 w 9767847"/>
                <a:gd name="connsiteY92" fmla="*/ 769951 h 6858000"/>
                <a:gd name="connsiteX93" fmla="*/ 7974788 w 9767847"/>
                <a:gd name="connsiteY93" fmla="*/ 730751 h 6858000"/>
                <a:gd name="connsiteX94" fmla="*/ 7901070 w 9767847"/>
                <a:gd name="connsiteY94" fmla="*/ 652823 h 6858000"/>
                <a:gd name="connsiteX95" fmla="*/ 7750054 w 9767847"/>
                <a:gd name="connsiteY95" fmla="*/ 501106 h 6858000"/>
                <a:gd name="connsiteX96" fmla="*/ 7592277 w 9767847"/>
                <a:gd name="connsiteY96" fmla="*/ 355319 h 6858000"/>
                <a:gd name="connsiteX97" fmla="*/ 7257734 w 9767847"/>
                <a:gd name="connsiteY97" fmla="*/ 81062 h 6858000"/>
                <a:gd name="connsiteX98" fmla="*/ 1892109 w 9767847"/>
                <a:gd name="connsiteY98" fmla="*/ 0 h 6858000"/>
                <a:gd name="connsiteX99" fmla="*/ 2298402 w 9767847"/>
                <a:gd name="connsiteY99" fmla="*/ 0 h 6858000"/>
                <a:gd name="connsiteX100" fmla="*/ 2135542 w 9767847"/>
                <a:gd name="connsiteY100" fmla="*/ 121879 h 6858000"/>
                <a:gd name="connsiteX101" fmla="*/ 1969576 w 9767847"/>
                <a:gd name="connsiteY101" fmla="*/ 259084 h 6858000"/>
                <a:gd name="connsiteX102" fmla="*/ 1659938 w 9767847"/>
                <a:gd name="connsiteY102" fmla="*/ 553953 h 6858000"/>
                <a:gd name="connsiteX103" fmla="*/ 729383 w 9767847"/>
                <a:gd name="connsiteY103" fmla="*/ 1940578 h 6858000"/>
                <a:gd name="connsiteX104" fmla="*/ 578465 w 9767847"/>
                <a:gd name="connsiteY104" fmla="*/ 2324905 h 6858000"/>
                <a:gd name="connsiteX105" fmla="*/ 465080 w 9767847"/>
                <a:gd name="connsiteY105" fmla="*/ 2718973 h 6858000"/>
                <a:gd name="connsiteX106" fmla="*/ 423820 w 9767847"/>
                <a:gd name="connsiteY106" fmla="*/ 2919535 h 6858000"/>
                <a:gd name="connsiteX107" fmla="*/ 392355 w 9767847"/>
                <a:gd name="connsiteY107" fmla="*/ 3122169 h 6858000"/>
                <a:gd name="connsiteX108" fmla="*/ 358801 w 9767847"/>
                <a:gd name="connsiteY108" fmla="*/ 3531013 h 6858000"/>
                <a:gd name="connsiteX109" fmla="*/ 410350 w 9767847"/>
                <a:gd name="connsiteY109" fmla="*/ 4352324 h 6858000"/>
                <a:gd name="connsiteX110" fmla="*/ 449022 w 9767847"/>
                <a:gd name="connsiteY110" fmla="*/ 4555147 h 6858000"/>
                <a:gd name="connsiteX111" fmla="*/ 498882 w 9767847"/>
                <a:gd name="connsiteY111" fmla="*/ 4756463 h 6858000"/>
                <a:gd name="connsiteX112" fmla="*/ 559775 w 9767847"/>
                <a:gd name="connsiteY112" fmla="*/ 4955755 h 6858000"/>
                <a:gd name="connsiteX113" fmla="*/ 631406 w 9767847"/>
                <a:gd name="connsiteY113" fmla="*/ 5152084 h 6858000"/>
                <a:gd name="connsiteX114" fmla="*/ 1023461 w 9767847"/>
                <a:gd name="connsiteY114" fmla="*/ 5898055 h 6858000"/>
                <a:gd name="connsiteX115" fmla="*/ 1575880 w 9767847"/>
                <a:gd name="connsiteY115" fmla="*/ 6551744 h 6858000"/>
                <a:gd name="connsiteX116" fmla="*/ 1905228 w 9767847"/>
                <a:gd name="connsiteY116" fmla="*/ 6833566 h 6858000"/>
                <a:gd name="connsiteX117" fmla="*/ 1938629 w 9767847"/>
                <a:gd name="connsiteY117" fmla="*/ 6858000 h 6858000"/>
                <a:gd name="connsiteX118" fmla="*/ 1368607 w 9767847"/>
                <a:gd name="connsiteY118" fmla="*/ 6858000 h 6858000"/>
                <a:gd name="connsiteX119" fmla="*/ 1115251 w 9767847"/>
                <a:gd name="connsiteY119" fmla="*/ 6594103 h 6858000"/>
                <a:gd name="connsiteX120" fmla="*/ 0 w 9767847"/>
                <a:gd name="connsiteY120" fmla="*/ 3653129 h 6858000"/>
                <a:gd name="connsiteX121" fmla="*/ 1777294 w 9767847"/>
                <a:gd name="connsiteY121" fmla="*/ 854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9767847" h="6858000">
                  <a:moveTo>
                    <a:pt x="7145704" y="0"/>
                  </a:moveTo>
                  <a:lnTo>
                    <a:pt x="7875738" y="0"/>
                  </a:lnTo>
                  <a:lnTo>
                    <a:pt x="7990553" y="85415"/>
                  </a:lnTo>
                  <a:cubicBezTo>
                    <a:pt x="9075991" y="933432"/>
                    <a:pt x="9767847" y="2216793"/>
                    <a:pt x="9767847" y="3653129"/>
                  </a:cubicBezTo>
                  <a:cubicBezTo>
                    <a:pt x="9767847" y="4770280"/>
                    <a:pt x="9349317" y="5794890"/>
                    <a:pt x="8652597" y="6594103"/>
                  </a:cubicBezTo>
                  <a:lnTo>
                    <a:pt x="8399240" y="6858000"/>
                  </a:lnTo>
                  <a:lnTo>
                    <a:pt x="6766926" y="6858000"/>
                  </a:lnTo>
                  <a:lnTo>
                    <a:pt x="6804586" y="6821201"/>
                  </a:lnTo>
                  <a:lnTo>
                    <a:pt x="6881735" y="6745295"/>
                  </a:lnTo>
                  <a:cubicBezTo>
                    <a:pt x="6907435" y="6719979"/>
                    <a:pt x="6933134" y="6694896"/>
                    <a:pt x="6958883" y="6668920"/>
                  </a:cubicBezTo>
                  <a:lnTo>
                    <a:pt x="7267925" y="6359792"/>
                  </a:lnTo>
                  <a:lnTo>
                    <a:pt x="7424360" y="6204783"/>
                  </a:lnTo>
                  <a:cubicBezTo>
                    <a:pt x="7450754" y="6178900"/>
                    <a:pt x="7477598" y="6152829"/>
                    <a:pt x="7504938" y="6126806"/>
                  </a:cubicBezTo>
                  <a:lnTo>
                    <a:pt x="7546396" y="6087795"/>
                  </a:lnTo>
                  <a:cubicBezTo>
                    <a:pt x="7560264" y="6074901"/>
                    <a:pt x="7574780" y="6061630"/>
                    <a:pt x="7588002" y="6049630"/>
                  </a:cubicBezTo>
                  <a:lnTo>
                    <a:pt x="7631000" y="6010807"/>
                  </a:lnTo>
                  <a:lnTo>
                    <a:pt x="7675440" y="5972407"/>
                  </a:lnTo>
                  <a:cubicBezTo>
                    <a:pt x="7690404" y="5959796"/>
                    <a:pt x="7705564" y="5947419"/>
                    <a:pt x="7720626" y="5934949"/>
                  </a:cubicBezTo>
                  <a:cubicBezTo>
                    <a:pt x="7735738" y="5922525"/>
                    <a:pt x="7751197" y="5910619"/>
                    <a:pt x="7766458" y="5898432"/>
                  </a:cubicBezTo>
                  <a:cubicBezTo>
                    <a:pt x="7827949" y="5850290"/>
                    <a:pt x="7890979" y="5804597"/>
                    <a:pt x="7955254" y="5760926"/>
                  </a:cubicBezTo>
                  <a:cubicBezTo>
                    <a:pt x="8083800" y="5673632"/>
                    <a:pt x="8216872" y="5594434"/>
                    <a:pt x="8352678" y="5521728"/>
                  </a:cubicBezTo>
                  <a:lnTo>
                    <a:pt x="8451350" y="5469352"/>
                  </a:lnTo>
                  <a:lnTo>
                    <a:pt x="8548532" y="5417493"/>
                  </a:lnTo>
                  <a:cubicBezTo>
                    <a:pt x="8612110" y="5383188"/>
                    <a:pt x="8673251" y="5349306"/>
                    <a:pt x="8729473" y="5314059"/>
                  </a:cubicBezTo>
                  <a:cubicBezTo>
                    <a:pt x="8743591" y="5305213"/>
                    <a:pt x="8757161" y="5296459"/>
                    <a:pt x="8770781" y="5287330"/>
                  </a:cubicBezTo>
                  <a:cubicBezTo>
                    <a:pt x="8777591" y="5282765"/>
                    <a:pt x="8784451" y="5278201"/>
                    <a:pt x="8790964" y="5273590"/>
                  </a:cubicBezTo>
                  <a:cubicBezTo>
                    <a:pt x="8797574" y="5268977"/>
                    <a:pt x="8804235" y="5264412"/>
                    <a:pt x="8810499" y="5259801"/>
                  </a:cubicBezTo>
                  <a:cubicBezTo>
                    <a:pt x="8835999" y="5241401"/>
                    <a:pt x="8860407" y="5222389"/>
                    <a:pt x="8883571" y="5202577"/>
                  </a:cubicBezTo>
                  <a:cubicBezTo>
                    <a:pt x="8929900" y="5162954"/>
                    <a:pt x="8971258" y="5120413"/>
                    <a:pt x="9006651" y="5074625"/>
                  </a:cubicBezTo>
                  <a:cubicBezTo>
                    <a:pt x="9015351" y="5063426"/>
                    <a:pt x="9024398" y="5050955"/>
                    <a:pt x="9033494" y="5038203"/>
                  </a:cubicBezTo>
                  <a:lnTo>
                    <a:pt x="9040305" y="5028649"/>
                  </a:lnTo>
                  <a:lnTo>
                    <a:pt x="9046568" y="5019379"/>
                  </a:lnTo>
                  <a:cubicBezTo>
                    <a:pt x="9050743" y="5013261"/>
                    <a:pt x="9054819" y="5007050"/>
                    <a:pt x="9058846" y="5000743"/>
                  </a:cubicBezTo>
                  <a:cubicBezTo>
                    <a:pt x="9075002" y="4975615"/>
                    <a:pt x="9090212" y="4949403"/>
                    <a:pt x="9104529" y="4922203"/>
                  </a:cubicBezTo>
                  <a:cubicBezTo>
                    <a:pt x="9133211" y="4867850"/>
                    <a:pt x="9158313" y="4809545"/>
                    <a:pt x="9181081" y="4748792"/>
                  </a:cubicBezTo>
                  <a:cubicBezTo>
                    <a:pt x="9203748" y="4688276"/>
                    <a:pt x="9223383" y="4625876"/>
                    <a:pt x="9240731" y="4561970"/>
                  </a:cubicBezTo>
                  <a:cubicBezTo>
                    <a:pt x="9249481" y="4530064"/>
                    <a:pt x="9257682" y="4497782"/>
                    <a:pt x="9265388" y="4465171"/>
                  </a:cubicBezTo>
                  <a:cubicBezTo>
                    <a:pt x="9269215" y="4448842"/>
                    <a:pt x="9272943" y="4432465"/>
                    <a:pt x="9276571" y="4416041"/>
                  </a:cubicBezTo>
                  <a:lnTo>
                    <a:pt x="9281841" y="4391477"/>
                  </a:lnTo>
                  <a:lnTo>
                    <a:pt x="9286513" y="4368936"/>
                  </a:lnTo>
                  <a:lnTo>
                    <a:pt x="9296754" y="4316136"/>
                  </a:lnTo>
                  <a:lnTo>
                    <a:pt x="9301029" y="4293172"/>
                  </a:lnTo>
                  <a:lnTo>
                    <a:pt x="9302818" y="4282679"/>
                  </a:lnTo>
                  <a:lnTo>
                    <a:pt x="9304658" y="4270914"/>
                  </a:lnTo>
                  <a:lnTo>
                    <a:pt x="9312810" y="4220043"/>
                  </a:lnTo>
                  <a:lnTo>
                    <a:pt x="9316887" y="4194584"/>
                  </a:lnTo>
                  <a:lnTo>
                    <a:pt x="9318923" y="4181878"/>
                  </a:lnTo>
                  <a:cubicBezTo>
                    <a:pt x="9319570" y="4177644"/>
                    <a:pt x="9319969" y="4173267"/>
                    <a:pt x="9320515" y="4168984"/>
                  </a:cubicBezTo>
                  <a:lnTo>
                    <a:pt x="9332445" y="4069079"/>
                  </a:lnTo>
                  <a:cubicBezTo>
                    <a:pt x="9333836" y="4056468"/>
                    <a:pt x="9334880" y="4040986"/>
                    <a:pt x="9336173" y="4022774"/>
                  </a:cubicBezTo>
                  <a:lnTo>
                    <a:pt x="9340199" y="3969269"/>
                  </a:lnTo>
                  <a:cubicBezTo>
                    <a:pt x="9345071" y="3903904"/>
                    <a:pt x="9347358" y="3837081"/>
                    <a:pt x="9347557" y="3770070"/>
                  </a:cubicBezTo>
                  <a:cubicBezTo>
                    <a:pt x="9347656" y="3736518"/>
                    <a:pt x="9347209" y="3702871"/>
                    <a:pt x="9346364" y="3669036"/>
                  </a:cubicBezTo>
                  <a:lnTo>
                    <a:pt x="9344921" y="3619341"/>
                  </a:lnTo>
                  <a:lnTo>
                    <a:pt x="9344524" y="3607624"/>
                  </a:lnTo>
                  <a:lnTo>
                    <a:pt x="9343728" y="3594872"/>
                  </a:lnTo>
                  <a:lnTo>
                    <a:pt x="9342188" y="3569366"/>
                  </a:lnTo>
                  <a:lnTo>
                    <a:pt x="9339056" y="3518354"/>
                  </a:lnTo>
                  <a:cubicBezTo>
                    <a:pt x="9337914" y="3501319"/>
                    <a:pt x="9335874" y="3484236"/>
                    <a:pt x="9334334" y="3467155"/>
                  </a:cubicBezTo>
                  <a:lnTo>
                    <a:pt x="9329363" y="3415908"/>
                  </a:lnTo>
                  <a:lnTo>
                    <a:pt x="9328319" y="3404755"/>
                  </a:lnTo>
                  <a:lnTo>
                    <a:pt x="9327177" y="3394214"/>
                  </a:lnTo>
                  <a:lnTo>
                    <a:pt x="9324293" y="3370872"/>
                  </a:lnTo>
                  <a:lnTo>
                    <a:pt x="9320763" y="3344427"/>
                  </a:lnTo>
                  <a:lnTo>
                    <a:pt x="9317184" y="3315343"/>
                  </a:lnTo>
                  <a:cubicBezTo>
                    <a:pt x="9315594" y="3300991"/>
                    <a:pt x="9313506" y="3286404"/>
                    <a:pt x="9311021" y="3270309"/>
                  </a:cubicBezTo>
                  <a:lnTo>
                    <a:pt x="9302719" y="3219815"/>
                  </a:lnTo>
                  <a:cubicBezTo>
                    <a:pt x="9299936" y="3203157"/>
                    <a:pt x="9297003" y="3186498"/>
                    <a:pt x="9293970" y="3169887"/>
                  </a:cubicBezTo>
                  <a:cubicBezTo>
                    <a:pt x="9281891" y="3103393"/>
                    <a:pt x="9267674" y="3037182"/>
                    <a:pt x="9252065" y="2971205"/>
                  </a:cubicBezTo>
                  <a:cubicBezTo>
                    <a:pt x="9244261" y="2938265"/>
                    <a:pt x="9235959" y="2905371"/>
                    <a:pt x="9227211" y="2872571"/>
                  </a:cubicBezTo>
                  <a:lnTo>
                    <a:pt x="9220699" y="2848524"/>
                  </a:lnTo>
                  <a:lnTo>
                    <a:pt x="9213740" y="2824289"/>
                  </a:lnTo>
                  <a:cubicBezTo>
                    <a:pt x="9209216" y="2808147"/>
                    <a:pt x="9204345" y="2791866"/>
                    <a:pt x="9199374" y="2775536"/>
                  </a:cubicBezTo>
                  <a:cubicBezTo>
                    <a:pt x="9159855" y="2645184"/>
                    <a:pt x="9114272" y="2516197"/>
                    <a:pt x="9061829" y="2389515"/>
                  </a:cubicBezTo>
                  <a:cubicBezTo>
                    <a:pt x="9035582" y="2326175"/>
                    <a:pt x="9008043" y="2263258"/>
                    <a:pt x="8978865" y="2200953"/>
                  </a:cubicBezTo>
                  <a:lnTo>
                    <a:pt x="8956694" y="2154317"/>
                  </a:lnTo>
                  <a:lnTo>
                    <a:pt x="8934176" y="2108012"/>
                  </a:lnTo>
                  <a:cubicBezTo>
                    <a:pt x="8918915" y="2077189"/>
                    <a:pt x="8903157" y="2046130"/>
                    <a:pt x="8887151" y="2015448"/>
                  </a:cubicBezTo>
                  <a:cubicBezTo>
                    <a:pt x="8854988" y="1953989"/>
                    <a:pt x="8822082" y="1892908"/>
                    <a:pt x="8787533" y="1832625"/>
                  </a:cubicBezTo>
                  <a:lnTo>
                    <a:pt x="8761485" y="1787496"/>
                  </a:lnTo>
                  <a:lnTo>
                    <a:pt x="8734791" y="1741991"/>
                  </a:lnTo>
                  <a:cubicBezTo>
                    <a:pt x="8717047" y="1711921"/>
                    <a:pt x="8699200" y="1682461"/>
                    <a:pt x="8680808" y="1652910"/>
                  </a:cubicBezTo>
                  <a:cubicBezTo>
                    <a:pt x="8644322" y="1593756"/>
                    <a:pt x="8606194" y="1535216"/>
                    <a:pt x="8567024" y="1477004"/>
                  </a:cubicBezTo>
                  <a:lnTo>
                    <a:pt x="8537446" y="1433428"/>
                  </a:lnTo>
                  <a:lnTo>
                    <a:pt x="8507423" y="1389994"/>
                  </a:lnTo>
                  <a:cubicBezTo>
                    <a:pt x="8487390" y="1361382"/>
                    <a:pt x="8467158" y="1332817"/>
                    <a:pt x="8446529" y="1304393"/>
                  </a:cubicBezTo>
                  <a:cubicBezTo>
                    <a:pt x="8405271" y="1247595"/>
                    <a:pt x="8362718" y="1191218"/>
                    <a:pt x="8319224" y="1135124"/>
                  </a:cubicBezTo>
                  <a:lnTo>
                    <a:pt x="8286366" y="1093148"/>
                  </a:lnTo>
                  <a:lnTo>
                    <a:pt x="8270161" y="1072538"/>
                  </a:lnTo>
                  <a:lnTo>
                    <a:pt x="8253856" y="1052254"/>
                  </a:lnTo>
                  <a:cubicBezTo>
                    <a:pt x="8231636" y="1024773"/>
                    <a:pt x="8209117" y="997479"/>
                    <a:pt x="8186352" y="970373"/>
                  </a:cubicBezTo>
                  <a:cubicBezTo>
                    <a:pt x="8140917" y="916020"/>
                    <a:pt x="8094240" y="862515"/>
                    <a:pt x="8046768" y="809527"/>
                  </a:cubicBezTo>
                  <a:lnTo>
                    <a:pt x="8010927" y="769951"/>
                  </a:lnTo>
                  <a:lnTo>
                    <a:pt x="7974788" y="730751"/>
                  </a:lnTo>
                  <a:cubicBezTo>
                    <a:pt x="7950382" y="704587"/>
                    <a:pt x="7925824" y="678563"/>
                    <a:pt x="7901070" y="652823"/>
                  </a:cubicBezTo>
                  <a:cubicBezTo>
                    <a:pt x="7851510" y="601387"/>
                    <a:pt x="7801404" y="550612"/>
                    <a:pt x="7750054" y="501106"/>
                  </a:cubicBezTo>
                  <a:cubicBezTo>
                    <a:pt x="7698902" y="451742"/>
                    <a:pt x="7645913" y="403036"/>
                    <a:pt x="7592277" y="355319"/>
                  </a:cubicBezTo>
                  <a:cubicBezTo>
                    <a:pt x="7484856" y="259884"/>
                    <a:pt x="7373308" y="168402"/>
                    <a:pt x="7257734" y="81062"/>
                  </a:cubicBezTo>
                  <a:close/>
                  <a:moveTo>
                    <a:pt x="1892109" y="0"/>
                  </a:moveTo>
                  <a:lnTo>
                    <a:pt x="2298402" y="0"/>
                  </a:lnTo>
                  <a:lnTo>
                    <a:pt x="2135542" y="121879"/>
                  </a:lnTo>
                  <a:cubicBezTo>
                    <a:pt x="2078998" y="166378"/>
                    <a:pt x="2023659" y="212143"/>
                    <a:pt x="1969576" y="259084"/>
                  </a:cubicBezTo>
                  <a:cubicBezTo>
                    <a:pt x="1861309" y="352918"/>
                    <a:pt x="1758064" y="451412"/>
                    <a:pt x="1659938" y="553953"/>
                  </a:cubicBezTo>
                  <a:cubicBezTo>
                    <a:pt x="1266987" y="964444"/>
                    <a:pt x="953820" y="1435593"/>
                    <a:pt x="729383" y="1940578"/>
                  </a:cubicBezTo>
                  <a:cubicBezTo>
                    <a:pt x="673260" y="2066459"/>
                    <a:pt x="622855" y="2195070"/>
                    <a:pt x="578465" y="2324905"/>
                  </a:cubicBezTo>
                  <a:cubicBezTo>
                    <a:pt x="534125" y="2454785"/>
                    <a:pt x="496147" y="2586314"/>
                    <a:pt x="465080" y="2718973"/>
                  </a:cubicBezTo>
                  <a:cubicBezTo>
                    <a:pt x="449769" y="2785089"/>
                    <a:pt x="435850" y="2852289"/>
                    <a:pt x="423820" y="2919535"/>
                  </a:cubicBezTo>
                  <a:cubicBezTo>
                    <a:pt x="411840" y="2986829"/>
                    <a:pt x="401054" y="3054358"/>
                    <a:pt x="392355" y="3122169"/>
                  </a:cubicBezTo>
                  <a:cubicBezTo>
                    <a:pt x="374509" y="3257744"/>
                    <a:pt x="363424" y="3393978"/>
                    <a:pt x="358801" y="3531013"/>
                  </a:cubicBezTo>
                  <a:cubicBezTo>
                    <a:pt x="349009" y="3804941"/>
                    <a:pt x="366357" y="4079668"/>
                    <a:pt x="410350" y="4352324"/>
                  </a:cubicBezTo>
                  <a:cubicBezTo>
                    <a:pt x="421286" y="4420230"/>
                    <a:pt x="434209" y="4487758"/>
                    <a:pt x="449022" y="4555147"/>
                  </a:cubicBezTo>
                  <a:cubicBezTo>
                    <a:pt x="463737" y="4622534"/>
                    <a:pt x="480389" y="4689686"/>
                    <a:pt x="498882" y="4756463"/>
                  </a:cubicBezTo>
                  <a:cubicBezTo>
                    <a:pt x="517373" y="4823239"/>
                    <a:pt x="537704" y="4889733"/>
                    <a:pt x="559775" y="4955755"/>
                  </a:cubicBezTo>
                  <a:cubicBezTo>
                    <a:pt x="581946" y="5021873"/>
                    <a:pt x="605358" y="5087473"/>
                    <a:pt x="631406" y="5152084"/>
                  </a:cubicBezTo>
                  <a:cubicBezTo>
                    <a:pt x="734055" y="5411706"/>
                    <a:pt x="865188" y="5662668"/>
                    <a:pt x="1023461" y="5898055"/>
                  </a:cubicBezTo>
                  <a:cubicBezTo>
                    <a:pt x="1181487" y="6133676"/>
                    <a:pt x="1367051" y="6353345"/>
                    <a:pt x="1575880" y="6551744"/>
                  </a:cubicBezTo>
                  <a:cubicBezTo>
                    <a:pt x="1680269" y="6651014"/>
                    <a:pt x="1790338" y="6745037"/>
                    <a:pt x="1905228" y="6833566"/>
                  </a:cubicBezTo>
                  <a:lnTo>
                    <a:pt x="1938629" y="6858000"/>
                  </a:lnTo>
                  <a:lnTo>
                    <a:pt x="1368607" y="6858000"/>
                  </a:lnTo>
                  <a:lnTo>
                    <a:pt x="1115251" y="6594103"/>
                  </a:lnTo>
                  <a:cubicBezTo>
                    <a:pt x="418530" y="5794890"/>
                    <a:pt x="0" y="4770280"/>
                    <a:pt x="0" y="3653129"/>
                  </a:cubicBezTo>
                  <a:cubicBezTo>
                    <a:pt x="0" y="2216793"/>
                    <a:pt x="691856" y="933432"/>
                    <a:pt x="1777294" y="85415"/>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grpSp>
      <p:sp>
        <p:nvSpPr>
          <p:cNvPr id="2" name="Title 1">
            <a:extLst>
              <a:ext uri="{FF2B5EF4-FFF2-40B4-BE49-F238E27FC236}">
                <a16:creationId xmlns:a16="http://schemas.microsoft.com/office/drawing/2014/main" id="{8FB44EAD-9809-7711-9716-CB8F557A1391}"/>
              </a:ext>
            </a:extLst>
          </p:cNvPr>
          <p:cNvSpPr>
            <a:spLocks noGrp="1"/>
          </p:cNvSpPr>
          <p:nvPr>
            <p:ph type="ctrTitle"/>
          </p:nvPr>
        </p:nvSpPr>
        <p:spPr>
          <a:xfrm>
            <a:off x="876300" y="45868"/>
            <a:ext cx="10263459" cy="923925"/>
          </a:xfrm>
        </p:spPr>
        <p:txBody>
          <a:bodyPr anchor="b">
            <a:normAutofit/>
          </a:bodyPr>
          <a:lstStyle/>
          <a:p>
            <a:r>
              <a:rPr lang="en-IN" sz="4000" dirty="0">
                <a:solidFill>
                  <a:schemeClr val="tx2"/>
                </a:solidFill>
                <a:latin typeface="Engravers MT" panose="02090707080505020304" pitchFamily="18" charset="0"/>
              </a:rPr>
              <a:t>History  of MISRA-C</a:t>
            </a:r>
            <a:endParaRPr lang="en-IN" sz="4000" dirty="0">
              <a:solidFill>
                <a:schemeClr val="tx2"/>
              </a:solidFill>
            </a:endParaRPr>
          </a:p>
        </p:txBody>
      </p:sp>
      <p:grpSp>
        <p:nvGrpSpPr>
          <p:cNvPr id="23" name="Group 22">
            <a:extLst>
              <a:ext uri="{FF2B5EF4-FFF2-40B4-BE49-F238E27FC236}">
                <a16:creationId xmlns:a16="http://schemas.microsoft.com/office/drawing/2014/main" id="{87F87F1B-42BA-4AC7-A4E2-41544DDB2CE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05" y="-4155"/>
            <a:ext cx="2514948" cy="2174333"/>
            <a:chOff x="-305" y="-4155"/>
            <a:chExt cx="2514948" cy="2174333"/>
          </a:xfrm>
        </p:grpSpPr>
        <p:sp>
          <p:nvSpPr>
            <p:cNvPr id="24" name="Freeform: Shape 23">
              <a:extLst>
                <a:ext uri="{FF2B5EF4-FFF2-40B4-BE49-F238E27FC236}">
                  <a16:creationId xmlns:a16="http://schemas.microsoft.com/office/drawing/2014/main" id="{68B53067-4E48-4E71-A6A9-A8CAABAFBF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Shape 24">
              <a:extLst>
                <a:ext uri="{FF2B5EF4-FFF2-40B4-BE49-F238E27FC236}">
                  <a16:creationId xmlns:a16="http://schemas.microsoft.com/office/drawing/2014/main" id="{06D1A0D3-4BB8-41D9-9CE7-2884C83F44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reeform: Shape 25">
              <a:extLst>
                <a:ext uri="{FF2B5EF4-FFF2-40B4-BE49-F238E27FC236}">
                  <a16:creationId xmlns:a16="http://schemas.microsoft.com/office/drawing/2014/main" id="{81E20F06-3B09-4B89-A36B-AB8BFBCCA5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27" name="Freeform: Shape 26">
              <a:extLst>
                <a:ext uri="{FF2B5EF4-FFF2-40B4-BE49-F238E27FC236}">
                  <a16:creationId xmlns:a16="http://schemas.microsoft.com/office/drawing/2014/main" id="{DAE6C3D7-7D5B-4926-877D-45F117BB6B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9" name="Group 28">
            <a:extLst>
              <a:ext uri="{FF2B5EF4-FFF2-40B4-BE49-F238E27FC236}">
                <a16:creationId xmlns:a16="http://schemas.microsoft.com/office/drawing/2014/main" id="{967346A5-7569-4F15-AB5D-BE3DADF192C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9685727" y="4683666"/>
            <a:ext cx="2514948" cy="2174333"/>
            <a:chOff x="-305" y="-4155"/>
            <a:chExt cx="2514948" cy="2174333"/>
          </a:xfrm>
        </p:grpSpPr>
        <p:sp>
          <p:nvSpPr>
            <p:cNvPr id="30" name="Freeform: Shape 29">
              <a:extLst>
                <a:ext uri="{FF2B5EF4-FFF2-40B4-BE49-F238E27FC236}">
                  <a16:creationId xmlns:a16="http://schemas.microsoft.com/office/drawing/2014/main" id="{E1951533-A568-4765-AB1F-F71D9AFDEA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reeform: Shape 30">
              <a:extLst>
                <a:ext uri="{FF2B5EF4-FFF2-40B4-BE49-F238E27FC236}">
                  <a16:creationId xmlns:a16="http://schemas.microsoft.com/office/drawing/2014/main" id="{A7214F52-4F3F-4C96-A62E-F1401D6C04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Freeform: Shape 31">
              <a:extLst>
                <a:ext uri="{FF2B5EF4-FFF2-40B4-BE49-F238E27FC236}">
                  <a16:creationId xmlns:a16="http://schemas.microsoft.com/office/drawing/2014/main" id="{023146A1-291C-4FA0-AB5B-EB04D42398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33" name="Freeform: Shape 32">
              <a:extLst>
                <a:ext uri="{FF2B5EF4-FFF2-40B4-BE49-F238E27FC236}">
                  <a16:creationId xmlns:a16="http://schemas.microsoft.com/office/drawing/2014/main" id="{62977932-2B03-4899-8306-5002CEE68E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5" name="Title 1">
            <a:extLst>
              <a:ext uri="{FF2B5EF4-FFF2-40B4-BE49-F238E27FC236}">
                <a16:creationId xmlns:a16="http://schemas.microsoft.com/office/drawing/2014/main" id="{D6EE584E-84BC-FC84-2A5F-A0E7AF1256B7}"/>
              </a:ext>
            </a:extLst>
          </p:cNvPr>
          <p:cNvSpPr txBox="1">
            <a:spLocks/>
          </p:cNvSpPr>
          <p:nvPr/>
        </p:nvSpPr>
        <p:spPr>
          <a:xfrm>
            <a:off x="10382250" y="3983"/>
            <a:ext cx="1809445" cy="44767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2000" dirty="0">
                <a:solidFill>
                  <a:schemeClr val="tx2"/>
                </a:solidFill>
              </a:rPr>
              <a:t>MISRA C -2012</a:t>
            </a:r>
          </a:p>
        </p:txBody>
      </p:sp>
      <p:sp>
        <p:nvSpPr>
          <p:cNvPr id="6" name="Subtitle 2">
            <a:extLst>
              <a:ext uri="{FF2B5EF4-FFF2-40B4-BE49-F238E27FC236}">
                <a16:creationId xmlns:a16="http://schemas.microsoft.com/office/drawing/2014/main" id="{C992C8E1-40D9-45CC-B67A-D8B86D2A381E}"/>
              </a:ext>
            </a:extLst>
          </p:cNvPr>
          <p:cNvSpPr txBox="1">
            <a:spLocks/>
          </p:cNvSpPr>
          <p:nvPr/>
        </p:nvSpPr>
        <p:spPr>
          <a:xfrm>
            <a:off x="3432265" y="853500"/>
            <a:ext cx="5188034" cy="682079"/>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115000"/>
              </a:lnSpc>
              <a:spcAft>
                <a:spcPts val="800"/>
              </a:spcAft>
            </a:pPr>
            <a:r>
              <a:rPr lang="en-IN" kern="100" dirty="0">
                <a:solidFill>
                  <a:srgbClr val="666666"/>
                </a:solidFill>
                <a:effectLst/>
                <a:highlight>
                  <a:srgbClr val="FFFF00"/>
                </a:highlight>
                <a:latin typeface="Times New Roman" panose="02020603050405020304" pitchFamily="18" charset="0"/>
                <a:ea typeface="Aptos" panose="020B0004020202020204" pitchFamily="34" charset="0"/>
                <a:cs typeface="Times New Roman" panose="02020603050405020304" pitchFamily="18" charset="0"/>
              </a:rPr>
              <a:t>Misra2012:Rule-5.9</a:t>
            </a:r>
          </a:p>
        </p:txBody>
      </p:sp>
      <p:sp>
        <p:nvSpPr>
          <p:cNvPr id="3" name="TextBox 2">
            <a:extLst>
              <a:ext uri="{FF2B5EF4-FFF2-40B4-BE49-F238E27FC236}">
                <a16:creationId xmlns:a16="http://schemas.microsoft.com/office/drawing/2014/main" id="{F52B51FF-E201-359D-4743-DA9B627F1CC1}"/>
              </a:ext>
            </a:extLst>
          </p:cNvPr>
          <p:cNvSpPr txBox="1"/>
          <p:nvPr/>
        </p:nvSpPr>
        <p:spPr>
          <a:xfrm>
            <a:off x="1006756" y="1300777"/>
            <a:ext cx="9826243" cy="369332"/>
          </a:xfrm>
          <a:prstGeom prst="rect">
            <a:avLst/>
          </a:prstGeom>
          <a:noFill/>
        </p:spPr>
        <p:txBody>
          <a:bodyPr wrap="square">
            <a:spAutoFit/>
          </a:bodyPr>
          <a:lstStyle/>
          <a:p>
            <a:pPr marL="285750" indent="-285750" algn="l">
              <a:buFont typeface="Wingdings" panose="05000000000000000000" pitchFamily="2" charset="2"/>
              <a:buChar char="q"/>
            </a:pPr>
            <a:r>
              <a:rPr lang="en-US" sz="1800" b="1" i="0" u="none" strike="noStrike" baseline="0" dirty="0">
                <a:latin typeface="Times New Roman" panose="02020603050405020304" pitchFamily="18" charset="0"/>
                <a:cs typeface="Times New Roman" panose="02020603050405020304" pitchFamily="18" charset="0"/>
              </a:rPr>
              <a:t>Identifiers that define objects or functions with internal linkage should be unique</a:t>
            </a:r>
            <a:endParaRPr lang="en-IN" b="1" kern="100" dirty="0">
              <a:effectLst/>
              <a:highlight>
                <a:srgbClr val="FFFF00"/>
              </a:highlight>
              <a:latin typeface="Times New Roman" panose="02020603050405020304" pitchFamily="18" charset="0"/>
              <a:ea typeface="Aptos" panose="020B0004020202020204" pitchFamily="34" charset="0"/>
              <a:cs typeface="Times New Roman" panose="02020603050405020304" pitchFamily="18" charset="0"/>
            </a:endParaRPr>
          </a:p>
        </p:txBody>
      </p:sp>
      <p:sp>
        <p:nvSpPr>
          <p:cNvPr id="11" name="TextBox 10">
            <a:extLst>
              <a:ext uri="{FF2B5EF4-FFF2-40B4-BE49-F238E27FC236}">
                <a16:creationId xmlns:a16="http://schemas.microsoft.com/office/drawing/2014/main" id="{3BAF9C64-DAA2-791C-A360-DC870B79332D}"/>
              </a:ext>
            </a:extLst>
          </p:cNvPr>
          <p:cNvSpPr txBox="1"/>
          <p:nvPr/>
        </p:nvSpPr>
        <p:spPr>
          <a:xfrm>
            <a:off x="1300716" y="1702108"/>
            <a:ext cx="9642403" cy="369332"/>
          </a:xfrm>
          <a:prstGeom prst="rect">
            <a:avLst/>
          </a:prstGeom>
          <a:noFill/>
        </p:spPr>
        <p:txBody>
          <a:bodyPr wrap="square">
            <a:spAutoFit/>
          </a:bodyPr>
          <a:lstStyle/>
          <a:p>
            <a:pPr algn="l"/>
            <a:r>
              <a:rPr lang="en-IN" sz="1800" b="0" i="0" u="none" strike="noStrike" baseline="0" dirty="0">
                <a:latin typeface="OpenSans"/>
              </a:rPr>
              <a:t>Category –</a:t>
            </a:r>
            <a:r>
              <a:rPr lang="en-IN" sz="1800" b="0" i="0" u="none" strike="noStrike" baseline="0" dirty="0">
                <a:latin typeface="OpenSans-Light"/>
              </a:rPr>
              <a:t>Required    Analysis </a:t>
            </a:r>
            <a:r>
              <a:rPr lang="en-IN" sz="1800" b="0" i="0" u="none" strike="noStrike" baseline="0" dirty="0">
                <a:latin typeface="OpenSans"/>
              </a:rPr>
              <a:t> -</a:t>
            </a:r>
            <a:r>
              <a:rPr lang="en-IN" sz="1800" b="0" i="0" u="none" strike="noStrike" baseline="0" dirty="0">
                <a:latin typeface="OpenSans-Light"/>
              </a:rPr>
              <a:t> Decidable, System  </a:t>
            </a:r>
            <a:r>
              <a:rPr lang="en-IN" sz="1800" b="0" i="0" u="none" strike="noStrike" baseline="0" dirty="0">
                <a:latin typeface="OpenSans"/>
              </a:rPr>
              <a:t>Applies to -</a:t>
            </a:r>
            <a:r>
              <a:rPr lang="en-IN" sz="1800" b="0" i="0" u="none" strike="noStrike" baseline="0" dirty="0">
                <a:latin typeface="OpenSans-Light"/>
              </a:rPr>
              <a:t> C90, C99</a:t>
            </a:r>
            <a:endParaRPr lang="en-IN" dirty="0"/>
          </a:p>
        </p:txBody>
      </p:sp>
      <p:sp>
        <p:nvSpPr>
          <p:cNvPr id="12" name="TextBox 11">
            <a:extLst>
              <a:ext uri="{FF2B5EF4-FFF2-40B4-BE49-F238E27FC236}">
                <a16:creationId xmlns:a16="http://schemas.microsoft.com/office/drawing/2014/main" id="{3B6B20D6-4372-E7FE-5B7C-3A5C456054FD}"/>
              </a:ext>
            </a:extLst>
          </p:cNvPr>
          <p:cNvSpPr txBox="1"/>
          <p:nvPr/>
        </p:nvSpPr>
        <p:spPr>
          <a:xfrm>
            <a:off x="2671486" y="2422824"/>
            <a:ext cx="8696409" cy="2862322"/>
          </a:xfrm>
          <a:prstGeom prst="rect">
            <a:avLst/>
          </a:prstGeom>
          <a:noFill/>
        </p:spPr>
        <p:txBody>
          <a:bodyPr wrap="square">
            <a:spAutoFit/>
          </a:bodyPr>
          <a:lstStyle/>
          <a:p>
            <a:pPr algn="l"/>
            <a:r>
              <a:rPr lang="en-US" sz="1800" b="0" i="0" u="none" strike="noStrike" baseline="0" dirty="0">
                <a:latin typeface="Times New Roman" panose="02020603050405020304" pitchFamily="18" charset="0"/>
                <a:cs typeface="Times New Roman" panose="02020603050405020304" pitchFamily="18" charset="0"/>
              </a:rPr>
              <a:t>// File: </a:t>
            </a:r>
            <a:r>
              <a:rPr lang="en-US" sz="1800" b="0" i="0" u="none" strike="noStrike" baseline="0" dirty="0" err="1">
                <a:latin typeface="Times New Roman" panose="02020603050405020304" pitchFamily="18" charset="0"/>
                <a:cs typeface="Times New Roman" panose="02020603050405020304" pitchFamily="18" charset="0"/>
              </a:rPr>
              <a:t>module.c</a:t>
            </a:r>
            <a:endParaRPr lang="en-US" sz="1800" b="0" i="0" u="none" strike="noStrike" baseline="0" dirty="0">
              <a:latin typeface="Times New Roman" panose="02020603050405020304" pitchFamily="18" charset="0"/>
              <a:cs typeface="Times New Roman" panose="02020603050405020304" pitchFamily="18" charset="0"/>
            </a:endParaRPr>
          </a:p>
          <a:p>
            <a:pPr algn="l"/>
            <a:r>
              <a:rPr lang="en-US" sz="1800" b="0" i="0" u="none" strike="noStrike" baseline="0" dirty="0">
                <a:latin typeface="Times New Roman" panose="02020603050405020304" pitchFamily="18" charset="0"/>
                <a:cs typeface="Times New Roman" panose="02020603050405020304" pitchFamily="18" charset="0"/>
              </a:rPr>
              <a:t>static int </a:t>
            </a:r>
            <a:r>
              <a:rPr lang="en-US" sz="1800" b="0" i="0" u="none" strike="noStrike" baseline="0" dirty="0" err="1">
                <a:latin typeface="Times New Roman" panose="02020603050405020304" pitchFamily="18" charset="0"/>
                <a:cs typeface="Times New Roman" panose="02020603050405020304" pitchFamily="18" charset="0"/>
              </a:rPr>
              <a:t>moduleVariable</a:t>
            </a:r>
            <a:r>
              <a:rPr lang="en-US" sz="1800" b="0" i="0" u="none" strike="noStrike" baseline="0" dirty="0">
                <a:latin typeface="Times New Roman" panose="02020603050405020304" pitchFamily="18" charset="0"/>
                <a:cs typeface="Times New Roman" panose="02020603050405020304" pitchFamily="18" charset="0"/>
              </a:rPr>
              <a:t>; // Identifier defining an object with internal linkage</a:t>
            </a:r>
          </a:p>
          <a:p>
            <a:pPr algn="l"/>
            <a:endParaRPr lang="en-US" sz="1800" b="0" i="0" u="none" strike="noStrike" baseline="0" dirty="0">
              <a:latin typeface="Times New Roman" panose="02020603050405020304" pitchFamily="18" charset="0"/>
              <a:cs typeface="Times New Roman" panose="02020603050405020304" pitchFamily="18" charset="0"/>
            </a:endParaRPr>
          </a:p>
          <a:p>
            <a:pPr algn="l"/>
            <a:r>
              <a:rPr lang="en-US" sz="1800" b="0" i="0" u="none" strike="noStrike" baseline="0" dirty="0">
                <a:latin typeface="Times New Roman" panose="02020603050405020304" pitchFamily="18" charset="0"/>
                <a:cs typeface="Times New Roman" panose="02020603050405020304" pitchFamily="18" charset="0"/>
              </a:rPr>
              <a:t>static void </a:t>
            </a:r>
            <a:r>
              <a:rPr lang="en-US" sz="1800" b="0" i="0" u="none" strike="noStrike" baseline="0" dirty="0" err="1">
                <a:latin typeface="Times New Roman" panose="02020603050405020304" pitchFamily="18" charset="0"/>
                <a:cs typeface="Times New Roman" panose="02020603050405020304" pitchFamily="18" charset="0"/>
              </a:rPr>
              <a:t>moduleFunction</a:t>
            </a:r>
            <a:r>
              <a:rPr lang="en-US" sz="1800" b="0" i="0" u="none" strike="noStrike" baseline="0" dirty="0">
                <a:latin typeface="Times New Roman" panose="02020603050405020304" pitchFamily="18" charset="0"/>
                <a:cs typeface="Times New Roman" panose="02020603050405020304" pitchFamily="18" charset="0"/>
              </a:rPr>
              <a:t>() {} // Identifier defining a function with internal linkage</a:t>
            </a:r>
          </a:p>
          <a:p>
            <a:pPr algn="l"/>
            <a:endParaRPr lang="en-US" sz="1800" b="0" i="0" u="none" strike="noStrike" baseline="0" dirty="0">
              <a:latin typeface="Times New Roman" panose="02020603050405020304" pitchFamily="18" charset="0"/>
              <a:cs typeface="Times New Roman" panose="02020603050405020304" pitchFamily="18" charset="0"/>
            </a:endParaRPr>
          </a:p>
          <a:p>
            <a:pPr algn="l"/>
            <a:r>
              <a:rPr lang="en-US" sz="1800" b="0" i="0" u="none" strike="noStrike" baseline="0" dirty="0">
                <a:latin typeface="Times New Roman" panose="02020603050405020304" pitchFamily="18" charset="0"/>
                <a:cs typeface="Times New Roman" panose="02020603050405020304" pitchFamily="18" charset="0"/>
              </a:rPr>
              <a:t>// Violation: Reusing the same identifier for a different object with internal linkage</a:t>
            </a:r>
          </a:p>
          <a:p>
            <a:pPr algn="l"/>
            <a:r>
              <a:rPr lang="en-US" sz="1800" b="0" i="0" u="none" strike="noStrike" baseline="0" dirty="0">
                <a:highlight>
                  <a:srgbClr val="FFFF00"/>
                </a:highlight>
                <a:latin typeface="Times New Roman" panose="02020603050405020304" pitchFamily="18" charset="0"/>
                <a:cs typeface="Times New Roman" panose="02020603050405020304" pitchFamily="18" charset="0"/>
              </a:rPr>
              <a:t>static int </a:t>
            </a:r>
            <a:r>
              <a:rPr lang="en-US" sz="1800" b="0" i="0" u="none" strike="noStrike" baseline="0" dirty="0" err="1">
                <a:highlight>
                  <a:srgbClr val="FFFF00"/>
                </a:highlight>
                <a:latin typeface="Times New Roman" panose="02020603050405020304" pitchFamily="18" charset="0"/>
                <a:cs typeface="Times New Roman" panose="02020603050405020304" pitchFamily="18" charset="0"/>
              </a:rPr>
              <a:t>moduleVariable</a:t>
            </a:r>
            <a:r>
              <a:rPr lang="en-US" sz="1800" b="0" i="0" u="none" strike="noStrike" baseline="0" dirty="0">
                <a:highlight>
                  <a:srgbClr val="FFFF00"/>
                </a:highlight>
                <a:latin typeface="Times New Roman" panose="02020603050405020304" pitchFamily="18" charset="0"/>
                <a:cs typeface="Times New Roman" panose="02020603050405020304" pitchFamily="18" charset="0"/>
              </a:rPr>
              <a:t>;</a:t>
            </a:r>
          </a:p>
          <a:p>
            <a:pPr algn="l"/>
            <a:endParaRPr lang="en-US" sz="1800" b="0" i="0" u="none" strike="noStrike" baseline="0" dirty="0">
              <a:latin typeface="Times New Roman" panose="02020603050405020304" pitchFamily="18" charset="0"/>
              <a:cs typeface="Times New Roman" panose="02020603050405020304" pitchFamily="18" charset="0"/>
            </a:endParaRPr>
          </a:p>
          <a:p>
            <a:pPr algn="l"/>
            <a:r>
              <a:rPr lang="en-US" sz="1800" b="0" i="0" u="none" strike="noStrike" baseline="0" dirty="0">
                <a:latin typeface="Times New Roman" panose="02020603050405020304" pitchFamily="18" charset="0"/>
                <a:cs typeface="Times New Roman" panose="02020603050405020304" pitchFamily="18" charset="0"/>
              </a:rPr>
              <a:t>// Violation: Reusing the same identifier for a different function with internal linkage</a:t>
            </a:r>
          </a:p>
          <a:p>
            <a:pPr algn="l"/>
            <a:r>
              <a:rPr lang="en-US" sz="1800" b="0" i="0" u="none" strike="noStrike" baseline="0" dirty="0">
                <a:highlight>
                  <a:srgbClr val="FFFF00"/>
                </a:highlight>
                <a:latin typeface="Times New Roman" panose="02020603050405020304" pitchFamily="18" charset="0"/>
                <a:cs typeface="Times New Roman" panose="02020603050405020304" pitchFamily="18" charset="0"/>
              </a:rPr>
              <a:t>static void </a:t>
            </a:r>
            <a:r>
              <a:rPr lang="en-US" sz="1800" b="0" i="0" u="none" strike="noStrike" baseline="0" dirty="0" err="1">
                <a:highlight>
                  <a:srgbClr val="FFFF00"/>
                </a:highlight>
                <a:latin typeface="Times New Roman" panose="02020603050405020304" pitchFamily="18" charset="0"/>
                <a:cs typeface="Times New Roman" panose="02020603050405020304" pitchFamily="18" charset="0"/>
              </a:rPr>
              <a:t>moduleFunction</a:t>
            </a:r>
            <a:r>
              <a:rPr lang="en-US" sz="1800" b="0" i="0" u="none" strike="noStrike" baseline="0" dirty="0">
                <a:highlight>
                  <a:srgbClr val="FFFF00"/>
                </a:highlight>
                <a:latin typeface="Times New Roman" panose="02020603050405020304" pitchFamily="18" charset="0"/>
                <a:cs typeface="Times New Roman" panose="02020603050405020304" pitchFamily="18" charset="0"/>
              </a:rPr>
              <a:t>() {}</a:t>
            </a:r>
          </a:p>
        </p:txBody>
      </p:sp>
      <p:sp>
        <p:nvSpPr>
          <p:cNvPr id="14" name="TextBox 13">
            <a:extLst>
              <a:ext uri="{FF2B5EF4-FFF2-40B4-BE49-F238E27FC236}">
                <a16:creationId xmlns:a16="http://schemas.microsoft.com/office/drawing/2014/main" id="{3BEBAFEE-B117-F80A-3238-35883C77E34C}"/>
              </a:ext>
            </a:extLst>
          </p:cNvPr>
          <p:cNvSpPr txBox="1"/>
          <p:nvPr/>
        </p:nvSpPr>
        <p:spPr>
          <a:xfrm>
            <a:off x="1251590" y="2061280"/>
            <a:ext cx="10650070" cy="369332"/>
          </a:xfrm>
          <a:prstGeom prst="rect">
            <a:avLst/>
          </a:prstGeom>
          <a:noFill/>
        </p:spPr>
        <p:txBody>
          <a:bodyPr wrap="square">
            <a:spAutoFit/>
          </a:bodyPr>
          <a:lstStyle/>
          <a:p>
            <a:r>
              <a:rPr lang="en-US" b="0" i="0" dirty="0">
                <a:solidFill>
                  <a:srgbClr val="0D0D0D"/>
                </a:solidFill>
                <a:effectLst/>
                <a:latin typeface="Times New Roman" panose="02020603050405020304" pitchFamily="18" charset="0"/>
                <a:cs typeface="Times New Roman" panose="02020603050405020304" pitchFamily="18" charset="0"/>
              </a:rPr>
              <a:t>Rule 5.9 states that identifiers that define objects or functions with internal linkage should be unique</a:t>
            </a:r>
            <a:endParaRPr lang="en-IN"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C571CA19-A36B-7D93-981A-5F92A3EA59D7}"/>
              </a:ext>
            </a:extLst>
          </p:cNvPr>
          <p:cNvSpPr txBox="1"/>
          <p:nvPr/>
        </p:nvSpPr>
        <p:spPr>
          <a:xfrm>
            <a:off x="1304042" y="2398439"/>
            <a:ext cx="1046338" cy="369332"/>
          </a:xfrm>
          <a:prstGeom prst="rect">
            <a:avLst/>
          </a:prstGeom>
          <a:noFill/>
        </p:spPr>
        <p:txBody>
          <a:bodyPr wrap="square">
            <a:spAutoFit/>
          </a:bodyPr>
          <a:lstStyle/>
          <a:p>
            <a:pPr algn="l"/>
            <a:r>
              <a:rPr lang="en-IN" dirty="0">
                <a:highlight>
                  <a:srgbClr val="FFFF00"/>
                </a:highlight>
              </a:rPr>
              <a:t>Example</a:t>
            </a:r>
          </a:p>
        </p:txBody>
      </p:sp>
      <p:sp>
        <p:nvSpPr>
          <p:cNvPr id="9" name="Slide Number Placeholder 8">
            <a:extLst>
              <a:ext uri="{FF2B5EF4-FFF2-40B4-BE49-F238E27FC236}">
                <a16:creationId xmlns:a16="http://schemas.microsoft.com/office/drawing/2014/main" id="{9118FD40-9B79-A34D-9433-3A609E58998D}"/>
              </a:ext>
            </a:extLst>
          </p:cNvPr>
          <p:cNvSpPr>
            <a:spLocks noGrp="1"/>
          </p:cNvSpPr>
          <p:nvPr>
            <p:ph type="sldNum" sz="quarter" idx="12"/>
          </p:nvPr>
        </p:nvSpPr>
        <p:spPr/>
        <p:txBody>
          <a:bodyPr/>
          <a:lstStyle/>
          <a:p>
            <a:fld id="{91247CA1-BCEC-4DD4-9B23-E2AE1AEA27A6}" type="slidenum">
              <a:rPr lang="en-IN" smtClean="0"/>
              <a:t>34</a:t>
            </a:fld>
            <a:endParaRPr lang="en-IN"/>
          </a:p>
        </p:txBody>
      </p:sp>
      <p:sp>
        <p:nvSpPr>
          <p:cNvPr id="8" name="TextBox 7">
            <a:extLst>
              <a:ext uri="{FF2B5EF4-FFF2-40B4-BE49-F238E27FC236}">
                <a16:creationId xmlns:a16="http://schemas.microsoft.com/office/drawing/2014/main" id="{2C65EEB5-6DFA-CEE5-E0CE-110B0E8CF74D}"/>
              </a:ext>
            </a:extLst>
          </p:cNvPr>
          <p:cNvSpPr txBox="1"/>
          <p:nvPr/>
        </p:nvSpPr>
        <p:spPr>
          <a:xfrm>
            <a:off x="10532532" y="526059"/>
            <a:ext cx="1451144" cy="369332"/>
          </a:xfrm>
          <a:prstGeom prst="rect">
            <a:avLst/>
          </a:prstGeom>
          <a:noFill/>
        </p:spPr>
        <p:txBody>
          <a:bodyPr wrap="square">
            <a:spAutoFit/>
          </a:bodyPr>
          <a:lstStyle/>
          <a:p>
            <a:r>
              <a:rPr lang="en-IN" dirty="0"/>
              <a:t>Session 1</a:t>
            </a:r>
          </a:p>
        </p:txBody>
      </p:sp>
    </p:spTree>
    <p:extLst>
      <p:ext uri="{BB962C8B-B14F-4D97-AF65-F5344CB8AC3E}">
        <p14:creationId xmlns:p14="http://schemas.microsoft.com/office/powerpoint/2010/main" val="74923077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5A292AEA-2528-46C0-B426-95822B6141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D8B7B198-E4DF-43CD-AD8C-1998843237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34" name="Freeform: Shape 33">
            <a:extLst>
              <a:ext uri="{FF2B5EF4-FFF2-40B4-BE49-F238E27FC236}">
                <a16:creationId xmlns:a16="http://schemas.microsoft.com/office/drawing/2014/main" id="{2BE67753-EA0E-4819-8D22-0B6600CF7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96934" y="3984"/>
            <a:ext cx="9376632" cy="6858000"/>
          </a:xfrm>
          <a:custGeom>
            <a:avLst/>
            <a:gdLst>
              <a:gd name="connsiteX0" fmla="*/ 1691615 w 9376632"/>
              <a:gd name="connsiteY0" fmla="*/ 0 h 6858000"/>
              <a:gd name="connsiteX1" fmla="*/ 7685017 w 9376632"/>
              <a:gd name="connsiteY1" fmla="*/ 0 h 6858000"/>
              <a:gd name="connsiteX2" fmla="*/ 7840634 w 9376632"/>
              <a:gd name="connsiteY2" fmla="*/ 134799 h 6858000"/>
              <a:gd name="connsiteX3" fmla="*/ 9376632 w 9376632"/>
              <a:gd name="connsiteY3" fmla="*/ 3605175 h 6858000"/>
              <a:gd name="connsiteX4" fmla="*/ 8158692 w 9376632"/>
              <a:gd name="connsiteY4" fmla="*/ 6757493 h 6858000"/>
              <a:gd name="connsiteX5" fmla="*/ 8062868 w 9376632"/>
              <a:gd name="connsiteY5" fmla="*/ 6858000 h 6858000"/>
              <a:gd name="connsiteX6" fmla="*/ 1313765 w 9376632"/>
              <a:gd name="connsiteY6" fmla="*/ 6858000 h 6858000"/>
              <a:gd name="connsiteX7" fmla="*/ 1217940 w 9376632"/>
              <a:gd name="connsiteY7" fmla="*/ 6757493 h 6858000"/>
              <a:gd name="connsiteX8" fmla="*/ 0 w 9376632"/>
              <a:gd name="connsiteY8" fmla="*/ 3605175 h 6858000"/>
              <a:gd name="connsiteX9" fmla="*/ 1535999 w 9376632"/>
              <a:gd name="connsiteY9" fmla="*/ 13479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376632" h="6858000">
                <a:moveTo>
                  <a:pt x="1691615" y="0"/>
                </a:moveTo>
                <a:lnTo>
                  <a:pt x="7685017" y="0"/>
                </a:lnTo>
                <a:lnTo>
                  <a:pt x="7840634" y="134799"/>
                </a:lnTo>
                <a:cubicBezTo>
                  <a:pt x="8784230" y="992423"/>
                  <a:pt x="9376632" y="2229618"/>
                  <a:pt x="9376632" y="3605175"/>
                </a:cubicBezTo>
                <a:cubicBezTo>
                  <a:pt x="9376632" y="4818903"/>
                  <a:pt x="8915419" y="5924908"/>
                  <a:pt x="8158692" y="6757493"/>
                </a:cubicBezTo>
                <a:lnTo>
                  <a:pt x="8062868" y="6858000"/>
                </a:lnTo>
                <a:lnTo>
                  <a:pt x="1313765" y="6858000"/>
                </a:lnTo>
                <a:lnTo>
                  <a:pt x="1217940" y="6757493"/>
                </a:lnTo>
                <a:cubicBezTo>
                  <a:pt x="461213" y="5924908"/>
                  <a:pt x="0" y="4818903"/>
                  <a:pt x="0" y="3605175"/>
                </a:cubicBezTo>
                <a:cubicBezTo>
                  <a:pt x="0" y="2229618"/>
                  <a:pt x="592403" y="992423"/>
                  <a:pt x="1535999" y="134799"/>
                </a:cubicBezTo>
                <a:close/>
              </a:path>
            </a:pathLst>
          </a:cu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5" name="Group 34">
            <a:extLst>
              <a:ext uri="{FF2B5EF4-FFF2-40B4-BE49-F238E27FC236}">
                <a16:creationId xmlns:a16="http://schemas.microsoft.com/office/drawing/2014/main" id="{D76D63AC-0421-45EC-B383-E79A61A78C6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303402" y="3985"/>
            <a:ext cx="9772765" cy="6858000"/>
            <a:chOff x="1303402" y="36937"/>
            <a:chExt cx="9772765" cy="6858000"/>
          </a:xfrm>
          <a:solidFill>
            <a:schemeClr val="bg1">
              <a:alpha val="30000"/>
            </a:schemeClr>
          </a:solidFill>
        </p:grpSpPr>
        <p:sp>
          <p:nvSpPr>
            <p:cNvPr id="15" name="Freeform: Shape 14">
              <a:extLst>
                <a:ext uri="{FF2B5EF4-FFF2-40B4-BE49-F238E27FC236}">
                  <a16:creationId xmlns:a16="http://schemas.microsoft.com/office/drawing/2014/main" id="{B997A32E-7032-4107-9C8B-99DB59EDD5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6937"/>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Shape 15">
              <a:extLst>
                <a:ext uri="{FF2B5EF4-FFF2-40B4-BE49-F238E27FC236}">
                  <a16:creationId xmlns:a16="http://schemas.microsoft.com/office/drawing/2014/main" id="{943BB27F-1470-42CA-91FF-D94BC691C8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6937"/>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Freeform: Shape 16">
              <a:extLst>
                <a:ext uri="{FF2B5EF4-FFF2-40B4-BE49-F238E27FC236}">
                  <a16:creationId xmlns:a16="http://schemas.microsoft.com/office/drawing/2014/main" id="{E997B002-17FD-47B3-A06A-76802FE15C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6937"/>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Freeform: Shape 17">
              <a:extLst>
                <a:ext uri="{FF2B5EF4-FFF2-40B4-BE49-F238E27FC236}">
                  <a16:creationId xmlns:a16="http://schemas.microsoft.com/office/drawing/2014/main" id="{E401EA35-9D2E-43B7-860F-EBB8A6C3E0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6937"/>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Freeform: Shape 18">
              <a:extLst>
                <a:ext uri="{FF2B5EF4-FFF2-40B4-BE49-F238E27FC236}">
                  <a16:creationId xmlns:a16="http://schemas.microsoft.com/office/drawing/2014/main" id="{F8C44827-3D81-4FF9-B4A5-5650D1B20A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6937"/>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Freeform: Shape 19">
              <a:extLst>
                <a:ext uri="{FF2B5EF4-FFF2-40B4-BE49-F238E27FC236}">
                  <a16:creationId xmlns:a16="http://schemas.microsoft.com/office/drawing/2014/main" id="{F613D97F-F6DF-4D32-AD91-209A80E7A2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8320" y="36937"/>
              <a:ext cx="9767847" cy="6858000"/>
            </a:xfrm>
            <a:custGeom>
              <a:avLst/>
              <a:gdLst>
                <a:gd name="connsiteX0" fmla="*/ 7151367 w 9767847"/>
                <a:gd name="connsiteY0" fmla="*/ 0 h 6858000"/>
                <a:gd name="connsiteX1" fmla="*/ 7881247 w 9767847"/>
                <a:gd name="connsiteY1" fmla="*/ 0 h 6858000"/>
                <a:gd name="connsiteX2" fmla="*/ 7990553 w 9767847"/>
                <a:gd name="connsiteY2" fmla="*/ 81317 h 6858000"/>
                <a:gd name="connsiteX3" fmla="*/ 9767847 w 9767847"/>
                <a:gd name="connsiteY3" fmla="*/ 3649031 h 6858000"/>
                <a:gd name="connsiteX4" fmla="*/ 8652597 w 9767847"/>
                <a:gd name="connsiteY4" fmla="*/ 6590005 h 6858000"/>
                <a:gd name="connsiteX5" fmla="*/ 8395306 w 9767847"/>
                <a:gd name="connsiteY5" fmla="*/ 6858000 h 6858000"/>
                <a:gd name="connsiteX6" fmla="*/ 6762603 w 9767847"/>
                <a:gd name="connsiteY6" fmla="*/ 6858000 h 6858000"/>
                <a:gd name="connsiteX7" fmla="*/ 6765962 w 9767847"/>
                <a:gd name="connsiteY7" fmla="*/ 6854844 h 6858000"/>
                <a:gd name="connsiteX8" fmla="*/ 6804586 w 9767847"/>
                <a:gd name="connsiteY8" fmla="*/ 6817103 h 6858000"/>
                <a:gd name="connsiteX9" fmla="*/ 6881735 w 9767847"/>
                <a:gd name="connsiteY9" fmla="*/ 6741197 h 6858000"/>
                <a:gd name="connsiteX10" fmla="*/ 6958883 w 9767847"/>
                <a:gd name="connsiteY10" fmla="*/ 6664822 h 6858000"/>
                <a:gd name="connsiteX11" fmla="*/ 7267925 w 9767847"/>
                <a:gd name="connsiteY11" fmla="*/ 6355694 h 6858000"/>
                <a:gd name="connsiteX12" fmla="*/ 7424360 w 9767847"/>
                <a:gd name="connsiteY12" fmla="*/ 6200685 h 6858000"/>
                <a:gd name="connsiteX13" fmla="*/ 7504938 w 9767847"/>
                <a:gd name="connsiteY13" fmla="*/ 6122708 h 6858000"/>
                <a:gd name="connsiteX14" fmla="*/ 7546396 w 9767847"/>
                <a:gd name="connsiteY14" fmla="*/ 6083697 h 6858000"/>
                <a:gd name="connsiteX15" fmla="*/ 7588002 w 9767847"/>
                <a:gd name="connsiteY15" fmla="*/ 6045532 h 6858000"/>
                <a:gd name="connsiteX16" fmla="*/ 7631000 w 9767847"/>
                <a:gd name="connsiteY16" fmla="*/ 6006709 h 6858000"/>
                <a:gd name="connsiteX17" fmla="*/ 7675440 w 9767847"/>
                <a:gd name="connsiteY17" fmla="*/ 5968309 h 6858000"/>
                <a:gd name="connsiteX18" fmla="*/ 7720626 w 9767847"/>
                <a:gd name="connsiteY18" fmla="*/ 5930851 h 6858000"/>
                <a:gd name="connsiteX19" fmla="*/ 7766458 w 9767847"/>
                <a:gd name="connsiteY19" fmla="*/ 5894334 h 6858000"/>
                <a:gd name="connsiteX20" fmla="*/ 7955254 w 9767847"/>
                <a:gd name="connsiteY20" fmla="*/ 5756828 h 6858000"/>
                <a:gd name="connsiteX21" fmla="*/ 8352678 w 9767847"/>
                <a:gd name="connsiteY21" fmla="*/ 5517630 h 6858000"/>
                <a:gd name="connsiteX22" fmla="*/ 8451350 w 9767847"/>
                <a:gd name="connsiteY22" fmla="*/ 5465254 h 6858000"/>
                <a:gd name="connsiteX23" fmla="*/ 8548532 w 9767847"/>
                <a:gd name="connsiteY23" fmla="*/ 5413395 h 6858000"/>
                <a:gd name="connsiteX24" fmla="*/ 8729473 w 9767847"/>
                <a:gd name="connsiteY24" fmla="*/ 5309961 h 6858000"/>
                <a:gd name="connsiteX25" fmla="*/ 8770781 w 9767847"/>
                <a:gd name="connsiteY25" fmla="*/ 5283232 h 6858000"/>
                <a:gd name="connsiteX26" fmla="*/ 8790964 w 9767847"/>
                <a:gd name="connsiteY26" fmla="*/ 5269492 h 6858000"/>
                <a:gd name="connsiteX27" fmla="*/ 8810499 w 9767847"/>
                <a:gd name="connsiteY27" fmla="*/ 5255703 h 6858000"/>
                <a:gd name="connsiteX28" fmla="*/ 8883571 w 9767847"/>
                <a:gd name="connsiteY28" fmla="*/ 5198479 h 6858000"/>
                <a:gd name="connsiteX29" fmla="*/ 9006651 w 9767847"/>
                <a:gd name="connsiteY29" fmla="*/ 5070527 h 6858000"/>
                <a:gd name="connsiteX30" fmla="*/ 9033494 w 9767847"/>
                <a:gd name="connsiteY30" fmla="*/ 5034105 h 6858000"/>
                <a:gd name="connsiteX31" fmla="*/ 9040305 w 9767847"/>
                <a:gd name="connsiteY31" fmla="*/ 5024551 h 6858000"/>
                <a:gd name="connsiteX32" fmla="*/ 9046568 w 9767847"/>
                <a:gd name="connsiteY32" fmla="*/ 5015281 h 6858000"/>
                <a:gd name="connsiteX33" fmla="*/ 9058846 w 9767847"/>
                <a:gd name="connsiteY33" fmla="*/ 4996645 h 6858000"/>
                <a:gd name="connsiteX34" fmla="*/ 9104529 w 9767847"/>
                <a:gd name="connsiteY34" fmla="*/ 4918105 h 6858000"/>
                <a:gd name="connsiteX35" fmla="*/ 9181081 w 9767847"/>
                <a:gd name="connsiteY35" fmla="*/ 4744694 h 6858000"/>
                <a:gd name="connsiteX36" fmla="*/ 9240731 w 9767847"/>
                <a:gd name="connsiteY36" fmla="*/ 4557872 h 6858000"/>
                <a:gd name="connsiteX37" fmla="*/ 9265388 w 9767847"/>
                <a:gd name="connsiteY37" fmla="*/ 4461073 h 6858000"/>
                <a:gd name="connsiteX38" fmla="*/ 9276571 w 9767847"/>
                <a:gd name="connsiteY38" fmla="*/ 4411943 h 6858000"/>
                <a:gd name="connsiteX39" fmla="*/ 9281841 w 9767847"/>
                <a:gd name="connsiteY39" fmla="*/ 4387379 h 6858000"/>
                <a:gd name="connsiteX40" fmla="*/ 9286513 w 9767847"/>
                <a:gd name="connsiteY40" fmla="*/ 4364838 h 6858000"/>
                <a:gd name="connsiteX41" fmla="*/ 9296754 w 9767847"/>
                <a:gd name="connsiteY41" fmla="*/ 4312038 h 6858000"/>
                <a:gd name="connsiteX42" fmla="*/ 9301029 w 9767847"/>
                <a:gd name="connsiteY42" fmla="*/ 4289074 h 6858000"/>
                <a:gd name="connsiteX43" fmla="*/ 9302818 w 9767847"/>
                <a:gd name="connsiteY43" fmla="*/ 4278581 h 6858000"/>
                <a:gd name="connsiteX44" fmla="*/ 9304658 w 9767847"/>
                <a:gd name="connsiteY44" fmla="*/ 4266816 h 6858000"/>
                <a:gd name="connsiteX45" fmla="*/ 9312810 w 9767847"/>
                <a:gd name="connsiteY45" fmla="*/ 4215945 h 6858000"/>
                <a:gd name="connsiteX46" fmla="*/ 9316887 w 9767847"/>
                <a:gd name="connsiteY46" fmla="*/ 4190486 h 6858000"/>
                <a:gd name="connsiteX47" fmla="*/ 9318923 w 9767847"/>
                <a:gd name="connsiteY47" fmla="*/ 4177780 h 6858000"/>
                <a:gd name="connsiteX48" fmla="*/ 9320515 w 9767847"/>
                <a:gd name="connsiteY48" fmla="*/ 4164886 h 6858000"/>
                <a:gd name="connsiteX49" fmla="*/ 9332445 w 9767847"/>
                <a:gd name="connsiteY49" fmla="*/ 4064981 h 6858000"/>
                <a:gd name="connsiteX50" fmla="*/ 9336173 w 9767847"/>
                <a:gd name="connsiteY50" fmla="*/ 4018676 h 6858000"/>
                <a:gd name="connsiteX51" fmla="*/ 9340199 w 9767847"/>
                <a:gd name="connsiteY51" fmla="*/ 3965171 h 6858000"/>
                <a:gd name="connsiteX52" fmla="*/ 9347557 w 9767847"/>
                <a:gd name="connsiteY52" fmla="*/ 3765972 h 6858000"/>
                <a:gd name="connsiteX53" fmla="*/ 9346364 w 9767847"/>
                <a:gd name="connsiteY53" fmla="*/ 3664938 h 6858000"/>
                <a:gd name="connsiteX54" fmla="*/ 9344921 w 9767847"/>
                <a:gd name="connsiteY54" fmla="*/ 3615243 h 6858000"/>
                <a:gd name="connsiteX55" fmla="*/ 9344524 w 9767847"/>
                <a:gd name="connsiteY55" fmla="*/ 3603526 h 6858000"/>
                <a:gd name="connsiteX56" fmla="*/ 9343728 w 9767847"/>
                <a:gd name="connsiteY56" fmla="*/ 3590774 h 6858000"/>
                <a:gd name="connsiteX57" fmla="*/ 9342188 w 9767847"/>
                <a:gd name="connsiteY57" fmla="*/ 3565268 h 6858000"/>
                <a:gd name="connsiteX58" fmla="*/ 9339056 w 9767847"/>
                <a:gd name="connsiteY58" fmla="*/ 3514256 h 6858000"/>
                <a:gd name="connsiteX59" fmla="*/ 9334334 w 9767847"/>
                <a:gd name="connsiteY59" fmla="*/ 3463057 h 6858000"/>
                <a:gd name="connsiteX60" fmla="*/ 9329363 w 9767847"/>
                <a:gd name="connsiteY60" fmla="*/ 3411810 h 6858000"/>
                <a:gd name="connsiteX61" fmla="*/ 9328319 w 9767847"/>
                <a:gd name="connsiteY61" fmla="*/ 3400657 h 6858000"/>
                <a:gd name="connsiteX62" fmla="*/ 9327177 w 9767847"/>
                <a:gd name="connsiteY62" fmla="*/ 3390116 h 6858000"/>
                <a:gd name="connsiteX63" fmla="*/ 9324293 w 9767847"/>
                <a:gd name="connsiteY63" fmla="*/ 3366774 h 6858000"/>
                <a:gd name="connsiteX64" fmla="*/ 9320763 w 9767847"/>
                <a:gd name="connsiteY64" fmla="*/ 3340329 h 6858000"/>
                <a:gd name="connsiteX65" fmla="*/ 9317184 w 9767847"/>
                <a:gd name="connsiteY65" fmla="*/ 3311245 h 6858000"/>
                <a:gd name="connsiteX66" fmla="*/ 9311021 w 9767847"/>
                <a:gd name="connsiteY66" fmla="*/ 3266211 h 6858000"/>
                <a:gd name="connsiteX67" fmla="*/ 9302719 w 9767847"/>
                <a:gd name="connsiteY67" fmla="*/ 3215717 h 6858000"/>
                <a:gd name="connsiteX68" fmla="*/ 9293970 w 9767847"/>
                <a:gd name="connsiteY68" fmla="*/ 3165789 h 6858000"/>
                <a:gd name="connsiteX69" fmla="*/ 9252065 w 9767847"/>
                <a:gd name="connsiteY69" fmla="*/ 2967107 h 6858000"/>
                <a:gd name="connsiteX70" fmla="*/ 9227211 w 9767847"/>
                <a:gd name="connsiteY70" fmla="*/ 2868473 h 6858000"/>
                <a:gd name="connsiteX71" fmla="*/ 9220699 w 9767847"/>
                <a:gd name="connsiteY71" fmla="*/ 2844426 h 6858000"/>
                <a:gd name="connsiteX72" fmla="*/ 9213740 w 9767847"/>
                <a:gd name="connsiteY72" fmla="*/ 2820191 h 6858000"/>
                <a:gd name="connsiteX73" fmla="*/ 9199374 w 9767847"/>
                <a:gd name="connsiteY73" fmla="*/ 2771438 h 6858000"/>
                <a:gd name="connsiteX74" fmla="*/ 9061829 w 9767847"/>
                <a:gd name="connsiteY74" fmla="*/ 2385418 h 6858000"/>
                <a:gd name="connsiteX75" fmla="*/ 8978865 w 9767847"/>
                <a:gd name="connsiteY75" fmla="*/ 2196855 h 6858000"/>
                <a:gd name="connsiteX76" fmla="*/ 8956694 w 9767847"/>
                <a:gd name="connsiteY76" fmla="*/ 2150219 h 6858000"/>
                <a:gd name="connsiteX77" fmla="*/ 8934176 w 9767847"/>
                <a:gd name="connsiteY77" fmla="*/ 2103914 h 6858000"/>
                <a:gd name="connsiteX78" fmla="*/ 8887151 w 9767847"/>
                <a:gd name="connsiteY78" fmla="*/ 2011350 h 6858000"/>
                <a:gd name="connsiteX79" fmla="*/ 8787533 w 9767847"/>
                <a:gd name="connsiteY79" fmla="*/ 1828527 h 6858000"/>
                <a:gd name="connsiteX80" fmla="*/ 8761485 w 9767847"/>
                <a:gd name="connsiteY80" fmla="*/ 1783398 h 6858000"/>
                <a:gd name="connsiteX81" fmla="*/ 8734791 w 9767847"/>
                <a:gd name="connsiteY81" fmla="*/ 1737893 h 6858000"/>
                <a:gd name="connsiteX82" fmla="*/ 8680808 w 9767847"/>
                <a:gd name="connsiteY82" fmla="*/ 1648812 h 6858000"/>
                <a:gd name="connsiteX83" fmla="*/ 8567024 w 9767847"/>
                <a:gd name="connsiteY83" fmla="*/ 1472906 h 6858000"/>
                <a:gd name="connsiteX84" fmla="*/ 8537446 w 9767847"/>
                <a:gd name="connsiteY84" fmla="*/ 1429330 h 6858000"/>
                <a:gd name="connsiteX85" fmla="*/ 8507423 w 9767847"/>
                <a:gd name="connsiteY85" fmla="*/ 1385896 h 6858000"/>
                <a:gd name="connsiteX86" fmla="*/ 8446529 w 9767847"/>
                <a:gd name="connsiteY86" fmla="*/ 1300295 h 6858000"/>
                <a:gd name="connsiteX87" fmla="*/ 8319224 w 9767847"/>
                <a:gd name="connsiteY87" fmla="*/ 1131026 h 6858000"/>
                <a:gd name="connsiteX88" fmla="*/ 8286366 w 9767847"/>
                <a:gd name="connsiteY88" fmla="*/ 1089050 h 6858000"/>
                <a:gd name="connsiteX89" fmla="*/ 8270161 w 9767847"/>
                <a:gd name="connsiteY89" fmla="*/ 1068439 h 6858000"/>
                <a:gd name="connsiteX90" fmla="*/ 8253856 w 9767847"/>
                <a:gd name="connsiteY90" fmla="*/ 1048156 h 6858000"/>
                <a:gd name="connsiteX91" fmla="*/ 8186352 w 9767847"/>
                <a:gd name="connsiteY91" fmla="*/ 966275 h 6858000"/>
                <a:gd name="connsiteX92" fmla="*/ 8046768 w 9767847"/>
                <a:gd name="connsiteY92" fmla="*/ 805429 h 6858000"/>
                <a:gd name="connsiteX93" fmla="*/ 8010927 w 9767847"/>
                <a:gd name="connsiteY93" fmla="*/ 765853 h 6858000"/>
                <a:gd name="connsiteX94" fmla="*/ 7974788 w 9767847"/>
                <a:gd name="connsiteY94" fmla="*/ 726653 h 6858000"/>
                <a:gd name="connsiteX95" fmla="*/ 7901070 w 9767847"/>
                <a:gd name="connsiteY95" fmla="*/ 648724 h 6858000"/>
                <a:gd name="connsiteX96" fmla="*/ 7750054 w 9767847"/>
                <a:gd name="connsiteY96" fmla="*/ 497008 h 6858000"/>
                <a:gd name="connsiteX97" fmla="*/ 7592277 w 9767847"/>
                <a:gd name="connsiteY97" fmla="*/ 351221 h 6858000"/>
                <a:gd name="connsiteX98" fmla="*/ 7257734 w 9767847"/>
                <a:gd name="connsiteY98" fmla="*/ 76964 h 6858000"/>
                <a:gd name="connsiteX99" fmla="*/ 1886601 w 9767847"/>
                <a:gd name="connsiteY99" fmla="*/ 0 h 6858000"/>
                <a:gd name="connsiteX100" fmla="*/ 2292926 w 9767847"/>
                <a:gd name="connsiteY100" fmla="*/ 0 h 6858000"/>
                <a:gd name="connsiteX101" fmla="*/ 2135542 w 9767847"/>
                <a:gd name="connsiteY101" fmla="*/ 117781 h 6858000"/>
                <a:gd name="connsiteX102" fmla="*/ 1969576 w 9767847"/>
                <a:gd name="connsiteY102" fmla="*/ 254986 h 6858000"/>
                <a:gd name="connsiteX103" fmla="*/ 1659938 w 9767847"/>
                <a:gd name="connsiteY103" fmla="*/ 549855 h 6858000"/>
                <a:gd name="connsiteX104" fmla="*/ 729383 w 9767847"/>
                <a:gd name="connsiteY104" fmla="*/ 1936480 h 6858000"/>
                <a:gd name="connsiteX105" fmla="*/ 578465 w 9767847"/>
                <a:gd name="connsiteY105" fmla="*/ 2320807 h 6858000"/>
                <a:gd name="connsiteX106" fmla="*/ 465080 w 9767847"/>
                <a:gd name="connsiteY106" fmla="*/ 2714875 h 6858000"/>
                <a:gd name="connsiteX107" fmla="*/ 423820 w 9767847"/>
                <a:gd name="connsiteY107" fmla="*/ 2915436 h 6858000"/>
                <a:gd name="connsiteX108" fmla="*/ 392355 w 9767847"/>
                <a:gd name="connsiteY108" fmla="*/ 3118071 h 6858000"/>
                <a:gd name="connsiteX109" fmla="*/ 358801 w 9767847"/>
                <a:gd name="connsiteY109" fmla="*/ 3526915 h 6858000"/>
                <a:gd name="connsiteX110" fmla="*/ 410350 w 9767847"/>
                <a:gd name="connsiteY110" fmla="*/ 4348226 h 6858000"/>
                <a:gd name="connsiteX111" fmla="*/ 449022 w 9767847"/>
                <a:gd name="connsiteY111" fmla="*/ 4551049 h 6858000"/>
                <a:gd name="connsiteX112" fmla="*/ 498882 w 9767847"/>
                <a:gd name="connsiteY112" fmla="*/ 4752365 h 6858000"/>
                <a:gd name="connsiteX113" fmla="*/ 559775 w 9767847"/>
                <a:gd name="connsiteY113" fmla="*/ 4951657 h 6858000"/>
                <a:gd name="connsiteX114" fmla="*/ 631406 w 9767847"/>
                <a:gd name="connsiteY114" fmla="*/ 5147986 h 6858000"/>
                <a:gd name="connsiteX115" fmla="*/ 1023461 w 9767847"/>
                <a:gd name="connsiteY115" fmla="*/ 5893957 h 6858000"/>
                <a:gd name="connsiteX116" fmla="*/ 1575880 w 9767847"/>
                <a:gd name="connsiteY116" fmla="*/ 6547646 h 6858000"/>
                <a:gd name="connsiteX117" fmla="*/ 1905228 w 9767847"/>
                <a:gd name="connsiteY117" fmla="*/ 6829468 h 6858000"/>
                <a:gd name="connsiteX118" fmla="*/ 1944230 w 9767847"/>
                <a:gd name="connsiteY118" fmla="*/ 6858000 h 6858000"/>
                <a:gd name="connsiteX119" fmla="*/ 1372541 w 9767847"/>
                <a:gd name="connsiteY119" fmla="*/ 6858000 h 6858000"/>
                <a:gd name="connsiteX120" fmla="*/ 1115251 w 9767847"/>
                <a:gd name="connsiteY120" fmla="*/ 6590005 h 6858000"/>
                <a:gd name="connsiteX121" fmla="*/ 0 w 9767847"/>
                <a:gd name="connsiteY121" fmla="*/ 3649031 h 6858000"/>
                <a:gd name="connsiteX122" fmla="*/ 1777294 w 9767847"/>
                <a:gd name="connsiteY122" fmla="*/ 813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9767847" h="6858000">
                  <a:moveTo>
                    <a:pt x="7151367" y="0"/>
                  </a:moveTo>
                  <a:lnTo>
                    <a:pt x="7881247" y="0"/>
                  </a:lnTo>
                  <a:lnTo>
                    <a:pt x="7990553" y="81317"/>
                  </a:lnTo>
                  <a:cubicBezTo>
                    <a:pt x="9075991" y="929334"/>
                    <a:pt x="9767847" y="2212695"/>
                    <a:pt x="9767847" y="3649031"/>
                  </a:cubicBezTo>
                  <a:cubicBezTo>
                    <a:pt x="9767847" y="4766182"/>
                    <a:pt x="9349317" y="5790792"/>
                    <a:pt x="8652597" y="6590005"/>
                  </a:cubicBezTo>
                  <a:lnTo>
                    <a:pt x="8395306" y="6858000"/>
                  </a:lnTo>
                  <a:lnTo>
                    <a:pt x="6762603" y="6858000"/>
                  </a:lnTo>
                  <a:lnTo>
                    <a:pt x="6765962" y="6854844"/>
                  </a:lnTo>
                  <a:cubicBezTo>
                    <a:pt x="6779036" y="6842703"/>
                    <a:pt x="6791663" y="6829621"/>
                    <a:pt x="6804586" y="6817103"/>
                  </a:cubicBezTo>
                  <a:lnTo>
                    <a:pt x="6881735" y="6741197"/>
                  </a:lnTo>
                  <a:cubicBezTo>
                    <a:pt x="6907435" y="6715881"/>
                    <a:pt x="6933134" y="6690798"/>
                    <a:pt x="6958883" y="6664822"/>
                  </a:cubicBezTo>
                  <a:lnTo>
                    <a:pt x="7267925" y="6355694"/>
                  </a:lnTo>
                  <a:lnTo>
                    <a:pt x="7424360" y="6200685"/>
                  </a:lnTo>
                  <a:cubicBezTo>
                    <a:pt x="7450754" y="6174802"/>
                    <a:pt x="7477598" y="6148731"/>
                    <a:pt x="7504938" y="6122708"/>
                  </a:cubicBezTo>
                  <a:lnTo>
                    <a:pt x="7546396" y="6083697"/>
                  </a:lnTo>
                  <a:cubicBezTo>
                    <a:pt x="7560264" y="6070803"/>
                    <a:pt x="7574780" y="6057532"/>
                    <a:pt x="7588002" y="6045532"/>
                  </a:cubicBezTo>
                  <a:lnTo>
                    <a:pt x="7631000" y="6006709"/>
                  </a:lnTo>
                  <a:lnTo>
                    <a:pt x="7675440" y="5968309"/>
                  </a:lnTo>
                  <a:cubicBezTo>
                    <a:pt x="7690404" y="5955698"/>
                    <a:pt x="7705564" y="5943321"/>
                    <a:pt x="7720626" y="5930851"/>
                  </a:cubicBezTo>
                  <a:cubicBezTo>
                    <a:pt x="7735738" y="5918427"/>
                    <a:pt x="7751197" y="5906521"/>
                    <a:pt x="7766458" y="5894334"/>
                  </a:cubicBezTo>
                  <a:cubicBezTo>
                    <a:pt x="7827949" y="5846192"/>
                    <a:pt x="7890979" y="5800499"/>
                    <a:pt x="7955254" y="5756828"/>
                  </a:cubicBezTo>
                  <a:cubicBezTo>
                    <a:pt x="8083800" y="5669534"/>
                    <a:pt x="8216872" y="5590336"/>
                    <a:pt x="8352678" y="5517630"/>
                  </a:cubicBezTo>
                  <a:lnTo>
                    <a:pt x="8451350" y="5465254"/>
                  </a:lnTo>
                  <a:lnTo>
                    <a:pt x="8548532" y="5413395"/>
                  </a:lnTo>
                  <a:cubicBezTo>
                    <a:pt x="8612110" y="5379090"/>
                    <a:pt x="8673251" y="5345208"/>
                    <a:pt x="8729473" y="5309961"/>
                  </a:cubicBezTo>
                  <a:cubicBezTo>
                    <a:pt x="8743591" y="5301115"/>
                    <a:pt x="8757161" y="5292361"/>
                    <a:pt x="8770781" y="5283232"/>
                  </a:cubicBezTo>
                  <a:cubicBezTo>
                    <a:pt x="8777591" y="5278667"/>
                    <a:pt x="8784451" y="5274103"/>
                    <a:pt x="8790964" y="5269492"/>
                  </a:cubicBezTo>
                  <a:cubicBezTo>
                    <a:pt x="8797574" y="5264879"/>
                    <a:pt x="8804235" y="5260314"/>
                    <a:pt x="8810499" y="5255703"/>
                  </a:cubicBezTo>
                  <a:cubicBezTo>
                    <a:pt x="8835999" y="5237303"/>
                    <a:pt x="8860407" y="5218291"/>
                    <a:pt x="8883571" y="5198479"/>
                  </a:cubicBezTo>
                  <a:cubicBezTo>
                    <a:pt x="8929900" y="5158856"/>
                    <a:pt x="8971258" y="5116315"/>
                    <a:pt x="9006651" y="5070527"/>
                  </a:cubicBezTo>
                  <a:cubicBezTo>
                    <a:pt x="9015351" y="5059328"/>
                    <a:pt x="9024398" y="5046857"/>
                    <a:pt x="9033494" y="5034105"/>
                  </a:cubicBezTo>
                  <a:lnTo>
                    <a:pt x="9040305" y="5024551"/>
                  </a:lnTo>
                  <a:lnTo>
                    <a:pt x="9046568" y="5015281"/>
                  </a:lnTo>
                  <a:cubicBezTo>
                    <a:pt x="9050743" y="5009163"/>
                    <a:pt x="9054819" y="5002952"/>
                    <a:pt x="9058846" y="4996645"/>
                  </a:cubicBezTo>
                  <a:cubicBezTo>
                    <a:pt x="9075002" y="4971517"/>
                    <a:pt x="9090212" y="4945305"/>
                    <a:pt x="9104529" y="4918105"/>
                  </a:cubicBezTo>
                  <a:cubicBezTo>
                    <a:pt x="9133211" y="4863752"/>
                    <a:pt x="9158313" y="4805447"/>
                    <a:pt x="9181081" y="4744694"/>
                  </a:cubicBezTo>
                  <a:cubicBezTo>
                    <a:pt x="9203748" y="4684178"/>
                    <a:pt x="9223383" y="4621778"/>
                    <a:pt x="9240731" y="4557872"/>
                  </a:cubicBezTo>
                  <a:cubicBezTo>
                    <a:pt x="9249481" y="4525966"/>
                    <a:pt x="9257682" y="4493684"/>
                    <a:pt x="9265388" y="4461073"/>
                  </a:cubicBezTo>
                  <a:cubicBezTo>
                    <a:pt x="9269215" y="4444744"/>
                    <a:pt x="9272943" y="4428367"/>
                    <a:pt x="9276571" y="4411943"/>
                  </a:cubicBezTo>
                  <a:lnTo>
                    <a:pt x="9281841" y="4387379"/>
                  </a:lnTo>
                  <a:lnTo>
                    <a:pt x="9286513" y="4364838"/>
                  </a:lnTo>
                  <a:lnTo>
                    <a:pt x="9296754" y="4312038"/>
                  </a:lnTo>
                  <a:lnTo>
                    <a:pt x="9301029" y="4289074"/>
                  </a:lnTo>
                  <a:lnTo>
                    <a:pt x="9302818" y="4278581"/>
                  </a:lnTo>
                  <a:lnTo>
                    <a:pt x="9304658" y="4266816"/>
                  </a:lnTo>
                  <a:lnTo>
                    <a:pt x="9312810" y="4215945"/>
                  </a:lnTo>
                  <a:lnTo>
                    <a:pt x="9316887" y="4190486"/>
                  </a:lnTo>
                  <a:lnTo>
                    <a:pt x="9318923" y="4177780"/>
                  </a:lnTo>
                  <a:cubicBezTo>
                    <a:pt x="9319570" y="4173546"/>
                    <a:pt x="9319969" y="4169169"/>
                    <a:pt x="9320515" y="4164886"/>
                  </a:cubicBezTo>
                  <a:lnTo>
                    <a:pt x="9332445" y="4064981"/>
                  </a:lnTo>
                  <a:cubicBezTo>
                    <a:pt x="9333836" y="4052370"/>
                    <a:pt x="9334880" y="4036888"/>
                    <a:pt x="9336173" y="4018676"/>
                  </a:cubicBezTo>
                  <a:lnTo>
                    <a:pt x="9340199" y="3965171"/>
                  </a:lnTo>
                  <a:cubicBezTo>
                    <a:pt x="9345071" y="3899806"/>
                    <a:pt x="9347358" y="3832983"/>
                    <a:pt x="9347557" y="3765972"/>
                  </a:cubicBezTo>
                  <a:cubicBezTo>
                    <a:pt x="9347656" y="3732420"/>
                    <a:pt x="9347209" y="3698773"/>
                    <a:pt x="9346364" y="3664938"/>
                  </a:cubicBezTo>
                  <a:lnTo>
                    <a:pt x="9344921" y="3615243"/>
                  </a:lnTo>
                  <a:lnTo>
                    <a:pt x="9344524" y="3603526"/>
                  </a:lnTo>
                  <a:lnTo>
                    <a:pt x="9343728" y="3590774"/>
                  </a:lnTo>
                  <a:lnTo>
                    <a:pt x="9342188" y="3565268"/>
                  </a:lnTo>
                  <a:lnTo>
                    <a:pt x="9339056" y="3514256"/>
                  </a:lnTo>
                  <a:cubicBezTo>
                    <a:pt x="9337914" y="3497221"/>
                    <a:pt x="9335874" y="3480138"/>
                    <a:pt x="9334334" y="3463057"/>
                  </a:cubicBezTo>
                  <a:lnTo>
                    <a:pt x="9329363" y="3411810"/>
                  </a:lnTo>
                  <a:lnTo>
                    <a:pt x="9328319" y="3400657"/>
                  </a:lnTo>
                  <a:lnTo>
                    <a:pt x="9327177" y="3390116"/>
                  </a:lnTo>
                  <a:lnTo>
                    <a:pt x="9324293" y="3366774"/>
                  </a:lnTo>
                  <a:lnTo>
                    <a:pt x="9320763" y="3340329"/>
                  </a:lnTo>
                  <a:lnTo>
                    <a:pt x="9317184" y="3311245"/>
                  </a:lnTo>
                  <a:cubicBezTo>
                    <a:pt x="9315594" y="3296893"/>
                    <a:pt x="9313506" y="3282306"/>
                    <a:pt x="9311021" y="3266211"/>
                  </a:cubicBezTo>
                  <a:lnTo>
                    <a:pt x="9302719" y="3215717"/>
                  </a:lnTo>
                  <a:cubicBezTo>
                    <a:pt x="9299936" y="3199059"/>
                    <a:pt x="9297003" y="3182400"/>
                    <a:pt x="9293970" y="3165789"/>
                  </a:cubicBezTo>
                  <a:cubicBezTo>
                    <a:pt x="9281891" y="3099295"/>
                    <a:pt x="9267674" y="3033084"/>
                    <a:pt x="9252065" y="2967107"/>
                  </a:cubicBezTo>
                  <a:cubicBezTo>
                    <a:pt x="9244261" y="2934167"/>
                    <a:pt x="9235959" y="2901273"/>
                    <a:pt x="9227211" y="2868473"/>
                  </a:cubicBezTo>
                  <a:lnTo>
                    <a:pt x="9220699" y="2844426"/>
                  </a:lnTo>
                  <a:lnTo>
                    <a:pt x="9213740" y="2820191"/>
                  </a:lnTo>
                  <a:cubicBezTo>
                    <a:pt x="9209216" y="2804049"/>
                    <a:pt x="9204345" y="2787768"/>
                    <a:pt x="9199374" y="2771438"/>
                  </a:cubicBezTo>
                  <a:cubicBezTo>
                    <a:pt x="9159855" y="2641086"/>
                    <a:pt x="9114272" y="2512099"/>
                    <a:pt x="9061829" y="2385418"/>
                  </a:cubicBezTo>
                  <a:cubicBezTo>
                    <a:pt x="9035582" y="2322077"/>
                    <a:pt x="9008043" y="2259160"/>
                    <a:pt x="8978865" y="2196855"/>
                  </a:cubicBezTo>
                  <a:lnTo>
                    <a:pt x="8956694" y="2150219"/>
                  </a:lnTo>
                  <a:lnTo>
                    <a:pt x="8934176" y="2103914"/>
                  </a:lnTo>
                  <a:cubicBezTo>
                    <a:pt x="8918915" y="2073091"/>
                    <a:pt x="8903157" y="2042032"/>
                    <a:pt x="8887151" y="2011350"/>
                  </a:cubicBezTo>
                  <a:cubicBezTo>
                    <a:pt x="8854988" y="1949891"/>
                    <a:pt x="8822082" y="1888810"/>
                    <a:pt x="8787533" y="1828527"/>
                  </a:cubicBezTo>
                  <a:lnTo>
                    <a:pt x="8761485" y="1783398"/>
                  </a:lnTo>
                  <a:lnTo>
                    <a:pt x="8734791" y="1737893"/>
                  </a:lnTo>
                  <a:cubicBezTo>
                    <a:pt x="8717047" y="1707823"/>
                    <a:pt x="8699200" y="1678363"/>
                    <a:pt x="8680808" y="1648812"/>
                  </a:cubicBezTo>
                  <a:cubicBezTo>
                    <a:pt x="8644322" y="1589658"/>
                    <a:pt x="8606194" y="1531118"/>
                    <a:pt x="8567024" y="1472906"/>
                  </a:cubicBezTo>
                  <a:lnTo>
                    <a:pt x="8537446" y="1429330"/>
                  </a:lnTo>
                  <a:lnTo>
                    <a:pt x="8507423" y="1385896"/>
                  </a:lnTo>
                  <a:cubicBezTo>
                    <a:pt x="8487390" y="1357284"/>
                    <a:pt x="8467158" y="1328719"/>
                    <a:pt x="8446529" y="1300295"/>
                  </a:cubicBezTo>
                  <a:cubicBezTo>
                    <a:pt x="8405271" y="1243496"/>
                    <a:pt x="8362718" y="1187120"/>
                    <a:pt x="8319224" y="1131026"/>
                  </a:cubicBezTo>
                  <a:lnTo>
                    <a:pt x="8286366" y="1089050"/>
                  </a:lnTo>
                  <a:lnTo>
                    <a:pt x="8270161" y="1068439"/>
                  </a:lnTo>
                  <a:lnTo>
                    <a:pt x="8253856" y="1048156"/>
                  </a:lnTo>
                  <a:cubicBezTo>
                    <a:pt x="8231636" y="1020675"/>
                    <a:pt x="8209117" y="993381"/>
                    <a:pt x="8186352" y="966275"/>
                  </a:cubicBezTo>
                  <a:cubicBezTo>
                    <a:pt x="8140917" y="911922"/>
                    <a:pt x="8094240" y="858417"/>
                    <a:pt x="8046768" y="805429"/>
                  </a:cubicBezTo>
                  <a:lnTo>
                    <a:pt x="8010927" y="765853"/>
                  </a:lnTo>
                  <a:lnTo>
                    <a:pt x="7974788" y="726653"/>
                  </a:lnTo>
                  <a:cubicBezTo>
                    <a:pt x="7950382" y="700489"/>
                    <a:pt x="7925824" y="674465"/>
                    <a:pt x="7901070" y="648724"/>
                  </a:cubicBezTo>
                  <a:cubicBezTo>
                    <a:pt x="7851510" y="597289"/>
                    <a:pt x="7801404" y="546514"/>
                    <a:pt x="7750054" y="497008"/>
                  </a:cubicBezTo>
                  <a:cubicBezTo>
                    <a:pt x="7698902" y="447644"/>
                    <a:pt x="7645913" y="398938"/>
                    <a:pt x="7592277" y="351221"/>
                  </a:cubicBezTo>
                  <a:cubicBezTo>
                    <a:pt x="7484856" y="255786"/>
                    <a:pt x="7373308" y="164304"/>
                    <a:pt x="7257734" y="76964"/>
                  </a:cubicBezTo>
                  <a:close/>
                  <a:moveTo>
                    <a:pt x="1886601" y="0"/>
                  </a:moveTo>
                  <a:lnTo>
                    <a:pt x="2292926" y="0"/>
                  </a:lnTo>
                  <a:lnTo>
                    <a:pt x="2135542" y="117781"/>
                  </a:lnTo>
                  <a:cubicBezTo>
                    <a:pt x="2078998" y="162280"/>
                    <a:pt x="2023659" y="208045"/>
                    <a:pt x="1969576" y="254986"/>
                  </a:cubicBezTo>
                  <a:cubicBezTo>
                    <a:pt x="1861309" y="348820"/>
                    <a:pt x="1758064" y="447314"/>
                    <a:pt x="1659938" y="549855"/>
                  </a:cubicBezTo>
                  <a:cubicBezTo>
                    <a:pt x="1266987" y="960346"/>
                    <a:pt x="953820" y="1431495"/>
                    <a:pt x="729383" y="1936480"/>
                  </a:cubicBezTo>
                  <a:cubicBezTo>
                    <a:pt x="673260" y="2062362"/>
                    <a:pt x="622855" y="2190972"/>
                    <a:pt x="578465" y="2320807"/>
                  </a:cubicBezTo>
                  <a:cubicBezTo>
                    <a:pt x="534125" y="2450687"/>
                    <a:pt x="496147" y="2582216"/>
                    <a:pt x="465080" y="2714875"/>
                  </a:cubicBezTo>
                  <a:cubicBezTo>
                    <a:pt x="449769" y="2780991"/>
                    <a:pt x="435850" y="2848191"/>
                    <a:pt x="423820" y="2915436"/>
                  </a:cubicBezTo>
                  <a:cubicBezTo>
                    <a:pt x="411840" y="2982731"/>
                    <a:pt x="401054" y="3050260"/>
                    <a:pt x="392355" y="3118071"/>
                  </a:cubicBezTo>
                  <a:cubicBezTo>
                    <a:pt x="374509" y="3253646"/>
                    <a:pt x="363424" y="3389880"/>
                    <a:pt x="358801" y="3526915"/>
                  </a:cubicBezTo>
                  <a:cubicBezTo>
                    <a:pt x="349009" y="3800843"/>
                    <a:pt x="366357" y="4075570"/>
                    <a:pt x="410350" y="4348226"/>
                  </a:cubicBezTo>
                  <a:cubicBezTo>
                    <a:pt x="421286" y="4416132"/>
                    <a:pt x="434209" y="4483660"/>
                    <a:pt x="449022" y="4551049"/>
                  </a:cubicBezTo>
                  <a:cubicBezTo>
                    <a:pt x="463737" y="4618436"/>
                    <a:pt x="480389" y="4685588"/>
                    <a:pt x="498882" y="4752365"/>
                  </a:cubicBezTo>
                  <a:cubicBezTo>
                    <a:pt x="517373" y="4819141"/>
                    <a:pt x="537704" y="4885635"/>
                    <a:pt x="559775" y="4951657"/>
                  </a:cubicBezTo>
                  <a:cubicBezTo>
                    <a:pt x="581946" y="5017775"/>
                    <a:pt x="605358" y="5083375"/>
                    <a:pt x="631406" y="5147986"/>
                  </a:cubicBezTo>
                  <a:cubicBezTo>
                    <a:pt x="734055" y="5407608"/>
                    <a:pt x="865188" y="5658570"/>
                    <a:pt x="1023461" y="5893957"/>
                  </a:cubicBezTo>
                  <a:cubicBezTo>
                    <a:pt x="1181487" y="6129578"/>
                    <a:pt x="1367051" y="6349247"/>
                    <a:pt x="1575880" y="6547646"/>
                  </a:cubicBezTo>
                  <a:cubicBezTo>
                    <a:pt x="1680269" y="6646916"/>
                    <a:pt x="1790338" y="6740939"/>
                    <a:pt x="1905228" y="6829468"/>
                  </a:cubicBezTo>
                  <a:lnTo>
                    <a:pt x="1944230" y="6858000"/>
                  </a:lnTo>
                  <a:lnTo>
                    <a:pt x="1372541" y="6858000"/>
                  </a:lnTo>
                  <a:lnTo>
                    <a:pt x="1115251" y="6590005"/>
                  </a:lnTo>
                  <a:cubicBezTo>
                    <a:pt x="418530" y="5790792"/>
                    <a:pt x="0" y="4766182"/>
                    <a:pt x="0" y="3649031"/>
                  </a:cubicBezTo>
                  <a:cubicBezTo>
                    <a:pt x="0" y="2212695"/>
                    <a:pt x="691856" y="929334"/>
                    <a:pt x="1777294" y="81317"/>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1" name="Freeform: Shape 20">
              <a:extLst>
                <a:ext uri="{FF2B5EF4-FFF2-40B4-BE49-F238E27FC236}">
                  <a16:creationId xmlns:a16="http://schemas.microsoft.com/office/drawing/2014/main" id="{82B0ED5C-927D-4C5F-8F27-1B403820B9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3402" y="36937"/>
              <a:ext cx="9767847" cy="6858000"/>
            </a:xfrm>
            <a:custGeom>
              <a:avLst/>
              <a:gdLst>
                <a:gd name="connsiteX0" fmla="*/ 7145704 w 9767847"/>
                <a:gd name="connsiteY0" fmla="*/ 0 h 6858000"/>
                <a:gd name="connsiteX1" fmla="*/ 7875738 w 9767847"/>
                <a:gd name="connsiteY1" fmla="*/ 0 h 6858000"/>
                <a:gd name="connsiteX2" fmla="*/ 7990553 w 9767847"/>
                <a:gd name="connsiteY2" fmla="*/ 85415 h 6858000"/>
                <a:gd name="connsiteX3" fmla="*/ 9767847 w 9767847"/>
                <a:gd name="connsiteY3" fmla="*/ 3653129 h 6858000"/>
                <a:gd name="connsiteX4" fmla="*/ 8652597 w 9767847"/>
                <a:gd name="connsiteY4" fmla="*/ 6594103 h 6858000"/>
                <a:gd name="connsiteX5" fmla="*/ 8399240 w 9767847"/>
                <a:gd name="connsiteY5" fmla="*/ 6858000 h 6858000"/>
                <a:gd name="connsiteX6" fmla="*/ 6766926 w 9767847"/>
                <a:gd name="connsiteY6" fmla="*/ 6858000 h 6858000"/>
                <a:gd name="connsiteX7" fmla="*/ 6804586 w 9767847"/>
                <a:gd name="connsiteY7" fmla="*/ 6821201 h 6858000"/>
                <a:gd name="connsiteX8" fmla="*/ 6881735 w 9767847"/>
                <a:gd name="connsiteY8" fmla="*/ 6745295 h 6858000"/>
                <a:gd name="connsiteX9" fmla="*/ 6958883 w 9767847"/>
                <a:gd name="connsiteY9" fmla="*/ 6668920 h 6858000"/>
                <a:gd name="connsiteX10" fmla="*/ 7267925 w 9767847"/>
                <a:gd name="connsiteY10" fmla="*/ 6359792 h 6858000"/>
                <a:gd name="connsiteX11" fmla="*/ 7424360 w 9767847"/>
                <a:gd name="connsiteY11" fmla="*/ 6204783 h 6858000"/>
                <a:gd name="connsiteX12" fmla="*/ 7504938 w 9767847"/>
                <a:gd name="connsiteY12" fmla="*/ 6126806 h 6858000"/>
                <a:gd name="connsiteX13" fmla="*/ 7546396 w 9767847"/>
                <a:gd name="connsiteY13" fmla="*/ 6087795 h 6858000"/>
                <a:gd name="connsiteX14" fmla="*/ 7588002 w 9767847"/>
                <a:gd name="connsiteY14" fmla="*/ 6049630 h 6858000"/>
                <a:gd name="connsiteX15" fmla="*/ 7631000 w 9767847"/>
                <a:gd name="connsiteY15" fmla="*/ 6010807 h 6858000"/>
                <a:gd name="connsiteX16" fmla="*/ 7675440 w 9767847"/>
                <a:gd name="connsiteY16" fmla="*/ 5972407 h 6858000"/>
                <a:gd name="connsiteX17" fmla="*/ 7720626 w 9767847"/>
                <a:gd name="connsiteY17" fmla="*/ 5934949 h 6858000"/>
                <a:gd name="connsiteX18" fmla="*/ 7766458 w 9767847"/>
                <a:gd name="connsiteY18" fmla="*/ 5898432 h 6858000"/>
                <a:gd name="connsiteX19" fmla="*/ 7955254 w 9767847"/>
                <a:gd name="connsiteY19" fmla="*/ 5760926 h 6858000"/>
                <a:gd name="connsiteX20" fmla="*/ 8352678 w 9767847"/>
                <a:gd name="connsiteY20" fmla="*/ 5521728 h 6858000"/>
                <a:gd name="connsiteX21" fmla="*/ 8451350 w 9767847"/>
                <a:gd name="connsiteY21" fmla="*/ 5469352 h 6858000"/>
                <a:gd name="connsiteX22" fmla="*/ 8548532 w 9767847"/>
                <a:gd name="connsiteY22" fmla="*/ 5417493 h 6858000"/>
                <a:gd name="connsiteX23" fmla="*/ 8729473 w 9767847"/>
                <a:gd name="connsiteY23" fmla="*/ 5314059 h 6858000"/>
                <a:gd name="connsiteX24" fmla="*/ 8770781 w 9767847"/>
                <a:gd name="connsiteY24" fmla="*/ 5287330 h 6858000"/>
                <a:gd name="connsiteX25" fmla="*/ 8790964 w 9767847"/>
                <a:gd name="connsiteY25" fmla="*/ 5273590 h 6858000"/>
                <a:gd name="connsiteX26" fmla="*/ 8810499 w 9767847"/>
                <a:gd name="connsiteY26" fmla="*/ 5259801 h 6858000"/>
                <a:gd name="connsiteX27" fmla="*/ 8883571 w 9767847"/>
                <a:gd name="connsiteY27" fmla="*/ 5202577 h 6858000"/>
                <a:gd name="connsiteX28" fmla="*/ 9006651 w 9767847"/>
                <a:gd name="connsiteY28" fmla="*/ 5074625 h 6858000"/>
                <a:gd name="connsiteX29" fmla="*/ 9033494 w 9767847"/>
                <a:gd name="connsiteY29" fmla="*/ 5038203 h 6858000"/>
                <a:gd name="connsiteX30" fmla="*/ 9040305 w 9767847"/>
                <a:gd name="connsiteY30" fmla="*/ 5028649 h 6858000"/>
                <a:gd name="connsiteX31" fmla="*/ 9046568 w 9767847"/>
                <a:gd name="connsiteY31" fmla="*/ 5019379 h 6858000"/>
                <a:gd name="connsiteX32" fmla="*/ 9058846 w 9767847"/>
                <a:gd name="connsiteY32" fmla="*/ 5000743 h 6858000"/>
                <a:gd name="connsiteX33" fmla="*/ 9104529 w 9767847"/>
                <a:gd name="connsiteY33" fmla="*/ 4922203 h 6858000"/>
                <a:gd name="connsiteX34" fmla="*/ 9181081 w 9767847"/>
                <a:gd name="connsiteY34" fmla="*/ 4748792 h 6858000"/>
                <a:gd name="connsiteX35" fmla="*/ 9240731 w 9767847"/>
                <a:gd name="connsiteY35" fmla="*/ 4561970 h 6858000"/>
                <a:gd name="connsiteX36" fmla="*/ 9265388 w 9767847"/>
                <a:gd name="connsiteY36" fmla="*/ 4465171 h 6858000"/>
                <a:gd name="connsiteX37" fmla="*/ 9276571 w 9767847"/>
                <a:gd name="connsiteY37" fmla="*/ 4416041 h 6858000"/>
                <a:gd name="connsiteX38" fmla="*/ 9281841 w 9767847"/>
                <a:gd name="connsiteY38" fmla="*/ 4391477 h 6858000"/>
                <a:gd name="connsiteX39" fmla="*/ 9286513 w 9767847"/>
                <a:gd name="connsiteY39" fmla="*/ 4368936 h 6858000"/>
                <a:gd name="connsiteX40" fmla="*/ 9296754 w 9767847"/>
                <a:gd name="connsiteY40" fmla="*/ 4316136 h 6858000"/>
                <a:gd name="connsiteX41" fmla="*/ 9301029 w 9767847"/>
                <a:gd name="connsiteY41" fmla="*/ 4293172 h 6858000"/>
                <a:gd name="connsiteX42" fmla="*/ 9302818 w 9767847"/>
                <a:gd name="connsiteY42" fmla="*/ 4282679 h 6858000"/>
                <a:gd name="connsiteX43" fmla="*/ 9304658 w 9767847"/>
                <a:gd name="connsiteY43" fmla="*/ 4270914 h 6858000"/>
                <a:gd name="connsiteX44" fmla="*/ 9312810 w 9767847"/>
                <a:gd name="connsiteY44" fmla="*/ 4220043 h 6858000"/>
                <a:gd name="connsiteX45" fmla="*/ 9316887 w 9767847"/>
                <a:gd name="connsiteY45" fmla="*/ 4194584 h 6858000"/>
                <a:gd name="connsiteX46" fmla="*/ 9318923 w 9767847"/>
                <a:gd name="connsiteY46" fmla="*/ 4181878 h 6858000"/>
                <a:gd name="connsiteX47" fmla="*/ 9320515 w 9767847"/>
                <a:gd name="connsiteY47" fmla="*/ 4168984 h 6858000"/>
                <a:gd name="connsiteX48" fmla="*/ 9332445 w 9767847"/>
                <a:gd name="connsiteY48" fmla="*/ 4069079 h 6858000"/>
                <a:gd name="connsiteX49" fmla="*/ 9336173 w 9767847"/>
                <a:gd name="connsiteY49" fmla="*/ 4022774 h 6858000"/>
                <a:gd name="connsiteX50" fmla="*/ 9340199 w 9767847"/>
                <a:gd name="connsiteY50" fmla="*/ 3969269 h 6858000"/>
                <a:gd name="connsiteX51" fmla="*/ 9347557 w 9767847"/>
                <a:gd name="connsiteY51" fmla="*/ 3770070 h 6858000"/>
                <a:gd name="connsiteX52" fmla="*/ 9346364 w 9767847"/>
                <a:gd name="connsiteY52" fmla="*/ 3669036 h 6858000"/>
                <a:gd name="connsiteX53" fmla="*/ 9344921 w 9767847"/>
                <a:gd name="connsiteY53" fmla="*/ 3619341 h 6858000"/>
                <a:gd name="connsiteX54" fmla="*/ 9344524 w 9767847"/>
                <a:gd name="connsiteY54" fmla="*/ 3607624 h 6858000"/>
                <a:gd name="connsiteX55" fmla="*/ 9343728 w 9767847"/>
                <a:gd name="connsiteY55" fmla="*/ 3594872 h 6858000"/>
                <a:gd name="connsiteX56" fmla="*/ 9342188 w 9767847"/>
                <a:gd name="connsiteY56" fmla="*/ 3569366 h 6858000"/>
                <a:gd name="connsiteX57" fmla="*/ 9339056 w 9767847"/>
                <a:gd name="connsiteY57" fmla="*/ 3518354 h 6858000"/>
                <a:gd name="connsiteX58" fmla="*/ 9334334 w 9767847"/>
                <a:gd name="connsiteY58" fmla="*/ 3467155 h 6858000"/>
                <a:gd name="connsiteX59" fmla="*/ 9329363 w 9767847"/>
                <a:gd name="connsiteY59" fmla="*/ 3415908 h 6858000"/>
                <a:gd name="connsiteX60" fmla="*/ 9328319 w 9767847"/>
                <a:gd name="connsiteY60" fmla="*/ 3404755 h 6858000"/>
                <a:gd name="connsiteX61" fmla="*/ 9327177 w 9767847"/>
                <a:gd name="connsiteY61" fmla="*/ 3394214 h 6858000"/>
                <a:gd name="connsiteX62" fmla="*/ 9324293 w 9767847"/>
                <a:gd name="connsiteY62" fmla="*/ 3370872 h 6858000"/>
                <a:gd name="connsiteX63" fmla="*/ 9320763 w 9767847"/>
                <a:gd name="connsiteY63" fmla="*/ 3344427 h 6858000"/>
                <a:gd name="connsiteX64" fmla="*/ 9317184 w 9767847"/>
                <a:gd name="connsiteY64" fmla="*/ 3315343 h 6858000"/>
                <a:gd name="connsiteX65" fmla="*/ 9311021 w 9767847"/>
                <a:gd name="connsiteY65" fmla="*/ 3270309 h 6858000"/>
                <a:gd name="connsiteX66" fmla="*/ 9302719 w 9767847"/>
                <a:gd name="connsiteY66" fmla="*/ 3219815 h 6858000"/>
                <a:gd name="connsiteX67" fmla="*/ 9293970 w 9767847"/>
                <a:gd name="connsiteY67" fmla="*/ 3169887 h 6858000"/>
                <a:gd name="connsiteX68" fmla="*/ 9252065 w 9767847"/>
                <a:gd name="connsiteY68" fmla="*/ 2971205 h 6858000"/>
                <a:gd name="connsiteX69" fmla="*/ 9227211 w 9767847"/>
                <a:gd name="connsiteY69" fmla="*/ 2872571 h 6858000"/>
                <a:gd name="connsiteX70" fmla="*/ 9220699 w 9767847"/>
                <a:gd name="connsiteY70" fmla="*/ 2848524 h 6858000"/>
                <a:gd name="connsiteX71" fmla="*/ 9213740 w 9767847"/>
                <a:gd name="connsiteY71" fmla="*/ 2824289 h 6858000"/>
                <a:gd name="connsiteX72" fmla="*/ 9199374 w 9767847"/>
                <a:gd name="connsiteY72" fmla="*/ 2775536 h 6858000"/>
                <a:gd name="connsiteX73" fmla="*/ 9061829 w 9767847"/>
                <a:gd name="connsiteY73" fmla="*/ 2389515 h 6858000"/>
                <a:gd name="connsiteX74" fmla="*/ 8978865 w 9767847"/>
                <a:gd name="connsiteY74" fmla="*/ 2200953 h 6858000"/>
                <a:gd name="connsiteX75" fmla="*/ 8956694 w 9767847"/>
                <a:gd name="connsiteY75" fmla="*/ 2154317 h 6858000"/>
                <a:gd name="connsiteX76" fmla="*/ 8934176 w 9767847"/>
                <a:gd name="connsiteY76" fmla="*/ 2108012 h 6858000"/>
                <a:gd name="connsiteX77" fmla="*/ 8887151 w 9767847"/>
                <a:gd name="connsiteY77" fmla="*/ 2015448 h 6858000"/>
                <a:gd name="connsiteX78" fmla="*/ 8787533 w 9767847"/>
                <a:gd name="connsiteY78" fmla="*/ 1832625 h 6858000"/>
                <a:gd name="connsiteX79" fmla="*/ 8761485 w 9767847"/>
                <a:gd name="connsiteY79" fmla="*/ 1787496 h 6858000"/>
                <a:gd name="connsiteX80" fmla="*/ 8734791 w 9767847"/>
                <a:gd name="connsiteY80" fmla="*/ 1741991 h 6858000"/>
                <a:gd name="connsiteX81" fmla="*/ 8680808 w 9767847"/>
                <a:gd name="connsiteY81" fmla="*/ 1652910 h 6858000"/>
                <a:gd name="connsiteX82" fmla="*/ 8567024 w 9767847"/>
                <a:gd name="connsiteY82" fmla="*/ 1477004 h 6858000"/>
                <a:gd name="connsiteX83" fmla="*/ 8537446 w 9767847"/>
                <a:gd name="connsiteY83" fmla="*/ 1433428 h 6858000"/>
                <a:gd name="connsiteX84" fmla="*/ 8507423 w 9767847"/>
                <a:gd name="connsiteY84" fmla="*/ 1389994 h 6858000"/>
                <a:gd name="connsiteX85" fmla="*/ 8446529 w 9767847"/>
                <a:gd name="connsiteY85" fmla="*/ 1304393 h 6858000"/>
                <a:gd name="connsiteX86" fmla="*/ 8319224 w 9767847"/>
                <a:gd name="connsiteY86" fmla="*/ 1135124 h 6858000"/>
                <a:gd name="connsiteX87" fmla="*/ 8286366 w 9767847"/>
                <a:gd name="connsiteY87" fmla="*/ 1093148 h 6858000"/>
                <a:gd name="connsiteX88" fmla="*/ 8270161 w 9767847"/>
                <a:gd name="connsiteY88" fmla="*/ 1072538 h 6858000"/>
                <a:gd name="connsiteX89" fmla="*/ 8253856 w 9767847"/>
                <a:gd name="connsiteY89" fmla="*/ 1052254 h 6858000"/>
                <a:gd name="connsiteX90" fmla="*/ 8186352 w 9767847"/>
                <a:gd name="connsiteY90" fmla="*/ 970373 h 6858000"/>
                <a:gd name="connsiteX91" fmla="*/ 8046768 w 9767847"/>
                <a:gd name="connsiteY91" fmla="*/ 809527 h 6858000"/>
                <a:gd name="connsiteX92" fmla="*/ 8010927 w 9767847"/>
                <a:gd name="connsiteY92" fmla="*/ 769951 h 6858000"/>
                <a:gd name="connsiteX93" fmla="*/ 7974788 w 9767847"/>
                <a:gd name="connsiteY93" fmla="*/ 730751 h 6858000"/>
                <a:gd name="connsiteX94" fmla="*/ 7901070 w 9767847"/>
                <a:gd name="connsiteY94" fmla="*/ 652823 h 6858000"/>
                <a:gd name="connsiteX95" fmla="*/ 7750054 w 9767847"/>
                <a:gd name="connsiteY95" fmla="*/ 501106 h 6858000"/>
                <a:gd name="connsiteX96" fmla="*/ 7592277 w 9767847"/>
                <a:gd name="connsiteY96" fmla="*/ 355319 h 6858000"/>
                <a:gd name="connsiteX97" fmla="*/ 7257734 w 9767847"/>
                <a:gd name="connsiteY97" fmla="*/ 81062 h 6858000"/>
                <a:gd name="connsiteX98" fmla="*/ 1892109 w 9767847"/>
                <a:gd name="connsiteY98" fmla="*/ 0 h 6858000"/>
                <a:gd name="connsiteX99" fmla="*/ 2298402 w 9767847"/>
                <a:gd name="connsiteY99" fmla="*/ 0 h 6858000"/>
                <a:gd name="connsiteX100" fmla="*/ 2135542 w 9767847"/>
                <a:gd name="connsiteY100" fmla="*/ 121879 h 6858000"/>
                <a:gd name="connsiteX101" fmla="*/ 1969576 w 9767847"/>
                <a:gd name="connsiteY101" fmla="*/ 259084 h 6858000"/>
                <a:gd name="connsiteX102" fmla="*/ 1659938 w 9767847"/>
                <a:gd name="connsiteY102" fmla="*/ 553953 h 6858000"/>
                <a:gd name="connsiteX103" fmla="*/ 729383 w 9767847"/>
                <a:gd name="connsiteY103" fmla="*/ 1940578 h 6858000"/>
                <a:gd name="connsiteX104" fmla="*/ 578465 w 9767847"/>
                <a:gd name="connsiteY104" fmla="*/ 2324905 h 6858000"/>
                <a:gd name="connsiteX105" fmla="*/ 465080 w 9767847"/>
                <a:gd name="connsiteY105" fmla="*/ 2718973 h 6858000"/>
                <a:gd name="connsiteX106" fmla="*/ 423820 w 9767847"/>
                <a:gd name="connsiteY106" fmla="*/ 2919535 h 6858000"/>
                <a:gd name="connsiteX107" fmla="*/ 392355 w 9767847"/>
                <a:gd name="connsiteY107" fmla="*/ 3122169 h 6858000"/>
                <a:gd name="connsiteX108" fmla="*/ 358801 w 9767847"/>
                <a:gd name="connsiteY108" fmla="*/ 3531013 h 6858000"/>
                <a:gd name="connsiteX109" fmla="*/ 410350 w 9767847"/>
                <a:gd name="connsiteY109" fmla="*/ 4352324 h 6858000"/>
                <a:gd name="connsiteX110" fmla="*/ 449022 w 9767847"/>
                <a:gd name="connsiteY110" fmla="*/ 4555147 h 6858000"/>
                <a:gd name="connsiteX111" fmla="*/ 498882 w 9767847"/>
                <a:gd name="connsiteY111" fmla="*/ 4756463 h 6858000"/>
                <a:gd name="connsiteX112" fmla="*/ 559775 w 9767847"/>
                <a:gd name="connsiteY112" fmla="*/ 4955755 h 6858000"/>
                <a:gd name="connsiteX113" fmla="*/ 631406 w 9767847"/>
                <a:gd name="connsiteY113" fmla="*/ 5152084 h 6858000"/>
                <a:gd name="connsiteX114" fmla="*/ 1023461 w 9767847"/>
                <a:gd name="connsiteY114" fmla="*/ 5898055 h 6858000"/>
                <a:gd name="connsiteX115" fmla="*/ 1575880 w 9767847"/>
                <a:gd name="connsiteY115" fmla="*/ 6551744 h 6858000"/>
                <a:gd name="connsiteX116" fmla="*/ 1905228 w 9767847"/>
                <a:gd name="connsiteY116" fmla="*/ 6833566 h 6858000"/>
                <a:gd name="connsiteX117" fmla="*/ 1938629 w 9767847"/>
                <a:gd name="connsiteY117" fmla="*/ 6858000 h 6858000"/>
                <a:gd name="connsiteX118" fmla="*/ 1368607 w 9767847"/>
                <a:gd name="connsiteY118" fmla="*/ 6858000 h 6858000"/>
                <a:gd name="connsiteX119" fmla="*/ 1115251 w 9767847"/>
                <a:gd name="connsiteY119" fmla="*/ 6594103 h 6858000"/>
                <a:gd name="connsiteX120" fmla="*/ 0 w 9767847"/>
                <a:gd name="connsiteY120" fmla="*/ 3653129 h 6858000"/>
                <a:gd name="connsiteX121" fmla="*/ 1777294 w 9767847"/>
                <a:gd name="connsiteY121" fmla="*/ 854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9767847" h="6858000">
                  <a:moveTo>
                    <a:pt x="7145704" y="0"/>
                  </a:moveTo>
                  <a:lnTo>
                    <a:pt x="7875738" y="0"/>
                  </a:lnTo>
                  <a:lnTo>
                    <a:pt x="7990553" y="85415"/>
                  </a:lnTo>
                  <a:cubicBezTo>
                    <a:pt x="9075991" y="933432"/>
                    <a:pt x="9767847" y="2216793"/>
                    <a:pt x="9767847" y="3653129"/>
                  </a:cubicBezTo>
                  <a:cubicBezTo>
                    <a:pt x="9767847" y="4770280"/>
                    <a:pt x="9349317" y="5794890"/>
                    <a:pt x="8652597" y="6594103"/>
                  </a:cubicBezTo>
                  <a:lnTo>
                    <a:pt x="8399240" y="6858000"/>
                  </a:lnTo>
                  <a:lnTo>
                    <a:pt x="6766926" y="6858000"/>
                  </a:lnTo>
                  <a:lnTo>
                    <a:pt x="6804586" y="6821201"/>
                  </a:lnTo>
                  <a:lnTo>
                    <a:pt x="6881735" y="6745295"/>
                  </a:lnTo>
                  <a:cubicBezTo>
                    <a:pt x="6907435" y="6719979"/>
                    <a:pt x="6933134" y="6694896"/>
                    <a:pt x="6958883" y="6668920"/>
                  </a:cubicBezTo>
                  <a:lnTo>
                    <a:pt x="7267925" y="6359792"/>
                  </a:lnTo>
                  <a:lnTo>
                    <a:pt x="7424360" y="6204783"/>
                  </a:lnTo>
                  <a:cubicBezTo>
                    <a:pt x="7450754" y="6178900"/>
                    <a:pt x="7477598" y="6152829"/>
                    <a:pt x="7504938" y="6126806"/>
                  </a:cubicBezTo>
                  <a:lnTo>
                    <a:pt x="7546396" y="6087795"/>
                  </a:lnTo>
                  <a:cubicBezTo>
                    <a:pt x="7560264" y="6074901"/>
                    <a:pt x="7574780" y="6061630"/>
                    <a:pt x="7588002" y="6049630"/>
                  </a:cubicBezTo>
                  <a:lnTo>
                    <a:pt x="7631000" y="6010807"/>
                  </a:lnTo>
                  <a:lnTo>
                    <a:pt x="7675440" y="5972407"/>
                  </a:lnTo>
                  <a:cubicBezTo>
                    <a:pt x="7690404" y="5959796"/>
                    <a:pt x="7705564" y="5947419"/>
                    <a:pt x="7720626" y="5934949"/>
                  </a:cubicBezTo>
                  <a:cubicBezTo>
                    <a:pt x="7735738" y="5922525"/>
                    <a:pt x="7751197" y="5910619"/>
                    <a:pt x="7766458" y="5898432"/>
                  </a:cubicBezTo>
                  <a:cubicBezTo>
                    <a:pt x="7827949" y="5850290"/>
                    <a:pt x="7890979" y="5804597"/>
                    <a:pt x="7955254" y="5760926"/>
                  </a:cubicBezTo>
                  <a:cubicBezTo>
                    <a:pt x="8083800" y="5673632"/>
                    <a:pt x="8216872" y="5594434"/>
                    <a:pt x="8352678" y="5521728"/>
                  </a:cubicBezTo>
                  <a:lnTo>
                    <a:pt x="8451350" y="5469352"/>
                  </a:lnTo>
                  <a:lnTo>
                    <a:pt x="8548532" y="5417493"/>
                  </a:lnTo>
                  <a:cubicBezTo>
                    <a:pt x="8612110" y="5383188"/>
                    <a:pt x="8673251" y="5349306"/>
                    <a:pt x="8729473" y="5314059"/>
                  </a:cubicBezTo>
                  <a:cubicBezTo>
                    <a:pt x="8743591" y="5305213"/>
                    <a:pt x="8757161" y="5296459"/>
                    <a:pt x="8770781" y="5287330"/>
                  </a:cubicBezTo>
                  <a:cubicBezTo>
                    <a:pt x="8777591" y="5282765"/>
                    <a:pt x="8784451" y="5278201"/>
                    <a:pt x="8790964" y="5273590"/>
                  </a:cubicBezTo>
                  <a:cubicBezTo>
                    <a:pt x="8797574" y="5268977"/>
                    <a:pt x="8804235" y="5264412"/>
                    <a:pt x="8810499" y="5259801"/>
                  </a:cubicBezTo>
                  <a:cubicBezTo>
                    <a:pt x="8835999" y="5241401"/>
                    <a:pt x="8860407" y="5222389"/>
                    <a:pt x="8883571" y="5202577"/>
                  </a:cubicBezTo>
                  <a:cubicBezTo>
                    <a:pt x="8929900" y="5162954"/>
                    <a:pt x="8971258" y="5120413"/>
                    <a:pt x="9006651" y="5074625"/>
                  </a:cubicBezTo>
                  <a:cubicBezTo>
                    <a:pt x="9015351" y="5063426"/>
                    <a:pt x="9024398" y="5050955"/>
                    <a:pt x="9033494" y="5038203"/>
                  </a:cubicBezTo>
                  <a:lnTo>
                    <a:pt x="9040305" y="5028649"/>
                  </a:lnTo>
                  <a:lnTo>
                    <a:pt x="9046568" y="5019379"/>
                  </a:lnTo>
                  <a:cubicBezTo>
                    <a:pt x="9050743" y="5013261"/>
                    <a:pt x="9054819" y="5007050"/>
                    <a:pt x="9058846" y="5000743"/>
                  </a:cubicBezTo>
                  <a:cubicBezTo>
                    <a:pt x="9075002" y="4975615"/>
                    <a:pt x="9090212" y="4949403"/>
                    <a:pt x="9104529" y="4922203"/>
                  </a:cubicBezTo>
                  <a:cubicBezTo>
                    <a:pt x="9133211" y="4867850"/>
                    <a:pt x="9158313" y="4809545"/>
                    <a:pt x="9181081" y="4748792"/>
                  </a:cubicBezTo>
                  <a:cubicBezTo>
                    <a:pt x="9203748" y="4688276"/>
                    <a:pt x="9223383" y="4625876"/>
                    <a:pt x="9240731" y="4561970"/>
                  </a:cubicBezTo>
                  <a:cubicBezTo>
                    <a:pt x="9249481" y="4530064"/>
                    <a:pt x="9257682" y="4497782"/>
                    <a:pt x="9265388" y="4465171"/>
                  </a:cubicBezTo>
                  <a:cubicBezTo>
                    <a:pt x="9269215" y="4448842"/>
                    <a:pt x="9272943" y="4432465"/>
                    <a:pt x="9276571" y="4416041"/>
                  </a:cubicBezTo>
                  <a:lnTo>
                    <a:pt x="9281841" y="4391477"/>
                  </a:lnTo>
                  <a:lnTo>
                    <a:pt x="9286513" y="4368936"/>
                  </a:lnTo>
                  <a:lnTo>
                    <a:pt x="9296754" y="4316136"/>
                  </a:lnTo>
                  <a:lnTo>
                    <a:pt x="9301029" y="4293172"/>
                  </a:lnTo>
                  <a:lnTo>
                    <a:pt x="9302818" y="4282679"/>
                  </a:lnTo>
                  <a:lnTo>
                    <a:pt x="9304658" y="4270914"/>
                  </a:lnTo>
                  <a:lnTo>
                    <a:pt x="9312810" y="4220043"/>
                  </a:lnTo>
                  <a:lnTo>
                    <a:pt x="9316887" y="4194584"/>
                  </a:lnTo>
                  <a:lnTo>
                    <a:pt x="9318923" y="4181878"/>
                  </a:lnTo>
                  <a:cubicBezTo>
                    <a:pt x="9319570" y="4177644"/>
                    <a:pt x="9319969" y="4173267"/>
                    <a:pt x="9320515" y="4168984"/>
                  </a:cubicBezTo>
                  <a:lnTo>
                    <a:pt x="9332445" y="4069079"/>
                  </a:lnTo>
                  <a:cubicBezTo>
                    <a:pt x="9333836" y="4056468"/>
                    <a:pt x="9334880" y="4040986"/>
                    <a:pt x="9336173" y="4022774"/>
                  </a:cubicBezTo>
                  <a:lnTo>
                    <a:pt x="9340199" y="3969269"/>
                  </a:lnTo>
                  <a:cubicBezTo>
                    <a:pt x="9345071" y="3903904"/>
                    <a:pt x="9347358" y="3837081"/>
                    <a:pt x="9347557" y="3770070"/>
                  </a:cubicBezTo>
                  <a:cubicBezTo>
                    <a:pt x="9347656" y="3736518"/>
                    <a:pt x="9347209" y="3702871"/>
                    <a:pt x="9346364" y="3669036"/>
                  </a:cubicBezTo>
                  <a:lnTo>
                    <a:pt x="9344921" y="3619341"/>
                  </a:lnTo>
                  <a:lnTo>
                    <a:pt x="9344524" y="3607624"/>
                  </a:lnTo>
                  <a:lnTo>
                    <a:pt x="9343728" y="3594872"/>
                  </a:lnTo>
                  <a:lnTo>
                    <a:pt x="9342188" y="3569366"/>
                  </a:lnTo>
                  <a:lnTo>
                    <a:pt x="9339056" y="3518354"/>
                  </a:lnTo>
                  <a:cubicBezTo>
                    <a:pt x="9337914" y="3501319"/>
                    <a:pt x="9335874" y="3484236"/>
                    <a:pt x="9334334" y="3467155"/>
                  </a:cubicBezTo>
                  <a:lnTo>
                    <a:pt x="9329363" y="3415908"/>
                  </a:lnTo>
                  <a:lnTo>
                    <a:pt x="9328319" y="3404755"/>
                  </a:lnTo>
                  <a:lnTo>
                    <a:pt x="9327177" y="3394214"/>
                  </a:lnTo>
                  <a:lnTo>
                    <a:pt x="9324293" y="3370872"/>
                  </a:lnTo>
                  <a:lnTo>
                    <a:pt x="9320763" y="3344427"/>
                  </a:lnTo>
                  <a:lnTo>
                    <a:pt x="9317184" y="3315343"/>
                  </a:lnTo>
                  <a:cubicBezTo>
                    <a:pt x="9315594" y="3300991"/>
                    <a:pt x="9313506" y="3286404"/>
                    <a:pt x="9311021" y="3270309"/>
                  </a:cubicBezTo>
                  <a:lnTo>
                    <a:pt x="9302719" y="3219815"/>
                  </a:lnTo>
                  <a:cubicBezTo>
                    <a:pt x="9299936" y="3203157"/>
                    <a:pt x="9297003" y="3186498"/>
                    <a:pt x="9293970" y="3169887"/>
                  </a:cubicBezTo>
                  <a:cubicBezTo>
                    <a:pt x="9281891" y="3103393"/>
                    <a:pt x="9267674" y="3037182"/>
                    <a:pt x="9252065" y="2971205"/>
                  </a:cubicBezTo>
                  <a:cubicBezTo>
                    <a:pt x="9244261" y="2938265"/>
                    <a:pt x="9235959" y="2905371"/>
                    <a:pt x="9227211" y="2872571"/>
                  </a:cubicBezTo>
                  <a:lnTo>
                    <a:pt x="9220699" y="2848524"/>
                  </a:lnTo>
                  <a:lnTo>
                    <a:pt x="9213740" y="2824289"/>
                  </a:lnTo>
                  <a:cubicBezTo>
                    <a:pt x="9209216" y="2808147"/>
                    <a:pt x="9204345" y="2791866"/>
                    <a:pt x="9199374" y="2775536"/>
                  </a:cubicBezTo>
                  <a:cubicBezTo>
                    <a:pt x="9159855" y="2645184"/>
                    <a:pt x="9114272" y="2516197"/>
                    <a:pt x="9061829" y="2389515"/>
                  </a:cubicBezTo>
                  <a:cubicBezTo>
                    <a:pt x="9035582" y="2326175"/>
                    <a:pt x="9008043" y="2263258"/>
                    <a:pt x="8978865" y="2200953"/>
                  </a:cubicBezTo>
                  <a:lnTo>
                    <a:pt x="8956694" y="2154317"/>
                  </a:lnTo>
                  <a:lnTo>
                    <a:pt x="8934176" y="2108012"/>
                  </a:lnTo>
                  <a:cubicBezTo>
                    <a:pt x="8918915" y="2077189"/>
                    <a:pt x="8903157" y="2046130"/>
                    <a:pt x="8887151" y="2015448"/>
                  </a:cubicBezTo>
                  <a:cubicBezTo>
                    <a:pt x="8854988" y="1953989"/>
                    <a:pt x="8822082" y="1892908"/>
                    <a:pt x="8787533" y="1832625"/>
                  </a:cubicBezTo>
                  <a:lnTo>
                    <a:pt x="8761485" y="1787496"/>
                  </a:lnTo>
                  <a:lnTo>
                    <a:pt x="8734791" y="1741991"/>
                  </a:lnTo>
                  <a:cubicBezTo>
                    <a:pt x="8717047" y="1711921"/>
                    <a:pt x="8699200" y="1682461"/>
                    <a:pt x="8680808" y="1652910"/>
                  </a:cubicBezTo>
                  <a:cubicBezTo>
                    <a:pt x="8644322" y="1593756"/>
                    <a:pt x="8606194" y="1535216"/>
                    <a:pt x="8567024" y="1477004"/>
                  </a:cubicBezTo>
                  <a:lnTo>
                    <a:pt x="8537446" y="1433428"/>
                  </a:lnTo>
                  <a:lnTo>
                    <a:pt x="8507423" y="1389994"/>
                  </a:lnTo>
                  <a:cubicBezTo>
                    <a:pt x="8487390" y="1361382"/>
                    <a:pt x="8467158" y="1332817"/>
                    <a:pt x="8446529" y="1304393"/>
                  </a:cubicBezTo>
                  <a:cubicBezTo>
                    <a:pt x="8405271" y="1247595"/>
                    <a:pt x="8362718" y="1191218"/>
                    <a:pt x="8319224" y="1135124"/>
                  </a:cubicBezTo>
                  <a:lnTo>
                    <a:pt x="8286366" y="1093148"/>
                  </a:lnTo>
                  <a:lnTo>
                    <a:pt x="8270161" y="1072538"/>
                  </a:lnTo>
                  <a:lnTo>
                    <a:pt x="8253856" y="1052254"/>
                  </a:lnTo>
                  <a:cubicBezTo>
                    <a:pt x="8231636" y="1024773"/>
                    <a:pt x="8209117" y="997479"/>
                    <a:pt x="8186352" y="970373"/>
                  </a:cubicBezTo>
                  <a:cubicBezTo>
                    <a:pt x="8140917" y="916020"/>
                    <a:pt x="8094240" y="862515"/>
                    <a:pt x="8046768" y="809527"/>
                  </a:cubicBezTo>
                  <a:lnTo>
                    <a:pt x="8010927" y="769951"/>
                  </a:lnTo>
                  <a:lnTo>
                    <a:pt x="7974788" y="730751"/>
                  </a:lnTo>
                  <a:cubicBezTo>
                    <a:pt x="7950382" y="704587"/>
                    <a:pt x="7925824" y="678563"/>
                    <a:pt x="7901070" y="652823"/>
                  </a:cubicBezTo>
                  <a:cubicBezTo>
                    <a:pt x="7851510" y="601387"/>
                    <a:pt x="7801404" y="550612"/>
                    <a:pt x="7750054" y="501106"/>
                  </a:cubicBezTo>
                  <a:cubicBezTo>
                    <a:pt x="7698902" y="451742"/>
                    <a:pt x="7645913" y="403036"/>
                    <a:pt x="7592277" y="355319"/>
                  </a:cubicBezTo>
                  <a:cubicBezTo>
                    <a:pt x="7484856" y="259884"/>
                    <a:pt x="7373308" y="168402"/>
                    <a:pt x="7257734" y="81062"/>
                  </a:cubicBezTo>
                  <a:close/>
                  <a:moveTo>
                    <a:pt x="1892109" y="0"/>
                  </a:moveTo>
                  <a:lnTo>
                    <a:pt x="2298402" y="0"/>
                  </a:lnTo>
                  <a:lnTo>
                    <a:pt x="2135542" y="121879"/>
                  </a:lnTo>
                  <a:cubicBezTo>
                    <a:pt x="2078998" y="166378"/>
                    <a:pt x="2023659" y="212143"/>
                    <a:pt x="1969576" y="259084"/>
                  </a:cubicBezTo>
                  <a:cubicBezTo>
                    <a:pt x="1861309" y="352918"/>
                    <a:pt x="1758064" y="451412"/>
                    <a:pt x="1659938" y="553953"/>
                  </a:cubicBezTo>
                  <a:cubicBezTo>
                    <a:pt x="1266987" y="964444"/>
                    <a:pt x="953820" y="1435593"/>
                    <a:pt x="729383" y="1940578"/>
                  </a:cubicBezTo>
                  <a:cubicBezTo>
                    <a:pt x="673260" y="2066459"/>
                    <a:pt x="622855" y="2195070"/>
                    <a:pt x="578465" y="2324905"/>
                  </a:cubicBezTo>
                  <a:cubicBezTo>
                    <a:pt x="534125" y="2454785"/>
                    <a:pt x="496147" y="2586314"/>
                    <a:pt x="465080" y="2718973"/>
                  </a:cubicBezTo>
                  <a:cubicBezTo>
                    <a:pt x="449769" y="2785089"/>
                    <a:pt x="435850" y="2852289"/>
                    <a:pt x="423820" y="2919535"/>
                  </a:cubicBezTo>
                  <a:cubicBezTo>
                    <a:pt x="411840" y="2986829"/>
                    <a:pt x="401054" y="3054358"/>
                    <a:pt x="392355" y="3122169"/>
                  </a:cubicBezTo>
                  <a:cubicBezTo>
                    <a:pt x="374509" y="3257744"/>
                    <a:pt x="363424" y="3393978"/>
                    <a:pt x="358801" y="3531013"/>
                  </a:cubicBezTo>
                  <a:cubicBezTo>
                    <a:pt x="349009" y="3804941"/>
                    <a:pt x="366357" y="4079668"/>
                    <a:pt x="410350" y="4352324"/>
                  </a:cubicBezTo>
                  <a:cubicBezTo>
                    <a:pt x="421286" y="4420230"/>
                    <a:pt x="434209" y="4487758"/>
                    <a:pt x="449022" y="4555147"/>
                  </a:cubicBezTo>
                  <a:cubicBezTo>
                    <a:pt x="463737" y="4622534"/>
                    <a:pt x="480389" y="4689686"/>
                    <a:pt x="498882" y="4756463"/>
                  </a:cubicBezTo>
                  <a:cubicBezTo>
                    <a:pt x="517373" y="4823239"/>
                    <a:pt x="537704" y="4889733"/>
                    <a:pt x="559775" y="4955755"/>
                  </a:cubicBezTo>
                  <a:cubicBezTo>
                    <a:pt x="581946" y="5021873"/>
                    <a:pt x="605358" y="5087473"/>
                    <a:pt x="631406" y="5152084"/>
                  </a:cubicBezTo>
                  <a:cubicBezTo>
                    <a:pt x="734055" y="5411706"/>
                    <a:pt x="865188" y="5662668"/>
                    <a:pt x="1023461" y="5898055"/>
                  </a:cubicBezTo>
                  <a:cubicBezTo>
                    <a:pt x="1181487" y="6133676"/>
                    <a:pt x="1367051" y="6353345"/>
                    <a:pt x="1575880" y="6551744"/>
                  </a:cubicBezTo>
                  <a:cubicBezTo>
                    <a:pt x="1680269" y="6651014"/>
                    <a:pt x="1790338" y="6745037"/>
                    <a:pt x="1905228" y="6833566"/>
                  </a:cubicBezTo>
                  <a:lnTo>
                    <a:pt x="1938629" y="6858000"/>
                  </a:lnTo>
                  <a:lnTo>
                    <a:pt x="1368607" y="6858000"/>
                  </a:lnTo>
                  <a:lnTo>
                    <a:pt x="1115251" y="6594103"/>
                  </a:lnTo>
                  <a:cubicBezTo>
                    <a:pt x="418530" y="5794890"/>
                    <a:pt x="0" y="4770280"/>
                    <a:pt x="0" y="3653129"/>
                  </a:cubicBezTo>
                  <a:cubicBezTo>
                    <a:pt x="0" y="2216793"/>
                    <a:pt x="691856" y="933432"/>
                    <a:pt x="1777294" y="85415"/>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grpSp>
      <p:sp>
        <p:nvSpPr>
          <p:cNvPr id="2" name="Title 1">
            <a:extLst>
              <a:ext uri="{FF2B5EF4-FFF2-40B4-BE49-F238E27FC236}">
                <a16:creationId xmlns:a16="http://schemas.microsoft.com/office/drawing/2014/main" id="{8FB44EAD-9809-7711-9716-CB8F557A1391}"/>
              </a:ext>
            </a:extLst>
          </p:cNvPr>
          <p:cNvSpPr>
            <a:spLocks noGrp="1"/>
          </p:cNvSpPr>
          <p:nvPr>
            <p:ph type="ctrTitle"/>
          </p:nvPr>
        </p:nvSpPr>
        <p:spPr>
          <a:xfrm>
            <a:off x="876300" y="45868"/>
            <a:ext cx="10263459" cy="923925"/>
          </a:xfrm>
        </p:spPr>
        <p:txBody>
          <a:bodyPr anchor="b">
            <a:normAutofit/>
          </a:bodyPr>
          <a:lstStyle/>
          <a:p>
            <a:r>
              <a:rPr lang="en-IN" sz="4000" dirty="0">
                <a:solidFill>
                  <a:schemeClr val="tx2"/>
                </a:solidFill>
                <a:latin typeface="Engravers MT" panose="02090707080505020304" pitchFamily="18" charset="0"/>
              </a:rPr>
              <a:t>History  of MISRA-C</a:t>
            </a:r>
            <a:endParaRPr lang="en-IN" sz="4000" dirty="0">
              <a:solidFill>
                <a:schemeClr val="tx2"/>
              </a:solidFill>
            </a:endParaRPr>
          </a:p>
        </p:txBody>
      </p:sp>
      <p:grpSp>
        <p:nvGrpSpPr>
          <p:cNvPr id="23" name="Group 22">
            <a:extLst>
              <a:ext uri="{FF2B5EF4-FFF2-40B4-BE49-F238E27FC236}">
                <a16:creationId xmlns:a16="http://schemas.microsoft.com/office/drawing/2014/main" id="{87F87F1B-42BA-4AC7-A4E2-41544DDB2CE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05" y="-4155"/>
            <a:ext cx="2514948" cy="2174333"/>
            <a:chOff x="-305" y="-4155"/>
            <a:chExt cx="2514948" cy="2174333"/>
          </a:xfrm>
        </p:grpSpPr>
        <p:sp>
          <p:nvSpPr>
            <p:cNvPr id="24" name="Freeform: Shape 23">
              <a:extLst>
                <a:ext uri="{FF2B5EF4-FFF2-40B4-BE49-F238E27FC236}">
                  <a16:creationId xmlns:a16="http://schemas.microsoft.com/office/drawing/2014/main" id="{68B53067-4E48-4E71-A6A9-A8CAABAFBF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Shape 24">
              <a:extLst>
                <a:ext uri="{FF2B5EF4-FFF2-40B4-BE49-F238E27FC236}">
                  <a16:creationId xmlns:a16="http://schemas.microsoft.com/office/drawing/2014/main" id="{06D1A0D3-4BB8-41D9-9CE7-2884C83F44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reeform: Shape 25">
              <a:extLst>
                <a:ext uri="{FF2B5EF4-FFF2-40B4-BE49-F238E27FC236}">
                  <a16:creationId xmlns:a16="http://schemas.microsoft.com/office/drawing/2014/main" id="{81E20F06-3B09-4B89-A36B-AB8BFBCCA5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27" name="Freeform: Shape 26">
              <a:extLst>
                <a:ext uri="{FF2B5EF4-FFF2-40B4-BE49-F238E27FC236}">
                  <a16:creationId xmlns:a16="http://schemas.microsoft.com/office/drawing/2014/main" id="{DAE6C3D7-7D5B-4926-877D-45F117BB6B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9" name="Group 28">
            <a:extLst>
              <a:ext uri="{FF2B5EF4-FFF2-40B4-BE49-F238E27FC236}">
                <a16:creationId xmlns:a16="http://schemas.microsoft.com/office/drawing/2014/main" id="{967346A5-7569-4F15-AB5D-BE3DADF192C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9685727" y="4683666"/>
            <a:ext cx="2514948" cy="2174333"/>
            <a:chOff x="-305" y="-4155"/>
            <a:chExt cx="2514948" cy="2174333"/>
          </a:xfrm>
        </p:grpSpPr>
        <p:sp>
          <p:nvSpPr>
            <p:cNvPr id="30" name="Freeform: Shape 29">
              <a:extLst>
                <a:ext uri="{FF2B5EF4-FFF2-40B4-BE49-F238E27FC236}">
                  <a16:creationId xmlns:a16="http://schemas.microsoft.com/office/drawing/2014/main" id="{E1951533-A568-4765-AB1F-F71D9AFDEA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reeform: Shape 30">
              <a:extLst>
                <a:ext uri="{FF2B5EF4-FFF2-40B4-BE49-F238E27FC236}">
                  <a16:creationId xmlns:a16="http://schemas.microsoft.com/office/drawing/2014/main" id="{A7214F52-4F3F-4C96-A62E-F1401D6C04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Freeform: Shape 31">
              <a:extLst>
                <a:ext uri="{FF2B5EF4-FFF2-40B4-BE49-F238E27FC236}">
                  <a16:creationId xmlns:a16="http://schemas.microsoft.com/office/drawing/2014/main" id="{023146A1-291C-4FA0-AB5B-EB04D42398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33" name="Freeform: Shape 32">
              <a:extLst>
                <a:ext uri="{FF2B5EF4-FFF2-40B4-BE49-F238E27FC236}">
                  <a16:creationId xmlns:a16="http://schemas.microsoft.com/office/drawing/2014/main" id="{62977932-2B03-4899-8306-5002CEE68E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5" name="Title 1">
            <a:extLst>
              <a:ext uri="{FF2B5EF4-FFF2-40B4-BE49-F238E27FC236}">
                <a16:creationId xmlns:a16="http://schemas.microsoft.com/office/drawing/2014/main" id="{D6EE584E-84BC-FC84-2A5F-A0E7AF1256B7}"/>
              </a:ext>
            </a:extLst>
          </p:cNvPr>
          <p:cNvSpPr txBox="1">
            <a:spLocks/>
          </p:cNvSpPr>
          <p:nvPr/>
        </p:nvSpPr>
        <p:spPr>
          <a:xfrm>
            <a:off x="10382250" y="3983"/>
            <a:ext cx="1809445" cy="44767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2000" dirty="0">
                <a:solidFill>
                  <a:schemeClr val="tx2"/>
                </a:solidFill>
              </a:rPr>
              <a:t>MISRA C -2012</a:t>
            </a:r>
          </a:p>
        </p:txBody>
      </p:sp>
      <p:sp>
        <p:nvSpPr>
          <p:cNvPr id="6" name="Subtitle 2">
            <a:extLst>
              <a:ext uri="{FF2B5EF4-FFF2-40B4-BE49-F238E27FC236}">
                <a16:creationId xmlns:a16="http://schemas.microsoft.com/office/drawing/2014/main" id="{C992C8E1-40D9-45CC-B67A-D8B86D2A381E}"/>
              </a:ext>
            </a:extLst>
          </p:cNvPr>
          <p:cNvSpPr txBox="1">
            <a:spLocks/>
          </p:cNvSpPr>
          <p:nvPr/>
        </p:nvSpPr>
        <p:spPr>
          <a:xfrm>
            <a:off x="3432265" y="853500"/>
            <a:ext cx="5188034" cy="682079"/>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115000"/>
              </a:lnSpc>
              <a:spcAft>
                <a:spcPts val="800"/>
              </a:spcAft>
            </a:pPr>
            <a:r>
              <a:rPr lang="en-IN" kern="100" dirty="0">
                <a:solidFill>
                  <a:srgbClr val="666666"/>
                </a:solidFill>
                <a:effectLst/>
                <a:highlight>
                  <a:srgbClr val="FFFF00"/>
                </a:highlight>
                <a:latin typeface="Times New Roman" panose="02020603050405020304" pitchFamily="18" charset="0"/>
                <a:ea typeface="Aptos" panose="020B0004020202020204" pitchFamily="34" charset="0"/>
                <a:cs typeface="Times New Roman" panose="02020603050405020304" pitchFamily="18" charset="0"/>
              </a:rPr>
              <a:t>Misra2012:Rule-6.1</a:t>
            </a:r>
          </a:p>
        </p:txBody>
      </p:sp>
      <p:sp>
        <p:nvSpPr>
          <p:cNvPr id="3" name="TextBox 2">
            <a:extLst>
              <a:ext uri="{FF2B5EF4-FFF2-40B4-BE49-F238E27FC236}">
                <a16:creationId xmlns:a16="http://schemas.microsoft.com/office/drawing/2014/main" id="{F52B51FF-E201-359D-4743-DA9B627F1CC1}"/>
              </a:ext>
            </a:extLst>
          </p:cNvPr>
          <p:cNvSpPr txBox="1"/>
          <p:nvPr/>
        </p:nvSpPr>
        <p:spPr>
          <a:xfrm>
            <a:off x="1006683" y="1297789"/>
            <a:ext cx="9826243" cy="369332"/>
          </a:xfrm>
          <a:prstGeom prst="rect">
            <a:avLst/>
          </a:prstGeom>
          <a:noFill/>
        </p:spPr>
        <p:txBody>
          <a:bodyPr wrap="square">
            <a:spAutoFit/>
          </a:bodyPr>
          <a:lstStyle/>
          <a:p>
            <a:pPr marL="285750" indent="-285750" algn="l">
              <a:buFont typeface="Wingdings" panose="05000000000000000000" pitchFamily="2" charset="2"/>
              <a:buChar char="q"/>
            </a:pPr>
            <a:r>
              <a:rPr lang="en-US" sz="1800" b="1" i="0" u="none" strike="noStrike" baseline="0" dirty="0">
                <a:latin typeface="Times New Roman" panose="02020603050405020304" pitchFamily="18" charset="0"/>
                <a:cs typeface="Times New Roman" panose="02020603050405020304" pitchFamily="18" charset="0"/>
              </a:rPr>
              <a:t>Bit-fields shall only be declared with an appropriate type</a:t>
            </a:r>
            <a:endParaRPr lang="en-IN" b="1" kern="100" dirty="0">
              <a:effectLst/>
              <a:highlight>
                <a:srgbClr val="FFFF00"/>
              </a:highlight>
              <a:latin typeface="Times New Roman" panose="02020603050405020304" pitchFamily="18" charset="0"/>
              <a:ea typeface="Aptos" panose="020B0004020202020204" pitchFamily="34" charset="0"/>
              <a:cs typeface="Times New Roman" panose="02020603050405020304" pitchFamily="18" charset="0"/>
            </a:endParaRPr>
          </a:p>
        </p:txBody>
      </p:sp>
      <p:sp>
        <p:nvSpPr>
          <p:cNvPr id="11" name="TextBox 10">
            <a:extLst>
              <a:ext uri="{FF2B5EF4-FFF2-40B4-BE49-F238E27FC236}">
                <a16:creationId xmlns:a16="http://schemas.microsoft.com/office/drawing/2014/main" id="{3BAF9C64-DAA2-791C-A360-DC870B79332D}"/>
              </a:ext>
            </a:extLst>
          </p:cNvPr>
          <p:cNvSpPr txBox="1"/>
          <p:nvPr/>
        </p:nvSpPr>
        <p:spPr>
          <a:xfrm>
            <a:off x="1299486" y="1691948"/>
            <a:ext cx="9642403" cy="369332"/>
          </a:xfrm>
          <a:prstGeom prst="rect">
            <a:avLst/>
          </a:prstGeom>
          <a:noFill/>
        </p:spPr>
        <p:txBody>
          <a:bodyPr wrap="square">
            <a:spAutoFit/>
          </a:bodyPr>
          <a:lstStyle/>
          <a:p>
            <a:pPr algn="l"/>
            <a:r>
              <a:rPr lang="en-IN" sz="1800" b="0" i="0" u="none" strike="noStrike" baseline="0" dirty="0">
                <a:latin typeface="OpenSans"/>
              </a:rPr>
              <a:t>Category –</a:t>
            </a:r>
            <a:r>
              <a:rPr lang="en-IN" sz="1800" b="0" i="0" u="none" strike="noStrike" baseline="0" dirty="0">
                <a:latin typeface="OpenSans-Light"/>
              </a:rPr>
              <a:t>Required    Analysis </a:t>
            </a:r>
            <a:r>
              <a:rPr lang="en-IN" sz="1800" b="0" i="0" u="none" strike="noStrike" baseline="0" dirty="0">
                <a:latin typeface="OpenSans"/>
              </a:rPr>
              <a:t> -</a:t>
            </a:r>
            <a:r>
              <a:rPr lang="en-IN" sz="1800" b="0" i="0" u="none" strike="noStrike" baseline="0" dirty="0">
                <a:latin typeface="OpenSans-Light"/>
              </a:rPr>
              <a:t> Decidable, Single Translation Unit </a:t>
            </a:r>
            <a:r>
              <a:rPr lang="en-IN" sz="1800" b="0" i="0" u="none" strike="noStrike" baseline="0" dirty="0">
                <a:latin typeface="OpenSans"/>
              </a:rPr>
              <a:t>Applies to -</a:t>
            </a:r>
            <a:r>
              <a:rPr lang="en-IN" sz="1800" b="0" i="0" u="none" strike="noStrike" baseline="0" dirty="0">
                <a:latin typeface="OpenSans-Light"/>
              </a:rPr>
              <a:t> C90, C99</a:t>
            </a:r>
            <a:endParaRPr lang="en-IN" dirty="0"/>
          </a:p>
        </p:txBody>
      </p:sp>
      <p:sp>
        <p:nvSpPr>
          <p:cNvPr id="12" name="TextBox 11">
            <a:extLst>
              <a:ext uri="{FF2B5EF4-FFF2-40B4-BE49-F238E27FC236}">
                <a16:creationId xmlns:a16="http://schemas.microsoft.com/office/drawing/2014/main" id="{3B6B20D6-4372-E7FE-5B7C-3A5C456054FD}"/>
              </a:ext>
            </a:extLst>
          </p:cNvPr>
          <p:cNvSpPr txBox="1"/>
          <p:nvPr/>
        </p:nvSpPr>
        <p:spPr>
          <a:xfrm>
            <a:off x="2790764" y="2686753"/>
            <a:ext cx="6853809" cy="3139321"/>
          </a:xfrm>
          <a:prstGeom prst="rect">
            <a:avLst/>
          </a:prstGeom>
          <a:noFill/>
        </p:spPr>
        <p:txBody>
          <a:bodyPr wrap="square">
            <a:spAutoFit/>
          </a:bodyPr>
          <a:lstStyle/>
          <a:p>
            <a:pPr algn="l"/>
            <a:r>
              <a:rPr lang="en-US" sz="1800" b="0" i="0" u="none" strike="noStrike" baseline="0" dirty="0">
                <a:latin typeface="Times New Roman" panose="02020603050405020304" pitchFamily="18" charset="0"/>
                <a:cs typeface="Times New Roman" panose="02020603050405020304" pitchFamily="18" charset="0"/>
              </a:rPr>
              <a:t>#include &lt;</a:t>
            </a:r>
            <a:r>
              <a:rPr lang="en-US" sz="1800" b="0" i="0" u="none" strike="noStrike" baseline="0" dirty="0" err="1">
                <a:latin typeface="Times New Roman" panose="02020603050405020304" pitchFamily="18" charset="0"/>
                <a:cs typeface="Times New Roman" panose="02020603050405020304" pitchFamily="18" charset="0"/>
              </a:rPr>
              <a:t>stdio.h</a:t>
            </a:r>
            <a:r>
              <a:rPr lang="en-US" sz="1800" b="0" i="0" u="none" strike="noStrike" baseline="0" dirty="0">
                <a:latin typeface="Times New Roman" panose="02020603050405020304" pitchFamily="18" charset="0"/>
                <a:cs typeface="Times New Roman" panose="02020603050405020304" pitchFamily="18" charset="0"/>
              </a:rPr>
              <a:t>&gt;</a:t>
            </a:r>
          </a:p>
          <a:p>
            <a:pPr algn="l"/>
            <a:endParaRPr lang="en-US" sz="1800" b="0" i="0" u="none" strike="noStrike" baseline="0" dirty="0">
              <a:latin typeface="Times New Roman" panose="02020603050405020304" pitchFamily="18" charset="0"/>
              <a:cs typeface="Times New Roman" panose="02020603050405020304" pitchFamily="18" charset="0"/>
            </a:endParaRPr>
          </a:p>
          <a:p>
            <a:pPr algn="l"/>
            <a:r>
              <a:rPr lang="en-US" sz="1800" b="0" i="0" u="none" strike="noStrike" baseline="0" dirty="0">
                <a:latin typeface="Times New Roman" panose="02020603050405020304" pitchFamily="18" charset="0"/>
                <a:cs typeface="Times New Roman" panose="02020603050405020304" pitchFamily="18" charset="0"/>
              </a:rPr>
              <a:t>// Violation: Bit-field declared with an inappropriate type (float)</a:t>
            </a:r>
          </a:p>
          <a:p>
            <a:pPr algn="l"/>
            <a:r>
              <a:rPr lang="en-US" sz="1800" b="0" i="0" u="none" strike="noStrike" baseline="0" dirty="0">
                <a:latin typeface="Times New Roman" panose="02020603050405020304" pitchFamily="18" charset="0"/>
                <a:cs typeface="Times New Roman" panose="02020603050405020304" pitchFamily="18" charset="0"/>
              </a:rPr>
              <a:t>struct Flags {</a:t>
            </a:r>
          </a:p>
          <a:p>
            <a:pPr algn="l"/>
            <a:r>
              <a:rPr lang="en-US" sz="1800" b="0" i="0" u="none" strike="noStrike" baseline="0" dirty="0">
                <a:highlight>
                  <a:srgbClr val="FFFF00"/>
                </a:highlight>
                <a:latin typeface="Times New Roman" panose="02020603050405020304" pitchFamily="18" charset="0"/>
                <a:cs typeface="Times New Roman" panose="02020603050405020304" pitchFamily="18" charset="0"/>
              </a:rPr>
              <a:t>    float flag : 1;</a:t>
            </a:r>
          </a:p>
          <a:p>
            <a:pPr algn="l"/>
            <a:r>
              <a:rPr lang="en-US" sz="1800" b="0" i="0" u="none" strike="noStrike" baseline="0" dirty="0">
                <a:latin typeface="Times New Roman" panose="02020603050405020304" pitchFamily="18" charset="0"/>
                <a:cs typeface="Times New Roman" panose="02020603050405020304" pitchFamily="18" charset="0"/>
              </a:rPr>
              <a:t>};</a:t>
            </a:r>
          </a:p>
          <a:p>
            <a:pPr algn="l"/>
            <a:endParaRPr lang="en-US" sz="1800" b="0" i="0" u="none" strike="noStrike" baseline="0" dirty="0">
              <a:latin typeface="Times New Roman" panose="02020603050405020304" pitchFamily="18" charset="0"/>
              <a:cs typeface="Times New Roman" panose="02020603050405020304" pitchFamily="18" charset="0"/>
            </a:endParaRPr>
          </a:p>
          <a:p>
            <a:pPr algn="l"/>
            <a:r>
              <a:rPr lang="en-US" sz="1800" b="0" i="0" u="none" strike="noStrike" baseline="0" dirty="0">
                <a:latin typeface="Times New Roman" panose="02020603050405020304" pitchFamily="18" charset="0"/>
                <a:cs typeface="Times New Roman" panose="02020603050405020304" pitchFamily="18" charset="0"/>
              </a:rPr>
              <a:t>int main() {</a:t>
            </a:r>
          </a:p>
          <a:p>
            <a:pPr algn="l"/>
            <a:r>
              <a:rPr lang="en-US" sz="1800" b="0" i="0" u="none" strike="noStrike" baseline="0" dirty="0">
                <a:latin typeface="Times New Roman" panose="02020603050405020304" pitchFamily="18" charset="0"/>
                <a:cs typeface="Times New Roman" panose="02020603050405020304" pitchFamily="18" charset="0"/>
              </a:rPr>
              <a:t>    // Declaration of variables is omitted for brevity</a:t>
            </a:r>
          </a:p>
          <a:p>
            <a:pPr algn="l"/>
            <a:r>
              <a:rPr lang="en-US" sz="1800" b="0" i="0" u="none" strike="noStrike" baseline="0" dirty="0">
                <a:latin typeface="Times New Roman" panose="02020603050405020304" pitchFamily="18" charset="0"/>
                <a:cs typeface="Times New Roman" panose="02020603050405020304" pitchFamily="18" charset="0"/>
              </a:rPr>
              <a:t>    return 0;</a:t>
            </a:r>
          </a:p>
          <a:p>
            <a:pPr algn="l"/>
            <a:r>
              <a:rPr lang="en-US" sz="1800" b="0" i="0" u="none" strike="noStrike" baseline="0" dirty="0">
                <a:latin typeface="Times New Roman" panose="02020603050405020304" pitchFamily="18" charset="0"/>
                <a:cs typeface="Times New Roman" panose="02020603050405020304" pitchFamily="18" charset="0"/>
              </a:rPr>
              <a:t>}</a:t>
            </a:r>
          </a:p>
        </p:txBody>
      </p:sp>
      <p:sp>
        <p:nvSpPr>
          <p:cNvPr id="14" name="TextBox 13">
            <a:extLst>
              <a:ext uri="{FF2B5EF4-FFF2-40B4-BE49-F238E27FC236}">
                <a16:creationId xmlns:a16="http://schemas.microsoft.com/office/drawing/2014/main" id="{3BEBAFEE-B117-F80A-3238-35883C77E34C}"/>
              </a:ext>
            </a:extLst>
          </p:cNvPr>
          <p:cNvSpPr txBox="1"/>
          <p:nvPr/>
        </p:nvSpPr>
        <p:spPr>
          <a:xfrm>
            <a:off x="1287297" y="2000320"/>
            <a:ext cx="10650070" cy="646331"/>
          </a:xfrm>
          <a:prstGeom prst="rect">
            <a:avLst/>
          </a:prstGeom>
          <a:noFill/>
        </p:spPr>
        <p:txBody>
          <a:bodyPr wrap="square">
            <a:spAutoFit/>
          </a:bodyPr>
          <a:lstStyle/>
          <a:p>
            <a:r>
              <a:rPr lang="en-US" b="0" i="0" dirty="0">
                <a:solidFill>
                  <a:srgbClr val="0D0D0D"/>
                </a:solidFill>
                <a:effectLst/>
                <a:latin typeface="Times New Roman" panose="02020603050405020304" pitchFamily="18" charset="0"/>
                <a:cs typeface="Times New Roman" panose="02020603050405020304" pitchFamily="18" charset="0"/>
              </a:rPr>
              <a:t>Bit-fields are members of structures or unions that specify a certain number of bits to be allocated for a particular field</a:t>
            </a:r>
            <a:endParaRPr lang="en-IN"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C571CA19-A36B-7D93-981A-5F92A3EA59D7}"/>
              </a:ext>
            </a:extLst>
          </p:cNvPr>
          <p:cNvSpPr txBox="1"/>
          <p:nvPr/>
        </p:nvSpPr>
        <p:spPr>
          <a:xfrm>
            <a:off x="1300298" y="2672483"/>
            <a:ext cx="1046338" cy="369332"/>
          </a:xfrm>
          <a:prstGeom prst="rect">
            <a:avLst/>
          </a:prstGeom>
          <a:noFill/>
        </p:spPr>
        <p:txBody>
          <a:bodyPr wrap="square">
            <a:spAutoFit/>
          </a:bodyPr>
          <a:lstStyle/>
          <a:p>
            <a:pPr algn="l"/>
            <a:r>
              <a:rPr lang="en-IN" dirty="0">
                <a:highlight>
                  <a:srgbClr val="FFFF00"/>
                </a:highlight>
              </a:rPr>
              <a:t>Example</a:t>
            </a:r>
          </a:p>
        </p:txBody>
      </p:sp>
      <p:sp>
        <p:nvSpPr>
          <p:cNvPr id="9" name="Slide Number Placeholder 8">
            <a:extLst>
              <a:ext uri="{FF2B5EF4-FFF2-40B4-BE49-F238E27FC236}">
                <a16:creationId xmlns:a16="http://schemas.microsoft.com/office/drawing/2014/main" id="{1AD18686-DBE0-8F79-94F7-524840A830F0}"/>
              </a:ext>
            </a:extLst>
          </p:cNvPr>
          <p:cNvSpPr>
            <a:spLocks noGrp="1"/>
          </p:cNvSpPr>
          <p:nvPr>
            <p:ph type="sldNum" sz="quarter" idx="12"/>
          </p:nvPr>
        </p:nvSpPr>
        <p:spPr/>
        <p:txBody>
          <a:bodyPr/>
          <a:lstStyle/>
          <a:p>
            <a:fld id="{91247CA1-BCEC-4DD4-9B23-E2AE1AEA27A6}" type="slidenum">
              <a:rPr lang="en-IN" smtClean="0"/>
              <a:t>35</a:t>
            </a:fld>
            <a:endParaRPr lang="en-IN"/>
          </a:p>
        </p:txBody>
      </p:sp>
      <p:sp>
        <p:nvSpPr>
          <p:cNvPr id="8" name="TextBox 7">
            <a:extLst>
              <a:ext uri="{FF2B5EF4-FFF2-40B4-BE49-F238E27FC236}">
                <a16:creationId xmlns:a16="http://schemas.microsoft.com/office/drawing/2014/main" id="{EE50B5FA-44D6-5458-2C11-3F26C8CDEC88}"/>
              </a:ext>
            </a:extLst>
          </p:cNvPr>
          <p:cNvSpPr txBox="1"/>
          <p:nvPr/>
        </p:nvSpPr>
        <p:spPr>
          <a:xfrm>
            <a:off x="10532532" y="526059"/>
            <a:ext cx="1451144" cy="369332"/>
          </a:xfrm>
          <a:prstGeom prst="rect">
            <a:avLst/>
          </a:prstGeom>
          <a:noFill/>
        </p:spPr>
        <p:txBody>
          <a:bodyPr wrap="square">
            <a:spAutoFit/>
          </a:bodyPr>
          <a:lstStyle/>
          <a:p>
            <a:r>
              <a:rPr lang="en-IN" dirty="0"/>
              <a:t>Session 1</a:t>
            </a:r>
          </a:p>
        </p:txBody>
      </p:sp>
    </p:spTree>
    <p:extLst>
      <p:ext uri="{BB962C8B-B14F-4D97-AF65-F5344CB8AC3E}">
        <p14:creationId xmlns:p14="http://schemas.microsoft.com/office/powerpoint/2010/main" val="241755906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5A292AEA-2528-46C0-B426-95822B6141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D8B7B198-E4DF-43CD-AD8C-1998843237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34" name="Freeform: Shape 33">
            <a:extLst>
              <a:ext uri="{FF2B5EF4-FFF2-40B4-BE49-F238E27FC236}">
                <a16:creationId xmlns:a16="http://schemas.microsoft.com/office/drawing/2014/main" id="{2BE67753-EA0E-4819-8D22-0B6600CF7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96934" y="3984"/>
            <a:ext cx="9376632" cy="6858000"/>
          </a:xfrm>
          <a:custGeom>
            <a:avLst/>
            <a:gdLst>
              <a:gd name="connsiteX0" fmla="*/ 1691615 w 9376632"/>
              <a:gd name="connsiteY0" fmla="*/ 0 h 6858000"/>
              <a:gd name="connsiteX1" fmla="*/ 7685017 w 9376632"/>
              <a:gd name="connsiteY1" fmla="*/ 0 h 6858000"/>
              <a:gd name="connsiteX2" fmla="*/ 7840634 w 9376632"/>
              <a:gd name="connsiteY2" fmla="*/ 134799 h 6858000"/>
              <a:gd name="connsiteX3" fmla="*/ 9376632 w 9376632"/>
              <a:gd name="connsiteY3" fmla="*/ 3605175 h 6858000"/>
              <a:gd name="connsiteX4" fmla="*/ 8158692 w 9376632"/>
              <a:gd name="connsiteY4" fmla="*/ 6757493 h 6858000"/>
              <a:gd name="connsiteX5" fmla="*/ 8062868 w 9376632"/>
              <a:gd name="connsiteY5" fmla="*/ 6858000 h 6858000"/>
              <a:gd name="connsiteX6" fmla="*/ 1313765 w 9376632"/>
              <a:gd name="connsiteY6" fmla="*/ 6858000 h 6858000"/>
              <a:gd name="connsiteX7" fmla="*/ 1217940 w 9376632"/>
              <a:gd name="connsiteY7" fmla="*/ 6757493 h 6858000"/>
              <a:gd name="connsiteX8" fmla="*/ 0 w 9376632"/>
              <a:gd name="connsiteY8" fmla="*/ 3605175 h 6858000"/>
              <a:gd name="connsiteX9" fmla="*/ 1535999 w 9376632"/>
              <a:gd name="connsiteY9" fmla="*/ 13479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376632" h="6858000">
                <a:moveTo>
                  <a:pt x="1691615" y="0"/>
                </a:moveTo>
                <a:lnTo>
                  <a:pt x="7685017" y="0"/>
                </a:lnTo>
                <a:lnTo>
                  <a:pt x="7840634" y="134799"/>
                </a:lnTo>
                <a:cubicBezTo>
                  <a:pt x="8784230" y="992423"/>
                  <a:pt x="9376632" y="2229618"/>
                  <a:pt x="9376632" y="3605175"/>
                </a:cubicBezTo>
                <a:cubicBezTo>
                  <a:pt x="9376632" y="4818903"/>
                  <a:pt x="8915419" y="5924908"/>
                  <a:pt x="8158692" y="6757493"/>
                </a:cubicBezTo>
                <a:lnTo>
                  <a:pt x="8062868" y="6858000"/>
                </a:lnTo>
                <a:lnTo>
                  <a:pt x="1313765" y="6858000"/>
                </a:lnTo>
                <a:lnTo>
                  <a:pt x="1217940" y="6757493"/>
                </a:lnTo>
                <a:cubicBezTo>
                  <a:pt x="461213" y="5924908"/>
                  <a:pt x="0" y="4818903"/>
                  <a:pt x="0" y="3605175"/>
                </a:cubicBezTo>
                <a:cubicBezTo>
                  <a:pt x="0" y="2229618"/>
                  <a:pt x="592403" y="992423"/>
                  <a:pt x="1535999" y="134799"/>
                </a:cubicBezTo>
                <a:close/>
              </a:path>
            </a:pathLst>
          </a:cu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5" name="Group 34">
            <a:extLst>
              <a:ext uri="{FF2B5EF4-FFF2-40B4-BE49-F238E27FC236}">
                <a16:creationId xmlns:a16="http://schemas.microsoft.com/office/drawing/2014/main" id="{D76D63AC-0421-45EC-B383-E79A61A78C6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303402" y="3985"/>
            <a:ext cx="9772765" cy="6858000"/>
            <a:chOff x="1303402" y="36937"/>
            <a:chExt cx="9772765" cy="6858000"/>
          </a:xfrm>
          <a:solidFill>
            <a:schemeClr val="bg1">
              <a:alpha val="30000"/>
            </a:schemeClr>
          </a:solidFill>
        </p:grpSpPr>
        <p:sp>
          <p:nvSpPr>
            <p:cNvPr id="15" name="Freeform: Shape 14">
              <a:extLst>
                <a:ext uri="{FF2B5EF4-FFF2-40B4-BE49-F238E27FC236}">
                  <a16:creationId xmlns:a16="http://schemas.microsoft.com/office/drawing/2014/main" id="{B997A32E-7032-4107-9C8B-99DB59EDD5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6937"/>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Shape 15">
              <a:extLst>
                <a:ext uri="{FF2B5EF4-FFF2-40B4-BE49-F238E27FC236}">
                  <a16:creationId xmlns:a16="http://schemas.microsoft.com/office/drawing/2014/main" id="{943BB27F-1470-42CA-91FF-D94BC691C8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6937"/>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Freeform: Shape 16">
              <a:extLst>
                <a:ext uri="{FF2B5EF4-FFF2-40B4-BE49-F238E27FC236}">
                  <a16:creationId xmlns:a16="http://schemas.microsoft.com/office/drawing/2014/main" id="{E997B002-17FD-47B3-A06A-76802FE15C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6937"/>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Freeform: Shape 17">
              <a:extLst>
                <a:ext uri="{FF2B5EF4-FFF2-40B4-BE49-F238E27FC236}">
                  <a16:creationId xmlns:a16="http://schemas.microsoft.com/office/drawing/2014/main" id="{E401EA35-9D2E-43B7-860F-EBB8A6C3E0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6937"/>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Freeform: Shape 18">
              <a:extLst>
                <a:ext uri="{FF2B5EF4-FFF2-40B4-BE49-F238E27FC236}">
                  <a16:creationId xmlns:a16="http://schemas.microsoft.com/office/drawing/2014/main" id="{F8C44827-3D81-4FF9-B4A5-5650D1B20A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6937"/>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Freeform: Shape 19">
              <a:extLst>
                <a:ext uri="{FF2B5EF4-FFF2-40B4-BE49-F238E27FC236}">
                  <a16:creationId xmlns:a16="http://schemas.microsoft.com/office/drawing/2014/main" id="{F613D97F-F6DF-4D32-AD91-209A80E7A2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8320" y="36937"/>
              <a:ext cx="9767847" cy="6858000"/>
            </a:xfrm>
            <a:custGeom>
              <a:avLst/>
              <a:gdLst>
                <a:gd name="connsiteX0" fmla="*/ 7151367 w 9767847"/>
                <a:gd name="connsiteY0" fmla="*/ 0 h 6858000"/>
                <a:gd name="connsiteX1" fmla="*/ 7881247 w 9767847"/>
                <a:gd name="connsiteY1" fmla="*/ 0 h 6858000"/>
                <a:gd name="connsiteX2" fmla="*/ 7990553 w 9767847"/>
                <a:gd name="connsiteY2" fmla="*/ 81317 h 6858000"/>
                <a:gd name="connsiteX3" fmla="*/ 9767847 w 9767847"/>
                <a:gd name="connsiteY3" fmla="*/ 3649031 h 6858000"/>
                <a:gd name="connsiteX4" fmla="*/ 8652597 w 9767847"/>
                <a:gd name="connsiteY4" fmla="*/ 6590005 h 6858000"/>
                <a:gd name="connsiteX5" fmla="*/ 8395306 w 9767847"/>
                <a:gd name="connsiteY5" fmla="*/ 6858000 h 6858000"/>
                <a:gd name="connsiteX6" fmla="*/ 6762603 w 9767847"/>
                <a:gd name="connsiteY6" fmla="*/ 6858000 h 6858000"/>
                <a:gd name="connsiteX7" fmla="*/ 6765962 w 9767847"/>
                <a:gd name="connsiteY7" fmla="*/ 6854844 h 6858000"/>
                <a:gd name="connsiteX8" fmla="*/ 6804586 w 9767847"/>
                <a:gd name="connsiteY8" fmla="*/ 6817103 h 6858000"/>
                <a:gd name="connsiteX9" fmla="*/ 6881735 w 9767847"/>
                <a:gd name="connsiteY9" fmla="*/ 6741197 h 6858000"/>
                <a:gd name="connsiteX10" fmla="*/ 6958883 w 9767847"/>
                <a:gd name="connsiteY10" fmla="*/ 6664822 h 6858000"/>
                <a:gd name="connsiteX11" fmla="*/ 7267925 w 9767847"/>
                <a:gd name="connsiteY11" fmla="*/ 6355694 h 6858000"/>
                <a:gd name="connsiteX12" fmla="*/ 7424360 w 9767847"/>
                <a:gd name="connsiteY12" fmla="*/ 6200685 h 6858000"/>
                <a:gd name="connsiteX13" fmla="*/ 7504938 w 9767847"/>
                <a:gd name="connsiteY13" fmla="*/ 6122708 h 6858000"/>
                <a:gd name="connsiteX14" fmla="*/ 7546396 w 9767847"/>
                <a:gd name="connsiteY14" fmla="*/ 6083697 h 6858000"/>
                <a:gd name="connsiteX15" fmla="*/ 7588002 w 9767847"/>
                <a:gd name="connsiteY15" fmla="*/ 6045532 h 6858000"/>
                <a:gd name="connsiteX16" fmla="*/ 7631000 w 9767847"/>
                <a:gd name="connsiteY16" fmla="*/ 6006709 h 6858000"/>
                <a:gd name="connsiteX17" fmla="*/ 7675440 w 9767847"/>
                <a:gd name="connsiteY17" fmla="*/ 5968309 h 6858000"/>
                <a:gd name="connsiteX18" fmla="*/ 7720626 w 9767847"/>
                <a:gd name="connsiteY18" fmla="*/ 5930851 h 6858000"/>
                <a:gd name="connsiteX19" fmla="*/ 7766458 w 9767847"/>
                <a:gd name="connsiteY19" fmla="*/ 5894334 h 6858000"/>
                <a:gd name="connsiteX20" fmla="*/ 7955254 w 9767847"/>
                <a:gd name="connsiteY20" fmla="*/ 5756828 h 6858000"/>
                <a:gd name="connsiteX21" fmla="*/ 8352678 w 9767847"/>
                <a:gd name="connsiteY21" fmla="*/ 5517630 h 6858000"/>
                <a:gd name="connsiteX22" fmla="*/ 8451350 w 9767847"/>
                <a:gd name="connsiteY22" fmla="*/ 5465254 h 6858000"/>
                <a:gd name="connsiteX23" fmla="*/ 8548532 w 9767847"/>
                <a:gd name="connsiteY23" fmla="*/ 5413395 h 6858000"/>
                <a:gd name="connsiteX24" fmla="*/ 8729473 w 9767847"/>
                <a:gd name="connsiteY24" fmla="*/ 5309961 h 6858000"/>
                <a:gd name="connsiteX25" fmla="*/ 8770781 w 9767847"/>
                <a:gd name="connsiteY25" fmla="*/ 5283232 h 6858000"/>
                <a:gd name="connsiteX26" fmla="*/ 8790964 w 9767847"/>
                <a:gd name="connsiteY26" fmla="*/ 5269492 h 6858000"/>
                <a:gd name="connsiteX27" fmla="*/ 8810499 w 9767847"/>
                <a:gd name="connsiteY27" fmla="*/ 5255703 h 6858000"/>
                <a:gd name="connsiteX28" fmla="*/ 8883571 w 9767847"/>
                <a:gd name="connsiteY28" fmla="*/ 5198479 h 6858000"/>
                <a:gd name="connsiteX29" fmla="*/ 9006651 w 9767847"/>
                <a:gd name="connsiteY29" fmla="*/ 5070527 h 6858000"/>
                <a:gd name="connsiteX30" fmla="*/ 9033494 w 9767847"/>
                <a:gd name="connsiteY30" fmla="*/ 5034105 h 6858000"/>
                <a:gd name="connsiteX31" fmla="*/ 9040305 w 9767847"/>
                <a:gd name="connsiteY31" fmla="*/ 5024551 h 6858000"/>
                <a:gd name="connsiteX32" fmla="*/ 9046568 w 9767847"/>
                <a:gd name="connsiteY32" fmla="*/ 5015281 h 6858000"/>
                <a:gd name="connsiteX33" fmla="*/ 9058846 w 9767847"/>
                <a:gd name="connsiteY33" fmla="*/ 4996645 h 6858000"/>
                <a:gd name="connsiteX34" fmla="*/ 9104529 w 9767847"/>
                <a:gd name="connsiteY34" fmla="*/ 4918105 h 6858000"/>
                <a:gd name="connsiteX35" fmla="*/ 9181081 w 9767847"/>
                <a:gd name="connsiteY35" fmla="*/ 4744694 h 6858000"/>
                <a:gd name="connsiteX36" fmla="*/ 9240731 w 9767847"/>
                <a:gd name="connsiteY36" fmla="*/ 4557872 h 6858000"/>
                <a:gd name="connsiteX37" fmla="*/ 9265388 w 9767847"/>
                <a:gd name="connsiteY37" fmla="*/ 4461073 h 6858000"/>
                <a:gd name="connsiteX38" fmla="*/ 9276571 w 9767847"/>
                <a:gd name="connsiteY38" fmla="*/ 4411943 h 6858000"/>
                <a:gd name="connsiteX39" fmla="*/ 9281841 w 9767847"/>
                <a:gd name="connsiteY39" fmla="*/ 4387379 h 6858000"/>
                <a:gd name="connsiteX40" fmla="*/ 9286513 w 9767847"/>
                <a:gd name="connsiteY40" fmla="*/ 4364838 h 6858000"/>
                <a:gd name="connsiteX41" fmla="*/ 9296754 w 9767847"/>
                <a:gd name="connsiteY41" fmla="*/ 4312038 h 6858000"/>
                <a:gd name="connsiteX42" fmla="*/ 9301029 w 9767847"/>
                <a:gd name="connsiteY42" fmla="*/ 4289074 h 6858000"/>
                <a:gd name="connsiteX43" fmla="*/ 9302818 w 9767847"/>
                <a:gd name="connsiteY43" fmla="*/ 4278581 h 6858000"/>
                <a:gd name="connsiteX44" fmla="*/ 9304658 w 9767847"/>
                <a:gd name="connsiteY44" fmla="*/ 4266816 h 6858000"/>
                <a:gd name="connsiteX45" fmla="*/ 9312810 w 9767847"/>
                <a:gd name="connsiteY45" fmla="*/ 4215945 h 6858000"/>
                <a:gd name="connsiteX46" fmla="*/ 9316887 w 9767847"/>
                <a:gd name="connsiteY46" fmla="*/ 4190486 h 6858000"/>
                <a:gd name="connsiteX47" fmla="*/ 9318923 w 9767847"/>
                <a:gd name="connsiteY47" fmla="*/ 4177780 h 6858000"/>
                <a:gd name="connsiteX48" fmla="*/ 9320515 w 9767847"/>
                <a:gd name="connsiteY48" fmla="*/ 4164886 h 6858000"/>
                <a:gd name="connsiteX49" fmla="*/ 9332445 w 9767847"/>
                <a:gd name="connsiteY49" fmla="*/ 4064981 h 6858000"/>
                <a:gd name="connsiteX50" fmla="*/ 9336173 w 9767847"/>
                <a:gd name="connsiteY50" fmla="*/ 4018676 h 6858000"/>
                <a:gd name="connsiteX51" fmla="*/ 9340199 w 9767847"/>
                <a:gd name="connsiteY51" fmla="*/ 3965171 h 6858000"/>
                <a:gd name="connsiteX52" fmla="*/ 9347557 w 9767847"/>
                <a:gd name="connsiteY52" fmla="*/ 3765972 h 6858000"/>
                <a:gd name="connsiteX53" fmla="*/ 9346364 w 9767847"/>
                <a:gd name="connsiteY53" fmla="*/ 3664938 h 6858000"/>
                <a:gd name="connsiteX54" fmla="*/ 9344921 w 9767847"/>
                <a:gd name="connsiteY54" fmla="*/ 3615243 h 6858000"/>
                <a:gd name="connsiteX55" fmla="*/ 9344524 w 9767847"/>
                <a:gd name="connsiteY55" fmla="*/ 3603526 h 6858000"/>
                <a:gd name="connsiteX56" fmla="*/ 9343728 w 9767847"/>
                <a:gd name="connsiteY56" fmla="*/ 3590774 h 6858000"/>
                <a:gd name="connsiteX57" fmla="*/ 9342188 w 9767847"/>
                <a:gd name="connsiteY57" fmla="*/ 3565268 h 6858000"/>
                <a:gd name="connsiteX58" fmla="*/ 9339056 w 9767847"/>
                <a:gd name="connsiteY58" fmla="*/ 3514256 h 6858000"/>
                <a:gd name="connsiteX59" fmla="*/ 9334334 w 9767847"/>
                <a:gd name="connsiteY59" fmla="*/ 3463057 h 6858000"/>
                <a:gd name="connsiteX60" fmla="*/ 9329363 w 9767847"/>
                <a:gd name="connsiteY60" fmla="*/ 3411810 h 6858000"/>
                <a:gd name="connsiteX61" fmla="*/ 9328319 w 9767847"/>
                <a:gd name="connsiteY61" fmla="*/ 3400657 h 6858000"/>
                <a:gd name="connsiteX62" fmla="*/ 9327177 w 9767847"/>
                <a:gd name="connsiteY62" fmla="*/ 3390116 h 6858000"/>
                <a:gd name="connsiteX63" fmla="*/ 9324293 w 9767847"/>
                <a:gd name="connsiteY63" fmla="*/ 3366774 h 6858000"/>
                <a:gd name="connsiteX64" fmla="*/ 9320763 w 9767847"/>
                <a:gd name="connsiteY64" fmla="*/ 3340329 h 6858000"/>
                <a:gd name="connsiteX65" fmla="*/ 9317184 w 9767847"/>
                <a:gd name="connsiteY65" fmla="*/ 3311245 h 6858000"/>
                <a:gd name="connsiteX66" fmla="*/ 9311021 w 9767847"/>
                <a:gd name="connsiteY66" fmla="*/ 3266211 h 6858000"/>
                <a:gd name="connsiteX67" fmla="*/ 9302719 w 9767847"/>
                <a:gd name="connsiteY67" fmla="*/ 3215717 h 6858000"/>
                <a:gd name="connsiteX68" fmla="*/ 9293970 w 9767847"/>
                <a:gd name="connsiteY68" fmla="*/ 3165789 h 6858000"/>
                <a:gd name="connsiteX69" fmla="*/ 9252065 w 9767847"/>
                <a:gd name="connsiteY69" fmla="*/ 2967107 h 6858000"/>
                <a:gd name="connsiteX70" fmla="*/ 9227211 w 9767847"/>
                <a:gd name="connsiteY70" fmla="*/ 2868473 h 6858000"/>
                <a:gd name="connsiteX71" fmla="*/ 9220699 w 9767847"/>
                <a:gd name="connsiteY71" fmla="*/ 2844426 h 6858000"/>
                <a:gd name="connsiteX72" fmla="*/ 9213740 w 9767847"/>
                <a:gd name="connsiteY72" fmla="*/ 2820191 h 6858000"/>
                <a:gd name="connsiteX73" fmla="*/ 9199374 w 9767847"/>
                <a:gd name="connsiteY73" fmla="*/ 2771438 h 6858000"/>
                <a:gd name="connsiteX74" fmla="*/ 9061829 w 9767847"/>
                <a:gd name="connsiteY74" fmla="*/ 2385418 h 6858000"/>
                <a:gd name="connsiteX75" fmla="*/ 8978865 w 9767847"/>
                <a:gd name="connsiteY75" fmla="*/ 2196855 h 6858000"/>
                <a:gd name="connsiteX76" fmla="*/ 8956694 w 9767847"/>
                <a:gd name="connsiteY76" fmla="*/ 2150219 h 6858000"/>
                <a:gd name="connsiteX77" fmla="*/ 8934176 w 9767847"/>
                <a:gd name="connsiteY77" fmla="*/ 2103914 h 6858000"/>
                <a:gd name="connsiteX78" fmla="*/ 8887151 w 9767847"/>
                <a:gd name="connsiteY78" fmla="*/ 2011350 h 6858000"/>
                <a:gd name="connsiteX79" fmla="*/ 8787533 w 9767847"/>
                <a:gd name="connsiteY79" fmla="*/ 1828527 h 6858000"/>
                <a:gd name="connsiteX80" fmla="*/ 8761485 w 9767847"/>
                <a:gd name="connsiteY80" fmla="*/ 1783398 h 6858000"/>
                <a:gd name="connsiteX81" fmla="*/ 8734791 w 9767847"/>
                <a:gd name="connsiteY81" fmla="*/ 1737893 h 6858000"/>
                <a:gd name="connsiteX82" fmla="*/ 8680808 w 9767847"/>
                <a:gd name="connsiteY82" fmla="*/ 1648812 h 6858000"/>
                <a:gd name="connsiteX83" fmla="*/ 8567024 w 9767847"/>
                <a:gd name="connsiteY83" fmla="*/ 1472906 h 6858000"/>
                <a:gd name="connsiteX84" fmla="*/ 8537446 w 9767847"/>
                <a:gd name="connsiteY84" fmla="*/ 1429330 h 6858000"/>
                <a:gd name="connsiteX85" fmla="*/ 8507423 w 9767847"/>
                <a:gd name="connsiteY85" fmla="*/ 1385896 h 6858000"/>
                <a:gd name="connsiteX86" fmla="*/ 8446529 w 9767847"/>
                <a:gd name="connsiteY86" fmla="*/ 1300295 h 6858000"/>
                <a:gd name="connsiteX87" fmla="*/ 8319224 w 9767847"/>
                <a:gd name="connsiteY87" fmla="*/ 1131026 h 6858000"/>
                <a:gd name="connsiteX88" fmla="*/ 8286366 w 9767847"/>
                <a:gd name="connsiteY88" fmla="*/ 1089050 h 6858000"/>
                <a:gd name="connsiteX89" fmla="*/ 8270161 w 9767847"/>
                <a:gd name="connsiteY89" fmla="*/ 1068439 h 6858000"/>
                <a:gd name="connsiteX90" fmla="*/ 8253856 w 9767847"/>
                <a:gd name="connsiteY90" fmla="*/ 1048156 h 6858000"/>
                <a:gd name="connsiteX91" fmla="*/ 8186352 w 9767847"/>
                <a:gd name="connsiteY91" fmla="*/ 966275 h 6858000"/>
                <a:gd name="connsiteX92" fmla="*/ 8046768 w 9767847"/>
                <a:gd name="connsiteY92" fmla="*/ 805429 h 6858000"/>
                <a:gd name="connsiteX93" fmla="*/ 8010927 w 9767847"/>
                <a:gd name="connsiteY93" fmla="*/ 765853 h 6858000"/>
                <a:gd name="connsiteX94" fmla="*/ 7974788 w 9767847"/>
                <a:gd name="connsiteY94" fmla="*/ 726653 h 6858000"/>
                <a:gd name="connsiteX95" fmla="*/ 7901070 w 9767847"/>
                <a:gd name="connsiteY95" fmla="*/ 648724 h 6858000"/>
                <a:gd name="connsiteX96" fmla="*/ 7750054 w 9767847"/>
                <a:gd name="connsiteY96" fmla="*/ 497008 h 6858000"/>
                <a:gd name="connsiteX97" fmla="*/ 7592277 w 9767847"/>
                <a:gd name="connsiteY97" fmla="*/ 351221 h 6858000"/>
                <a:gd name="connsiteX98" fmla="*/ 7257734 w 9767847"/>
                <a:gd name="connsiteY98" fmla="*/ 76964 h 6858000"/>
                <a:gd name="connsiteX99" fmla="*/ 1886601 w 9767847"/>
                <a:gd name="connsiteY99" fmla="*/ 0 h 6858000"/>
                <a:gd name="connsiteX100" fmla="*/ 2292926 w 9767847"/>
                <a:gd name="connsiteY100" fmla="*/ 0 h 6858000"/>
                <a:gd name="connsiteX101" fmla="*/ 2135542 w 9767847"/>
                <a:gd name="connsiteY101" fmla="*/ 117781 h 6858000"/>
                <a:gd name="connsiteX102" fmla="*/ 1969576 w 9767847"/>
                <a:gd name="connsiteY102" fmla="*/ 254986 h 6858000"/>
                <a:gd name="connsiteX103" fmla="*/ 1659938 w 9767847"/>
                <a:gd name="connsiteY103" fmla="*/ 549855 h 6858000"/>
                <a:gd name="connsiteX104" fmla="*/ 729383 w 9767847"/>
                <a:gd name="connsiteY104" fmla="*/ 1936480 h 6858000"/>
                <a:gd name="connsiteX105" fmla="*/ 578465 w 9767847"/>
                <a:gd name="connsiteY105" fmla="*/ 2320807 h 6858000"/>
                <a:gd name="connsiteX106" fmla="*/ 465080 w 9767847"/>
                <a:gd name="connsiteY106" fmla="*/ 2714875 h 6858000"/>
                <a:gd name="connsiteX107" fmla="*/ 423820 w 9767847"/>
                <a:gd name="connsiteY107" fmla="*/ 2915436 h 6858000"/>
                <a:gd name="connsiteX108" fmla="*/ 392355 w 9767847"/>
                <a:gd name="connsiteY108" fmla="*/ 3118071 h 6858000"/>
                <a:gd name="connsiteX109" fmla="*/ 358801 w 9767847"/>
                <a:gd name="connsiteY109" fmla="*/ 3526915 h 6858000"/>
                <a:gd name="connsiteX110" fmla="*/ 410350 w 9767847"/>
                <a:gd name="connsiteY110" fmla="*/ 4348226 h 6858000"/>
                <a:gd name="connsiteX111" fmla="*/ 449022 w 9767847"/>
                <a:gd name="connsiteY111" fmla="*/ 4551049 h 6858000"/>
                <a:gd name="connsiteX112" fmla="*/ 498882 w 9767847"/>
                <a:gd name="connsiteY112" fmla="*/ 4752365 h 6858000"/>
                <a:gd name="connsiteX113" fmla="*/ 559775 w 9767847"/>
                <a:gd name="connsiteY113" fmla="*/ 4951657 h 6858000"/>
                <a:gd name="connsiteX114" fmla="*/ 631406 w 9767847"/>
                <a:gd name="connsiteY114" fmla="*/ 5147986 h 6858000"/>
                <a:gd name="connsiteX115" fmla="*/ 1023461 w 9767847"/>
                <a:gd name="connsiteY115" fmla="*/ 5893957 h 6858000"/>
                <a:gd name="connsiteX116" fmla="*/ 1575880 w 9767847"/>
                <a:gd name="connsiteY116" fmla="*/ 6547646 h 6858000"/>
                <a:gd name="connsiteX117" fmla="*/ 1905228 w 9767847"/>
                <a:gd name="connsiteY117" fmla="*/ 6829468 h 6858000"/>
                <a:gd name="connsiteX118" fmla="*/ 1944230 w 9767847"/>
                <a:gd name="connsiteY118" fmla="*/ 6858000 h 6858000"/>
                <a:gd name="connsiteX119" fmla="*/ 1372541 w 9767847"/>
                <a:gd name="connsiteY119" fmla="*/ 6858000 h 6858000"/>
                <a:gd name="connsiteX120" fmla="*/ 1115251 w 9767847"/>
                <a:gd name="connsiteY120" fmla="*/ 6590005 h 6858000"/>
                <a:gd name="connsiteX121" fmla="*/ 0 w 9767847"/>
                <a:gd name="connsiteY121" fmla="*/ 3649031 h 6858000"/>
                <a:gd name="connsiteX122" fmla="*/ 1777294 w 9767847"/>
                <a:gd name="connsiteY122" fmla="*/ 813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9767847" h="6858000">
                  <a:moveTo>
                    <a:pt x="7151367" y="0"/>
                  </a:moveTo>
                  <a:lnTo>
                    <a:pt x="7881247" y="0"/>
                  </a:lnTo>
                  <a:lnTo>
                    <a:pt x="7990553" y="81317"/>
                  </a:lnTo>
                  <a:cubicBezTo>
                    <a:pt x="9075991" y="929334"/>
                    <a:pt x="9767847" y="2212695"/>
                    <a:pt x="9767847" y="3649031"/>
                  </a:cubicBezTo>
                  <a:cubicBezTo>
                    <a:pt x="9767847" y="4766182"/>
                    <a:pt x="9349317" y="5790792"/>
                    <a:pt x="8652597" y="6590005"/>
                  </a:cubicBezTo>
                  <a:lnTo>
                    <a:pt x="8395306" y="6858000"/>
                  </a:lnTo>
                  <a:lnTo>
                    <a:pt x="6762603" y="6858000"/>
                  </a:lnTo>
                  <a:lnTo>
                    <a:pt x="6765962" y="6854844"/>
                  </a:lnTo>
                  <a:cubicBezTo>
                    <a:pt x="6779036" y="6842703"/>
                    <a:pt x="6791663" y="6829621"/>
                    <a:pt x="6804586" y="6817103"/>
                  </a:cubicBezTo>
                  <a:lnTo>
                    <a:pt x="6881735" y="6741197"/>
                  </a:lnTo>
                  <a:cubicBezTo>
                    <a:pt x="6907435" y="6715881"/>
                    <a:pt x="6933134" y="6690798"/>
                    <a:pt x="6958883" y="6664822"/>
                  </a:cubicBezTo>
                  <a:lnTo>
                    <a:pt x="7267925" y="6355694"/>
                  </a:lnTo>
                  <a:lnTo>
                    <a:pt x="7424360" y="6200685"/>
                  </a:lnTo>
                  <a:cubicBezTo>
                    <a:pt x="7450754" y="6174802"/>
                    <a:pt x="7477598" y="6148731"/>
                    <a:pt x="7504938" y="6122708"/>
                  </a:cubicBezTo>
                  <a:lnTo>
                    <a:pt x="7546396" y="6083697"/>
                  </a:lnTo>
                  <a:cubicBezTo>
                    <a:pt x="7560264" y="6070803"/>
                    <a:pt x="7574780" y="6057532"/>
                    <a:pt x="7588002" y="6045532"/>
                  </a:cubicBezTo>
                  <a:lnTo>
                    <a:pt x="7631000" y="6006709"/>
                  </a:lnTo>
                  <a:lnTo>
                    <a:pt x="7675440" y="5968309"/>
                  </a:lnTo>
                  <a:cubicBezTo>
                    <a:pt x="7690404" y="5955698"/>
                    <a:pt x="7705564" y="5943321"/>
                    <a:pt x="7720626" y="5930851"/>
                  </a:cubicBezTo>
                  <a:cubicBezTo>
                    <a:pt x="7735738" y="5918427"/>
                    <a:pt x="7751197" y="5906521"/>
                    <a:pt x="7766458" y="5894334"/>
                  </a:cubicBezTo>
                  <a:cubicBezTo>
                    <a:pt x="7827949" y="5846192"/>
                    <a:pt x="7890979" y="5800499"/>
                    <a:pt x="7955254" y="5756828"/>
                  </a:cubicBezTo>
                  <a:cubicBezTo>
                    <a:pt x="8083800" y="5669534"/>
                    <a:pt x="8216872" y="5590336"/>
                    <a:pt x="8352678" y="5517630"/>
                  </a:cubicBezTo>
                  <a:lnTo>
                    <a:pt x="8451350" y="5465254"/>
                  </a:lnTo>
                  <a:lnTo>
                    <a:pt x="8548532" y="5413395"/>
                  </a:lnTo>
                  <a:cubicBezTo>
                    <a:pt x="8612110" y="5379090"/>
                    <a:pt x="8673251" y="5345208"/>
                    <a:pt x="8729473" y="5309961"/>
                  </a:cubicBezTo>
                  <a:cubicBezTo>
                    <a:pt x="8743591" y="5301115"/>
                    <a:pt x="8757161" y="5292361"/>
                    <a:pt x="8770781" y="5283232"/>
                  </a:cubicBezTo>
                  <a:cubicBezTo>
                    <a:pt x="8777591" y="5278667"/>
                    <a:pt x="8784451" y="5274103"/>
                    <a:pt x="8790964" y="5269492"/>
                  </a:cubicBezTo>
                  <a:cubicBezTo>
                    <a:pt x="8797574" y="5264879"/>
                    <a:pt x="8804235" y="5260314"/>
                    <a:pt x="8810499" y="5255703"/>
                  </a:cubicBezTo>
                  <a:cubicBezTo>
                    <a:pt x="8835999" y="5237303"/>
                    <a:pt x="8860407" y="5218291"/>
                    <a:pt x="8883571" y="5198479"/>
                  </a:cubicBezTo>
                  <a:cubicBezTo>
                    <a:pt x="8929900" y="5158856"/>
                    <a:pt x="8971258" y="5116315"/>
                    <a:pt x="9006651" y="5070527"/>
                  </a:cubicBezTo>
                  <a:cubicBezTo>
                    <a:pt x="9015351" y="5059328"/>
                    <a:pt x="9024398" y="5046857"/>
                    <a:pt x="9033494" y="5034105"/>
                  </a:cubicBezTo>
                  <a:lnTo>
                    <a:pt x="9040305" y="5024551"/>
                  </a:lnTo>
                  <a:lnTo>
                    <a:pt x="9046568" y="5015281"/>
                  </a:lnTo>
                  <a:cubicBezTo>
                    <a:pt x="9050743" y="5009163"/>
                    <a:pt x="9054819" y="5002952"/>
                    <a:pt x="9058846" y="4996645"/>
                  </a:cubicBezTo>
                  <a:cubicBezTo>
                    <a:pt x="9075002" y="4971517"/>
                    <a:pt x="9090212" y="4945305"/>
                    <a:pt x="9104529" y="4918105"/>
                  </a:cubicBezTo>
                  <a:cubicBezTo>
                    <a:pt x="9133211" y="4863752"/>
                    <a:pt x="9158313" y="4805447"/>
                    <a:pt x="9181081" y="4744694"/>
                  </a:cubicBezTo>
                  <a:cubicBezTo>
                    <a:pt x="9203748" y="4684178"/>
                    <a:pt x="9223383" y="4621778"/>
                    <a:pt x="9240731" y="4557872"/>
                  </a:cubicBezTo>
                  <a:cubicBezTo>
                    <a:pt x="9249481" y="4525966"/>
                    <a:pt x="9257682" y="4493684"/>
                    <a:pt x="9265388" y="4461073"/>
                  </a:cubicBezTo>
                  <a:cubicBezTo>
                    <a:pt x="9269215" y="4444744"/>
                    <a:pt x="9272943" y="4428367"/>
                    <a:pt x="9276571" y="4411943"/>
                  </a:cubicBezTo>
                  <a:lnTo>
                    <a:pt x="9281841" y="4387379"/>
                  </a:lnTo>
                  <a:lnTo>
                    <a:pt x="9286513" y="4364838"/>
                  </a:lnTo>
                  <a:lnTo>
                    <a:pt x="9296754" y="4312038"/>
                  </a:lnTo>
                  <a:lnTo>
                    <a:pt x="9301029" y="4289074"/>
                  </a:lnTo>
                  <a:lnTo>
                    <a:pt x="9302818" y="4278581"/>
                  </a:lnTo>
                  <a:lnTo>
                    <a:pt x="9304658" y="4266816"/>
                  </a:lnTo>
                  <a:lnTo>
                    <a:pt x="9312810" y="4215945"/>
                  </a:lnTo>
                  <a:lnTo>
                    <a:pt x="9316887" y="4190486"/>
                  </a:lnTo>
                  <a:lnTo>
                    <a:pt x="9318923" y="4177780"/>
                  </a:lnTo>
                  <a:cubicBezTo>
                    <a:pt x="9319570" y="4173546"/>
                    <a:pt x="9319969" y="4169169"/>
                    <a:pt x="9320515" y="4164886"/>
                  </a:cubicBezTo>
                  <a:lnTo>
                    <a:pt x="9332445" y="4064981"/>
                  </a:lnTo>
                  <a:cubicBezTo>
                    <a:pt x="9333836" y="4052370"/>
                    <a:pt x="9334880" y="4036888"/>
                    <a:pt x="9336173" y="4018676"/>
                  </a:cubicBezTo>
                  <a:lnTo>
                    <a:pt x="9340199" y="3965171"/>
                  </a:lnTo>
                  <a:cubicBezTo>
                    <a:pt x="9345071" y="3899806"/>
                    <a:pt x="9347358" y="3832983"/>
                    <a:pt x="9347557" y="3765972"/>
                  </a:cubicBezTo>
                  <a:cubicBezTo>
                    <a:pt x="9347656" y="3732420"/>
                    <a:pt x="9347209" y="3698773"/>
                    <a:pt x="9346364" y="3664938"/>
                  </a:cubicBezTo>
                  <a:lnTo>
                    <a:pt x="9344921" y="3615243"/>
                  </a:lnTo>
                  <a:lnTo>
                    <a:pt x="9344524" y="3603526"/>
                  </a:lnTo>
                  <a:lnTo>
                    <a:pt x="9343728" y="3590774"/>
                  </a:lnTo>
                  <a:lnTo>
                    <a:pt x="9342188" y="3565268"/>
                  </a:lnTo>
                  <a:lnTo>
                    <a:pt x="9339056" y="3514256"/>
                  </a:lnTo>
                  <a:cubicBezTo>
                    <a:pt x="9337914" y="3497221"/>
                    <a:pt x="9335874" y="3480138"/>
                    <a:pt x="9334334" y="3463057"/>
                  </a:cubicBezTo>
                  <a:lnTo>
                    <a:pt x="9329363" y="3411810"/>
                  </a:lnTo>
                  <a:lnTo>
                    <a:pt x="9328319" y="3400657"/>
                  </a:lnTo>
                  <a:lnTo>
                    <a:pt x="9327177" y="3390116"/>
                  </a:lnTo>
                  <a:lnTo>
                    <a:pt x="9324293" y="3366774"/>
                  </a:lnTo>
                  <a:lnTo>
                    <a:pt x="9320763" y="3340329"/>
                  </a:lnTo>
                  <a:lnTo>
                    <a:pt x="9317184" y="3311245"/>
                  </a:lnTo>
                  <a:cubicBezTo>
                    <a:pt x="9315594" y="3296893"/>
                    <a:pt x="9313506" y="3282306"/>
                    <a:pt x="9311021" y="3266211"/>
                  </a:cubicBezTo>
                  <a:lnTo>
                    <a:pt x="9302719" y="3215717"/>
                  </a:lnTo>
                  <a:cubicBezTo>
                    <a:pt x="9299936" y="3199059"/>
                    <a:pt x="9297003" y="3182400"/>
                    <a:pt x="9293970" y="3165789"/>
                  </a:cubicBezTo>
                  <a:cubicBezTo>
                    <a:pt x="9281891" y="3099295"/>
                    <a:pt x="9267674" y="3033084"/>
                    <a:pt x="9252065" y="2967107"/>
                  </a:cubicBezTo>
                  <a:cubicBezTo>
                    <a:pt x="9244261" y="2934167"/>
                    <a:pt x="9235959" y="2901273"/>
                    <a:pt x="9227211" y="2868473"/>
                  </a:cubicBezTo>
                  <a:lnTo>
                    <a:pt x="9220699" y="2844426"/>
                  </a:lnTo>
                  <a:lnTo>
                    <a:pt x="9213740" y="2820191"/>
                  </a:lnTo>
                  <a:cubicBezTo>
                    <a:pt x="9209216" y="2804049"/>
                    <a:pt x="9204345" y="2787768"/>
                    <a:pt x="9199374" y="2771438"/>
                  </a:cubicBezTo>
                  <a:cubicBezTo>
                    <a:pt x="9159855" y="2641086"/>
                    <a:pt x="9114272" y="2512099"/>
                    <a:pt x="9061829" y="2385418"/>
                  </a:cubicBezTo>
                  <a:cubicBezTo>
                    <a:pt x="9035582" y="2322077"/>
                    <a:pt x="9008043" y="2259160"/>
                    <a:pt x="8978865" y="2196855"/>
                  </a:cubicBezTo>
                  <a:lnTo>
                    <a:pt x="8956694" y="2150219"/>
                  </a:lnTo>
                  <a:lnTo>
                    <a:pt x="8934176" y="2103914"/>
                  </a:lnTo>
                  <a:cubicBezTo>
                    <a:pt x="8918915" y="2073091"/>
                    <a:pt x="8903157" y="2042032"/>
                    <a:pt x="8887151" y="2011350"/>
                  </a:cubicBezTo>
                  <a:cubicBezTo>
                    <a:pt x="8854988" y="1949891"/>
                    <a:pt x="8822082" y="1888810"/>
                    <a:pt x="8787533" y="1828527"/>
                  </a:cubicBezTo>
                  <a:lnTo>
                    <a:pt x="8761485" y="1783398"/>
                  </a:lnTo>
                  <a:lnTo>
                    <a:pt x="8734791" y="1737893"/>
                  </a:lnTo>
                  <a:cubicBezTo>
                    <a:pt x="8717047" y="1707823"/>
                    <a:pt x="8699200" y="1678363"/>
                    <a:pt x="8680808" y="1648812"/>
                  </a:cubicBezTo>
                  <a:cubicBezTo>
                    <a:pt x="8644322" y="1589658"/>
                    <a:pt x="8606194" y="1531118"/>
                    <a:pt x="8567024" y="1472906"/>
                  </a:cubicBezTo>
                  <a:lnTo>
                    <a:pt x="8537446" y="1429330"/>
                  </a:lnTo>
                  <a:lnTo>
                    <a:pt x="8507423" y="1385896"/>
                  </a:lnTo>
                  <a:cubicBezTo>
                    <a:pt x="8487390" y="1357284"/>
                    <a:pt x="8467158" y="1328719"/>
                    <a:pt x="8446529" y="1300295"/>
                  </a:cubicBezTo>
                  <a:cubicBezTo>
                    <a:pt x="8405271" y="1243496"/>
                    <a:pt x="8362718" y="1187120"/>
                    <a:pt x="8319224" y="1131026"/>
                  </a:cubicBezTo>
                  <a:lnTo>
                    <a:pt x="8286366" y="1089050"/>
                  </a:lnTo>
                  <a:lnTo>
                    <a:pt x="8270161" y="1068439"/>
                  </a:lnTo>
                  <a:lnTo>
                    <a:pt x="8253856" y="1048156"/>
                  </a:lnTo>
                  <a:cubicBezTo>
                    <a:pt x="8231636" y="1020675"/>
                    <a:pt x="8209117" y="993381"/>
                    <a:pt x="8186352" y="966275"/>
                  </a:cubicBezTo>
                  <a:cubicBezTo>
                    <a:pt x="8140917" y="911922"/>
                    <a:pt x="8094240" y="858417"/>
                    <a:pt x="8046768" y="805429"/>
                  </a:cubicBezTo>
                  <a:lnTo>
                    <a:pt x="8010927" y="765853"/>
                  </a:lnTo>
                  <a:lnTo>
                    <a:pt x="7974788" y="726653"/>
                  </a:lnTo>
                  <a:cubicBezTo>
                    <a:pt x="7950382" y="700489"/>
                    <a:pt x="7925824" y="674465"/>
                    <a:pt x="7901070" y="648724"/>
                  </a:cubicBezTo>
                  <a:cubicBezTo>
                    <a:pt x="7851510" y="597289"/>
                    <a:pt x="7801404" y="546514"/>
                    <a:pt x="7750054" y="497008"/>
                  </a:cubicBezTo>
                  <a:cubicBezTo>
                    <a:pt x="7698902" y="447644"/>
                    <a:pt x="7645913" y="398938"/>
                    <a:pt x="7592277" y="351221"/>
                  </a:cubicBezTo>
                  <a:cubicBezTo>
                    <a:pt x="7484856" y="255786"/>
                    <a:pt x="7373308" y="164304"/>
                    <a:pt x="7257734" y="76964"/>
                  </a:cubicBezTo>
                  <a:close/>
                  <a:moveTo>
                    <a:pt x="1886601" y="0"/>
                  </a:moveTo>
                  <a:lnTo>
                    <a:pt x="2292926" y="0"/>
                  </a:lnTo>
                  <a:lnTo>
                    <a:pt x="2135542" y="117781"/>
                  </a:lnTo>
                  <a:cubicBezTo>
                    <a:pt x="2078998" y="162280"/>
                    <a:pt x="2023659" y="208045"/>
                    <a:pt x="1969576" y="254986"/>
                  </a:cubicBezTo>
                  <a:cubicBezTo>
                    <a:pt x="1861309" y="348820"/>
                    <a:pt x="1758064" y="447314"/>
                    <a:pt x="1659938" y="549855"/>
                  </a:cubicBezTo>
                  <a:cubicBezTo>
                    <a:pt x="1266987" y="960346"/>
                    <a:pt x="953820" y="1431495"/>
                    <a:pt x="729383" y="1936480"/>
                  </a:cubicBezTo>
                  <a:cubicBezTo>
                    <a:pt x="673260" y="2062362"/>
                    <a:pt x="622855" y="2190972"/>
                    <a:pt x="578465" y="2320807"/>
                  </a:cubicBezTo>
                  <a:cubicBezTo>
                    <a:pt x="534125" y="2450687"/>
                    <a:pt x="496147" y="2582216"/>
                    <a:pt x="465080" y="2714875"/>
                  </a:cubicBezTo>
                  <a:cubicBezTo>
                    <a:pt x="449769" y="2780991"/>
                    <a:pt x="435850" y="2848191"/>
                    <a:pt x="423820" y="2915436"/>
                  </a:cubicBezTo>
                  <a:cubicBezTo>
                    <a:pt x="411840" y="2982731"/>
                    <a:pt x="401054" y="3050260"/>
                    <a:pt x="392355" y="3118071"/>
                  </a:cubicBezTo>
                  <a:cubicBezTo>
                    <a:pt x="374509" y="3253646"/>
                    <a:pt x="363424" y="3389880"/>
                    <a:pt x="358801" y="3526915"/>
                  </a:cubicBezTo>
                  <a:cubicBezTo>
                    <a:pt x="349009" y="3800843"/>
                    <a:pt x="366357" y="4075570"/>
                    <a:pt x="410350" y="4348226"/>
                  </a:cubicBezTo>
                  <a:cubicBezTo>
                    <a:pt x="421286" y="4416132"/>
                    <a:pt x="434209" y="4483660"/>
                    <a:pt x="449022" y="4551049"/>
                  </a:cubicBezTo>
                  <a:cubicBezTo>
                    <a:pt x="463737" y="4618436"/>
                    <a:pt x="480389" y="4685588"/>
                    <a:pt x="498882" y="4752365"/>
                  </a:cubicBezTo>
                  <a:cubicBezTo>
                    <a:pt x="517373" y="4819141"/>
                    <a:pt x="537704" y="4885635"/>
                    <a:pt x="559775" y="4951657"/>
                  </a:cubicBezTo>
                  <a:cubicBezTo>
                    <a:pt x="581946" y="5017775"/>
                    <a:pt x="605358" y="5083375"/>
                    <a:pt x="631406" y="5147986"/>
                  </a:cubicBezTo>
                  <a:cubicBezTo>
                    <a:pt x="734055" y="5407608"/>
                    <a:pt x="865188" y="5658570"/>
                    <a:pt x="1023461" y="5893957"/>
                  </a:cubicBezTo>
                  <a:cubicBezTo>
                    <a:pt x="1181487" y="6129578"/>
                    <a:pt x="1367051" y="6349247"/>
                    <a:pt x="1575880" y="6547646"/>
                  </a:cubicBezTo>
                  <a:cubicBezTo>
                    <a:pt x="1680269" y="6646916"/>
                    <a:pt x="1790338" y="6740939"/>
                    <a:pt x="1905228" y="6829468"/>
                  </a:cubicBezTo>
                  <a:lnTo>
                    <a:pt x="1944230" y="6858000"/>
                  </a:lnTo>
                  <a:lnTo>
                    <a:pt x="1372541" y="6858000"/>
                  </a:lnTo>
                  <a:lnTo>
                    <a:pt x="1115251" y="6590005"/>
                  </a:lnTo>
                  <a:cubicBezTo>
                    <a:pt x="418530" y="5790792"/>
                    <a:pt x="0" y="4766182"/>
                    <a:pt x="0" y="3649031"/>
                  </a:cubicBezTo>
                  <a:cubicBezTo>
                    <a:pt x="0" y="2212695"/>
                    <a:pt x="691856" y="929334"/>
                    <a:pt x="1777294" y="81317"/>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1" name="Freeform: Shape 20">
              <a:extLst>
                <a:ext uri="{FF2B5EF4-FFF2-40B4-BE49-F238E27FC236}">
                  <a16:creationId xmlns:a16="http://schemas.microsoft.com/office/drawing/2014/main" id="{82B0ED5C-927D-4C5F-8F27-1B403820B9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3402" y="36937"/>
              <a:ext cx="9767847" cy="6858000"/>
            </a:xfrm>
            <a:custGeom>
              <a:avLst/>
              <a:gdLst>
                <a:gd name="connsiteX0" fmla="*/ 7145704 w 9767847"/>
                <a:gd name="connsiteY0" fmla="*/ 0 h 6858000"/>
                <a:gd name="connsiteX1" fmla="*/ 7875738 w 9767847"/>
                <a:gd name="connsiteY1" fmla="*/ 0 h 6858000"/>
                <a:gd name="connsiteX2" fmla="*/ 7990553 w 9767847"/>
                <a:gd name="connsiteY2" fmla="*/ 85415 h 6858000"/>
                <a:gd name="connsiteX3" fmla="*/ 9767847 w 9767847"/>
                <a:gd name="connsiteY3" fmla="*/ 3653129 h 6858000"/>
                <a:gd name="connsiteX4" fmla="*/ 8652597 w 9767847"/>
                <a:gd name="connsiteY4" fmla="*/ 6594103 h 6858000"/>
                <a:gd name="connsiteX5" fmla="*/ 8399240 w 9767847"/>
                <a:gd name="connsiteY5" fmla="*/ 6858000 h 6858000"/>
                <a:gd name="connsiteX6" fmla="*/ 6766926 w 9767847"/>
                <a:gd name="connsiteY6" fmla="*/ 6858000 h 6858000"/>
                <a:gd name="connsiteX7" fmla="*/ 6804586 w 9767847"/>
                <a:gd name="connsiteY7" fmla="*/ 6821201 h 6858000"/>
                <a:gd name="connsiteX8" fmla="*/ 6881735 w 9767847"/>
                <a:gd name="connsiteY8" fmla="*/ 6745295 h 6858000"/>
                <a:gd name="connsiteX9" fmla="*/ 6958883 w 9767847"/>
                <a:gd name="connsiteY9" fmla="*/ 6668920 h 6858000"/>
                <a:gd name="connsiteX10" fmla="*/ 7267925 w 9767847"/>
                <a:gd name="connsiteY10" fmla="*/ 6359792 h 6858000"/>
                <a:gd name="connsiteX11" fmla="*/ 7424360 w 9767847"/>
                <a:gd name="connsiteY11" fmla="*/ 6204783 h 6858000"/>
                <a:gd name="connsiteX12" fmla="*/ 7504938 w 9767847"/>
                <a:gd name="connsiteY12" fmla="*/ 6126806 h 6858000"/>
                <a:gd name="connsiteX13" fmla="*/ 7546396 w 9767847"/>
                <a:gd name="connsiteY13" fmla="*/ 6087795 h 6858000"/>
                <a:gd name="connsiteX14" fmla="*/ 7588002 w 9767847"/>
                <a:gd name="connsiteY14" fmla="*/ 6049630 h 6858000"/>
                <a:gd name="connsiteX15" fmla="*/ 7631000 w 9767847"/>
                <a:gd name="connsiteY15" fmla="*/ 6010807 h 6858000"/>
                <a:gd name="connsiteX16" fmla="*/ 7675440 w 9767847"/>
                <a:gd name="connsiteY16" fmla="*/ 5972407 h 6858000"/>
                <a:gd name="connsiteX17" fmla="*/ 7720626 w 9767847"/>
                <a:gd name="connsiteY17" fmla="*/ 5934949 h 6858000"/>
                <a:gd name="connsiteX18" fmla="*/ 7766458 w 9767847"/>
                <a:gd name="connsiteY18" fmla="*/ 5898432 h 6858000"/>
                <a:gd name="connsiteX19" fmla="*/ 7955254 w 9767847"/>
                <a:gd name="connsiteY19" fmla="*/ 5760926 h 6858000"/>
                <a:gd name="connsiteX20" fmla="*/ 8352678 w 9767847"/>
                <a:gd name="connsiteY20" fmla="*/ 5521728 h 6858000"/>
                <a:gd name="connsiteX21" fmla="*/ 8451350 w 9767847"/>
                <a:gd name="connsiteY21" fmla="*/ 5469352 h 6858000"/>
                <a:gd name="connsiteX22" fmla="*/ 8548532 w 9767847"/>
                <a:gd name="connsiteY22" fmla="*/ 5417493 h 6858000"/>
                <a:gd name="connsiteX23" fmla="*/ 8729473 w 9767847"/>
                <a:gd name="connsiteY23" fmla="*/ 5314059 h 6858000"/>
                <a:gd name="connsiteX24" fmla="*/ 8770781 w 9767847"/>
                <a:gd name="connsiteY24" fmla="*/ 5287330 h 6858000"/>
                <a:gd name="connsiteX25" fmla="*/ 8790964 w 9767847"/>
                <a:gd name="connsiteY25" fmla="*/ 5273590 h 6858000"/>
                <a:gd name="connsiteX26" fmla="*/ 8810499 w 9767847"/>
                <a:gd name="connsiteY26" fmla="*/ 5259801 h 6858000"/>
                <a:gd name="connsiteX27" fmla="*/ 8883571 w 9767847"/>
                <a:gd name="connsiteY27" fmla="*/ 5202577 h 6858000"/>
                <a:gd name="connsiteX28" fmla="*/ 9006651 w 9767847"/>
                <a:gd name="connsiteY28" fmla="*/ 5074625 h 6858000"/>
                <a:gd name="connsiteX29" fmla="*/ 9033494 w 9767847"/>
                <a:gd name="connsiteY29" fmla="*/ 5038203 h 6858000"/>
                <a:gd name="connsiteX30" fmla="*/ 9040305 w 9767847"/>
                <a:gd name="connsiteY30" fmla="*/ 5028649 h 6858000"/>
                <a:gd name="connsiteX31" fmla="*/ 9046568 w 9767847"/>
                <a:gd name="connsiteY31" fmla="*/ 5019379 h 6858000"/>
                <a:gd name="connsiteX32" fmla="*/ 9058846 w 9767847"/>
                <a:gd name="connsiteY32" fmla="*/ 5000743 h 6858000"/>
                <a:gd name="connsiteX33" fmla="*/ 9104529 w 9767847"/>
                <a:gd name="connsiteY33" fmla="*/ 4922203 h 6858000"/>
                <a:gd name="connsiteX34" fmla="*/ 9181081 w 9767847"/>
                <a:gd name="connsiteY34" fmla="*/ 4748792 h 6858000"/>
                <a:gd name="connsiteX35" fmla="*/ 9240731 w 9767847"/>
                <a:gd name="connsiteY35" fmla="*/ 4561970 h 6858000"/>
                <a:gd name="connsiteX36" fmla="*/ 9265388 w 9767847"/>
                <a:gd name="connsiteY36" fmla="*/ 4465171 h 6858000"/>
                <a:gd name="connsiteX37" fmla="*/ 9276571 w 9767847"/>
                <a:gd name="connsiteY37" fmla="*/ 4416041 h 6858000"/>
                <a:gd name="connsiteX38" fmla="*/ 9281841 w 9767847"/>
                <a:gd name="connsiteY38" fmla="*/ 4391477 h 6858000"/>
                <a:gd name="connsiteX39" fmla="*/ 9286513 w 9767847"/>
                <a:gd name="connsiteY39" fmla="*/ 4368936 h 6858000"/>
                <a:gd name="connsiteX40" fmla="*/ 9296754 w 9767847"/>
                <a:gd name="connsiteY40" fmla="*/ 4316136 h 6858000"/>
                <a:gd name="connsiteX41" fmla="*/ 9301029 w 9767847"/>
                <a:gd name="connsiteY41" fmla="*/ 4293172 h 6858000"/>
                <a:gd name="connsiteX42" fmla="*/ 9302818 w 9767847"/>
                <a:gd name="connsiteY42" fmla="*/ 4282679 h 6858000"/>
                <a:gd name="connsiteX43" fmla="*/ 9304658 w 9767847"/>
                <a:gd name="connsiteY43" fmla="*/ 4270914 h 6858000"/>
                <a:gd name="connsiteX44" fmla="*/ 9312810 w 9767847"/>
                <a:gd name="connsiteY44" fmla="*/ 4220043 h 6858000"/>
                <a:gd name="connsiteX45" fmla="*/ 9316887 w 9767847"/>
                <a:gd name="connsiteY45" fmla="*/ 4194584 h 6858000"/>
                <a:gd name="connsiteX46" fmla="*/ 9318923 w 9767847"/>
                <a:gd name="connsiteY46" fmla="*/ 4181878 h 6858000"/>
                <a:gd name="connsiteX47" fmla="*/ 9320515 w 9767847"/>
                <a:gd name="connsiteY47" fmla="*/ 4168984 h 6858000"/>
                <a:gd name="connsiteX48" fmla="*/ 9332445 w 9767847"/>
                <a:gd name="connsiteY48" fmla="*/ 4069079 h 6858000"/>
                <a:gd name="connsiteX49" fmla="*/ 9336173 w 9767847"/>
                <a:gd name="connsiteY49" fmla="*/ 4022774 h 6858000"/>
                <a:gd name="connsiteX50" fmla="*/ 9340199 w 9767847"/>
                <a:gd name="connsiteY50" fmla="*/ 3969269 h 6858000"/>
                <a:gd name="connsiteX51" fmla="*/ 9347557 w 9767847"/>
                <a:gd name="connsiteY51" fmla="*/ 3770070 h 6858000"/>
                <a:gd name="connsiteX52" fmla="*/ 9346364 w 9767847"/>
                <a:gd name="connsiteY52" fmla="*/ 3669036 h 6858000"/>
                <a:gd name="connsiteX53" fmla="*/ 9344921 w 9767847"/>
                <a:gd name="connsiteY53" fmla="*/ 3619341 h 6858000"/>
                <a:gd name="connsiteX54" fmla="*/ 9344524 w 9767847"/>
                <a:gd name="connsiteY54" fmla="*/ 3607624 h 6858000"/>
                <a:gd name="connsiteX55" fmla="*/ 9343728 w 9767847"/>
                <a:gd name="connsiteY55" fmla="*/ 3594872 h 6858000"/>
                <a:gd name="connsiteX56" fmla="*/ 9342188 w 9767847"/>
                <a:gd name="connsiteY56" fmla="*/ 3569366 h 6858000"/>
                <a:gd name="connsiteX57" fmla="*/ 9339056 w 9767847"/>
                <a:gd name="connsiteY57" fmla="*/ 3518354 h 6858000"/>
                <a:gd name="connsiteX58" fmla="*/ 9334334 w 9767847"/>
                <a:gd name="connsiteY58" fmla="*/ 3467155 h 6858000"/>
                <a:gd name="connsiteX59" fmla="*/ 9329363 w 9767847"/>
                <a:gd name="connsiteY59" fmla="*/ 3415908 h 6858000"/>
                <a:gd name="connsiteX60" fmla="*/ 9328319 w 9767847"/>
                <a:gd name="connsiteY60" fmla="*/ 3404755 h 6858000"/>
                <a:gd name="connsiteX61" fmla="*/ 9327177 w 9767847"/>
                <a:gd name="connsiteY61" fmla="*/ 3394214 h 6858000"/>
                <a:gd name="connsiteX62" fmla="*/ 9324293 w 9767847"/>
                <a:gd name="connsiteY62" fmla="*/ 3370872 h 6858000"/>
                <a:gd name="connsiteX63" fmla="*/ 9320763 w 9767847"/>
                <a:gd name="connsiteY63" fmla="*/ 3344427 h 6858000"/>
                <a:gd name="connsiteX64" fmla="*/ 9317184 w 9767847"/>
                <a:gd name="connsiteY64" fmla="*/ 3315343 h 6858000"/>
                <a:gd name="connsiteX65" fmla="*/ 9311021 w 9767847"/>
                <a:gd name="connsiteY65" fmla="*/ 3270309 h 6858000"/>
                <a:gd name="connsiteX66" fmla="*/ 9302719 w 9767847"/>
                <a:gd name="connsiteY66" fmla="*/ 3219815 h 6858000"/>
                <a:gd name="connsiteX67" fmla="*/ 9293970 w 9767847"/>
                <a:gd name="connsiteY67" fmla="*/ 3169887 h 6858000"/>
                <a:gd name="connsiteX68" fmla="*/ 9252065 w 9767847"/>
                <a:gd name="connsiteY68" fmla="*/ 2971205 h 6858000"/>
                <a:gd name="connsiteX69" fmla="*/ 9227211 w 9767847"/>
                <a:gd name="connsiteY69" fmla="*/ 2872571 h 6858000"/>
                <a:gd name="connsiteX70" fmla="*/ 9220699 w 9767847"/>
                <a:gd name="connsiteY70" fmla="*/ 2848524 h 6858000"/>
                <a:gd name="connsiteX71" fmla="*/ 9213740 w 9767847"/>
                <a:gd name="connsiteY71" fmla="*/ 2824289 h 6858000"/>
                <a:gd name="connsiteX72" fmla="*/ 9199374 w 9767847"/>
                <a:gd name="connsiteY72" fmla="*/ 2775536 h 6858000"/>
                <a:gd name="connsiteX73" fmla="*/ 9061829 w 9767847"/>
                <a:gd name="connsiteY73" fmla="*/ 2389515 h 6858000"/>
                <a:gd name="connsiteX74" fmla="*/ 8978865 w 9767847"/>
                <a:gd name="connsiteY74" fmla="*/ 2200953 h 6858000"/>
                <a:gd name="connsiteX75" fmla="*/ 8956694 w 9767847"/>
                <a:gd name="connsiteY75" fmla="*/ 2154317 h 6858000"/>
                <a:gd name="connsiteX76" fmla="*/ 8934176 w 9767847"/>
                <a:gd name="connsiteY76" fmla="*/ 2108012 h 6858000"/>
                <a:gd name="connsiteX77" fmla="*/ 8887151 w 9767847"/>
                <a:gd name="connsiteY77" fmla="*/ 2015448 h 6858000"/>
                <a:gd name="connsiteX78" fmla="*/ 8787533 w 9767847"/>
                <a:gd name="connsiteY78" fmla="*/ 1832625 h 6858000"/>
                <a:gd name="connsiteX79" fmla="*/ 8761485 w 9767847"/>
                <a:gd name="connsiteY79" fmla="*/ 1787496 h 6858000"/>
                <a:gd name="connsiteX80" fmla="*/ 8734791 w 9767847"/>
                <a:gd name="connsiteY80" fmla="*/ 1741991 h 6858000"/>
                <a:gd name="connsiteX81" fmla="*/ 8680808 w 9767847"/>
                <a:gd name="connsiteY81" fmla="*/ 1652910 h 6858000"/>
                <a:gd name="connsiteX82" fmla="*/ 8567024 w 9767847"/>
                <a:gd name="connsiteY82" fmla="*/ 1477004 h 6858000"/>
                <a:gd name="connsiteX83" fmla="*/ 8537446 w 9767847"/>
                <a:gd name="connsiteY83" fmla="*/ 1433428 h 6858000"/>
                <a:gd name="connsiteX84" fmla="*/ 8507423 w 9767847"/>
                <a:gd name="connsiteY84" fmla="*/ 1389994 h 6858000"/>
                <a:gd name="connsiteX85" fmla="*/ 8446529 w 9767847"/>
                <a:gd name="connsiteY85" fmla="*/ 1304393 h 6858000"/>
                <a:gd name="connsiteX86" fmla="*/ 8319224 w 9767847"/>
                <a:gd name="connsiteY86" fmla="*/ 1135124 h 6858000"/>
                <a:gd name="connsiteX87" fmla="*/ 8286366 w 9767847"/>
                <a:gd name="connsiteY87" fmla="*/ 1093148 h 6858000"/>
                <a:gd name="connsiteX88" fmla="*/ 8270161 w 9767847"/>
                <a:gd name="connsiteY88" fmla="*/ 1072538 h 6858000"/>
                <a:gd name="connsiteX89" fmla="*/ 8253856 w 9767847"/>
                <a:gd name="connsiteY89" fmla="*/ 1052254 h 6858000"/>
                <a:gd name="connsiteX90" fmla="*/ 8186352 w 9767847"/>
                <a:gd name="connsiteY90" fmla="*/ 970373 h 6858000"/>
                <a:gd name="connsiteX91" fmla="*/ 8046768 w 9767847"/>
                <a:gd name="connsiteY91" fmla="*/ 809527 h 6858000"/>
                <a:gd name="connsiteX92" fmla="*/ 8010927 w 9767847"/>
                <a:gd name="connsiteY92" fmla="*/ 769951 h 6858000"/>
                <a:gd name="connsiteX93" fmla="*/ 7974788 w 9767847"/>
                <a:gd name="connsiteY93" fmla="*/ 730751 h 6858000"/>
                <a:gd name="connsiteX94" fmla="*/ 7901070 w 9767847"/>
                <a:gd name="connsiteY94" fmla="*/ 652823 h 6858000"/>
                <a:gd name="connsiteX95" fmla="*/ 7750054 w 9767847"/>
                <a:gd name="connsiteY95" fmla="*/ 501106 h 6858000"/>
                <a:gd name="connsiteX96" fmla="*/ 7592277 w 9767847"/>
                <a:gd name="connsiteY96" fmla="*/ 355319 h 6858000"/>
                <a:gd name="connsiteX97" fmla="*/ 7257734 w 9767847"/>
                <a:gd name="connsiteY97" fmla="*/ 81062 h 6858000"/>
                <a:gd name="connsiteX98" fmla="*/ 1892109 w 9767847"/>
                <a:gd name="connsiteY98" fmla="*/ 0 h 6858000"/>
                <a:gd name="connsiteX99" fmla="*/ 2298402 w 9767847"/>
                <a:gd name="connsiteY99" fmla="*/ 0 h 6858000"/>
                <a:gd name="connsiteX100" fmla="*/ 2135542 w 9767847"/>
                <a:gd name="connsiteY100" fmla="*/ 121879 h 6858000"/>
                <a:gd name="connsiteX101" fmla="*/ 1969576 w 9767847"/>
                <a:gd name="connsiteY101" fmla="*/ 259084 h 6858000"/>
                <a:gd name="connsiteX102" fmla="*/ 1659938 w 9767847"/>
                <a:gd name="connsiteY102" fmla="*/ 553953 h 6858000"/>
                <a:gd name="connsiteX103" fmla="*/ 729383 w 9767847"/>
                <a:gd name="connsiteY103" fmla="*/ 1940578 h 6858000"/>
                <a:gd name="connsiteX104" fmla="*/ 578465 w 9767847"/>
                <a:gd name="connsiteY104" fmla="*/ 2324905 h 6858000"/>
                <a:gd name="connsiteX105" fmla="*/ 465080 w 9767847"/>
                <a:gd name="connsiteY105" fmla="*/ 2718973 h 6858000"/>
                <a:gd name="connsiteX106" fmla="*/ 423820 w 9767847"/>
                <a:gd name="connsiteY106" fmla="*/ 2919535 h 6858000"/>
                <a:gd name="connsiteX107" fmla="*/ 392355 w 9767847"/>
                <a:gd name="connsiteY107" fmla="*/ 3122169 h 6858000"/>
                <a:gd name="connsiteX108" fmla="*/ 358801 w 9767847"/>
                <a:gd name="connsiteY108" fmla="*/ 3531013 h 6858000"/>
                <a:gd name="connsiteX109" fmla="*/ 410350 w 9767847"/>
                <a:gd name="connsiteY109" fmla="*/ 4352324 h 6858000"/>
                <a:gd name="connsiteX110" fmla="*/ 449022 w 9767847"/>
                <a:gd name="connsiteY110" fmla="*/ 4555147 h 6858000"/>
                <a:gd name="connsiteX111" fmla="*/ 498882 w 9767847"/>
                <a:gd name="connsiteY111" fmla="*/ 4756463 h 6858000"/>
                <a:gd name="connsiteX112" fmla="*/ 559775 w 9767847"/>
                <a:gd name="connsiteY112" fmla="*/ 4955755 h 6858000"/>
                <a:gd name="connsiteX113" fmla="*/ 631406 w 9767847"/>
                <a:gd name="connsiteY113" fmla="*/ 5152084 h 6858000"/>
                <a:gd name="connsiteX114" fmla="*/ 1023461 w 9767847"/>
                <a:gd name="connsiteY114" fmla="*/ 5898055 h 6858000"/>
                <a:gd name="connsiteX115" fmla="*/ 1575880 w 9767847"/>
                <a:gd name="connsiteY115" fmla="*/ 6551744 h 6858000"/>
                <a:gd name="connsiteX116" fmla="*/ 1905228 w 9767847"/>
                <a:gd name="connsiteY116" fmla="*/ 6833566 h 6858000"/>
                <a:gd name="connsiteX117" fmla="*/ 1938629 w 9767847"/>
                <a:gd name="connsiteY117" fmla="*/ 6858000 h 6858000"/>
                <a:gd name="connsiteX118" fmla="*/ 1368607 w 9767847"/>
                <a:gd name="connsiteY118" fmla="*/ 6858000 h 6858000"/>
                <a:gd name="connsiteX119" fmla="*/ 1115251 w 9767847"/>
                <a:gd name="connsiteY119" fmla="*/ 6594103 h 6858000"/>
                <a:gd name="connsiteX120" fmla="*/ 0 w 9767847"/>
                <a:gd name="connsiteY120" fmla="*/ 3653129 h 6858000"/>
                <a:gd name="connsiteX121" fmla="*/ 1777294 w 9767847"/>
                <a:gd name="connsiteY121" fmla="*/ 854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9767847" h="6858000">
                  <a:moveTo>
                    <a:pt x="7145704" y="0"/>
                  </a:moveTo>
                  <a:lnTo>
                    <a:pt x="7875738" y="0"/>
                  </a:lnTo>
                  <a:lnTo>
                    <a:pt x="7990553" y="85415"/>
                  </a:lnTo>
                  <a:cubicBezTo>
                    <a:pt x="9075991" y="933432"/>
                    <a:pt x="9767847" y="2216793"/>
                    <a:pt x="9767847" y="3653129"/>
                  </a:cubicBezTo>
                  <a:cubicBezTo>
                    <a:pt x="9767847" y="4770280"/>
                    <a:pt x="9349317" y="5794890"/>
                    <a:pt x="8652597" y="6594103"/>
                  </a:cubicBezTo>
                  <a:lnTo>
                    <a:pt x="8399240" y="6858000"/>
                  </a:lnTo>
                  <a:lnTo>
                    <a:pt x="6766926" y="6858000"/>
                  </a:lnTo>
                  <a:lnTo>
                    <a:pt x="6804586" y="6821201"/>
                  </a:lnTo>
                  <a:lnTo>
                    <a:pt x="6881735" y="6745295"/>
                  </a:lnTo>
                  <a:cubicBezTo>
                    <a:pt x="6907435" y="6719979"/>
                    <a:pt x="6933134" y="6694896"/>
                    <a:pt x="6958883" y="6668920"/>
                  </a:cubicBezTo>
                  <a:lnTo>
                    <a:pt x="7267925" y="6359792"/>
                  </a:lnTo>
                  <a:lnTo>
                    <a:pt x="7424360" y="6204783"/>
                  </a:lnTo>
                  <a:cubicBezTo>
                    <a:pt x="7450754" y="6178900"/>
                    <a:pt x="7477598" y="6152829"/>
                    <a:pt x="7504938" y="6126806"/>
                  </a:cubicBezTo>
                  <a:lnTo>
                    <a:pt x="7546396" y="6087795"/>
                  </a:lnTo>
                  <a:cubicBezTo>
                    <a:pt x="7560264" y="6074901"/>
                    <a:pt x="7574780" y="6061630"/>
                    <a:pt x="7588002" y="6049630"/>
                  </a:cubicBezTo>
                  <a:lnTo>
                    <a:pt x="7631000" y="6010807"/>
                  </a:lnTo>
                  <a:lnTo>
                    <a:pt x="7675440" y="5972407"/>
                  </a:lnTo>
                  <a:cubicBezTo>
                    <a:pt x="7690404" y="5959796"/>
                    <a:pt x="7705564" y="5947419"/>
                    <a:pt x="7720626" y="5934949"/>
                  </a:cubicBezTo>
                  <a:cubicBezTo>
                    <a:pt x="7735738" y="5922525"/>
                    <a:pt x="7751197" y="5910619"/>
                    <a:pt x="7766458" y="5898432"/>
                  </a:cubicBezTo>
                  <a:cubicBezTo>
                    <a:pt x="7827949" y="5850290"/>
                    <a:pt x="7890979" y="5804597"/>
                    <a:pt x="7955254" y="5760926"/>
                  </a:cubicBezTo>
                  <a:cubicBezTo>
                    <a:pt x="8083800" y="5673632"/>
                    <a:pt x="8216872" y="5594434"/>
                    <a:pt x="8352678" y="5521728"/>
                  </a:cubicBezTo>
                  <a:lnTo>
                    <a:pt x="8451350" y="5469352"/>
                  </a:lnTo>
                  <a:lnTo>
                    <a:pt x="8548532" y="5417493"/>
                  </a:lnTo>
                  <a:cubicBezTo>
                    <a:pt x="8612110" y="5383188"/>
                    <a:pt x="8673251" y="5349306"/>
                    <a:pt x="8729473" y="5314059"/>
                  </a:cubicBezTo>
                  <a:cubicBezTo>
                    <a:pt x="8743591" y="5305213"/>
                    <a:pt x="8757161" y="5296459"/>
                    <a:pt x="8770781" y="5287330"/>
                  </a:cubicBezTo>
                  <a:cubicBezTo>
                    <a:pt x="8777591" y="5282765"/>
                    <a:pt x="8784451" y="5278201"/>
                    <a:pt x="8790964" y="5273590"/>
                  </a:cubicBezTo>
                  <a:cubicBezTo>
                    <a:pt x="8797574" y="5268977"/>
                    <a:pt x="8804235" y="5264412"/>
                    <a:pt x="8810499" y="5259801"/>
                  </a:cubicBezTo>
                  <a:cubicBezTo>
                    <a:pt x="8835999" y="5241401"/>
                    <a:pt x="8860407" y="5222389"/>
                    <a:pt x="8883571" y="5202577"/>
                  </a:cubicBezTo>
                  <a:cubicBezTo>
                    <a:pt x="8929900" y="5162954"/>
                    <a:pt x="8971258" y="5120413"/>
                    <a:pt x="9006651" y="5074625"/>
                  </a:cubicBezTo>
                  <a:cubicBezTo>
                    <a:pt x="9015351" y="5063426"/>
                    <a:pt x="9024398" y="5050955"/>
                    <a:pt x="9033494" y="5038203"/>
                  </a:cubicBezTo>
                  <a:lnTo>
                    <a:pt x="9040305" y="5028649"/>
                  </a:lnTo>
                  <a:lnTo>
                    <a:pt x="9046568" y="5019379"/>
                  </a:lnTo>
                  <a:cubicBezTo>
                    <a:pt x="9050743" y="5013261"/>
                    <a:pt x="9054819" y="5007050"/>
                    <a:pt x="9058846" y="5000743"/>
                  </a:cubicBezTo>
                  <a:cubicBezTo>
                    <a:pt x="9075002" y="4975615"/>
                    <a:pt x="9090212" y="4949403"/>
                    <a:pt x="9104529" y="4922203"/>
                  </a:cubicBezTo>
                  <a:cubicBezTo>
                    <a:pt x="9133211" y="4867850"/>
                    <a:pt x="9158313" y="4809545"/>
                    <a:pt x="9181081" y="4748792"/>
                  </a:cubicBezTo>
                  <a:cubicBezTo>
                    <a:pt x="9203748" y="4688276"/>
                    <a:pt x="9223383" y="4625876"/>
                    <a:pt x="9240731" y="4561970"/>
                  </a:cubicBezTo>
                  <a:cubicBezTo>
                    <a:pt x="9249481" y="4530064"/>
                    <a:pt x="9257682" y="4497782"/>
                    <a:pt x="9265388" y="4465171"/>
                  </a:cubicBezTo>
                  <a:cubicBezTo>
                    <a:pt x="9269215" y="4448842"/>
                    <a:pt x="9272943" y="4432465"/>
                    <a:pt x="9276571" y="4416041"/>
                  </a:cubicBezTo>
                  <a:lnTo>
                    <a:pt x="9281841" y="4391477"/>
                  </a:lnTo>
                  <a:lnTo>
                    <a:pt x="9286513" y="4368936"/>
                  </a:lnTo>
                  <a:lnTo>
                    <a:pt x="9296754" y="4316136"/>
                  </a:lnTo>
                  <a:lnTo>
                    <a:pt x="9301029" y="4293172"/>
                  </a:lnTo>
                  <a:lnTo>
                    <a:pt x="9302818" y="4282679"/>
                  </a:lnTo>
                  <a:lnTo>
                    <a:pt x="9304658" y="4270914"/>
                  </a:lnTo>
                  <a:lnTo>
                    <a:pt x="9312810" y="4220043"/>
                  </a:lnTo>
                  <a:lnTo>
                    <a:pt x="9316887" y="4194584"/>
                  </a:lnTo>
                  <a:lnTo>
                    <a:pt x="9318923" y="4181878"/>
                  </a:lnTo>
                  <a:cubicBezTo>
                    <a:pt x="9319570" y="4177644"/>
                    <a:pt x="9319969" y="4173267"/>
                    <a:pt x="9320515" y="4168984"/>
                  </a:cubicBezTo>
                  <a:lnTo>
                    <a:pt x="9332445" y="4069079"/>
                  </a:lnTo>
                  <a:cubicBezTo>
                    <a:pt x="9333836" y="4056468"/>
                    <a:pt x="9334880" y="4040986"/>
                    <a:pt x="9336173" y="4022774"/>
                  </a:cubicBezTo>
                  <a:lnTo>
                    <a:pt x="9340199" y="3969269"/>
                  </a:lnTo>
                  <a:cubicBezTo>
                    <a:pt x="9345071" y="3903904"/>
                    <a:pt x="9347358" y="3837081"/>
                    <a:pt x="9347557" y="3770070"/>
                  </a:cubicBezTo>
                  <a:cubicBezTo>
                    <a:pt x="9347656" y="3736518"/>
                    <a:pt x="9347209" y="3702871"/>
                    <a:pt x="9346364" y="3669036"/>
                  </a:cubicBezTo>
                  <a:lnTo>
                    <a:pt x="9344921" y="3619341"/>
                  </a:lnTo>
                  <a:lnTo>
                    <a:pt x="9344524" y="3607624"/>
                  </a:lnTo>
                  <a:lnTo>
                    <a:pt x="9343728" y="3594872"/>
                  </a:lnTo>
                  <a:lnTo>
                    <a:pt x="9342188" y="3569366"/>
                  </a:lnTo>
                  <a:lnTo>
                    <a:pt x="9339056" y="3518354"/>
                  </a:lnTo>
                  <a:cubicBezTo>
                    <a:pt x="9337914" y="3501319"/>
                    <a:pt x="9335874" y="3484236"/>
                    <a:pt x="9334334" y="3467155"/>
                  </a:cubicBezTo>
                  <a:lnTo>
                    <a:pt x="9329363" y="3415908"/>
                  </a:lnTo>
                  <a:lnTo>
                    <a:pt x="9328319" y="3404755"/>
                  </a:lnTo>
                  <a:lnTo>
                    <a:pt x="9327177" y="3394214"/>
                  </a:lnTo>
                  <a:lnTo>
                    <a:pt x="9324293" y="3370872"/>
                  </a:lnTo>
                  <a:lnTo>
                    <a:pt x="9320763" y="3344427"/>
                  </a:lnTo>
                  <a:lnTo>
                    <a:pt x="9317184" y="3315343"/>
                  </a:lnTo>
                  <a:cubicBezTo>
                    <a:pt x="9315594" y="3300991"/>
                    <a:pt x="9313506" y="3286404"/>
                    <a:pt x="9311021" y="3270309"/>
                  </a:cubicBezTo>
                  <a:lnTo>
                    <a:pt x="9302719" y="3219815"/>
                  </a:lnTo>
                  <a:cubicBezTo>
                    <a:pt x="9299936" y="3203157"/>
                    <a:pt x="9297003" y="3186498"/>
                    <a:pt x="9293970" y="3169887"/>
                  </a:cubicBezTo>
                  <a:cubicBezTo>
                    <a:pt x="9281891" y="3103393"/>
                    <a:pt x="9267674" y="3037182"/>
                    <a:pt x="9252065" y="2971205"/>
                  </a:cubicBezTo>
                  <a:cubicBezTo>
                    <a:pt x="9244261" y="2938265"/>
                    <a:pt x="9235959" y="2905371"/>
                    <a:pt x="9227211" y="2872571"/>
                  </a:cubicBezTo>
                  <a:lnTo>
                    <a:pt x="9220699" y="2848524"/>
                  </a:lnTo>
                  <a:lnTo>
                    <a:pt x="9213740" y="2824289"/>
                  </a:lnTo>
                  <a:cubicBezTo>
                    <a:pt x="9209216" y="2808147"/>
                    <a:pt x="9204345" y="2791866"/>
                    <a:pt x="9199374" y="2775536"/>
                  </a:cubicBezTo>
                  <a:cubicBezTo>
                    <a:pt x="9159855" y="2645184"/>
                    <a:pt x="9114272" y="2516197"/>
                    <a:pt x="9061829" y="2389515"/>
                  </a:cubicBezTo>
                  <a:cubicBezTo>
                    <a:pt x="9035582" y="2326175"/>
                    <a:pt x="9008043" y="2263258"/>
                    <a:pt x="8978865" y="2200953"/>
                  </a:cubicBezTo>
                  <a:lnTo>
                    <a:pt x="8956694" y="2154317"/>
                  </a:lnTo>
                  <a:lnTo>
                    <a:pt x="8934176" y="2108012"/>
                  </a:lnTo>
                  <a:cubicBezTo>
                    <a:pt x="8918915" y="2077189"/>
                    <a:pt x="8903157" y="2046130"/>
                    <a:pt x="8887151" y="2015448"/>
                  </a:cubicBezTo>
                  <a:cubicBezTo>
                    <a:pt x="8854988" y="1953989"/>
                    <a:pt x="8822082" y="1892908"/>
                    <a:pt x="8787533" y="1832625"/>
                  </a:cubicBezTo>
                  <a:lnTo>
                    <a:pt x="8761485" y="1787496"/>
                  </a:lnTo>
                  <a:lnTo>
                    <a:pt x="8734791" y="1741991"/>
                  </a:lnTo>
                  <a:cubicBezTo>
                    <a:pt x="8717047" y="1711921"/>
                    <a:pt x="8699200" y="1682461"/>
                    <a:pt x="8680808" y="1652910"/>
                  </a:cubicBezTo>
                  <a:cubicBezTo>
                    <a:pt x="8644322" y="1593756"/>
                    <a:pt x="8606194" y="1535216"/>
                    <a:pt x="8567024" y="1477004"/>
                  </a:cubicBezTo>
                  <a:lnTo>
                    <a:pt x="8537446" y="1433428"/>
                  </a:lnTo>
                  <a:lnTo>
                    <a:pt x="8507423" y="1389994"/>
                  </a:lnTo>
                  <a:cubicBezTo>
                    <a:pt x="8487390" y="1361382"/>
                    <a:pt x="8467158" y="1332817"/>
                    <a:pt x="8446529" y="1304393"/>
                  </a:cubicBezTo>
                  <a:cubicBezTo>
                    <a:pt x="8405271" y="1247595"/>
                    <a:pt x="8362718" y="1191218"/>
                    <a:pt x="8319224" y="1135124"/>
                  </a:cubicBezTo>
                  <a:lnTo>
                    <a:pt x="8286366" y="1093148"/>
                  </a:lnTo>
                  <a:lnTo>
                    <a:pt x="8270161" y="1072538"/>
                  </a:lnTo>
                  <a:lnTo>
                    <a:pt x="8253856" y="1052254"/>
                  </a:lnTo>
                  <a:cubicBezTo>
                    <a:pt x="8231636" y="1024773"/>
                    <a:pt x="8209117" y="997479"/>
                    <a:pt x="8186352" y="970373"/>
                  </a:cubicBezTo>
                  <a:cubicBezTo>
                    <a:pt x="8140917" y="916020"/>
                    <a:pt x="8094240" y="862515"/>
                    <a:pt x="8046768" y="809527"/>
                  </a:cubicBezTo>
                  <a:lnTo>
                    <a:pt x="8010927" y="769951"/>
                  </a:lnTo>
                  <a:lnTo>
                    <a:pt x="7974788" y="730751"/>
                  </a:lnTo>
                  <a:cubicBezTo>
                    <a:pt x="7950382" y="704587"/>
                    <a:pt x="7925824" y="678563"/>
                    <a:pt x="7901070" y="652823"/>
                  </a:cubicBezTo>
                  <a:cubicBezTo>
                    <a:pt x="7851510" y="601387"/>
                    <a:pt x="7801404" y="550612"/>
                    <a:pt x="7750054" y="501106"/>
                  </a:cubicBezTo>
                  <a:cubicBezTo>
                    <a:pt x="7698902" y="451742"/>
                    <a:pt x="7645913" y="403036"/>
                    <a:pt x="7592277" y="355319"/>
                  </a:cubicBezTo>
                  <a:cubicBezTo>
                    <a:pt x="7484856" y="259884"/>
                    <a:pt x="7373308" y="168402"/>
                    <a:pt x="7257734" y="81062"/>
                  </a:cubicBezTo>
                  <a:close/>
                  <a:moveTo>
                    <a:pt x="1892109" y="0"/>
                  </a:moveTo>
                  <a:lnTo>
                    <a:pt x="2298402" y="0"/>
                  </a:lnTo>
                  <a:lnTo>
                    <a:pt x="2135542" y="121879"/>
                  </a:lnTo>
                  <a:cubicBezTo>
                    <a:pt x="2078998" y="166378"/>
                    <a:pt x="2023659" y="212143"/>
                    <a:pt x="1969576" y="259084"/>
                  </a:cubicBezTo>
                  <a:cubicBezTo>
                    <a:pt x="1861309" y="352918"/>
                    <a:pt x="1758064" y="451412"/>
                    <a:pt x="1659938" y="553953"/>
                  </a:cubicBezTo>
                  <a:cubicBezTo>
                    <a:pt x="1266987" y="964444"/>
                    <a:pt x="953820" y="1435593"/>
                    <a:pt x="729383" y="1940578"/>
                  </a:cubicBezTo>
                  <a:cubicBezTo>
                    <a:pt x="673260" y="2066459"/>
                    <a:pt x="622855" y="2195070"/>
                    <a:pt x="578465" y="2324905"/>
                  </a:cubicBezTo>
                  <a:cubicBezTo>
                    <a:pt x="534125" y="2454785"/>
                    <a:pt x="496147" y="2586314"/>
                    <a:pt x="465080" y="2718973"/>
                  </a:cubicBezTo>
                  <a:cubicBezTo>
                    <a:pt x="449769" y="2785089"/>
                    <a:pt x="435850" y="2852289"/>
                    <a:pt x="423820" y="2919535"/>
                  </a:cubicBezTo>
                  <a:cubicBezTo>
                    <a:pt x="411840" y="2986829"/>
                    <a:pt x="401054" y="3054358"/>
                    <a:pt x="392355" y="3122169"/>
                  </a:cubicBezTo>
                  <a:cubicBezTo>
                    <a:pt x="374509" y="3257744"/>
                    <a:pt x="363424" y="3393978"/>
                    <a:pt x="358801" y="3531013"/>
                  </a:cubicBezTo>
                  <a:cubicBezTo>
                    <a:pt x="349009" y="3804941"/>
                    <a:pt x="366357" y="4079668"/>
                    <a:pt x="410350" y="4352324"/>
                  </a:cubicBezTo>
                  <a:cubicBezTo>
                    <a:pt x="421286" y="4420230"/>
                    <a:pt x="434209" y="4487758"/>
                    <a:pt x="449022" y="4555147"/>
                  </a:cubicBezTo>
                  <a:cubicBezTo>
                    <a:pt x="463737" y="4622534"/>
                    <a:pt x="480389" y="4689686"/>
                    <a:pt x="498882" y="4756463"/>
                  </a:cubicBezTo>
                  <a:cubicBezTo>
                    <a:pt x="517373" y="4823239"/>
                    <a:pt x="537704" y="4889733"/>
                    <a:pt x="559775" y="4955755"/>
                  </a:cubicBezTo>
                  <a:cubicBezTo>
                    <a:pt x="581946" y="5021873"/>
                    <a:pt x="605358" y="5087473"/>
                    <a:pt x="631406" y="5152084"/>
                  </a:cubicBezTo>
                  <a:cubicBezTo>
                    <a:pt x="734055" y="5411706"/>
                    <a:pt x="865188" y="5662668"/>
                    <a:pt x="1023461" y="5898055"/>
                  </a:cubicBezTo>
                  <a:cubicBezTo>
                    <a:pt x="1181487" y="6133676"/>
                    <a:pt x="1367051" y="6353345"/>
                    <a:pt x="1575880" y="6551744"/>
                  </a:cubicBezTo>
                  <a:cubicBezTo>
                    <a:pt x="1680269" y="6651014"/>
                    <a:pt x="1790338" y="6745037"/>
                    <a:pt x="1905228" y="6833566"/>
                  </a:cubicBezTo>
                  <a:lnTo>
                    <a:pt x="1938629" y="6858000"/>
                  </a:lnTo>
                  <a:lnTo>
                    <a:pt x="1368607" y="6858000"/>
                  </a:lnTo>
                  <a:lnTo>
                    <a:pt x="1115251" y="6594103"/>
                  </a:lnTo>
                  <a:cubicBezTo>
                    <a:pt x="418530" y="5794890"/>
                    <a:pt x="0" y="4770280"/>
                    <a:pt x="0" y="3653129"/>
                  </a:cubicBezTo>
                  <a:cubicBezTo>
                    <a:pt x="0" y="2216793"/>
                    <a:pt x="691856" y="933432"/>
                    <a:pt x="1777294" y="85415"/>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grpSp>
      <p:sp>
        <p:nvSpPr>
          <p:cNvPr id="2" name="Title 1">
            <a:extLst>
              <a:ext uri="{FF2B5EF4-FFF2-40B4-BE49-F238E27FC236}">
                <a16:creationId xmlns:a16="http://schemas.microsoft.com/office/drawing/2014/main" id="{8FB44EAD-9809-7711-9716-CB8F557A1391}"/>
              </a:ext>
            </a:extLst>
          </p:cNvPr>
          <p:cNvSpPr>
            <a:spLocks noGrp="1"/>
          </p:cNvSpPr>
          <p:nvPr>
            <p:ph type="ctrTitle"/>
          </p:nvPr>
        </p:nvSpPr>
        <p:spPr>
          <a:xfrm>
            <a:off x="876300" y="45868"/>
            <a:ext cx="10263459" cy="923925"/>
          </a:xfrm>
        </p:spPr>
        <p:txBody>
          <a:bodyPr anchor="b">
            <a:normAutofit/>
          </a:bodyPr>
          <a:lstStyle/>
          <a:p>
            <a:r>
              <a:rPr lang="en-IN" sz="4000" dirty="0">
                <a:solidFill>
                  <a:schemeClr val="tx2"/>
                </a:solidFill>
                <a:latin typeface="Engravers MT" panose="02090707080505020304" pitchFamily="18" charset="0"/>
              </a:rPr>
              <a:t>History  of MISRA-C</a:t>
            </a:r>
            <a:endParaRPr lang="en-IN" sz="4000" dirty="0">
              <a:solidFill>
                <a:schemeClr val="tx2"/>
              </a:solidFill>
            </a:endParaRPr>
          </a:p>
        </p:txBody>
      </p:sp>
      <p:grpSp>
        <p:nvGrpSpPr>
          <p:cNvPr id="23" name="Group 22">
            <a:extLst>
              <a:ext uri="{FF2B5EF4-FFF2-40B4-BE49-F238E27FC236}">
                <a16:creationId xmlns:a16="http://schemas.microsoft.com/office/drawing/2014/main" id="{87F87F1B-42BA-4AC7-A4E2-41544DDB2CE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05" y="-4155"/>
            <a:ext cx="2514948" cy="2174333"/>
            <a:chOff x="-305" y="-4155"/>
            <a:chExt cx="2514948" cy="2174333"/>
          </a:xfrm>
        </p:grpSpPr>
        <p:sp>
          <p:nvSpPr>
            <p:cNvPr id="24" name="Freeform: Shape 23">
              <a:extLst>
                <a:ext uri="{FF2B5EF4-FFF2-40B4-BE49-F238E27FC236}">
                  <a16:creationId xmlns:a16="http://schemas.microsoft.com/office/drawing/2014/main" id="{68B53067-4E48-4E71-A6A9-A8CAABAFBF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Shape 24">
              <a:extLst>
                <a:ext uri="{FF2B5EF4-FFF2-40B4-BE49-F238E27FC236}">
                  <a16:creationId xmlns:a16="http://schemas.microsoft.com/office/drawing/2014/main" id="{06D1A0D3-4BB8-41D9-9CE7-2884C83F44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reeform: Shape 25">
              <a:extLst>
                <a:ext uri="{FF2B5EF4-FFF2-40B4-BE49-F238E27FC236}">
                  <a16:creationId xmlns:a16="http://schemas.microsoft.com/office/drawing/2014/main" id="{81E20F06-3B09-4B89-A36B-AB8BFBCCA5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27" name="Freeform: Shape 26">
              <a:extLst>
                <a:ext uri="{FF2B5EF4-FFF2-40B4-BE49-F238E27FC236}">
                  <a16:creationId xmlns:a16="http://schemas.microsoft.com/office/drawing/2014/main" id="{DAE6C3D7-7D5B-4926-877D-45F117BB6B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9" name="Group 28">
            <a:extLst>
              <a:ext uri="{FF2B5EF4-FFF2-40B4-BE49-F238E27FC236}">
                <a16:creationId xmlns:a16="http://schemas.microsoft.com/office/drawing/2014/main" id="{967346A5-7569-4F15-AB5D-BE3DADF192C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9685727" y="4683666"/>
            <a:ext cx="2514948" cy="2174333"/>
            <a:chOff x="-305" y="-4155"/>
            <a:chExt cx="2514948" cy="2174333"/>
          </a:xfrm>
        </p:grpSpPr>
        <p:sp>
          <p:nvSpPr>
            <p:cNvPr id="30" name="Freeform: Shape 29">
              <a:extLst>
                <a:ext uri="{FF2B5EF4-FFF2-40B4-BE49-F238E27FC236}">
                  <a16:creationId xmlns:a16="http://schemas.microsoft.com/office/drawing/2014/main" id="{E1951533-A568-4765-AB1F-F71D9AFDEA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reeform: Shape 30">
              <a:extLst>
                <a:ext uri="{FF2B5EF4-FFF2-40B4-BE49-F238E27FC236}">
                  <a16:creationId xmlns:a16="http://schemas.microsoft.com/office/drawing/2014/main" id="{A7214F52-4F3F-4C96-A62E-F1401D6C04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Freeform: Shape 31">
              <a:extLst>
                <a:ext uri="{FF2B5EF4-FFF2-40B4-BE49-F238E27FC236}">
                  <a16:creationId xmlns:a16="http://schemas.microsoft.com/office/drawing/2014/main" id="{023146A1-291C-4FA0-AB5B-EB04D42398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33" name="Freeform: Shape 32">
              <a:extLst>
                <a:ext uri="{FF2B5EF4-FFF2-40B4-BE49-F238E27FC236}">
                  <a16:creationId xmlns:a16="http://schemas.microsoft.com/office/drawing/2014/main" id="{62977932-2B03-4899-8306-5002CEE68E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5" name="Title 1">
            <a:extLst>
              <a:ext uri="{FF2B5EF4-FFF2-40B4-BE49-F238E27FC236}">
                <a16:creationId xmlns:a16="http://schemas.microsoft.com/office/drawing/2014/main" id="{D6EE584E-84BC-FC84-2A5F-A0E7AF1256B7}"/>
              </a:ext>
            </a:extLst>
          </p:cNvPr>
          <p:cNvSpPr txBox="1">
            <a:spLocks/>
          </p:cNvSpPr>
          <p:nvPr/>
        </p:nvSpPr>
        <p:spPr>
          <a:xfrm>
            <a:off x="10382250" y="3983"/>
            <a:ext cx="1809445" cy="44767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2000" dirty="0">
                <a:solidFill>
                  <a:schemeClr val="tx2"/>
                </a:solidFill>
              </a:rPr>
              <a:t>MISRA C -2012</a:t>
            </a:r>
          </a:p>
        </p:txBody>
      </p:sp>
      <p:sp>
        <p:nvSpPr>
          <p:cNvPr id="6" name="Subtitle 2">
            <a:extLst>
              <a:ext uri="{FF2B5EF4-FFF2-40B4-BE49-F238E27FC236}">
                <a16:creationId xmlns:a16="http://schemas.microsoft.com/office/drawing/2014/main" id="{C992C8E1-40D9-45CC-B67A-D8B86D2A381E}"/>
              </a:ext>
            </a:extLst>
          </p:cNvPr>
          <p:cNvSpPr txBox="1">
            <a:spLocks/>
          </p:cNvSpPr>
          <p:nvPr/>
        </p:nvSpPr>
        <p:spPr>
          <a:xfrm>
            <a:off x="3432265" y="853500"/>
            <a:ext cx="5188034" cy="682079"/>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115000"/>
              </a:lnSpc>
              <a:spcAft>
                <a:spcPts val="800"/>
              </a:spcAft>
            </a:pPr>
            <a:r>
              <a:rPr lang="en-IN" kern="100" dirty="0">
                <a:solidFill>
                  <a:srgbClr val="666666"/>
                </a:solidFill>
                <a:effectLst/>
                <a:highlight>
                  <a:srgbClr val="FFFF00"/>
                </a:highlight>
                <a:latin typeface="Times New Roman" panose="02020603050405020304" pitchFamily="18" charset="0"/>
                <a:ea typeface="Aptos" panose="020B0004020202020204" pitchFamily="34" charset="0"/>
                <a:cs typeface="Times New Roman" panose="02020603050405020304" pitchFamily="18" charset="0"/>
              </a:rPr>
              <a:t>Misra2012:Rule-6.2</a:t>
            </a:r>
          </a:p>
        </p:txBody>
      </p:sp>
      <p:sp>
        <p:nvSpPr>
          <p:cNvPr id="3" name="TextBox 2">
            <a:extLst>
              <a:ext uri="{FF2B5EF4-FFF2-40B4-BE49-F238E27FC236}">
                <a16:creationId xmlns:a16="http://schemas.microsoft.com/office/drawing/2014/main" id="{F52B51FF-E201-359D-4743-DA9B627F1CC1}"/>
              </a:ext>
            </a:extLst>
          </p:cNvPr>
          <p:cNvSpPr txBox="1"/>
          <p:nvPr/>
        </p:nvSpPr>
        <p:spPr>
          <a:xfrm>
            <a:off x="1016797" y="1291504"/>
            <a:ext cx="9826243" cy="369332"/>
          </a:xfrm>
          <a:prstGeom prst="rect">
            <a:avLst/>
          </a:prstGeom>
          <a:noFill/>
        </p:spPr>
        <p:txBody>
          <a:bodyPr wrap="square">
            <a:spAutoFit/>
          </a:bodyPr>
          <a:lstStyle/>
          <a:p>
            <a:pPr marL="285750" indent="-285750" algn="l">
              <a:buFont typeface="Wingdings" panose="05000000000000000000" pitchFamily="2" charset="2"/>
              <a:buChar char="q"/>
            </a:pPr>
            <a:r>
              <a:rPr lang="en-US" sz="1800" b="1" i="0" u="none" strike="noStrike" baseline="0" dirty="0">
                <a:latin typeface="Times New Roman" panose="02020603050405020304" pitchFamily="18" charset="0"/>
                <a:cs typeface="Times New Roman" panose="02020603050405020304" pitchFamily="18" charset="0"/>
              </a:rPr>
              <a:t>Single-bit named bit fields shall not be of a signed type</a:t>
            </a:r>
            <a:endParaRPr lang="en-IN" b="1" kern="100" dirty="0">
              <a:effectLst/>
              <a:highlight>
                <a:srgbClr val="FFFF00"/>
              </a:highlight>
              <a:latin typeface="Times New Roman" panose="02020603050405020304" pitchFamily="18" charset="0"/>
              <a:ea typeface="Aptos" panose="020B0004020202020204" pitchFamily="34" charset="0"/>
              <a:cs typeface="Times New Roman" panose="02020603050405020304" pitchFamily="18" charset="0"/>
            </a:endParaRPr>
          </a:p>
        </p:txBody>
      </p:sp>
      <p:sp>
        <p:nvSpPr>
          <p:cNvPr id="11" name="TextBox 10">
            <a:extLst>
              <a:ext uri="{FF2B5EF4-FFF2-40B4-BE49-F238E27FC236}">
                <a16:creationId xmlns:a16="http://schemas.microsoft.com/office/drawing/2014/main" id="{3BAF9C64-DAA2-791C-A360-DC870B79332D}"/>
              </a:ext>
            </a:extLst>
          </p:cNvPr>
          <p:cNvSpPr txBox="1"/>
          <p:nvPr/>
        </p:nvSpPr>
        <p:spPr>
          <a:xfrm>
            <a:off x="1279822" y="1681788"/>
            <a:ext cx="9642403" cy="369332"/>
          </a:xfrm>
          <a:prstGeom prst="rect">
            <a:avLst/>
          </a:prstGeom>
          <a:noFill/>
        </p:spPr>
        <p:txBody>
          <a:bodyPr wrap="square">
            <a:spAutoFit/>
          </a:bodyPr>
          <a:lstStyle/>
          <a:p>
            <a:pPr algn="l"/>
            <a:r>
              <a:rPr lang="en-IN" sz="1800" b="0" i="0" u="none" strike="noStrike" baseline="0" dirty="0">
                <a:latin typeface="OpenSans"/>
              </a:rPr>
              <a:t>Category –</a:t>
            </a:r>
            <a:r>
              <a:rPr lang="en-IN" sz="1800" b="0" i="0" u="none" strike="noStrike" baseline="0" dirty="0">
                <a:latin typeface="OpenSans-Light"/>
              </a:rPr>
              <a:t>Required    Analysis </a:t>
            </a:r>
            <a:r>
              <a:rPr lang="en-IN" sz="1800" b="0" i="0" u="none" strike="noStrike" baseline="0" dirty="0">
                <a:latin typeface="OpenSans"/>
              </a:rPr>
              <a:t> -</a:t>
            </a:r>
            <a:r>
              <a:rPr lang="en-IN" sz="1800" b="0" i="0" u="none" strike="noStrike" baseline="0" dirty="0">
                <a:latin typeface="OpenSans-Light"/>
              </a:rPr>
              <a:t> Decidable, Single Translation Unit </a:t>
            </a:r>
            <a:r>
              <a:rPr lang="en-IN" sz="1800" b="0" i="0" u="none" strike="noStrike" baseline="0" dirty="0">
                <a:latin typeface="OpenSans"/>
              </a:rPr>
              <a:t>Applies to -</a:t>
            </a:r>
            <a:r>
              <a:rPr lang="en-IN" sz="1800" b="0" i="0" u="none" strike="noStrike" baseline="0" dirty="0">
                <a:latin typeface="OpenSans-Light"/>
              </a:rPr>
              <a:t> C90, C99</a:t>
            </a:r>
            <a:endParaRPr lang="en-IN" dirty="0"/>
          </a:p>
        </p:txBody>
      </p:sp>
      <p:sp>
        <p:nvSpPr>
          <p:cNvPr id="12" name="TextBox 11">
            <a:extLst>
              <a:ext uri="{FF2B5EF4-FFF2-40B4-BE49-F238E27FC236}">
                <a16:creationId xmlns:a16="http://schemas.microsoft.com/office/drawing/2014/main" id="{3B6B20D6-4372-E7FE-5B7C-3A5C456054FD}"/>
              </a:ext>
            </a:extLst>
          </p:cNvPr>
          <p:cNvSpPr txBox="1"/>
          <p:nvPr/>
        </p:nvSpPr>
        <p:spPr>
          <a:xfrm>
            <a:off x="2520906" y="2543666"/>
            <a:ext cx="7449003" cy="3416320"/>
          </a:xfrm>
          <a:prstGeom prst="rect">
            <a:avLst/>
          </a:prstGeom>
          <a:noFill/>
        </p:spPr>
        <p:txBody>
          <a:bodyPr wrap="square">
            <a:spAutoFit/>
          </a:bodyPr>
          <a:lstStyle/>
          <a:p>
            <a:pPr algn="l"/>
            <a:r>
              <a:rPr lang="en-US" sz="1800" b="0" i="0" u="none" strike="noStrike" baseline="0" dirty="0">
                <a:latin typeface="Times New Roman" panose="02020603050405020304" pitchFamily="18" charset="0"/>
                <a:cs typeface="Times New Roman" panose="02020603050405020304" pitchFamily="18" charset="0"/>
              </a:rPr>
              <a:t>#include &lt;</a:t>
            </a:r>
            <a:r>
              <a:rPr lang="en-US" sz="1800" b="0" i="0" u="none" strike="noStrike" baseline="0" dirty="0" err="1">
                <a:latin typeface="Times New Roman" panose="02020603050405020304" pitchFamily="18" charset="0"/>
                <a:cs typeface="Times New Roman" panose="02020603050405020304" pitchFamily="18" charset="0"/>
              </a:rPr>
              <a:t>stdio.h</a:t>
            </a:r>
            <a:r>
              <a:rPr lang="en-US" sz="1800" b="0" i="0" u="none" strike="noStrike" baseline="0" dirty="0">
                <a:latin typeface="Times New Roman" panose="02020603050405020304" pitchFamily="18" charset="0"/>
                <a:cs typeface="Times New Roman" panose="02020603050405020304" pitchFamily="18" charset="0"/>
              </a:rPr>
              <a:t>&gt;</a:t>
            </a:r>
          </a:p>
          <a:p>
            <a:pPr algn="l"/>
            <a:endParaRPr lang="en-US" sz="1800" b="0" i="0" u="none" strike="noStrike" baseline="0" dirty="0">
              <a:latin typeface="Times New Roman" panose="02020603050405020304" pitchFamily="18" charset="0"/>
              <a:cs typeface="Times New Roman" panose="02020603050405020304" pitchFamily="18" charset="0"/>
            </a:endParaRPr>
          </a:p>
          <a:p>
            <a:pPr algn="l"/>
            <a:r>
              <a:rPr lang="en-US" sz="1800" b="0" i="0" u="none" strike="noStrike" baseline="0" dirty="0">
                <a:latin typeface="Times New Roman" panose="02020603050405020304" pitchFamily="18" charset="0"/>
                <a:cs typeface="Times New Roman" panose="02020603050405020304" pitchFamily="18" charset="0"/>
              </a:rPr>
              <a:t>// Define a structure with single-bit named bit-fields</a:t>
            </a:r>
          </a:p>
          <a:p>
            <a:pPr algn="l"/>
            <a:r>
              <a:rPr lang="en-US" sz="1800" b="0" i="0" u="none" strike="noStrike" baseline="0" dirty="0">
                <a:latin typeface="Times New Roman" panose="02020603050405020304" pitchFamily="18" charset="0"/>
                <a:cs typeface="Times New Roman" panose="02020603050405020304" pitchFamily="18" charset="0"/>
              </a:rPr>
              <a:t>struct Flags {</a:t>
            </a:r>
          </a:p>
          <a:p>
            <a:pPr algn="l"/>
            <a:r>
              <a:rPr lang="en-US" sz="1800" b="0" i="0" u="none" strike="noStrike" baseline="0" dirty="0">
                <a:highlight>
                  <a:srgbClr val="FFFF00"/>
                </a:highlight>
                <a:latin typeface="Times New Roman" panose="02020603050405020304" pitchFamily="18" charset="0"/>
                <a:cs typeface="Times New Roman" panose="02020603050405020304" pitchFamily="18" charset="0"/>
              </a:rPr>
              <a:t>    </a:t>
            </a:r>
            <a:r>
              <a:rPr lang="en-US" sz="1800" i="0" u="none" strike="noStrike" baseline="0" dirty="0">
                <a:highlight>
                  <a:srgbClr val="FFFF00"/>
                </a:highlight>
                <a:latin typeface="Times New Roman" panose="02020603050405020304" pitchFamily="18" charset="0"/>
                <a:cs typeface="Times New Roman" panose="02020603050405020304" pitchFamily="18" charset="0"/>
              </a:rPr>
              <a:t>unsigned int flag1 : 1; // Single-bit named bit-field of unsigned type</a:t>
            </a:r>
          </a:p>
          <a:p>
            <a:pPr algn="l"/>
            <a:r>
              <a:rPr lang="en-US" sz="1800" i="0" u="none" strike="noStrike" baseline="0" dirty="0">
                <a:highlight>
                  <a:srgbClr val="FFFF00"/>
                </a:highlight>
                <a:latin typeface="Times New Roman" panose="02020603050405020304" pitchFamily="18" charset="0"/>
                <a:cs typeface="Times New Roman" panose="02020603050405020304" pitchFamily="18" charset="0"/>
              </a:rPr>
              <a:t>    unsigned int flag2 : 1; // Single-bit named bit-field of unsigned type</a:t>
            </a:r>
          </a:p>
          <a:p>
            <a:pPr algn="l"/>
            <a:r>
              <a:rPr lang="en-US" sz="1800" b="0" i="0" u="none" strike="noStrike" baseline="0" dirty="0">
                <a:latin typeface="Times New Roman" panose="02020603050405020304" pitchFamily="18" charset="0"/>
                <a:cs typeface="Times New Roman" panose="02020603050405020304" pitchFamily="18" charset="0"/>
              </a:rPr>
              <a:t>};</a:t>
            </a:r>
          </a:p>
          <a:p>
            <a:pPr algn="l"/>
            <a:endParaRPr lang="en-US" sz="1800" b="0" i="0" u="none" strike="noStrike" baseline="0" dirty="0">
              <a:latin typeface="Times New Roman" panose="02020603050405020304" pitchFamily="18" charset="0"/>
              <a:cs typeface="Times New Roman" panose="02020603050405020304" pitchFamily="18" charset="0"/>
            </a:endParaRPr>
          </a:p>
          <a:p>
            <a:pPr algn="l"/>
            <a:r>
              <a:rPr lang="en-US" sz="1800" b="0" i="0" u="none" strike="noStrike" baseline="0" dirty="0">
                <a:latin typeface="Times New Roman" panose="02020603050405020304" pitchFamily="18" charset="0"/>
                <a:cs typeface="Times New Roman" panose="02020603050405020304" pitchFamily="18" charset="0"/>
              </a:rPr>
              <a:t>int main() {</a:t>
            </a:r>
          </a:p>
          <a:p>
            <a:pPr algn="l"/>
            <a:r>
              <a:rPr lang="en-US" sz="1800" b="0" i="0" u="none" strike="noStrike" baseline="0" dirty="0">
                <a:latin typeface="Times New Roman" panose="02020603050405020304" pitchFamily="18" charset="0"/>
                <a:cs typeface="Times New Roman" panose="02020603050405020304" pitchFamily="18" charset="0"/>
              </a:rPr>
              <a:t>    // Declaration of variables is omitted for brevity</a:t>
            </a:r>
          </a:p>
          <a:p>
            <a:pPr algn="l"/>
            <a:r>
              <a:rPr lang="en-US" sz="1800" b="0" i="0" u="none" strike="noStrike" baseline="0" dirty="0">
                <a:latin typeface="Times New Roman" panose="02020603050405020304" pitchFamily="18" charset="0"/>
                <a:cs typeface="Times New Roman" panose="02020603050405020304" pitchFamily="18" charset="0"/>
              </a:rPr>
              <a:t>    return 0;</a:t>
            </a:r>
          </a:p>
          <a:p>
            <a:pPr algn="l"/>
            <a:r>
              <a:rPr lang="en-US" sz="1800" b="0" i="0" u="none" strike="noStrike" baseline="0" dirty="0">
                <a:latin typeface="Times New Roman" panose="02020603050405020304" pitchFamily="18" charset="0"/>
                <a:cs typeface="Times New Roman" panose="02020603050405020304" pitchFamily="18" charset="0"/>
              </a:rPr>
              <a:t>}</a:t>
            </a:r>
          </a:p>
        </p:txBody>
      </p:sp>
      <p:sp>
        <p:nvSpPr>
          <p:cNvPr id="14" name="TextBox 13">
            <a:extLst>
              <a:ext uri="{FF2B5EF4-FFF2-40B4-BE49-F238E27FC236}">
                <a16:creationId xmlns:a16="http://schemas.microsoft.com/office/drawing/2014/main" id="{3BEBAFEE-B117-F80A-3238-35883C77E34C}"/>
              </a:ext>
            </a:extLst>
          </p:cNvPr>
          <p:cNvSpPr txBox="1"/>
          <p:nvPr/>
        </p:nvSpPr>
        <p:spPr>
          <a:xfrm>
            <a:off x="1252529" y="2075899"/>
            <a:ext cx="10650070" cy="369332"/>
          </a:xfrm>
          <a:prstGeom prst="rect">
            <a:avLst/>
          </a:prstGeom>
          <a:noFill/>
        </p:spPr>
        <p:txBody>
          <a:bodyPr wrap="square">
            <a:spAutoFit/>
          </a:bodyPr>
          <a:lstStyle/>
          <a:p>
            <a:r>
              <a:rPr lang="en-US" dirty="0">
                <a:solidFill>
                  <a:srgbClr val="0D0D0D"/>
                </a:solidFill>
                <a:latin typeface="Times New Roman" panose="02020603050405020304" pitchFamily="18" charset="0"/>
                <a:cs typeface="Times New Roman" panose="02020603050405020304" pitchFamily="18" charset="0"/>
              </a:rPr>
              <a:t>T</a:t>
            </a:r>
            <a:r>
              <a:rPr lang="en-US" b="0" i="0" dirty="0">
                <a:solidFill>
                  <a:srgbClr val="0D0D0D"/>
                </a:solidFill>
                <a:effectLst/>
                <a:latin typeface="Times New Roman" panose="02020603050405020304" pitchFamily="18" charset="0"/>
                <a:cs typeface="Times New Roman" panose="02020603050405020304" pitchFamily="18" charset="0"/>
              </a:rPr>
              <a:t>o ensure that single-bit named bit-fields are not declared with signed types</a:t>
            </a:r>
            <a:endParaRPr lang="en-IN"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C571CA19-A36B-7D93-981A-5F92A3EA59D7}"/>
              </a:ext>
            </a:extLst>
          </p:cNvPr>
          <p:cNvSpPr txBox="1"/>
          <p:nvPr/>
        </p:nvSpPr>
        <p:spPr>
          <a:xfrm>
            <a:off x="1291256" y="2543645"/>
            <a:ext cx="1046338" cy="369332"/>
          </a:xfrm>
          <a:prstGeom prst="rect">
            <a:avLst/>
          </a:prstGeom>
          <a:noFill/>
        </p:spPr>
        <p:txBody>
          <a:bodyPr wrap="square">
            <a:spAutoFit/>
          </a:bodyPr>
          <a:lstStyle/>
          <a:p>
            <a:pPr algn="l"/>
            <a:r>
              <a:rPr lang="en-IN" dirty="0">
                <a:highlight>
                  <a:srgbClr val="FFFF00"/>
                </a:highlight>
              </a:rPr>
              <a:t>Example</a:t>
            </a:r>
          </a:p>
        </p:txBody>
      </p:sp>
      <p:sp>
        <p:nvSpPr>
          <p:cNvPr id="9" name="Slide Number Placeholder 8">
            <a:extLst>
              <a:ext uri="{FF2B5EF4-FFF2-40B4-BE49-F238E27FC236}">
                <a16:creationId xmlns:a16="http://schemas.microsoft.com/office/drawing/2014/main" id="{74D3A87D-E3F7-680E-C944-A5BA4E6591F6}"/>
              </a:ext>
            </a:extLst>
          </p:cNvPr>
          <p:cNvSpPr>
            <a:spLocks noGrp="1"/>
          </p:cNvSpPr>
          <p:nvPr>
            <p:ph type="sldNum" sz="quarter" idx="12"/>
          </p:nvPr>
        </p:nvSpPr>
        <p:spPr/>
        <p:txBody>
          <a:bodyPr/>
          <a:lstStyle/>
          <a:p>
            <a:fld id="{91247CA1-BCEC-4DD4-9B23-E2AE1AEA27A6}" type="slidenum">
              <a:rPr lang="en-IN" smtClean="0"/>
              <a:t>36</a:t>
            </a:fld>
            <a:endParaRPr lang="en-IN"/>
          </a:p>
        </p:txBody>
      </p:sp>
      <p:sp>
        <p:nvSpPr>
          <p:cNvPr id="8" name="TextBox 7">
            <a:extLst>
              <a:ext uri="{FF2B5EF4-FFF2-40B4-BE49-F238E27FC236}">
                <a16:creationId xmlns:a16="http://schemas.microsoft.com/office/drawing/2014/main" id="{F0D4BF03-D430-2974-E25C-ED04960B1252}"/>
              </a:ext>
            </a:extLst>
          </p:cNvPr>
          <p:cNvSpPr txBox="1"/>
          <p:nvPr/>
        </p:nvSpPr>
        <p:spPr>
          <a:xfrm>
            <a:off x="10532532" y="526059"/>
            <a:ext cx="1451144" cy="369332"/>
          </a:xfrm>
          <a:prstGeom prst="rect">
            <a:avLst/>
          </a:prstGeom>
          <a:noFill/>
        </p:spPr>
        <p:txBody>
          <a:bodyPr wrap="square">
            <a:spAutoFit/>
          </a:bodyPr>
          <a:lstStyle/>
          <a:p>
            <a:r>
              <a:rPr lang="en-IN" dirty="0"/>
              <a:t>Session 1</a:t>
            </a:r>
          </a:p>
        </p:txBody>
      </p:sp>
    </p:spTree>
    <p:extLst>
      <p:ext uri="{BB962C8B-B14F-4D97-AF65-F5344CB8AC3E}">
        <p14:creationId xmlns:p14="http://schemas.microsoft.com/office/powerpoint/2010/main" val="364642356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5A292AEA-2528-46C0-B426-95822B6141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D8B7B198-E4DF-43CD-AD8C-1998843237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34" name="Freeform: Shape 33">
            <a:extLst>
              <a:ext uri="{FF2B5EF4-FFF2-40B4-BE49-F238E27FC236}">
                <a16:creationId xmlns:a16="http://schemas.microsoft.com/office/drawing/2014/main" id="{2BE67753-EA0E-4819-8D22-0B6600CF7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96934" y="3984"/>
            <a:ext cx="9376632" cy="6858000"/>
          </a:xfrm>
          <a:custGeom>
            <a:avLst/>
            <a:gdLst>
              <a:gd name="connsiteX0" fmla="*/ 1691615 w 9376632"/>
              <a:gd name="connsiteY0" fmla="*/ 0 h 6858000"/>
              <a:gd name="connsiteX1" fmla="*/ 7685017 w 9376632"/>
              <a:gd name="connsiteY1" fmla="*/ 0 h 6858000"/>
              <a:gd name="connsiteX2" fmla="*/ 7840634 w 9376632"/>
              <a:gd name="connsiteY2" fmla="*/ 134799 h 6858000"/>
              <a:gd name="connsiteX3" fmla="*/ 9376632 w 9376632"/>
              <a:gd name="connsiteY3" fmla="*/ 3605175 h 6858000"/>
              <a:gd name="connsiteX4" fmla="*/ 8158692 w 9376632"/>
              <a:gd name="connsiteY4" fmla="*/ 6757493 h 6858000"/>
              <a:gd name="connsiteX5" fmla="*/ 8062868 w 9376632"/>
              <a:gd name="connsiteY5" fmla="*/ 6858000 h 6858000"/>
              <a:gd name="connsiteX6" fmla="*/ 1313765 w 9376632"/>
              <a:gd name="connsiteY6" fmla="*/ 6858000 h 6858000"/>
              <a:gd name="connsiteX7" fmla="*/ 1217940 w 9376632"/>
              <a:gd name="connsiteY7" fmla="*/ 6757493 h 6858000"/>
              <a:gd name="connsiteX8" fmla="*/ 0 w 9376632"/>
              <a:gd name="connsiteY8" fmla="*/ 3605175 h 6858000"/>
              <a:gd name="connsiteX9" fmla="*/ 1535999 w 9376632"/>
              <a:gd name="connsiteY9" fmla="*/ 13479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376632" h="6858000">
                <a:moveTo>
                  <a:pt x="1691615" y="0"/>
                </a:moveTo>
                <a:lnTo>
                  <a:pt x="7685017" y="0"/>
                </a:lnTo>
                <a:lnTo>
                  <a:pt x="7840634" y="134799"/>
                </a:lnTo>
                <a:cubicBezTo>
                  <a:pt x="8784230" y="992423"/>
                  <a:pt x="9376632" y="2229618"/>
                  <a:pt x="9376632" y="3605175"/>
                </a:cubicBezTo>
                <a:cubicBezTo>
                  <a:pt x="9376632" y="4818903"/>
                  <a:pt x="8915419" y="5924908"/>
                  <a:pt x="8158692" y="6757493"/>
                </a:cubicBezTo>
                <a:lnTo>
                  <a:pt x="8062868" y="6858000"/>
                </a:lnTo>
                <a:lnTo>
                  <a:pt x="1313765" y="6858000"/>
                </a:lnTo>
                <a:lnTo>
                  <a:pt x="1217940" y="6757493"/>
                </a:lnTo>
                <a:cubicBezTo>
                  <a:pt x="461213" y="5924908"/>
                  <a:pt x="0" y="4818903"/>
                  <a:pt x="0" y="3605175"/>
                </a:cubicBezTo>
                <a:cubicBezTo>
                  <a:pt x="0" y="2229618"/>
                  <a:pt x="592403" y="992423"/>
                  <a:pt x="1535999" y="134799"/>
                </a:cubicBezTo>
                <a:close/>
              </a:path>
            </a:pathLst>
          </a:cu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5" name="Group 34">
            <a:extLst>
              <a:ext uri="{FF2B5EF4-FFF2-40B4-BE49-F238E27FC236}">
                <a16:creationId xmlns:a16="http://schemas.microsoft.com/office/drawing/2014/main" id="{D76D63AC-0421-45EC-B383-E79A61A78C6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303402" y="3985"/>
            <a:ext cx="9772765" cy="6858000"/>
            <a:chOff x="1303402" y="36937"/>
            <a:chExt cx="9772765" cy="6858000"/>
          </a:xfrm>
          <a:solidFill>
            <a:schemeClr val="bg1">
              <a:alpha val="30000"/>
            </a:schemeClr>
          </a:solidFill>
        </p:grpSpPr>
        <p:sp>
          <p:nvSpPr>
            <p:cNvPr id="15" name="Freeform: Shape 14">
              <a:extLst>
                <a:ext uri="{FF2B5EF4-FFF2-40B4-BE49-F238E27FC236}">
                  <a16:creationId xmlns:a16="http://schemas.microsoft.com/office/drawing/2014/main" id="{B997A32E-7032-4107-9C8B-99DB59EDD5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6937"/>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Shape 15">
              <a:extLst>
                <a:ext uri="{FF2B5EF4-FFF2-40B4-BE49-F238E27FC236}">
                  <a16:creationId xmlns:a16="http://schemas.microsoft.com/office/drawing/2014/main" id="{943BB27F-1470-42CA-91FF-D94BC691C8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6937"/>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Freeform: Shape 16">
              <a:extLst>
                <a:ext uri="{FF2B5EF4-FFF2-40B4-BE49-F238E27FC236}">
                  <a16:creationId xmlns:a16="http://schemas.microsoft.com/office/drawing/2014/main" id="{E997B002-17FD-47B3-A06A-76802FE15C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6937"/>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Freeform: Shape 17">
              <a:extLst>
                <a:ext uri="{FF2B5EF4-FFF2-40B4-BE49-F238E27FC236}">
                  <a16:creationId xmlns:a16="http://schemas.microsoft.com/office/drawing/2014/main" id="{E401EA35-9D2E-43B7-860F-EBB8A6C3E0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6937"/>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Freeform: Shape 18">
              <a:extLst>
                <a:ext uri="{FF2B5EF4-FFF2-40B4-BE49-F238E27FC236}">
                  <a16:creationId xmlns:a16="http://schemas.microsoft.com/office/drawing/2014/main" id="{F8C44827-3D81-4FF9-B4A5-5650D1B20A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6937"/>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Freeform: Shape 19">
              <a:extLst>
                <a:ext uri="{FF2B5EF4-FFF2-40B4-BE49-F238E27FC236}">
                  <a16:creationId xmlns:a16="http://schemas.microsoft.com/office/drawing/2014/main" id="{F613D97F-F6DF-4D32-AD91-209A80E7A2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8320" y="36937"/>
              <a:ext cx="9767847" cy="6858000"/>
            </a:xfrm>
            <a:custGeom>
              <a:avLst/>
              <a:gdLst>
                <a:gd name="connsiteX0" fmla="*/ 7151367 w 9767847"/>
                <a:gd name="connsiteY0" fmla="*/ 0 h 6858000"/>
                <a:gd name="connsiteX1" fmla="*/ 7881247 w 9767847"/>
                <a:gd name="connsiteY1" fmla="*/ 0 h 6858000"/>
                <a:gd name="connsiteX2" fmla="*/ 7990553 w 9767847"/>
                <a:gd name="connsiteY2" fmla="*/ 81317 h 6858000"/>
                <a:gd name="connsiteX3" fmla="*/ 9767847 w 9767847"/>
                <a:gd name="connsiteY3" fmla="*/ 3649031 h 6858000"/>
                <a:gd name="connsiteX4" fmla="*/ 8652597 w 9767847"/>
                <a:gd name="connsiteY4" fmla="*/ 6590005 h 6858000"/>
                <a:gd name="connsiteX5" fmla="*/ 8395306 w 9767847"/>
                <a:gd name="connsiteY5" fmla="*/ 6858000 h 6858000"/>
                <a:gd name="connsiteX6" fmla="*/ 6762603 w 9767847"/>
                <a:gd name="connsiteY6" fmla="*/ 6858000 h 6858000"/>
                <a:gd name="connsiteX7" fmla="*/ 6765962 w 9767847"/>
                <a:gd name="connsiteY7" fmla="*/ 6854844 h 6858000"/>
                <a:gd name="connsiteX8" fmla="*/ 6804586 w 9767847"/>
                <a:gd name="connsiteY8" fmla="*/ 6817103 h 6858000"/>
                <a:gd name="connsiteX9" fmla="*/ 6881735 w 9767847"/>
                <a:gd name="connsiteY9" fmla="*/ 6741197 h 6858000"/>
                <a:gd name="connsiteX10" fmla="*/ 6958883 w 9767847"/>
                <a:gd name="connsiteY10" fmla="*/ 6664822 h 6858000"/>
                <a:gd name="connsiteX11" fmla="*/ 7267925 w 9767847"/>
                <a:gd name="connsiteY11" fmla="*/ 6355694 h 6858000"/>
                <a:gd name="connsiteX12" fmla="*/ 7424360 w 9767847"/>
                <a:gd name="connsiteY12" fmla="*/ 6200685 h 6858000"/>
                <a:gd name="connsiteX13" fmla="*/ 7504938 w 9767847"/>
                <a:gd name="connsiteY13" fmla="*/ 6122708 h 6858000"/>
                <a:gd name="connsiteX14" fmla="*/ 7546396 w 9767847"/>
                <a:gd name="connsiteY14" fmla="*/ 6083697 h 6858000"/>
                <a:gd name="connsiteX15" fmla="*/ 7588002 w 9767847"/>
                <a:gd name="connsiteY15" fmla="*/ 6045532 h 6858000"/>
                <a:gd name="connsiteX16" fmla="*/ 7631000 w 9767847"/>
                <a:gd name="connsiteY16" fmla="*/ 6006709 h 6858000"/>
                <a:gd name="connsiteX17" fmla="*/ 7675440 w 9767847"/>
                <a:gd name="connsiteY17" fmla="*/ 5968309 h 6858000"/>
                <a:gd name="connsiteX18" fmla="*/ 7720626 w 9767847"/>
                <a:gd name="connsiteY18" fmla="*/ 5930851 h 6858000"/>
                <a:gd name="connsiteX19" fmla="*/ 7766458 w 9767847"/>
                <a:gd name="connsiteY19" fmla="*/ 5894334 h 6858000"/>
                <a:gd name="connsiteX20" fmla="*/ 7955254 w 9767847"/>
                <a:gd name="connsiteY20" fmla="*/ 5756828 h 6858000"/>
                <a:gd name="connsiteX21" fmla="*/ 8352678 w 9767847"/>
                <a:gd name="connsiteY21" fmla="*/ 5517630 h 6858000"/>
                <a:gd name="connsiteX22" fmla="*/ 8451350 w 9767847"/>
                <a:gd name="connsiteY22" fmla="*/ 5465254 h 6858000"/>
                <a:gd name="connsiteX23" fmla="*/ 8548532 w 9767847"/>
                <a:gd name="connsiteY23" fmla="*/ 5413395 h 6858000"/>
                <a:gd name="connsiteX24" fmla="*/ 8729473 w 9767847"/>
                <a:gd name="connsiteY24" fmla="*/ 5309961 h 6858000"/>
                <a:gd name="connsiteX25" fmla="*/ 8770781 w 9767847"/>
                <a:gd name="connsiteY25" fmla="*/ 5283232 h 6858000"/>
                <a:gd name="connsiteX26" fmla="*/ 8790964 w 9767847"/>
                <a:gd name="connsiteY26" fmla="*/ 5269492 h 6858000"/>
                <a:gd name="connsiteX27" fmla="*/ 8810499 w 9767847"/>
                <a:gd name="connsiteY27" fmla="*/ 5255703 h 6858000"/>
                <a:gd name="connsiteX28" fmla="*/ 8883571 w 9767847"/>
                <a:gd name="connsiteY28" fmla="*/ 5198479 h 6858000"/>
                <a:gd name="connsiteX29" fmla="*/ 9006651 w 9767847"/>
                <a:gd name="connsiteY29" fmla="*/ 5070527 h 6858000"/>
                <a:gd name="connsiteX30" fmla="*/ 9033494 w 9767847"/>
                <a:gd name="connsiteY30" fmla="*/ 5034105 h 6858000"/>
                <a:gd name="connsiteX31" fmla="*/ 9040305 w 9767847"/>
                <a:gd name="connsiteY31" fmla="*/ 5024551 h 6858000"/>
                <a:gd name="connsiteX32" fmla="*/ 9046568 w 9767847"/>
                <a:gd name="connsiteY32" fmla="*/ 5015281 h 6858000"/>
                <a:gd name="connsiteX33" fmla="*/ 9058846 w 9767847"/>
                <a:gd name="connsiteY33" fmla="*/ 4996645 h 6858000"/>
                <a:gd name="connsiteX34" fmla="*/ 9104529 w 9767847"/>
                <a:gd name="connsiteY34" fmla="*/ 4918105 h 6858000"/>
                <a:gd name="connsiteX35" fmla="*/ 9181081 w 9767847"/>
                <a:gd name="connsiteY35" fmla="*/ 4744694 h 6858000"/>
                <a:gd name="connsiteX36" fmla="*/ 9240731 w 9767847"/>
                <a:gd name="connsiteY36" fmla="*/ 4557872 h 6858000"/>
                <a:gd name="connsiteX37" fmla="*/ 9265388 w 9767847"/>
                <a:gd name="connsiteY37" fmla="*/ 4461073 h 6858000"/>
                <a:gd name="connsiteX38" fmla="*/ 9276571 w 9767847"/>
                <a:gd name="connsiteY38" fmla="*/ 4411943 h 6858000"/>
                <a:gd name="connsiteX39" fmla="*/ 9281841 w 9767847"/>
                <a:gd name="connsiteY39" fmla="*/ 4387379 h 6858000"/>
                <a:gd name="connsiteX40" fmla="*/ 9286513 w 9767847"/>
                <a:gd name="connsiteY40" fmla="*/ 4364838 h 6858000"/>
                <a:gd name="connsiteX41" fmla="*/ 9296754 w 9767847"/>
                <a:gd name="connsiteY41" fmla="*/ 4312038 h 6858000"/>
                <a:gd name="connsiteX42" fmla="*/ 9301029 w 9767847"/>
                <a:gd name="connsiteY42" fmla="*/ 4289074 h 6858000"/>
                <a:gd name="connsiteX43" fmla="*/ 9302818 w 9767847"/>
                <a:gd name="connsiteY43" fmla="*/ 4278581 h 6858000"/>
                <a:gd name="connsiteX44" fmla="*/ 9304658 w 9767847"/>
                <a:gd name="connsiteY44" fmla="*/ 4266816 h 6858000"/>
                <a:gd name="connsiteX45" fmla="*/ 9312810 w 9767847"/>
                <a:gd name="connsiteY45" fmla="*/ 4215945 h 6858000"/>
                <a:gd name="connsiteX46" fmla="*/ 9316887 w 9767847"/>
                <a:gd name="connsiteY46" fmla="*/ 4190486 h 6858000"/>
                <a:gd name="connsiteX47" fmla="*/ 9318923 w 9767847"/>
                <a:gd name="connsiteY47" fmla="*/ 4177780 h 6858000"/>
                <a:gd name="connsiteX48" fmla="*/ 9320515 w 9767847"/>
                <a:gd name="connsiteY48" fmla="*/ 4164886 h 6858000"/>
                <a:gd name="connsiteX49" fmla="*/ 9332445 w 9767847"/>
                <a:gd name="connsiteY49" fmla="*/ 4064981 h 6858000"/>
                <a:gd name="connsiteX50" fmla="*/ 9336173 w 9767847"/>
                <a:gd name="connsiteY50" fmla="*/ 4018676 h 6858000"/>
                <a:gd name="connsiteX51" fmla="*/ 9340199 w 9767847"/>
                <a:gd name="connsiteY51" fmla="*/ 3965171 h 6858000"/>
                <a:gd name="connsiteX52" fmla="*/ 9347557 w 9767847"/>
                <a:gd name="connsiteY52" fmla="*/ 3765972 h 6858000"/>
                <a:gd name="connsiteX53" fmla="*/ 9346364 w 9767847"/>
                <a:gd name="connsiteY53" fmla="*/ 3664938 h 6858000"/>
                <a:gd name="connsiteX54" fmla="*/ 9344921 w 9767847"/>
                <a:gd name="connsiteY54" fmla="*/ 3615243 h 6858000"/>
                <a:gd name="connsiteX55" fmla="*/ 9344524 w 9767847"/>
                <a:gd name="connsiteY55" fmla="*/ 3603526 h 6858000"/>
                <a:gd name="connsiteX56" fmla="*/ 9343728 w 9767847"/>
                <a:gd name="connsiteY56" fmla="*/ 3590774 h 6858000"/>
                <a:gd name="connsiteX57" fmla="*/ 9342188 w 9767847"/>
                <a:gd name="connsiteY57" fmla="*/ 3565268 h 6858000"/>
                <a:gd name="connsiteX58" fmla="*/ 9339056 w 9767847"/>
                <a:gd name="connsiteY58" fmla="*/ 3514256 h 6858000"/>
                <a:gd name="connsiteX59" fmla="*/ 9334334 w 9767847"/>
                <a:gd name="connsiteY59" fmla="*/ 3463057 h 6858000"/>
                <a:gd name="connsiteX60" fmla="*/ 9329363 w 9767847"/>
                <a:gd name="connsiteY60" fmla="*/ 3411810 h 6858000"/>
                <a:gd name="connsiteX61" fmla="*/ 9328319 w 9767847"/>
                <a:gd name="connsiteY61" fmla="*/ 3400657 h 6858000"/>
                <a:gd name="connsiteX62" fmla="*/ 9327177 w 9767847"/>
                <a:gd name="connsiteY62" fmla="*/ 3390116 h 6858000"/>
                <a:gd name="connsiteX63" fmla="*/ 9324293 w 9767847"/>
                <a:gd name="connsiteY63" fmla="*/ 3366774 h 6858000"/>
                <a:gd name="connsiteX64" fmla="*/ 9320763 w 9767847"/>
                <a:gd name="connsiteY64" fmla="*/ 3340329 h 6858000"/>
                <a:gd name="connsiteX65" fmla="*/ 9317184 w 9767847"/>
                <a:gd name="connsiteY65" fmla="*/ 3311245 h 6858000"/>
                <a:gd name="connsiteX66" fmla="*/ 9311021 w 9767847"/>
                <a:gd name="connsiteY66" fmla="*/ 3266211 h 6858000"/>
                <a:gd name="connsiteX67" fmla="*/ 9302719 w 9767847"/>
                <a:gd name="connsiteY67" fmla="*/ 3215717 h 6858000"/>
                <a:gd name="connsiteX68" fmla="*/ 9293970 w 9767847"/>
                <a:gd name="connsiteY68" fmla="*/ 3165789 h 6858000"/>
                <a:gd name="connsiteX69" fmla="*/ 9252065 w 9767847"/>
                <a:gd name="connsiteY69" fmla="*/ 2967107 h 6858000"/>
                <a:gd name="connsiteX70" fmla="*/ 9227211 w 9767847"/>
                <a:gd name="connsiteY70" fmla="*/ 2868473 h 6858000"/>
                <a:gd name="connsiteX71" fmla="*/ 9220699 w 9767847"/>
                <a:gd name="connsiteY71" fmla="*/ 2844426 h 6858000"/>
                <a:gd name="connsiteX72" fmla="*/ 9213740 w 9767847"/>
                <a:gd name="connsiteY72" fmla="*/ 2820191 h 6858000"/>
                <a:gd name="connsiteX73" fmla="*/ 9199374 w 9767847"/>
                <a:gd name="connsiteY73" fmla="*/ 2771438 h 6858000"/>
                <a:gd name="connsiteX74" fmla="*/ 9061829 w 9767847"/>
                <a:gd name="connsiteY74" fmla="*/ 2385418 h 6858000"/>
                <a:gd name="connsiteX75" fmla="*/ 8978865 w 9767847"/>
                <a:gd name="connsiteY75" fmla="*/ 2196855 h 6858000"/>
                <a:gd name="connsiteX76" fmla="*/ 8956694 w 9767847"/>
                <a:gd name="connsiteY76" fmla="*/ 2150219 h 6858000"/>
                <a:gd name="connsiteX77" fmla="*/ 8934176 w 9767847"/>
                <a:gd name="connsiteY77" fmla="*/ 2103914 h 6858000"/>
                <a:gd name="connsiteX78" fmla="*/ 8887151 w 9767847"/>
                <a:gd name="connsiteY78" fmla="*/ 2011350 h 6858000"/>
                <a:gd name="connsiteX79" fmla="*/ 8787533 w 9767847"/>
                <a:gd name="connsiteY79" fmla="*/ 1828527 h 6858000"/>
                <a:gd name="connsiteX80" fmla="*/ 8761485 w 9767847"/>
                <a:gd name="connsiteY80" fmla="*/ 1783398 h 6858000"/>
                <a:gd name="connsiteX81" fmla="*/ 8734791 w 9767847"/>
                <a:gd name="connsiteY81" fmla="*/ 1737893 h 6858000"/>
                <a:gd name="connsiteX82" fmla="*/ 8680808 w 9767847"/>
                <a:gd name="connsiteY82" fmla="*/ 1648812 h 6858000"/>
                <a:gd name="connsiteX83" fmla="*/ 8567024 w 9767847"/>
                <a:gd name="connsiteY83" fmla="*/ 1472906 h 6858000"/>
                <a:gd name="connsiteX84" fmla="*/ 8537446 w 9767847"/>
                <a:gd name="connsiteY84" fmla="*/ 1429330 h 6858000"/>
                <a:gd name="connsiteX85" fmla="*/ 8507423 w 9767847"/>
                <a:gd name="connsiteY85" fmla="*/ 1385896 h 6858000"/>
                <a:gd name="connsiteX86" fmla="*/ 8446529 w 9767847"/>
                <a:gd name="connsiteY86" fmla="*/ 1300295 h 6858000"/>
                <a:gd name="connsiteX87" fmla="*/ 8319224 w 9767847"/>
                <a:gd name="connsiteY87" fmla="*/ 1131026 h 6858000"/>
                <a:gd name="connsiteX88" fmla="*/ 8286366 w 9767847"/>
                <a:gd name="connsiteY88" fmla="*/ 1089050 h 6858000"/>
                <a:gd name="connsiteX89" fmla="*/ 8270161 w 9767847"/>
                <a:gd name="connsiteY89" fmla="*/ 1068439 h 6858000"/>
                <a:gd name="connsiteX90" fmla="*/ 8253856 w 9767847"/>
                <a:gd name="connsiteY90" fmla="*/ 1048156 h 6858000"/>
                <a:gd name="connsiteX91" fmla="*/ 8186352 w 9767847"/>
                <a:gd name="connsiteY91" fmla="*/ 966275 h 6858000"/>
                <a:gd name="connsiteX92" fmla="*/ 8046768 w 9767847"/>
                <a:gd name="connsiteY92" fmla="*/ 805429 h 6858000"/>
                <a:gd name="connsiteX93" fmla="*/ 8010927 w 9767847"/>
                <a:gd name="connsiteY93" fmla="*/ 765853 h 6858000"/>
                <a:gd name="connsiteX94" fmla="*/ 7974788 w 9767847"/>
                <a:gd name="connsiteY94" fmla="*/ 726653 h 6858000"/>
                <a:gd name="connsiteX95" fmla="*/ 7901070 w 9767847"/>
                <a:gd name="connsiteY95" fmla="*/ 648724 h 6858000"/>
                <a:gd name="connsiteX96" fmla="*/ 7750054 w 9767847"/>
                <a:gd name="connsiteY96" fmla="*/ 497008 h 6858000"/>
                <a:gd name="connsiteX97" fmla="*/ 7592277 w 9767847"/>
                <a:gd name="connsiteY97" fmla="*/ 351221 h 6858000"/>
                <a:gd name="connsiteX98" fmla="*/ 7257734 w 9767847"/>
                <a:gd name="connsiteY98" fmla="*/ 76964 h 6858000"/>
                <a:gd name="connsiteX99" fmla="*/ 1886601 w 9767847"/>
                <a:gd name="connsiteY99" fmla="*/ 0 h 6858000"/>
                <a:gd name="connsiteX100" fmla="*/ 2292926 w 9767847"/>
                <a:gd name="connsiteY100" fmla="*/ 0 h 6858000"/>
                <a:gd name="connsiteX101" fmla="*/ 2135542 w 9767847"/>
                <a:gd name="connsiteY101" fmla="*/ 117781 h 6858000"/>
                <a:gd name="connsiteX102" fmla="*/ 1969576 w 9767847"/>
                <a:gd name="connsiteY102" fmla="*/ 254986 h 6858000"/>
                <a:gd name="connsiteX103" fmla="*/ 1659938 w 9767847"/>
                <a:gd name="connsiteY103" fmla="*/ 549855 h 6858000"/>
                <a:gd name="connsiteX104" fmla="*/ 729383 w 9767847"/>
                <a:gd name="connsiteY104" fmla="*/ 1936480 h 6858000"/>
                <a:gd name="connsiteX105" fmla="*/ 578465 w 9767847"/>
                <a:gd name="connsiteY105" fmla="*/ 2320807 h 6858000"/>
                <a:gd name="connsiteX106" fmla="*/ 465080 w 9767847"/>
                <a:gd name="connsiteY106" fmla="*/ 2714875 h 6858000"/>
                <a:gd name="connsiteX107" fmla="*/ 423820 w 9767847"/>
                <a:gd name="connsiteY107" fmla="*/ 2915436 h 6858000"/>
                <a:gd name="connsiteX108" fmla="*/ 392355 w 9767847"/>
                <a:gd name="connsiteY108" fmla="*/ 3118071 h 6858000"/>
                <a:gd name="connsiteX109" fmla="*/ 358801 w 9767847"/>
                <a:gd name="connsiteY109" fmla="*/ 3526915 h 6858000"/>
                <a:gd name="connsiteX110" fmla="*/ 410350 w 9767847"/>
                <a:gd name="connsiteY110" fmla="*/ 4348226 h 6858000"/>
                <a:gd name="connsiteX111" fmla="*/ 449022 w 9767847"/>
                <a:gd name="connsiteY111" fmla="*/ 4551049 h 6858000"/>
                <a:gd name="connsiteX112" fmla="*/ 498882 w 9767847"/>
                <a:gd name="connsiteY112" fmla="*/ 4752365 h 6858000"/>
                <a:gd name="connsiteX113" fmla="*/ 559775 w 9767847"/>
                <a:gd name="connsiteY113" fmla="*/ 4951657 h 6858000"/>
                <a:gd name="connsiteX114" fmla="*/ 631406 w 9767847"/>
                <a:gd name="connsiteY114" fmla="*/ 5147986 h 6858000"/>
                <a:gd name="connsiteX115" fmla="*/ 1023461 w 9767847"/>
                <a:gd name="connsiteY115" fmla="*/ 5893957 h 6858000"/>
                <a:gd name="connsiteX116" fmla="*/ 1575880 w 9767847"/>
                <a:gd name="connsiteY116" fmla="*/ 6547646 h 6858000"/>
                <a:gd name="connsiteX117" fmla="*/ 1905228 w 9767847"/>
                <a:gd name="connsiteY117" fmla="*/ 6829468 h 6858000"/>
                <a:gd name="connsiteX118" fmla="*/ 1944230 w 9767847"/>
                <a:gd name="connsiteY118" fmla="*/ 6858000 h 6858000"/>
                <a:gd name="connsiteX119" fmla="*/ 1372541 w 9767847"/>
                <a:gd name="connsiteY119" fmla="*/ 6858000 h 6858000"/>
                <a:gd name="connsiteX120" fmla="*/ 1115251 w 9767847"/>
                <a:gd name="connsiteY120" fmla="*/ 6590005 h 6858000"/>
                <a:gd name="connsiteX121" fmla="*/ 0 w 9767847"/>
                <a:gd name="connsiteY121" fmla="*/ 3649031 h 6858000"/>
                <a:gd name="connsiteX122" fmla="*/ 1777294 w 9767847"/>
                <a:gd name="connsiteY122" fmla="*/ 813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9767847" h="6858000">
                  <a:moveTo>
                    <a:pt x="7151367" y="0"/>
                  </a:moveTo>
                  <a:lnTo>
                    <a:pt x="7881247" y="0"/>
                  </a:lnTo>
                  <a:lnTo>
                    <a:pt x="7990553" y="81317"/>
                  </a:lnTo>
                  <a:cubicBezTo>
                    <a:pt x="9075991" y="929334"/>
                    <a:pt x="9767847" y="2212695"/>
                    <a:pt x="9767847" y="3649031"/>
                  </a:cubicBezTo>
                  <a:cubicBezTo>
                    <a:pt x="9767847" y="4766182"/>
                    <a:pt x="9349317" y="5790792"/>
                    <a:pt x="8652597" y="6590005"/>
                  </a:cubicBezTo>
                  <a:lnTo>
                    <a:pt x="8395306" y="6858000"/>
                  </a:lnTo>
                  <a:lnTo>
                    <a:pt x="6762603" y="6858000"/>
                  </a:lnTo>
                  <a:lnTo>
                    <a:pt x="6765962" y="6854844"/>
                  </a:lnTo>
                  <a:cubicBezTo>
                    <a:pt x="6779036" y="6842703"/>
                    <a:pt x="6791663" y="6829621"/>
                    <a:pt x="6804586" y="6817103"/>
                  </a:cubicBezTo>
                  <a:lnTo>
                    <a:pt x="6881735" y="6741197"/>
                  </a:lnTo>
                  <a:cubicBezTo>
                    <a:pt x="6907435" y="6715881"/>
                    <a:pt x="6933134" y="6690798"/>
                    <a:pt x="6958883" y="6664822"/>
                  </a:cubicBezTo>
                  <a:lnTo>
                    <a:pt x="7267925" y="6355694"/>
                  </a:lnTo>
                  <a:lnTo>
                    <a:pt x="7424360" y="6200685"/>
                  </a:lnTo>
                  <a:cubicBezTo>
                    <a:pt x="7450754" y="6174802"/>
                    <a:pt x="7477598" y="6148731"/>
                    <a:pt x="7504938" y="6122708"/>
                  </a:cubicBezTo>
                  <a:lnTo>
                    <a:pt x="7546396" y="6083697"/>
                  </a:lnTo>
                  <a:cubicBezTo>
                    <a:pt x="7560264" y="6070803"/>
                    <a:pt x="7574780" y="6057532"/>
                    <a:pt x="7588002" y="6045532"/>
                  </a:cubicBezTo>
                  <a:lnTo>
                    <a:pt x="7631000" y="6006709"/>
                  </a:lnTo>
                  <a:lnTo>
                    <a:pt x="7675440" y="5968309"/>
                  </a:lnTo>
                  <a:cubicBezTo>
                    <a:pt x="7690404" y="5955698"/>
                    <a:pt x="7705564" y="5943321"/>
                    <a:pt x="7720626" y="5930851"/>
                  </a:cubicBezTo>
                  <a:cubicBezTo>
                    <a:pt x="7735738" y="5918427"/>
                    <a:pt x="7751197" y="5906521"/>
                    <a:pt x="7766458" y="5894334"/>
                  </a:cubicBezTo>
                  <a:cubicBezTo>
                    <a:pt x="7827949" y="5846192"/>
                    <a:pt x="7890979" y="5800499"/>
                    <a:pt x="7955254" y="5756828"/>
                  </a:cubicBezTo>
                  <a:cubicBezTo>
                    <a:pt x="8083800" y="5669534"/>
                    <a:pt x="8216872" y="5590336"/>
                    <a:pt x="8352678" y="5517630"/>
                  </a:cubicBezTo>
                  <a:lnTo>
                    <a:pt x="8451350" y="5465254"/>
                  </a:lnTo>
                  <a:lnTo>
                    <a:pt x="8548532" y="5413395"/>
                  </a:lnTo>
                  <a:cubicBezTo>
                    <a:pt x="8612110" y="5379090"/>
                    <a:pt x="8673251" y="5345208"/>
                    <a:pt x="8729473" y="5309961"/>
                  </a:cubicBezTo>
                  <a:cubicBezTo>
                    <a:pt x="8743591" y="5301115"/>
                    <a:pt x="8757161" y="5292361"/>
                    <a:pt x="8770781" y="5283232"/>
                  </a:cubicBezTo>
                  <a:cubicBezTo>
                    <a:pt x="8777591" y="5278667"/>
                    <a:pt x="8784451" y="5274103"/>
                    <a:pt x="8790964" y="5269492"/>
                  </a:cubicBezTo>
                  <a:cubicBezTo>
                    <a:pt x="8797574" y="5264879"/>
                    <a:pt x="8804235" y="5260314"/>
                    <a:pt x="8810499" y="5255703"/>
                  </a:cubicBezTo>
                  <a:cubicBezTo>
                    <a:pt x="8835999" y="5237303"/>
                    <a:pt x="8860407" y="5218291"/>
                    <a:pt x="8883571" y="5198479"/>
                  </a:cubicBezTo>
                  <a:cubicBezTo>
                    <a:pt x="8929900" y="5158856"/>
                    <a:pt x="8971258" y="5116315"/>
                    <a:pt x="9006651" y="5070527"/>
                  </a:cubicBezTo>
                  <a:cubicBezTo>
                    <a:pt x="9015351" y="5059328"/>
                    <a:pt x="9024398" y="5046857"/>
                    <a:pt x="9033494" y="5034105"/>
                  </a:cubicBezTo>
                  <a:lnTo>
                    <a:pt x="9040305" y="5024551"/>
                  </a:lnTo>
                  <a:lnTo>
                    <a:pt x="9046568" y="5015281"/>
                  </a:lnTo>
                  <a:cubicBezTo>
                    <a:pt x="9050743" y="5009163"/>
                    <a:pt x="9054819" y="5002952"/>
                    <a:pt x="9058846" y="4996645"/>
                  </a:cubicBezTo>
                  <a:cubicBezTo>
                    <a:pt x="9075002" y="4971517"/>
                    <a:pt x="9090212" y="4945305"/>
                    <a:pt x="9104529" y="4918105"/>
                  </a:cubicBezTo>
                  <a:cubicBezTo>
                    <a:pt x="9133211" y="4863752"/>
                    <a:pt x="9158313" y="4805447"/>
                    <a:pt x="9181081" y="4744694"/>
                  </a:cubicBezTo>
                  <a:cubicBezTo>
                    <a:pt x="9203748" y="4684178"/>
                    <a:pt x="9223383" y="4621778"/>
                    <a:pt x="9240731" y="4557872"/>
                  </a:cubicBezTo>
                  <a:cubicBezTo>
                    <a:pt x="9249481" y="4525966"/>
                    <a:pt x="9257682" y="4493684"/>
                    <a:pt x="9265388" y="4461073"/>
                  </a:cubicBezTo>
                  <a:cubicBezTo>
                    <a:pt x="9269215" y="4444744"/>
                    <a:pt x="9272943" y="4428367"/>
                    <a:pt x="9276571" y="4411943"/>
                  </a:cubicBezTo>
                  <a:lnTo>
                    <a:pt x="9281841" y="4387379"/>
                  </a:lnTo>
                  <a:lnTo>
                    <a:pt x="9286513" y="4364838"/>
                  </a:lnTo>
                  <a:lnTo>
                    <a:pt x="9296754" y="4312038"/>
                  </a:lnTo>
                  <a:lnTo>
                    <a:pt x="9301029" y="4289074"/>
                  </a:lnTo>
                  <a:lnTo>
                    <a:pt x="9302818" y="4278581"/>
                  </a:lnTo>
                  <a:lnTo>
                    <a:pt x="9304658" y="4266816"/>
                  </a:lnTo>
                  <a:lnTo>
                    <a:pt x="9312810" y="4215945"/>
                  </a:lnTo>
                  <a:lnTo>
                    <a:pt x="9316887" y="4190486"/>
                  </a:lnTo>
                  <a:lnTo>
                    <a:pt x="9318923" y="4177780"/>
                  </a:lnTo>
                  <a:cubicBezTo>
                    <a:pt x="9319570" y="4173546"/>
                    <a:pt x="9319969" y="4169169"/>
                    <a:pt x="9320515" y="4164886"/>
                  </a:cubicBezTo>
                  <a:lnTo>
                    <a:pt x="9332445" y="4064981"/>
                  </a:lnTo>
                  <a:cubicBezTo>
                    <a:pt x="9333836" y="4052370"/>
                    <a:pt x="9334880" y="4036888"/>
                    <a:pt x="9336173" y="4018676"/>
                  </a:cubicBezTo>
                  <a:lnTo>
                    <a:pt x="9340199" y="3965171"/>
                  </a:lnTo>
                  <a:cubicBezTo>
                    <a:pt x="9345071" y="3899806"/>
                    <a:pt x="9347358" y="3832983"/>
                    <a:pt x="9347557" y="3765972"/>
                  </a:cubicBezTo>
                  <a:cubicBezTo>
                    <a:pt x="9347656" y="3732420"/>
                    <a:pt x="9347209" y="3698773"/>
                    <a:pt x="9346364" y="3664938"/>
                  </a:cubicBezTo>
                  <a:lnTo>
                    <a:pt x="9344921" y="3615243"/>
                  </a:lnTo>
                  <a:lnTo>
                    <a:pt x="9344524" y="3603526"/>
                  </a:lnTo>
                  <a:lnTo>
                    <a:pt x="9343728" y="3590774"/>
                  </a:lnTo>
                  <a:lnTo>
                    <a:pt x="9342188" y="3565268"/>
                  </a:lnTo>
                  <a:lnTo>
                    <a:pt x="9339056" y="3514256"/>
                  </a:lnTo>
                  <a:cubicBezTo>
                    <a:pt x="9337914" y="3497221"/>
                    <a:pt x="9335874" y="3480138"/>
                    <a:pt x="9334334" y="3463057"/>
                  </a:cubicBezTo>
                  <a:lnTo>
                    <a:pt x="9329363" y="3411810"/>
                  </a:lnTo>
                  <a:lnTo>
                    <a:pt x="9328319" y="3400657"/>
                  </a:lnTo>
                  <a:lnTo>
                    <a:pt x="9327177" y="3390116"/>
                  </a:lnTo>
                  <a:lnTo>
                    <a:pt x="9324293" y="3366774"/>
                  </a:lnTo>
                  <a:lnTo>
                    <a:pt x="9320763" y="3340329"/>
                  </a:lnTo>
                  <a:lnTo>
                    <a:pt x="9317184" y="3311245"/>
                  </a:lnTo>
                  <a:cubicBezTo>
                    <a:pt x="9315594" y="3296893"/>
                    <a:pt x="9313506" y="3282306"/>
                    <a:pt x="9311021" y="3266211"/>
                  </a:cubicBezTo>
                  <a:lnTo>
                    <a:pt x="9302719" y="3215717"/>
                  </a:lnTo>
                  <a:cubicBezTo>
                    <a:pt x="9299936" y="3199059"/>
                    <a:pt x="9297003" y="3182400"/>
                    <a:pt x="9293970" y="3165789"/>
                  </a:cubicBezTo>
                  <a:cubicBezTo>
                    <a:pt x="9281891" y="3099295"/>
                    <a:pt x="9267674" y="3033084"/>
                    <a:pt x="9252065" y="2967107"/>
                  </a:cubicBezTo>
                  <a:cubicBezTo>
                    <a:pt x="9244261" y="2934167"/>
                    <a:pt x="9235959" y="2901273"/>
                    <a:pt x="9227211" y="2868473"/>
                  </a:cubicBezTo>
                  <a:lnTo>
                    <a:pt x="9220699" y="2844426"/>
                  </a:lnTo>
                  <a:lnTo>
                    <a:pt x="9213740" y="2820191"/>
                  </a:lnTo>
                  <a:cubicBezTo>
                    <a:pt x="9209216" y="2804049"/>
                    <a:pt x="9204345" y="2787768"/>
                    <a:pt x="9199374" y="2771438"/>
                  </a:cubicBezTo>
                  <a:cubicBezTo>
                    <a:pt x="9159855" y="2641086"/>
                    <a:pt x="9114272" y="2512099"/>
                    <a:pt x="9061829" y="2385418"/>
                  </a:cubicBezTo>
                  <a:cubicBezTo>
                    <a:pt x="9035582" y="2322077"/>
                    <a:pt x="9008043" y="2259160"/>
                    <a:pt x="8978865" y="2196855"/>
                  </a:cubicBezTo>
                  <a:lnTo>
                    <a:pt x="8956694" y="2150219"/>
                  </a:lnTo>
                  <a:lnTo>
                    <a:pt x="8934176" y="2103914"/>
                  </a:lnTo>
                  <a:cubicBezTo>
                    <a:pt x="8918915" y="2073091"/>
                    <a:pt x="8903157" y="2042032"/>
                    <a:pt x="8887151" y="2011350"/>
                  </a:cubicBezTo>
                  <a:cubicBezTo>
                    <a:pt x="8854988" y="1949891"/>
                    <a:pt x="8822082" y="1888810"/>
                    <a:pt x="8787533" y="1828527"/>
                  </a:cubicBezTo>
                  <a:lnTo>
                    <a:pt x="8761485" y="1783398"/>
                  </a:lnTo>
                  <a:lnTo>
                    <a:pt x="8734791" y="1737893"/>
                  </a:lnTo>
                  <a:cubicBezTo>
                    <a:pt x="8717047" y="1707823"/>
                    <a:pt x="8699200" y="1678363"/>
                    <a:pt x="8680808" y="1648812"/>
                  </a:cubicBezTo>
                  <a:cubicBezTo>
                    <a:pt x="8644322" y="1589658"/>
                    <a:pt x="8606194" y="1531118"/>
                    <a:pt x="8567024" y="1472906"/>
                  </a:cubicBezTo>
                  <a:lnTo>
                    <a:pt x="8537446" y="1429330"/>
                  </a:lnTo>
                  <a:lnTo>
                    <a:pt x="8507423" y="1385896"/>
                  </a:lnTo>
                  <a:cubicBezTo>
                    <a:pt x="8487390" y="1357284"/>
                    <a:pt x="8467158" y="1328719"/>
                    <a:pt x="8446529" y="1300295"/>
                  </a:cubicBezTo>
                  <a:cubicBezTo>
                    <a:pt x="8405271" y="1243496"/>
                    <a:pt x="8362718" y="1187120"/>
                    <a:pt x="8319224" y="1131026"/>
                  </a:cubicBezTo>
                  <a:lnTo>
                    <a:pt x="8286366" y="1089050"/>
                  </a:lnTo>
                  <a:lnTo>
                    <a:pt x="8270161" y="1068439"/>
                  </a:lnTo>
                  <a:lnTo>
                    <a:pt x="8253856" y="1048156"/>
                  </a:lnTo>
                  <a:cubicBezTo>
                    <a:pt x="8231636" y="1020675"/>
                    <a:pt x="8209117" y="993381"/>
                    <a:pt x="8186352" y="966275"/>
                  </a:cubicBezTo>
                  <a:cubicBezTo>
                    <a:pt x="8140917" y="911922"/>
                    <a:pt x="8094240" y="858417"/>
                    <a:pt x="8046768" y="805429"/>
                  </a:cubicBezTo>
                  <a:lnTo>
                    <a:pt x="8010927" y="765853"/>
                  </a:lnTo>
                  <a:lnTo>
                    <a:pt x="7974788" y="726653"/>
                  </a:lnTo>
                  <a:cubicBezTo>
                    <a:pt x="7950382" y="700489"/>
                    <a:pt x="7925824" y="674465"/>
                    <a:pt x="7901070" y="648724"/>
                  </a:cubicBezTo>
                  <a:cubicBezTo>
                    <a:pt x="7851510" y="597289"/>
                    <a:pt x="7801404" y="546514"/>
                    <a:pt x="7750054" y="497008"/>
                  </a:cubicBezTo>
                  <a:cubicBezTo>
                    <a:pt x="7698902" y="447644"/>
                    <a:pt x="7645913" y="398938"/>
                    <a:pt x="7592277" y="351221"/>
                  </a:cubicBezTo>
                  <a:cubicBezTo>
                    <a:pt x="7484856" y="255786"/>
                    <a:pt x="7373308" y="164304"/>
                    <a:pt x="7257734" y="76964"/>
                  </a:cubicBezTo>
                  <a:close/>
                  <a:moveTo>
                    <a:pt x="1886601" y="0"/>
                  </a:moveTo>
                  <a:lnTo>
                    <a:pt x="2292926" y="0"/>
                  </a:lnTo>
                  <a:lnTo>
                    <a:pt x="2135542" y="117781"/>
                  </a:lnTo>
                  <a:cubicBezTo>
                    <a:pt x="2078998" y="162280"/>
                    <a:pt x="2023659" y="208045"/>
                    <a:pt x="1969576" y="254986"/>
                  </a:cubicBezTo>
                  <a:cubicBezTo>
                    <a:pt x="1861309" y="348820"/>
                    <a:pt x="1758064" y="447314"/>
                    <a:pt x="1659938" y="549855"/>
                  </a:cubicBezTo>
                  <a:cubicBezTo>
                    <a:pt x="1266987" y="960346"/>
                    <a:pt x="953820" y="1431495"/>
                    <a:pt x="729383" y="1936480"/>
                  </a:cubicBezTo>
                  <a:cubicBezTo>
                    <a:pt x="673260" y="2062362"/>
                    <a:pt x="622855" y="2190972"/>
                    <a:pt x="578465" y="2320807"/>
                  </a:cubicBezTo>
                  <a:cubicBezTo>
                    <a:pt x="534125" y="2450687"/>
                    <a:pt x="496147" y="2582216"/>
                    <a:pt x="465080" y="2714875"/>
                  </a:cubicBezTo>
                  <a:cubicBezTo>
                    <a:pt x="449769" y="2780991"/>
                    <a:pt x="435850" y="2848191"/>
                    <a:pt x="423820" y="2915436"/>
                  </a:cubicBezTo>
                  <a:cubicBezTo>
                    <a:pt x="411840" y="2982731"/>
                    <a:pt x="401054" y="3050260"/>
                    <a:pt x="392355" y="3118071"/>
                  </a:cubicBezTo>
                  <a:cubicBezTo>
                    <a:pt x="374509" y="3253646"/>
                    <a:pt x="363424" y="3389880"/>
                    <a:pt x="358801" y="3526915"/>
                  </a:cubicBezTo>
                  <a:cubicBezTo>
                    <a:pt x="349009" y="3800843"/>
                    <a:pt x="366357" y="4075570"/>
                    <a:pt x="410350" y="4348226"/>
                  </a:cubicBezTo>
                  <a:cubicBezTo>
                    <a:pt x="421286" y="4416132"/>
                    <a:pt x="434209" y="4483660"/>
                    <a:pt x="449022" y="4551049"/>
                  </a:cubicBezTo>
                  <a:cubicBezTo>
                    <a:pt x="463737" y="4618436"/>
                    <a:pt x="480389" y="4685588"/>
                    <a:pt x="498882" y="4752365"/>
                  </a:cubicBezTo>
                  <a:cubicBezTo>
                    <a:pt x="517373" y="4819141"/>
                    <a:pt x="537704" y="4885635"/>
                    <a:pt x="559775" y="4951657"/>
                  </a:cubicBezTo>
                  <a:cubicBezTo>
                    <a:pt x="581946" y="5017775"/>
                    <a:pt x="605358" y="5083375"/>
                    <a:pt x="631406" y="5147986"/>
                  </a:cubicBezTo>
                  <a:cubicBezTo>
                    <a:pt x="734055" y="5407608"/>
                    <a:pt x="865188" y="5658570"/>
                    <a:pt x="1023461" y="5893957"/>
                  </a:cubicBezTo>
                  <a:cubicBezTo>
                    <a:pt x="1181487" y="6129578"/>
                    <a:pt x="1367051" y="6349247"/>
                    <a:pt x="1575880" y="6547646"/>
                  </a:cubicBezTo>
                  <a:cubicBezTo>
                    <a:pt x="1680269" y="6646916"/>
                    <a:pt x="1790338" y="6740939"/>
                    <a:pt x="1905228" y="6829468"/>
                  </a:cubicBezTo>
                  <a:lnTo>
                    <a:pt x="1944230" y="6858000"/>
                  </a:lnTo>
                  <a:lnTo>
                    <a:pt x="1372541" y="6858000"/>
                  </a:lnTo>
                  <a:lnTo>
                    <a:pt x="1115251" y="6590005"/>
                  </a:lnTo>
                  <a:cubicBezTo>
                    <a:pt x="418530" y="5790792"/>
                    <a:pt x="0" y="4766182"/>
                    <a:pt x="0" y="3649031"/>
                  </a:cubicBezTo>
                  <a:cubicBezTo>
                    <a:pt x="0" y="2212695"/>
                    <a:pt x="691856" y="929334"/>
                    <a:pt x="1777294" y="81317"/>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1" name="Freeform: Shape 20">
              <a:extLst>
                <a:ext uri="{FF2B5EF4-FFF2-40B4-BE49-F238E27FC236}">
                  <a16:creationId xmlns:a16="http://schemas.microsoft.com/office/drawing/2014/main" id="{82B0ED5C-927D-4C5F-8F27-1B403820B9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3402" y="36937"/>
              <a:ext cx="9767847" cy="6858000"/>
            </a:xfrm>
            <a:custGeom>
              <a:avLst/>
              <a:gdLst>
                <a:gd name="connsiteX0" fmla="*/ 7145704 w 9767847"/>
                <a:gd name="connsiteY0" fmla="*/ 0 h 6858000"/>
                <a:gd name="connsiteX1" fmla="*/ 7875738 w 9767847"/>
                <a:gd name="connsiteY1" fmla="*/ 0 h 6858000"/>
                <a:gd name="connsiteX2" fmla="*/ 7990553 w 9767847"/>
                <a:gd name="connsiteY2" fmla="*/ 85415 h 6858000"/>
                <a:gd name="connsiteX3" fmla="*/ 9767847 w 9767847"/>
                <a:gd name="connsiteY3" fmla="*/ 3653129 h 6858000"/>
                <a:gd name="connsiteX4" fmla="*/ 8652597 w 9767847"/>
                <a:gd name="connsiteY4" fmla="*/ 6594103 h 6858000"/>
                <a:gd name="connsiteX5" fmla="*/ 8399240 w 9767847"/>
                <a:gd name="connsiteY5" fmla="*/ 6858000 h 6858000"/>
                <a:gd name="connsiteX6" fmla="*/ 6766926 w 9767847"/>
                <a:gd name="connsiteY6" fmla="*/ 6858000 h 6858000"/>
                <a:gd name="connsiteX7" fmla="*/ 6804586 w 9767847"/>
                <a:gd name="connsiteY7" fmla="*/ 6821201 h 6858000"/>
                <a:gd name="connsiteX8" fmla="*/ 6881735 w 9767847"/>
                <a:gd name="connsiteY8" fmla="*/ 6745295 h 6858000"/>
                <a:gd name="connsiteX9" fmla="*/ 6958883 w 9767847"/>
                <a:gd name="connsiteY9" fmla="*/ 6668920 h 6858000"/>
                <a:gd name="connsiteX10" fmla="*/ 7267925 w 9767847"/>
                <a:gd name="connsiteY10" fmla="*/ 6359792 h 6858000"/>
                <a:gd name="connsiteX11" fmla="*/ 7424360 w 9767847"/>
                <a:gd name="connsiteY11" fmla="*/ 6204783 h 6858000"/>
                <a:gd name="connsiteX12" fmla="*/ 7504938 w 9767847"/>
                <a:gd name="connsiteY12" fmla="*/ 6126806 h 6858000"/>
                <a:gd name="connsiteX13" fmla="*/ 7546396 w 9767847"/>
                <a:gd name="connsiteY13" fmla="*/ 6087795 h 6858000"/>
                <a:gd name="connsiteX14" fmla="*/ 7588002 w 9767847"/>
                <a:gd name="connsiteY14" fmla="*/ 6049630 h 6858000"/>
                <a:gd name="connsiteX15" fmla="*/ 7631000 w 9767847"/>
                <a:gd name="connsiteY15" fmla="*/ 6010807 h 6858000"/>
                <a:gd name="connsiteX16" fmla="*/ 7675440 w 9767847"/>
                <a:gd name="connsiteY16" fmla="*/ 5972407 h 6858000"/>
                <a:gd name="connsiteX17" fmla="*/ 7720626 w 9767847"/>
                <a:gd name="connsiteY17" fmla="*/ 5934949 h 6858000"/>
                <a:gd name="connsiteX18" fmla="*/ 7766458 w 9767847"/>
                <a:gd name="connsiteY18" fmla="*/ 5898432 h 6858000"/>
                <a:gd name="connsiteX19" fmla="*/ 7955254 w 9767847"/>
                <a:gd name="connsiteY19" fmla="*/ 5760926 h 6858000"/>
                <a:gd name="connsiteX20" fmla="*/ 8352678 w 9767847"/>
                <a:gd name="connsiteY20" fmla="*/ 5521728 h 6858000"/>
                <a:gd name="connsiteX21" fmla="*/ 8451350 w 9767847"/>
                <a:gd name="connsiteY21" fmla="*/ 5469352 h 6858000"/>
                <a:gd name="connsiteX22" fmla="*/ 8548532 w 9767847"/>
                <a:gd name="connsiteY22" fmla="*/ 5417493 h 6858000"/>
                <a:gd name="connsiteX23" fmla="*/ 8729473 w 9767847"/>
                <a:gd name="connsiteY23" fmla="*/ 5314059 h 6858000"/>
                <a:gd name="connsiteX24" fmla="*/ 8770781 w 9767847"/>
                <a:gd name="connsiteY24" fmla="*/ 5287330 h 6858000"/>
                <a:gd name="connsiteX25" fmla="*/ 8790964 w 9767847"/>
                <a:gd name="connsiteY25" fmla="*/ 5273590 h 6858000"/>
                <a:gd name="connsiteX26" fmla="*/ 8810499 w 9767847"/>
                <a:gd name="connsiteY26" fmla="*/ 5259801 h 6858000"/>
                <a:gd name="connsiteX27" fmla="*/ 8883571 w 9767847"/>
                <a:gd name="connsiteY27" fmla="*/ 5202577 h 6858000"/>
                <a:gd name="connsiteX28" fmla="*/ 9006651 w 9767847"/>
                <a:gd name="connsiteY28" fmla="*/ 5074625 h 6858000"/>
                <a:gd name="connsiteX29" fmla="*/ 9033494 w 9767847"/>
                <a:gd name="connsiteY29" fmla="*/ 5038203 h 6858000"/>
                <a:gd name="connsiteX30" fmla="*/ 9040305 w 9767847"/>
                <a:gd name="connsiteY30" fmla="*/ 5028649 h 6858000"/>
                <a:gd name="connsiteX31" fmla="*/ 9046568 w 9767847"/>
                <a:gd name="connsiteY31" fmla="*/ 5019379 h 6858000"/>
                <a:gd name="connsiteX32" fmla="*/ 9058846 w 9767847"/>
                <a:gd name="connsiteY32" fmla="*/ 5000743 h 6858000"/>
                <a:gd name="connsiteX33" fmla="*/ 9104529 w 9767847"/>
                <a:gd name="connsiteY33" fmla="*/ 4922203 h 6858000"/>
                <a:gd name="connsiteX34" fmla="*/ 9181081 w 9767847"/>
                <a:gd name="connsiteY34" fmla="*/ 4748792 h 6858000"/>
                <a:gd name="connsiteX35" fmla="*/ 9240731 w 9767847"/>
                <a:gd name="connsiteY35" fmla="*/ 4561970 h 6858000"/>
                <a:gd name="connsiteX36" fmla="*/ 9265388 w 9767847"/>
                <a:gd name="connsiteY36" fmla="*/ 4465171 h 6858000"/>
                <a:gd name="connsiteX37" fmla="*/ 9276571 w 9767847"/>
                <a:gd name="connsiteY37" fmla="*/ 4416041 h 6858000"/>
                <a:gd name="connsiteX38" fmla="*/ 9281841 w 9767847"/>
                <a:gd name="connsiteY38" fmla="*/ 4391477 h 6858000"/>
                <a:gd name="connsiteX39" fmla="*/ 9286513 w 9767847"/>
                <a:gd name="connsiteY39" fmla="*/ 4368936 h 6858000"/>
                <a:gd name="connsiteX40" fmla="*/ 9296754 w 9767847"/>
                <a:gd name="connsiteY40" fmla="*/ 4316136 h 6858000"/>
                <a:gd name="connsiteX41" fmla="*/ 9301029 w 9767847"/>
                <a:gd name="connsiteY41" fmla="*/ 4293172 h 6858000"/>
                <a:gd name="connsiteX42" fmla="*/ 9302818 w 9767847"/>
                <a:gd name="connsiteY42" fmla="*/ 4282679 h 6858000"/>
                <a:gd name="connsiteX43" fmla="*/ 9304658 w 9767847"/>
                <a:gd name="connsiteY43" fmla="*/ 4270914 h 6858000"/>
                <a:gd name="connsiteX44" fmla="*/ 9312810 w 9767847"/>
                <a:gd name="connsiteY44" fmla="*/ 4220043 h 6858000"/>
                <a:gd name="connsiteX45" fmla="*/ 9316887 w 9767847"/>
                <a:gd name="connsiteY45" fmla="*/ 4194584 h 6858000"/>
                <a:gd name="connsiteX46" fmla="*/ 9318923 w 9767847"/>
                <a:gd name="connsiteY46" fmla="*/ 4181878 h 6858000"/>
                <a:gd name="connsiteX47" fmla="*/ 9320515 w 9767847"/>
                <a:gd name="connsiteY47" fmla="*/ 4168984 h 6858000"/>
                <a:gd name="connsiteX48" fmla="*/ 9332445 w 9767847"/>
                <a:gd name="connsiteY48" fmla="*/ 4069079 h 6858000"/>
                <a:gd name="connsiteX49" fmla="*/ 9336173 w 9767847"/>
                <a:gd name="connsiteY49" fmla="*/ 4022774 h 6858000"/>
                <a:gd name="connsiteX50" fmla="*/ 9340199 w 9767847"/>
                <a:gd name="connsiteY50" fmla="*/ 3969269 h 6858000"/>
                <a:gd name="connsiteX51" fmla="*/ 9347557 w 9767847"/>
                <a:gd name="connsiteY51" fmla="*/ 3770070 h 6858000"/>
                <a:gd name="connsiteX52" fmla="*/ 9346364 w 9767847"/>
                <a:gd name="connsiteY52" fmla="*/ 3669036 h 6858000"/>
                <a:gd name="connsiteX53" fmla="*/ 9344921 w 9767847"/>
                <a:gd name="connsiteY53" fmla="*/ 3619341 h 6858000"/>
                <a:gd name="connsiteX54" fmla="*/ 9344524 w 9767847"/>
                <a:gd name="connsiteY54" fmla="*/ 3607624 h 6858000"/>
                <a:gd name="connsiteX55" fmla="*/ 9343728 w 9767847"/>
                <a:gd name="connsiteY55" fmla="*/ 3594872 h 6858000"/>
                <a:gd name="connsiteX56" fmla="*/ 9342188 w 9767847"/>
                <a:gd name="connsiteY56" fmla="*/ 3569366 h 6858000"/>
                <a:gd name="connsiteX57" fmla="*/ 9339056 w 9767847"/>
                <a:gd name="connsiteY57" fmla="*/ 3518354 h 6858000"/>
                <a:gd name="connsiteX58" fmla="*/ 9334334 w 9767847"/>
                <a:gd name="connsiteY58" fmla="*/ 3467155 h 6858000"/>
                <a:gd name="connsiteX59" fmla="*/ 9329363 w 9767847"/>
                <a:gd name="connsiteY59" fmla="*/ 3415908 h 6858000"/>
                <a:gd name="connsiteX60" fmla="*/ 9328319 w 9767847"/>
                <a:gd name="connsiteY60" fmla="*/ 3404755 h 6858000"/>
                <a:gd name="connsiteX61" fmla="*/ 9327177 w 9767847"/>
                <a:gd name="connsiteY61" fmla="*/ 3394214 h 6858000"/>
                <a:gd name="connsiteX62" fmla="*/ 9324293 w 9767847"/>
                <a:gd name="connsiteY62" fmla="*/ 3370872 h 6858000"/>
                <a:gd name="connsiteX63" fmla="*/ 9320763 w 9767847"/>
                <a:gd name="connsiteY63" fmla="*/ 3344427 h 6858000"/>
                <a:gd name="connsiteX64" fmla="*/ 9317184 w 9767847"/>
                <a:gd name="connsiteY64" fmla="*/ 3315343 h 6858000"/>
                <a:gd name="connsiteX65" fmla="*/ 9311021 w 9767847"/>
                <a:gd name="connsiteY65" fmla="*/ 3270309 h 6858000"/>
                <a:gd name="connsiteX66" fmla="*/ 9302719 w 9767847"/>
                <a:gd name="connsiteY66" fmla="*/ 3219815 h 6858000"/>
                <a:gd name="connsiteX67" fmla="*/ 9293970 w 9767847"/>
                <a:gd name="connsiteY67" fmla="*/ 3169887 h 6858000"/>
                <a:gd name="connsiteX68" fmla="*/ 9252065 w 9767847"/>
                <a:gd name="connsiteY68" fmla="*/ 2971205 h 6858000"/>
                <a:gd name="connsiteX69" fmla="*/ 9227211 w 9767847"/>
                <a:gd name="connsiteY69" fmla="*/ 2872571 h 6858000"/>
                <a:gd name="connsiteX70" fmla="*/ 9220699 w 9767847"/>
                <a:gd name="connsiteY70" fmla="*/ 2848524 h 6858000"/>
                <a:gd name="connsiteX71" fmla="*/ 9213740 w 9767847"/>
                <a:gd name="connsiteY71" fmla="*/ 2824289 h 6858000"/>
                <a:gd name="connsiteX72" fmla="*/ 9199374 w 9767847"/>
                <a:gd name="connsiteY72" fmla="*/ 2775536 h 6858000"/>
                <a:gd name="connsiteX73" fmla="*/ 9061829 w 9767847"/>
                <a:gd name="connsiteY73" fmla="*/ 2389515 h 6858000"/>
                <a:gd name="connsiteX74" fmla="*/ 8978865 w 9767847"/>
                <a:gd name="connsiteY74" fmla="*/ 2200953 h 6858000"/>
                <a:gd name="connsiteX75" fmla="*/ 8956694 w 9767847"/>
                <a:gd name="connsiteY75" fmla="*/ 2154317 h 6858000"/>
                <a:gd name="connsiteX76" fmla="*/ 8934176 w 9767847"/>
                <a:gd name="connsiteY76" fmla="*/ 2108012 h 6858000"/>
                <a:gd name="connsiteX77" fmla="*/ 8887151 w 9767847"/>
                <a:gd name="connsiteY77" fmla="*/ 2015448 h 6858000"/>
                <a:gd name="connsiteX78" fmla="*/ 8787533 w 9767847"/>
                <a:gd name="connsiteY78" fmla="*/ 1832625 h 6858000"/>
                <a:gd name="connsiteX79" fmla="*/ 8761485 w 9767847"/>
                <a:gd name="connsiteY79" fmla="*/ 1787496 h 6858000"/>
                <a:gd name="connsiteX80" fmla="*/ 8734791 w 9767847"/>
                <a:gd name="connsiteY80" fmla="*/ 1741991 h 6858000"/>
                <a:gd name="connsiteX81" fmla="*/ 8680808 w 9767847"/>
                <a:gd name="connsiteY81" fmla="*/ 1652910 h 6858000"/>
                <a:gd name="connsiteX82" fmla="*/ 8567024 w 9767847"/>
                <a:gd name="connsiteY82" fmla="*/ 1477004 h 6858000"/>
                <a:gd name="connsiteX83" fmla="*/ 8537446 w 9767847"/>
                <a:gd name="connsiteY83" fmla="*/ 1433428 h 6858000"/>
                <a:gd name="connsiteX84" fmla="*/ 8507423 w 9767847"/>
                <a:gd name="connsiteY84" fmla="*/ 1389994 h 6858000"/>
                <a:gd name="connsiteX85" fmla="*/ 8446529 w 9767847"/>
                <a:gd name="connsiteY85" fmla="*/ 1304393 h 6858000"/>
                <a:gd name="connsiteX86" fmla="*/ 8319224 w 9767847"/>
                <a:gd name="connsiteY86" fmla="*/ 1135124 h 6858000"/>
                <a:gd name="connsiteX87" fmla="*/ 8286366 w 9767847"/>
                <a:gd name="connsiteY87" fmla="*/ 1093148 h 6858000"/>
                <a:gd name="connsiteX88" fmla="*/ 8270161 w 9767847"/>
                <a:gd name="connsiteY88" fmla="*/ 1072538 h 6858000"/>
                <a:gd name="connsiteX89" fmla="*/ 8253856 w 9767847"/>
                <a:gd name="connsiteY89" fmla="*/ 1052254 h 6858000"/>
                <a:gd name="connsiteX90" fmla="*/ 8186352 w 9767847"/>
                <a:gd name="connsiteY90" fmla="*/ 970373 h 6858000"/>
                <a:gd name="connsiteX91" fmla="*/ 8046768 w 9767847"/>
                <a:gd name="connsiteY91" fmla="*/ 809527 h 6858000"/>
                <a:gd name="connsiteX92" fmla="*/ 8010927 w 9767847"/>
                <a:gd name="connsiteY92" fmla="*/ 769951 h 6858000"/>
                <a:gd name="connsiteX93" fmla="*/ 7974788 w 9767847"/>
                <a:gd name="connsiteY93" fmla="*/ 730751 h 6858000"/>
                <a:gd name="connsiteX94" fmla="*/ 7901070 w 9767847"/>
                <a:gd name="connsiteY94" fmla="*/ 652823 h 6858000"/>
                <a:gd name="connsiteX95" fmla="*/ 7750054 w 9767847"/>
                <a:gd name="connsiteY95" fmla="*/ 501106 h 6858000"/>
                <a:gd name="connsiteX96" fmla="*/ 7592277 w 9767847"/>
                <a:gd name="connsiteY96" fmla="*/ 355319 h 6858000"/>
                <a:gd name="connsiteX97" fmla="*/ 7257734 w 9767847"/>
                <a:gd name="connsiteY97" fmla="*/ 81062 h 6858000"/>
                <a:gd name="connsiteX98" fmla="*/ 1892109 w 9767847"/>
                <a:gd name="connsiteY98" fmla="*/ 0 h 6858000"/>
                <a:gd name="connsiteX99" fmla="*/ 2298402 w 9767847"/>
                <a:gd name="connsiteY99" fmla="*/ 0 h 6858000"/>
                <a:gd name="connsiteX100" fmla="*/ 2135542 w 9767847"/>
                <a:gd name="connsiteY100" fmla="*/ 121879 h 6858000"/>
                <a:gd name="connsiteX101" fmla="*/ 1969576 w 9767847"/>
                <a:gd name="connsiteY101" fmla="*/ 259084 h 6858000"/>
                <a:gd name="connsiteX102" fmla="*/ 1659938 w 9767847"/>
                <a:gd name="connsiteY102" fmla="*/ 553953 h 6858000"/>
                <a:gd name="connsiteX103" fmla="*/ 729383 w 9767847"/>
                <a:gd name="connsiteY103" fmla="*/ 1940578 h 6858000"/>
                <a:gd name="connsiteX104" fmla="*/ 578465 w 9767847"/>
                <a:gd name="connsiteY104" fmla="*/ 2324905 h 6858000"/>
                <a:gd name="connsiteX105" fmla="*/ 465080 w 9767847"/>
                <a:gd name="connsiteY105" fmla="*/ 2718973 h 6858000"/>
                <a:gd name="connsiteX106" fmla="*/ 423820 w 9767847"/>
                <a:gd name="connsiteY106" fmla="*/ 2919535 h 6858000"/>
                <a:gd name="connsiteX107" fmla="*/ 392355 w 9767847"/>
                <a:gd name="connsiteY107" fmla="*/ 3122169 h 6858000"/>
                <a:gd name="connsiteX108" fmla="*/ 358801 w 9767847"/>
                <a:gd name="connsiteY108" fmla="*/ 3531013 h 6858000"/>
                <a:gd name="connsiteX109" fmla="*/ 410350 w 9767847"/>
                <a:gd name="connsiteY109" fmla="*/ 4352324 h 6858000"/>
                <a:gd name="connsiteX110" fmla="*/ 449022 w 9767847"/>
                <a:gd name="connsiteY110" fmla="*/ 4555147 h 6858000"/>
                <a:gd name="connsiteX111" fmla="*/ 498882 w 9767847"/>
                <a:gd name="connsiteY111" fmla="*/ 4756463 h 6858000"/>
                <a:gd name="connsiteX112" fmla="*/ 559775 w 9767847"/>
                <a:gd name="connsiteY112" fmla="*/ 4955755 h 6858000"/>
                <a:gd name="connsiteX113" fmla="*/ 631406 w 9767847"/>
                <a:gd name="connsiteY113" fmla="*/ 5152084 h 6858000"/>
                <a:gd name="connsiteX114" fmla="*/ 1023461 w 9767847"/>
                <a:gd name="connsiteY114" fmla="*/ 5898055 h 6858000"/>
                <a:gd name="connsiteX115" fmla="*/ 1575880 w 9767847"/>
                <a:gd name="connsiteY115" fmla="*/ 6551744 h 6858000"/>
                <a:gd name="connsiteX116" fmla="*/ 1905228 w 9767847"/>
                <a:gd name="connsiteY116" fmla="*/ 6833566 h 6858000"/>
                <a:gd name="connsiteX117" fmla="*/ 1938629 w 9767847"/>
                <a:gd name="connsiteY117" fmla="*/ 6858000 h 6858000"/>
                <a:gd name="connsiteX118" fmla="*/ 1368607 w 9767847"/>
                <a:gd name="connsiteY118" fmla="*/ 6858000 h 6858000"/>
                <a:gd name="connsiteX119" fmla="*/ 1115251 w 9767847"/>
                <a:gd name="connsiteY119" fmla="*/ 6594103 h 6858000"/>
                <a:gd name="connsiteX120" fmla="*/ 0 w 9767847"/>
                <a:gd name="connsiteY120" fmla="*/ 3653129 h 6858000"/>
                <a:gd name="connsiteX121" fmla="*/ 1777294 w 9767847"/>
                <a:gd name="connsiteY121" fmla="*/ 854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9767847" h="6858000">
                  <a:moveTo>
                    <a:pt x="7145704" y="0"/>
                  </a:moveTo>
                  <a:lnTo>
                    <a:pt x="7875738" y="0"/>
                  </a:lnTo>
                  <a:lnTo>
                    <a:pt x="7990553" y="85415"/>
                  </a:lnTo>
                  <a:cubicBezTo>
                    <a:pt x="9075991" y="933432"/>
                    <a:pt x="9767847" y="2216793"/>
                    <a:pt x="9767847" y="3653129"/>
                  </a:cubicBezTo>
                  <a:cubicBezTo>
                    <a:pt x="9767847" y="4770280"/>
                    <a:pt x="9349317" y="5794890"/>
                    <a:pt x="8652597" y="6594103"/>
                  </a:cubicBezTo>
                  <a:lnTo>
                    <a:pt x="8399240" y="6858000"/>
                  </a:lnTo>
                  <a:lnTo>
                    <a:pt x="6766926" y="6858000"/>
                  </a:lnTo>
                  <a:lnTo>
                    <a:pt x="6804586" y="6821201"/>
                  </a:lnTo>
                  <a:lnTo>
                    <a:pt x="6881735" y="6745295"/>
                  </a:lnTo>
                  <a:cubicBezTo>
                    <a:pt x="6907435" y="6719979"/>
                    <a:pt x="6933134" y="6694896"/>
                    <a:pt x="6958883" y="6668920"/>
                  </a:cubicBezTo>
                  <a:lnTo>
                    <a:pt x="7267925" y="6359792"/>
                  </a:lnTo>
                  <a:lnTo>
                    <a:pt x="7424360" y="6204783"/>
                  </a:lnTo>
                  <a:cubicBezTo>
                    <a:pt x="7450754" y="6178900"/>
                    <a:pt x="7477598" y="6152829"/>
                    <a:pt x="7504938" y="6126806"/>
                  </a:cubicBezTo>
                  <a:lnTo>
                    <a:pt x="7546396" y="6087795"/>
                  </a:lnTo>
                  <a:cubicBezTo>
                    <a:pt x="7560264" y="6074901"/>
                    <a:pt x="7574780" y="6061630"/>
                    <a:pt x="7588002" y="6049630"/>
                  </a:cubicBezTo>
                  <a:lnTo>
                    <a:pt x="7631000" y="6010807"/>
                  </a:lnTo>
                  <a:lnTo>
                    <a:pt x="7675440" y="5972407"/>
                  </a:lnTo>
                  <a:cubicBezTo>
                    <a:pt x="7690404" y="5959796"/>
                    <a:pt x="7705564" y="5947419"/>
                    <a:pt x="7720626" y="5934949"/>
                  </a:cubicBezTo>
                  <a:cubicBezTo>
                    <a:pt x="7735738" y="5922525"/>
                    <a:pt x="7751197" y="5910619"/>
                    <a:pt x="7766458" y="5898432"/>
                  </a:cubicBezTo>
                  <a:cubicBezTo>
                    <a:pt x="7827949" y="5850290"/>
                    <a:pt x="7890979" y="5804597"/>
                    <a:pt x="7955254" y="5760926"/>
                  </a:cubicBezTo>
                  <a:cubicBezTo>
                    <a:pt x="8083800" y="5673632"/>
                    <a:pt x="8216872" y="5594434"/>
                    <a:pt x="8352678" y="5521728"/>
                  </a:cubicBezTo>
                  <a:lnTo>
                    <a:pt x="8451350" y="5469352"/>
                  </a:lnTo>
                  <a:lnTo>
                    <a:pt x="8548532" y="5417493"/>
                  </a:lnTo>
                  <a:cubicBezTo>
                    <a:pt x="8612110" y="5383188"/>
                    <a:pt x="8673251" y="5349306"/>
                    <a:pt x="8729473" y="5314059"/>
                  </a:cubicBezTo>
                  <a:cubicBezTo>
                    <a:pt x="8743591" y="5305213"/>
                    <a:pt x="8757161" y="5296459"/>
                    <a:pt x="8770781" y="5287330"/>
                  </a:cubicBezTo>
                  <a:cubicBezTo>
                    <a:pt x="8777591" y="5282765"/>
                    <a:pt x="8784451" y="5278201"/>
                    <a:pt x="8790964" y="5273590"/>
                  </a:cubicBezTo>
                  <a:cubicBezTo>
                    <a:pt x="8797574" y="5268977"/>
                    <a:pt x="8804235" y="5264412"/>
                    <a:pt x="8810499" y="5259801"/>
                  </a:cubicBezTo>
                  <a:cubicBezTo>
                    <a:pt x="8835999" y="5241401"/>
                    <a:pt x="8860407" y="5222389"/>
                    <a:pt x="8883571" y="5202577"/>
                  </a:cubicBezTo>
                  <a:cubicBezTo>
                    <a:pt x="8929900" y="5162954"/>
                    <a:pt x="8971258" y="5120413"/>
                    <a:pt x="9006651" y="5074625"/>
                  </a:cubicBezTo>
                  <a:cubicBezTo>
                    <a:pt x="9015351" y="5063426"/>
                    <a:pt x="9024398" y="5050955"/>
                    <a:pt x="9033494" y="5038203"/>
                  </a:cubicBezTo>
                  <a:lnTo>
                    <a:pt x="9040305" y="5028649"/>
                  </a:lnTo>
                  <a:lnTo>
                    <a:pt x="9046568" y="5019379"/>
                  </a:lnTo>
                  <a:cubicBezTo>
                    <a:pt x="9050743" y="5013261"/>
                    <a:pt x="9054819" y="5007050"/>
                    <a:pt x="9058846" y="5000743"/>
                  </a:cubicBezTo>
                  <a:cubicBezTo>
                    <a:pt x="9075002" y="4975615"/>
                    <a:pt x="9090212" y="4949403"/>
                    <a:pt x="9104529" y="4922203"/>
                  </a:cubicBezTo>
                  <a:cubicBezTo>
                    <a:pt x="9133211" y="4867850"/>
                    <a:pt x="9158313" y="4809545"/>
                    <a:pt x="9181081" y="4748792"/>
                  </a:cubicBezTo>
                  <a:cubicBezTo>
                    <a:pt x="9203748" y="4688276"/>
                    <a:pt x="9223383" y="4625876"/>
                    <a:pt x="9240731" y="4561970"/>
                  </a:cubicBezTo>
                  <a:cubicBezTo>
                    <a:pt x="9249481" y="4530064"/>
                    <a:pt x="9257682" y="4497782"/>
                    <a:pt x="9265388" y="4465171"/>
                  </a:cubicBezTo>
                  <a:cubicBezTo>
                    <a:pt x="9269215" y="4448842"/>
                    <a:pt x="9272943" y="4432465"/>
                    <a:pt x="9276571" y="4416041"/>
                  </a:cubicBezTo>
                  <a:lnTo>
                    <a:pt x="9281841" y="4391477"/>
                  </a:lnTo>
                  <a:lnTo>
                    <a:pt x="9286513" y="4368936"/>
                  </a:lnTo>
                  <a:lnTo>
                    <a:pt x="9296754" y="4316136"/>
                  </a:lnTo>
                  <a:lnTo>
                    <a:pt x="9301029" y="4293172"/>
                  </a:lnTo>
                  <a:lnTo>
                    <a:pt x="9302818" y="4282679"/>
                  </a:lnTo>
                  <a:lnTo>
                    <a:pt x="9304658" y="4270914"/>
                  </a:lnTo>
                  <a:lnTo>
                    <a:pt x="9312810" y="4220043"/>
                  </a:lnTo>
                  <a:lnTo>
                    <a:pt x="9316887" y="4194584"/>
                  </a:lnTo>
                  <a:lnTo>
                    <a:pt x="9318923" y="4181878"/>
                  </a:lnTo>
                  <a:cubicBezTo>
                    <a:pt x="9319570" y="4177644"/>
                    <a:pt x="9319969" y="4173267"/>
                    <a:pt x="9320515" y="4168984"/>
                  </a:cubicBezTo>
                  <a:lnTo>
                    <a:pt x="9332445" y="4069079"/>
                  </a:lnTo>
                  <a:cubicBezTo>
                    <a:pt x="9333836" y="4056468"/>
                    <a:pt x="9334880" y="4040986"/>
                    <a:pt x="9336173" y="4022774"/>
                  </a:cubicBezTo>
                  <a:lnTo>
                    <a:pt x="9340199" y="3969269"/>
                  </a:lnTo>
                  <a:cubicBezTo>
                    <a:pt x="9345071" y="3903904"/>
                    <a:pt x="9347358" y="3837081"/>
                    <a:pt x="9347557" y="3770070"/>
                  </a:cubicBezTo>
                  <a:cubicBezTo>
                    <a:pt x="9347656" y="3736518"/>
                    <a:pt x="9347209" y="3702871"/>
                    <a:pt x="9346364" y="3669036"/>
                  </a:cubicBezTo>
                  <a:lnTo>
                    <a:pt x="9344921" y="3619341"/>
                  </a:lnTo>
                  <a:lnTo>
                    <a:pt x="9344524" y="3607624"/>
                  </a:lnTo>
                  <a:lnTo>
                    <a:pt x="9343728" y="3594872"/>
                  </a:lnTo>
                  <a:lnTo>
                    <a:pt x="9342188" y="3569366"/>
                  </a:lnTo>
                  <a:lnTo>
                    <a:pt x="9339056" y="3518354"/>
                  </a:lnTo>
                  <a:cubicBezTo>
                    <a:pt x="9337914" y="3501319"/>
                    <a:pt x="9335874" y="3484236"/>
                    <a:pt x="9334334" y="3467155"/>
                  </a:cubicBezTo>
                  <a:lnTo>
                    <a:pt x="9329363" y="3415908"/>
                  </a:lnTo>
                  <a:lnTo>
                    <a:pt x="9328319" y="3404755"/>
                  </a:lnTo>
                  <a:lnTo>
                    <a:pt x="9327177" y="3394214"/>
                  </a:lnTo>
                  <a:lnTo>
                    <a:pt x="9324293" y="3370872"/>
                  </a:lnTo>
                  <a:lnTo>
                    <a:pt x="9320763" y="3344427"/>
                  </a:lnTo>
                  <a:lnTo>
                    <a:pt x="9317184" y="3315343"/>
                  </a:lnTo>
                  <a:cubicBezTo>
                    <a:pt x="9315594" y="3300991"/>
                    <a:pt x="9313506" y="3286404"/>
                    <a:pt x="9311021" y="3270309"/>
                  </a:cubicBezTo>
                  <a:lnTo>
                    <a:pt x="9302719" y="3219815"/>
                  </a:lnTo>
                  <a:cubicBezTo>
                    <a:pt x="9299936" y="3203157"/>
                    <a:pt x="9297003" y="3186498"/>
                    <a:pt x="9293970" y="3169887"/>
                  </a:cubicBezTo>
                  <a:cubicBezTo>
                    <a:pt x="9281891" y="3103393"/>
                    <a:pt x="9267674" y="3037182"/>
                    <a:pt x="9252065" y="2971205"/>
                  </a:cubicBezTo>
                  <a:cubicBezTo>
                    <a:pt x="9244261" y="2938265"/>
                    <a:pt x="9235959" y="2905371"/>
                    <a:pt x="9227211" y="2872571"/>
                  </a:cubicBezTo>
                  <a:lnTo>
                    <a:pt x="9220699" y="2848524"/>
                  </a:lnTo>
                  <a:lnTo>
                    <a:pt x="9213740" y="2824289"/>
                  </a:lnTo>
                  <a:cubicBezTo>
                    <a:pt x="9209216" y="2808147"/>
                    <a:pt x="9204345" y="2791866"/>
                    <a:pt x="9199374" y="2775536"/>
                  </a:cubicBezTo>
                  <a:cubicBezTo>
                    <a:pt x="9159855" y="2645184"/>
                    <a:pt x="9114272" y="2516197"/>
                    <a:pt x="9061829" y="2389515"/>
                  </a:cubicBezTo>
                  <a:cubicBezTo>
                    <a:pt x="9035582" y="2326175"/>
                    <a:pt x="9008043" y="2263258"/>
                    <a:pt x="8978865" y="2200953"/>
                  </a:cubicBezTo>
                  <a:lnTo>
                    <a:pt x="8956694" y="2154317"/>
                  </a:lnTo>
                  <a:lnTo>
                    <a:pt x="8934176" y="2108012"/>
                  </a:lnTo>
                  <a:cubicBezTo>
                    <a:pt x="8918915" y="2077189"/>
                    <a:pt x="8903157" y="2046130"/>
                    <a:pt x="8887151" y="2015448"/>
                  </a:cubicBezTo>
                  <a:cubicBezTo>
                    <a:pt x="8854988" y="1953989"/>
                    <a:pt x="8822082" y="1892908"/>
                    <a:pt x="8787533" y="1832625"/>
                  </a:cubicBezTo>
                  <a:lnTo>
                    <a:pt x="8761485" y="1787496"/>
                  </a:lnTo>
                  <a:lnTo>
                    <a:pt x="8734791" y="1741991"/>
                  </a:lnTo>
                  <a:cubicBezTo>
                    <a:pt x="8717047" y="1711921"/>
                    <a:pt x="8699200" y="1682461"/>
                    <a:pt x="8680808" y="1652910"/>
                  </a:cubicBezTo>
                  <a:cubicBezTo>
                    <a:pt x="8644322" y="1593756"/>
                    <a:pt x="8606194" y="1535216"/>
                    <a:pt x="8567024" y="1477004"/>
                  </a:cubicBezTo>
                  <a:lnTo>
                    <a:pt x="8537446" y="1433428"/>
                  </a:lnTo>
                  <a:lnTo>
                    <a:pt x="8507423" y="1389994"/>
                  </a:lnTo>
                  <a:cubicBezTo>
                    <a:pt x="8487390" y="1361382"/>
                    <a:pt x="8467158" y="1332817"/>
                    <a:pt x="8446529" y="1304393"/>
                  </a:cubicBezTo>
                  <a:cubicBezTo>
                    <a:pt x="8405271" y="1247595"/>
                    <a:pt x="8362718" y="1191218"/>
                    <a:pt x="8319224" y="1135124"/>
                  </a:cubicBezTo>
                  <a:lnTo>
                    <a:pt x="8286366" y="1093148"/>
                  </a:lnTo>
                  <a:lnTo>
                    <a:pt x="8270161" y="1072538"/>
                  </a:lnTo>
                  <a:lnTo>
                    <a:pt x="8253856" y="1052254"/>
                  </a:lnTo>
                  <a:cubicBezTo>
                    <a:pt x="8231636" y="1024773"/>
                    <a:pt x="8209117" y="997479"/>
                    <a:pt x="8186352" y="970373"/>
                  </a:cubicBezTo>
                  <a:cubicBezTo>
                    <a:pt x="8140917" y="916020"/>
                    <a:pt x="8094240" y="862515"/>
                    <a:pt x="8046768" y="809527"/>
                  </a:cubicBezTo>
                  <a:lnTo>
                    <a:pt x="8010927" y="769951"/>
                  </a:lnTo>
                  <a:lnTo>
                    <a:pt x="7974788" y="730751"/>
                  </a:lnTo>
                  <a:cubicBezTo>
                    <a:pt x="7950382" y="704587"/>
                    <a:pt x="7925824" y="678563"/>
                    <a:pt x="7901070" y="652823"/>
                  </a:cubicBezTo>
                  <a:cubicBezTo>
                    <a:pt x="7851510" y="601387"/>
                    <a:pt x="7801404" y="550612"/>
                    <a:pt x="7750054" y="501106"/>
                  </a:cubicBezTo>
                  <a:cubicBezTo>
                    <a:pt x="7698902" y="451742"/>
                    <a:pt x="7645913" y="403036"/>
                    <a:pt x="7592277" y="355319"/>
                  </a:cubicBezTo>
                  <a:cubicBezTo>
                    <a:pt x="7484856" y="259884"/>
                    <a:pt x="7373308" y="168402"/>
                    <a:pt x="7257734" y="81062"/>
                  </a:cubicBezTo>
                  <a:close/>
                  <a:moveTo>
                    <a:pt x="1892109" y="0"/>
                  </a:moveTo>
                  <a:lnTo>
                    <a:pt x="2298402" y="0"/>
                  </a:lnTo>
                  <a:lnTo>
                    <a:pt x="2135542" y="121879"/>
                  </a:lnTo>
                  <a:cubicBezTo>
                    <a:pt x="2078998" y="166378"/>
                    <a:pt x="2023659" y="212143"/>
                    <a:pt x="1969576" y="259084"/>
                  </a:cubicBezTo>
                  <a:cubicBezTo>
                    <a:pt x="1861309" y="352918"/>
                    <a:pt x="1758064" y="451412"/>
                    <a:pt x="1659938" y="553953"/>
                  </a:cubicBezTo>
                  <a:cubicBezTo>
                    <a:pt x="1266987" y="964444"/>
                    <a:pt x="953820" y="1435593"/>
                    <a:pt x="729383" y="1940578"/>
                  </a:cubicBezTo>
                  <a:cubicBezTo>
                    <a:pt x="673260" y="2066459"/>
                    <a:pt x="622855" y="2195070"/>
                    <a:pt x="578465" y="2324905"/>
                  </a:cubicBezTo>
                  <a:cubicBezTo>
                    <a:pt x="534125" y="2454785"/>
                    <a:pt x="496147" y="2586314"/>
                    <a:pt x="465080" y="2718973"/>
                  </a:cubicBezTo>
                  <a:cubicBezTo>
                    <a:pt x="449769" y="2785089"/>
                    <a:pt x="435850" y="2852289"/>
                    <a:pt x="423820" y="2919535"/>
                  </a:cubicBezTo>
                  <a:cubicBezTo>
                    <a:pt x="411840" y="2986829"/>
                    <a:pt x="401054" y="3054358"/>
                    <a:pt x="392355" y="3122169"/>
                  </a:cubicBezTo>
                  <a:cubicBezTo>
                    <a:pt x="374509" y="3257744"/>
                    <a:pt x="363424" y="3393978"/>
                    <a:pt x="358801" y="3531013"/>
                  </a:cubicBezTo>
                  <a:cubicBezTo>
                    <a:pt x="349009" y="3804941"/>
                    <a:pt x="366357" y="4079668"/>
                    <a:pt x="410350" y="4352324"/>
                  </a:cubicBezTo>
                  <a:cubicBezTo>
                    <a:pt x="421286" y="4420230"/>
                    <a:pt x="434209" y="4487758"/>
                    <a:pt x="449022" y="4555147"/>
                  </a:cubicBezTo>
                  <a:cubicBezTo>
                    <a:pt x="463737" y="4622534"/>
                    <a:pt x="480389" y="4689686"/>
                    <a:pt x="498882" y="4756463"/>
                  </a:cubicBezTo>
                  <a:cubicBezTo>
                    <a:pt x="517373" y="4823239"/>
                    <a:pt x="537704" y="4889733"/>
                    <a:pt x="559775" y="4955755"/>
                  </a:cubicBezTo>
                  <a:cubicBezTo>
                    <a:pt x="581946" y="5021873"/>
                    <a:pt x="605358" y="5087473"/>
                    <a:pt x="631406" y="5152084"/>
                  </a:cubicBezTo>
                  <a:cubicBezTo>
                    <a:pt x="734055" y="5411706"/>
                    <a:pt x="865188" y="5662668"/>
                    <a:pt x="1023461" y="5898055"/>
                  </a:cubicBezTo>
                  <a:cubicBezTo>
                    <a:pt x="1181487" y="6133676"/>
                    <a:pt x="1367051" y="6353345"/>
                    <a:pt x="1575880" y="6551744"/>
                  </a:cubicBezTo>
                  <a:cubicBezTo>
                    <a:pt x="1680269" y="6651014"/>
                    <a:pt x="1790338" y="6745037"/>
                    <a:pt x="1905228" y="6833566"/>
                  </a:cubicBezTo>
                  <a:lnTo>
                    <a:pt x="1938629" y="6858000"/>
                  </a:lnTo>
                  <a:lnTo>
                    <a:pt x="1368607" y="6858000"/>
                  </a:lnTo>
                  <a:lnTo>
                    <a:pt x="1115251" y="6594103"/>
                  </a:lnTo>
                  <a:cubicBezTo>
                    <a:pt x="418530" y="5794890"/>
                    <a:pt x="0" y="4770280"/>
                    <a:pt x="0" y="3653129"/>
                  </a:cubicBezTo>
                  <a:cubicBezTo>
                    <a:pt x="0" y="2216793"/>
                    <a:pt x="691856" y="933432"/>
                    <a:pt x="1777294" y="85415"/>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grpSp>
      <p:sp>
        <p:nvSpPr>
          <p:cNvPr id="2" name="Title 1">
            <a:extLst>
              <a:ext uri="{FF2B5EF4-FFF2-40B4-BE49-F238E27FC236}">
                <a16:creationId xmlns:a16="http://schemas.microsoft.com/office/drawing/2014/main" id="{8FB44EAD-9809-7711-9716-CB8F557A1391}"/>
              </a:ext>
            </a:extLst>
          </p:cNvPr>
          <p:cNvSpPr>
            <a:spLocks noGrp="1"/>
          </p:cNvSpPr>
          <p:nvPr>
            <p:ph type="ctrTitle"/>
          </p:nvPr>
        </p:nvSpPr>
        <p:spPr>
          <a:xfrm>
            <a:off x="876300" y="45868"/>
            <a:ext cx="10263459" cy="923925"/>
          </a:xfrm>
        </p:spPr>
        <p:txBody>
          <a:bodyPr anchor="b">
            <a:normAutofit/>
          </a:bodyPr>
          <a:lstStyle/>
          <a:p>
            <a:r>
              <a:rPr lang="en-IN" sz="4000" dirty="0">
                <a:solidFill>
                  <a:schemeClr val="tx2"/>
                </a:solidFill>
                <a:latin typeface="Engravers MT" panose="02090707080505020304" pitchFamily="18" charset="0"/>
              </a:rPr>
              <a:t>History  of MISRA-C</a:t>
            </a:r>
            <a:endParaRPr lang="en-IN" sz="4000" dirty="0">
              <a:solidFill>
                <a:schemeClr val="tx2"/>
              </a:solidFill>
            </a:endParaRPr>
          </a:p>
        </p:txBody>
      </p:sp>
      <p:grpSp>
        <p:nvGrpSpPr>
          <p:cNvPr id="23" name="Group 22">
            <a:extLst>
              <a:ext uri="{FF2B5EF4-FFF2-40B4-BE49-F238E27FC236}">
                <a16:creationId xmlns:a16="http://schemas.microsoft.com/office/drawing/2014/main" id="{87F87F1B-42BA-4AC7-A4E2-41544DDB2CE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05" y="-4155"/>
            <a:ext cx="2514948" cy="2174333"/>
            <a:chOff x="-305" y="-4155"/>
            <a:chExt cx="2514948" cy="2174333"/>
          </a:xfrm>
        </p:grpSpPr>
        <p:sp>
          <p:nvSpPr>
            <p:cNvPr id="24" name="Freeform: Shape 23">
              <a:extLst>
                <a:ext uri="{FF2B5EF4-FFF2-40B4-BE49-F238E27FC236}">
                  <a16:creationId xmlns:a16="http://schemas.microsoft.com/office/drawing/2014/main" id="{68B53067-4E48-4E71-A6A9-A8CAABAFBF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Shape 24">
              <a:extLst>
                <a:ext uri="{FF2B5EF4-FFF2-40B4-BE49-F238E27FC236}">
                  <a16:creationId xmlns:a16="http://schemas.microsoft.com/office/drawing/2014/main" id="{06D1A0D3-4BB8-41D9-9CE7-2884C83F44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reeform: Shape 25">
              <a:extLst>
                <a:ext uri="{FF2B5EF4-FFF2-40B4-BE49-F238E27FC236}">
                  <a16:creationId xmlns:a16="http://schemas.microsoft.com/office/drawing/2014/main" id="{81E20F06-3B09-4B89-A36B-AB8BFBCCA5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27" name="Freeform: Shape 26">
              <a:extLst>
                <a:ext uri="{FF2B5EF4-FFF2-40B4-BE49-F238E27FC236}">
                  <a16:creationId xmlns:a16="http://schemas.microsoft.com/office/drawing/2014/main" id="{DAE6C3D7-7D5B-4926-877D-45F117BB6B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9" name="Group 28">
            <a:extLst>
              <a:ext uri="{FF2B5EF4-FFF2-40B4-BE49-F238E27FC236}">
                <a16:creationId xmlns:a16="http://schemas.microsoft.com/office/drawing/2014/main" id="{967346A5-7569-4F15-AB5D-BE3DADF192C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9685727" y="4683666"/>
            <a:ext cx="2514948" cy="2174333"/>
            <a:chOff x="-305" y="-4155"/>
            <a:chExt cx="2514948" cy="2174333"/>
          </a:xfrm>
        </p:grpSpPr>
        <p:sp>
          <p:nvSpPr>
            <p:cNvPr id="30" name="Freeform: Shape 29">
              <a:extLst>
                <a:ext uri="{FF2B5EF4-FFF2-40B4-BE49-F238E27FC236}">
                  <a16:creationId xmlns:a16="http://schemas.microsoft.com/office/drawing/2014/main" id="{E1951533-A568-4765-AB1F-F71D9AFDEA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reeform: Shape 30">
              <a:extLst>
                <a:ext uri="{FF2B5EF4-FFF2-40B4-BE49-F238E27FC236}">
                  <a16:creationId xmlns:a16="http://schemas.microsoft.com/office/drawing/2014/main" id="{A7214F52-4F3F-4C96-A62E-F1401D6C04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Freeform: Shape 31">
              <a:extLst>
                <a:ext uri="{FF2B5EF4-FFF2-40B4-BE49-F238E27FC236}">
                  <a16:creationId xmlns:a16="http://schemas.microsoft.com/office/drawing/2014/main" id="{023146A1-291C-4FA0-AB5B-EB04D42398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33" name="Freeform: Shape 32">
              <a:extLst>
                <a:ext uri="{FF2B5EF4-FFF2-40B4-BE49-F238E27FC236}">
                  <a16:creationId xmlns:a16="http://schemas.microsoft.com/office/drawing/2014/main" id="{62977932-2B03-4899-8306-5002CEE68E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5" name="Title 1">
            <a:extLst>
              <a:ext uri="{FF2B5EF4-FFF2-40B4-BE49-F238E27FC236}">
                <a16:creationId xmlns:a16="http://schemas.microsoft.com/office/drawing/2014/main" id="{D6EE584E-84BC-FC84-2A5F-A0E7AF1256B7}"/>
              </a:ext>
            </a:extLst>
          </p:cNvPr>
          <p:cNvSpPr txBox="1">
            <a:spLocks/>
          </p:cNvSpPr>
          <p:nvPr/>
        </p:nvSpPr>
        <p:spPr>
          <a:xfrm>
            <a:off x="10382250" y="3983"/>
            <a:ext cx="1809445" cy="44767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2000" dirty="0">
                <a:solidFill>
                  <a:schemeClr val="tx2"/>
                </a:solidFill>
              </a:rPr>
              <a:t>MISRA C -2012</a:t>
            </a:r>
          </a:p>
        </p:txBody>
      </p:sp>
      <p:sp>
        <p:nvSpPr>
          <p:cNvPr id="6" name="Subtitle 2">
            <a:extLst>
              <a:ext uri="{FF2B5EF4-FFF2-40B4-BE49-F238E27FC236}">
                <a16:creationId xmlns:a16="http://schemas.microsoft.com/office/drawing/2014/main" id="{C992C8E1-40D9-45CC-B67A-D8B86D2A381E}"/>
              </a:ext>
            </a:extLst>
          </p:cNvPr>
          <p:cNvSpPr txBox="1">
            <a:spLocks/>
          </p:cNvSpPr>
          <p:nvPr/>
        </p:nvSpPr>
        <p:spPr>
          <a:xfrm>
            <a:off x="3432265" y="853500"/>
            <a:ext cx="5188034" cy="682079"/>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115000"/>
              </a:lnSpc>
              <a:spcAft>
                <a:spcPts val="800"/>
              </a:spcAft>
            </a:pPr>
            <a:r>
              <a:rPr lang="en-IN" kern="100" dirty="0">
                <a:solidFill>
                  <a:srgbClr val="666666"/>
                </a:solidFill>
                <a:effectLst/>
                <a:highlight>
                  <a:srgbClr val="FFFF00"/>
                </a:highlight>
                <a:latin typeface="Times New Roman" panose="02020603050405020304" pitchFamily="18" charset="0"/>
                <a:ea typeface="Aptos" panose="020B0004020202020204" pitchFamily="34" charset="0"/>
                <a:cs typeface="Times New Roman" panose="02020603050405020304" pitchFamily="18" charset="0"/>
              </a:rPr>
              <a:t>Misra2012:Rule-7.1</a:t>
            </a:r>
          </a:p>
        </p:txBody>
      </p:sp>
      <p:sp>
        <p:nvSpPr>
          <p:cNvPr id="3" name="TextBox 2">
            <a:extLst>
              <a:ext uri="{FF2B5EF4-FFF2-40B4-BE49-F238E27FC236}">
                <a16:creationId xmlns:a16="http://schemas.microsoft.com/office/drawing/2014/main" id="{F52B51FF-E201-359D-4743-DA9B627F1CC1}"/>
              </a:ext>
            </a:extLst>
          </p:cNvPr>
          <p:cNvSpPr txBox="1"/>
          <p:nvPr/>
        </p:nvSpPr>
        <p:spPr>
          <a:xfrm>
            <a:off x="1016797" y="1297462"/>
            <a:ext cx="9826243" cy="369332"/>
          </a:xfrm>
          <a:prstGeom prst="rect">
            <a:avLst/>
          </a:prstGeom>
          <a:noFill/>
        </p:spPr>
        <p:txBody>
          <a:bodyPr wrap="square">
            <a:spAutoFit/>
          </a:bodyPr>
          <a:lstStyle/>
          <a:p>
            <a:pPr marL="285750" indent="-285750" algn="l">
              <a:buFont typeface="Wingdings" panose="05000000000000000000" pitchFamily="2" charset="2"/>
              <a:buChar char="q"/>
            </a:pPr>
            <a:r>
              <a:rPr lang="en-US" sz="1800" b="1" i="0" u="none" strike="noStrike" baseline="0" dirty="0">
                <a:latin typeface="Times New Roman" panose="02020603050405020304" pitchFamily="18" charset="0"/>
                <a:cs typeface="Times New Roman" panose="02020603050405020304" pitchFamily="18" charset="0"/>
              </a:rPr>
              <a:t>Octal constants shall not be used</a:t>
            </a:r>
            <a:endParaRPr lang="en-IN" b="1" kern="100" dirty="0">
              <a:effectLst/>
              <a:highlight>
                <a:srgbClr val="FFFF00"/>
              </a:highlight>
              <a:latin typeface="Times New Roman" panose="02020603050405020304" pitchFamily="18" charset="0"/>
              <a:ea typeface="Aptos" panose="020B0004020202020204" pitchFamily="34" charset="0"/>
              <a:cs typeface="Times New Roman" panose="02020603050405020304" pitchFamily="18" charset="0"/>
            </a:endParaRPr>
          </a:p>
        </p:txBody>
      </p:sp>
      <p:sp>
        <p:nvSpPr>
          <p:cNvPr id="11" name="TextBox 10">
            <a:extLst>
              <a:ext uri="{FF2B5EF4-FFF2-40B4-BE49-F238E27FC236}">
                <a16:creationId xmlns:a16="http://schemas.microsoft.com/office/drawing/2014/main" id="{3BAF9C64-DAA2-791C-A360-DC870B79332D}"/>
              </a:ext>
            </a:extLst>
          </p:cNvPr>
          <p:cNvSpPr txBox="1"/>
          <p:nvPr/>
        </p:nvSpPr>
        <p:spPr>
          <a:xfrm>
            <a:off x="1306779" y="1661468"/>
            <a:ext cx="9642403" cy="369332"/>
          </a:xfrm>
          <a:prstGeom prst="rect">
            <a:avLst/>
          </a:prstGeom>
          <a:noFill/>
        </p:spPr>
        <p:txBody>
          <a:bodyPr wrap="square">
            <a:spAutoFit/>
          </a:bodyPr>
          <a:lstStyle/>
          <a:p>
            <a:pPr algn="l"/>
            <a:r>
              <a:rPr lang="en-IN" sz="1800" b="0" i="0" u="none" strike="noStrike" baseline="0" dirty="0">
                <a:latin typeface="OpenSans"/>
              </a:rPr>
              <a:t>Category –</a:t>
            </a:r>
            <a:r>
              <a:rPr lang="en-IN" sz="1800" b="0" i="0" u="none" strike="noStrike" baseline="0" dirty="0">
                <a:latin typeface="OpenSans-Light"/>
              </a:rPr>
              <a:t>Required    Analysis </a:t>
            </a:r>
            <a:r>
              <a:rPr lang="en-IN" sz="1800" b="0" i="0" u="none" strike="noStrike" baseline="0" dirty="0">
                <a:latin typeface="OpenSans"/>
              </a:rPr>
              <a:t> -</a:t>
            </a:r>
            <a:r>
              <a:rPr lang="en-IN" sz="1800" b="0" i="0" u="none" strike="noStrike" baseline="0" dirty="0">
                <a:latin typeface="OpenSans-Light"/>
              </a:rPr>
              <a:t> Decidable, Single Translation Unit </a:t>
            </a:r>
            <a:r>
              <a:rPr lang="en-IN" sz="1800" b="0" i="0" u="none" strike="noStrike" baseline="0" dirty="0">
                <a:latin typeface="OpenSans"/>
              </a:rPr>
              <a:t>Applies to -</a:t>
            </a:r>
            <a:r>
              <a:rPr lang="en-IN" sz="1800" b="0" i="0" u="none" strike="noStrike" baseline="0" dirty="0">
                <a:latin typeface="OpenSans-Light"/>
              </a:rPr>
              <a:t> C90, C99</a:t>
            </a:r>
            <a:endParaRPr lang="en-IN" dirty="0"/>
          </a:p>
        </p:txBody>
      </p:sp>
      <p:sp>
        <p:nvSpPr>
          <p:cNvPr id="12" name="TextBox 11">
            <a:extLst>
              <a:ext uri="{FF2B5EF4-FFF2-40B4-BE49-F238E27FC236}">
                <a16:creationId xmlns:a16="http://schemas.microsoft.com/office/drawing/2014/main" id="{3B6B20D6-4372-E7FE-5B7C-3A5C456054FD}"/>
              </a:ext>
            </a:extLst>
          </p:cNvPr>
          <p:cNvSpPr txBox="1"/>
          <p:nvPr/>
        </p:nvSpPr>
        <p:spPr>
          <a:xfrm>
            <a:off x="2632264" y="2631843"/>
            <a:ext cx="7396640" cy="3693319"/>
          </a:xfrm>
          <a:prstGeom prst="rect">
            <a:avLst/>
          </a:prstGeom>
          <a:noFill/>
        </p:spPr>
        <p:txBody>
          <a:bodyPr wrap="square">
            <a:spAutoFit/>
          </a:bodyPr>
          <a:lstStyle/>
          <a:p>
            <a:pPr algn="l"/>
            <a:r>
              <a:rPr lang="en-US" sz="1800" b="0" i="0" u="none" strike="noStrike" baseline="0" dirty="0">
                <a:latin typeface="Times New Roman" panose="02020603050405020304" pitchFamily="18" charset="0"/>
                <a:cs typeface="Times New Roman" panose="02020603050405020304" pitchFamily="18" charset="0"/>
              </a:rPr>
              <a:t>#include &lt;</a:t>
            </a:r>
            <a:r>
              <a:rPr lang="en-US" sz="1800" b="0" i="0" u="none" strike="noStrike" baseline="0" dirty="0" err="1">
                <a:latin typeface="Times New Roman" panose="02020603050405020304" pitchFamily="18" charset="0"/>
                <a:cs typeface="Times New Roman" panose="02020603050405020304" pitchFamily="18" charset="0"/>
              </a:rPr>
              <a:t>stdint.h</a:t>
            </a:r>
            <a:r>
              <a:rPr lang="en-US" sz="1800" b="0" i="0" u="none" strike="noStrike" baseline="0" dirty="0">
                <a:latin typeface="Times New Roman" panose="02020603050405020304" pitchFamily="18" charset="0"/>
                <a:cs typeface="Times New Roman" panose="02020603050405020304" pitchFamily="18" charset="0"/>
              </a:rPr>
              <a:t>&gt;</a:t>
            </a:r>
          </a:p>
          <a:p>
            <a:pPr algn="l"/>
            <a:endParaRPr lang="en-US" sz="1800" b="0" i="0" u="none" strike="noStrike" baseline="0" dirty="0">
              <a:latin typeface="Times New Roman" panose="02020603050405020304" pitchFamily="18" charset="0"/>
              <a:cs typeface="Times New Roman" panose="02020603050405020304" pitchFamily="18" charset="0"/>
            </a:endParaRPr>
          </a:p>
          <a:p>
            <a:pPr algn="l"/>
            <a:r>
              <a:rPr lang="en-US" sz="1800" b="0" i="0" u="none" strike="noStrike" baseline="0" dirty="0">
                <a:latin typeface="Times New Roman" panose="02020603050405020304" pitchFamily="18" charset="0"/>
                <a:cs typeface="Times New Roman" panose="02020603050405020304" pitchFamily="18" charset="0"/>
              </a:rPr>
              <a:t>extern uint16_t code[10];</a:t>
            </a:r>
          </a:p>
          <a:p>
            <a:pPr algn="l"/>
            <a:endParaRPr lang="en-US" sz="1800" b="0" i="0" u="none" strike="noStrike" baseline="0" dirty="0">
              <a:latin typeface="Times New Roman" panose="02020603050405020304" pitchFamily="18" charset="0"/>
              <a:cs typeface="Times New Roman" panose="02020603050405020304" pitchFamily="18" charset="0"/>
            </a:endParaRPr>
          </a:p>
          <a:p>
            <a:pPr algn="l"/>
            <a:r>
              <a:rPr lang="en-US" sz="1800" b="0" i="0" u="none" strike="noStrike" baseline="0" dirty="0">
                <a:latin typeface="Times New Roman" panose="02020603050405020304" pitchFamily="18" charset="0"/>
                <a:cs typeface="Times New Roman" panose="02020603050405020304" pitchFamily="18" charset="0"/>
              </a:rPr>
              <a:t>int main() {</a:t>
            </a:r>
          </a:p>
          <a:p>
            <a:pPr algn="l"/>
            <a:r>
              <a:rPr lang="en-US" sz="1800" b="0" i="0" u="none" strike="noStrike" baseline="0" dirty="0">
                <a:latin typeface="Times New Roman" panose="02020603050405020304" pitchFamily="18" charset="0"/>
                <a:cs typeface="Times New Roman" panose="02020603050405020304" pitchFamily="18" charset="0"/>
              </a:rPr>
              <a:t>    code[1] = 109;  // Compliant - decimal 109</a:t>
            </a:r>
          </a:p>
          <a:p>
            <a:pPr algn="l"/>
            <a:r>
              <a:rPr lang="en-US" sz="1800" b="0" i="0" u="none" strike="noStrike" baseline="0" dirty="0">
                <a:latin typeface="Times New Roman" panose="02020603050405020304" pitchFamily="18" charset="0"/>
                <a:cs typeface="Times New Roman" panose="02020603050405020304" pitchFamily="18" charset="0"/>
              </a:rPr>
              <a:t>    code[2] = 100;  // Compliant - decimal 100</a:t>
            </a:r>
          </a:p>
          <a:p>
            <a:pPr algn="l"/>
            <a:r>
              <a:rPr lang="en-US" sz="1800" b="0" i="0" u="none" strike="noStrike" baseline="0" dirty="0">
                <a:highlight>
                  <a:srgbClr val="FFFF00"/>
                </a:highlight>
                <a:latin typeface="Times New Roman" panose="02020603050405020304" pitchFamily="18" charset="0"/>
                <a:cs typeface="Times New Roman" panose="02020603050405020304" pitchFamily="18" charset="0"/>
              </a:rPr>
              <a:t>    code[3] =052;   // Compliant - decimal 42 (instead of octal 052)</a:t>
            </a:r>
          </a:p>
          <a:p>
            <a:pPr algn="l"/>
            <a:r>
              <a:rPr lang="en-US" sz="1800" b="0" i="0" u="none" strike="noStrike" baseline="0" dirty="0">
                <a:highlight>
                  <a:srgbClr val="FFFF00"/>
                </a:highlight>
                <a:latin typeface="Times New Roman" panose="02020603050405020304" pitchFamily="18" charset="0"/>
                <a:cs typeface="Times New Roman" panose="02020603050405020304" pitchFamily="18" charset="0"/>
              </a:rPr>
              <a:t>    code[4] = 071;   // Compliant - decimal 57 (instead of octal 071)</a:t>
            </a:r>
          </a:p>
          <a:p>
            <a:pPr algn="l"/>
            <a:endParaRPr lang="en-US" sz="1800" b="0" i="0" u="none" strike="noStrike" baseline="0" dirty="0">
              <a:highlight>
                <a:srgbClr val="FFFF00"/>
              </a:highlight>
              <a:latin typeface="Times New Roman" panose="02020603050405020304" pitchFamily="18" charset="0"/>
              <a:cs typeface="Times New Roman" panose="02020603050405020304" pitchFamily="18" charset="0"/>
            </a:endParaRPr>
          </a:p>
          <a:p>
            <a:pPr algn="l"/>
            <a:r>
              <a:rPr lang="en-US" sz="1800" b="0" i="0" u="none" strike="noStrike" baseline="0" dirty="0">
                <a:latin typeface="Times New Roman" panose="02020603050405020304" pitchFamily="18" charset="0"/>
                <a:cs typeface="Times New Roman" panose="02020603050405020304" pitchFamily="18" charset="0"/>
              </a:rPr>
              <a:t>        </a:t>
            </a:r>
          </a:p>
          <a:p>
            <a:pPr algn="l"/>
            <a:r>
              <a:rPr lang="en-US" sz="1800" b="0" i="0" u="none" strike="noStrike" baseline="0" dirty="0">
                <a:latin typeface="Times New Roman" panose="02020603050405020304" pitchFamily="18" charset="0"/>
                <a:cs typeface="Times New Roman" panose="02020603050405020304" pitchFamily="18" charset="0"/>
              </a:rPr>
              <a:t>    return 0;</a:t>
            </a:r>
          </a:p>
          <a:p>
            <a:pPr algn="l"/>
            <a:r>
              <a:rPr lang="en-US" sz="1800" b="0" i="0" u="none" strike="noStrike" baseline="0" dirty="0">
                <a:latin typeface="Times New Roman" panose="02020603050405020304" pitchFamily="18" charset="0"/>
                <a:cs typeface="Times New Roman" panose="02020603050405020304" pitchFamily="18" charset="0"/>
              </a:rPr>
              <a:t>}</a:t>
            </a:r>
          </a:p>
        </p:txBody>
      </p:sp>
      <p:sp>
        <p:nvSpPr>
          <p:cNvPr id="14" name="TextBox 13">
            <a:extLst>
              <a:ext uri="{FF2B5EF4-FFF2-40B4-BE49-F238E27FC236}">
                <a16:creationId xmlns:a16="http://schemas.microsoft.com/office/drawing/2014/main" id="{3BEBAFEE-B117-F80A-3238-35883C77E34C}"/>
              </a:ext>
            </a:extLst>
          </p:cNvPr>
          <p:cNvSpPr txBox="1"/>
          <p:nvPr/>
        </p:nvSpPr>
        <p:spPr>
          <a:xfrm>
            <a:off x="1209164" y="1960559"/>
            <a:ext cx="10650070" cy="646331"/>
          </a:xfrm>
          <a:prstGeom prst="rect">
            <a:avLst/>
          </a:prstGeom>
          <a:noFill/>
        </p:spPr>
        <p:txBody>
          <a:bodyPr wrap="square">
            <a:spAutoFit/>
          </a:bodyPr>
          <a:lstStyle/>
          <a:p>
            <a:pPr algn="l"/>
            <a:r>
              <a:rPr lang="en-US" sz="1800" b="0" i="0" u="none" strike="noStrike" baseline="0" dirty="0">
                <a:latin typeface="OpenSans-Light"/>
              </a:rPr>
              <a:t>Developers writing constants that have a leading zero might expect them to be interpreted as decimal</a:t>
            </a:r>
          </a:p>
          <a:p>
            <a:pPr algn="l"/>
            <a:r>
              <a:rPr lang="en-IN" sz="1800" b="0" i="0" u="none" strike="noStrike" baseline="0" dirty="0">
                <a:latin typeface="OpenSans-Light"/>
              </a:rPr>
              <a:t>constants</a:t>
            </a:r>
            <a:endParaRPr lang="en-IN"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C571CA19-A36B-7D93-981A-5F92A3EA59D7}"/>
              </a:ext>
            </a:extLst>
          </p:cNvPr>
          <p:cNvSpPr txBox="1"/>
          <p:nvPr/>
        </p:nvSpPr>
        <p:spPr>
          <a:xfrm>
            <a:off x="1306457" y="2631843"/>
            <a:ext cx="1046338" cy="369332"/>
          </a:xfrm>
          <a:prstGeom prst="rect">
            <a:avLst/>
          </a:prstGeom>
          <a:noFill/>
        </p:spPr>
        <p:txBody>
          <a:bodyPr wrap="square">
            <a:spAutoFit/>
          </a:bodyPr>
          <a:lstStyle/>
          <a:p>
            <a:pPr algn="l"/>
            <a:r>
              <a:rPr lang="en-IN" dirty="0">
                <a:highlight>
                  <a:srgbClr val="FFFF00"/>
                </a:highlight>
              </a:rPr>
              <a:t>Example</a:t>
            </a:r>
          </a:p>
        </p:txBody>
      </p:sp>
      <p:sp>
        <p:nvSpPr>
          <p:cNvPr id="9" name="Slide Number Placeholder 8">
            <a:extLst>
              <a:ext uri="{FF2B5EF4-FFF2-40B4-BE49-F238E27FC236}">
                <a16:creationId xmlns:a16="http://schemas.microsoft.com/office/drawing/2014/main" id="{37115BB4-7187-7927-7E8C-C1AF024D7D8D}"/>
              </a:ext>
            </a:extLst>
          </p:cNvPr>
          <p:cNvSpPr>
            <a:spLocks noGrp="1"/>
          </p:cNvSpPr>
          <p:nvPr>
            <p:ph type="sldNum" sz="quarter" idx="12"/>
          </p:nvPr>
        </p:nvSpPr>
        <p:spPr/>
        <p:txBody>
          <a:bodyPr/>
          <a:lstStyle/>
          <a:p>
            <a:fld id="{91247CA1-BCEC-4DD4-9B23-E2AE1AEA27A6}" type="slidenum">
              <a:rPr lang="en-IN" smtClean="0"/>
              <a:t>37</a:t>
            </a:fld>
            <a:endParaRPr lang="en-IN"/>
          </a:p>
        </p:txBody>
      </p:sp>
      <p:sp>
        <p:nvSpPr>
          <p:cNvPr id="8" name="TextBox 7">
            <a:extLst>
              <a:ext uri="{FF2B5EF4-FFF2-40B4-BE49-F238E27FC236}">
                <a16:creationId xmlns:a16="http://schemas.microsoft.com/office/drawing/2014/main" id="{2EB227B7-FFE7-3AC4-3621-E5E80426058D}"/>
              </a:ext>
            </a:extLst>
          </p:cNvPr>
          <p:cNvSpPr txBox="1"/>
          <p:nvPr/>
        </p:nvSpPr>
        <p:spPr>
          <a:xfrm>
            <a:off x="10532532" y="526059"/>
            <a:ext cx="1451144" cy="369332"/>
          </a:xfrm>
          <a:prstGeom prst="rect">
            <a:avLst/>
          </a:prstGeom>
          <a:noFill/>
        </p:spPr>
        <p:txBody>
          <a:bodyPr wrap="square">
            <a:spAutoFit/>
          </a:bodyPr>
          <a:lstStyle/>
          <a:p>
            <a:r>
              <a:rPr lang="en-IN" dirty="0"/>
              <a:t>Session 1</a:t>
            </a:r>
          </a:p>
        </p:txBody>
      </p:sp>
    </p:spTree>
    <p:extLst>
      <p:ext uri="{BB962C8B-B14F-4D97-AF65-F5344CB8AC3E}">
        <p14:creationId xmlns:p14="http://schemas.microsoft.com/office/powerpoint/2010/main" val="45891005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5A292AEA-2528-46C0-B426-95822B6141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D8B7B198-E4DF-43CD-AD8C-1998843237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34" name="Freeform: Shape 33">
            <a:extLst>
              <a:ext uri="{FF2B5EF4-FFF2-40B4-BE49-F238E27FC236}">
                <a16:creationId xmlns:a16="http://schemas.microsoft.com/office/drawing/2014/main" id="{2BE67753-EA0E-4819-8D22-0B6600CF7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96934" y="3984"/>
            <a:ext cx="9376632" cy="6858000"/>
          </a:xfrm>
          <a:custGeom>
            <a:avLst/>
            <a:gdLst>
              <a:gd name="connsiteX0" fmla="*/ 1691615 w 9376632"/>
              <a:gd name="connsiteY0" fmla="*/ 0 h 6858000"/>
              <a:gd name="connsiteX1" fmla="*/ 7685017 w 9376632"/>
              <a:gd name="connsiteY1" fmla="*/ 0 h 6858000"/>
              <a:gd name="connsiteX2" fmla="*/ 7840634 w 9376632"/>
              <a:gd name="connsiteY2" fmla="*/ 134799 h 6858000"/>
              <a:gd name="connsiteX3" fmla="*/ 9376632 w 9376632"/>
              <a:gd name="connsiteY3" fmla="*/ 3605175 h 6858000"/>
              <a:gd name="connsiteX4" fmla="*/ 8158692 w 9376632"/>
              <a:gd name="connsiteY4" fmla="*/ 6757493 h 6858000"/>
              <a:gd name="connsiteX5" fmla="*/ 8062868 w 9376632"/>
              <a:gd name="connsiteY5" fmla="*/ 6858000 h 6858000"/>
              <a:gd name="connsiteX6" fmla="*/ 1313765 w 9376632"/>
              <a:gd name="connsiteY6" fmla="*/ 6858000 h 6858000"/>
              <a:gd name="connsiteX7" fmla="*/ 1217940 w 9376632"/>
              <a:gd name="connsiteY7" fmla="*/ 6757493 h 6858000"/>
              <a:gd name="connsiteX8" fmla="*/ 0 w 9376632"/>
              <a:gd name="connsiteY8" fmla="*/ 3605175 h 6858000"/>
              <a:gd name="connsiteX9" fmla="*/ 1535999 w 9376632"/>
              <a:gd name="connsiteY9" fmla="*/ 13479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376632" h="6858000">
                <a:moveTo>
                  <a:pt x="1691615" y="0"/>
                </a:moveTo>
                <a:lnTo>
                  <a:pt x="7685017" y="0"/>
                </a:lnTo>
                <a:lnTo>
                  <a:pt x="7840634" y="134799"/>
                </a:lnTo>
                <a:cubicBezTo>
                  <a:pt x="8784230" y="992423"/>
                  <a:pt x="9376632" y="2229618"/>
                  <a:pt x="9376632" y="3605175"/>
                </a:cubicBezTo>
                <a:cubicBezTo>
                  <a:pt x="9376632" y="4818903"/>
                  <a:pt x="8915419" y="5924908"/>
                  <a:pt x="8158692" y="6757493"/>
                </a:cubicBezTo>
                <a:lnTo>
                  <a:pt x="8062868" y="6858000"/>
                </a:lnTo>
                <a:lnTo>
                  <a:pt x="1313765" y="6858000"/>
                </a:lnTo>
                <a:lnTo>
                  <a:pt x="1217940" y="6757493"/>
                </a:lnTo>
                <a:cubicBezTo>
                  <a:pt x="461213" y="5924908"/>
                  <a:pt x="0" y="4818903"/>
                  <a:pt x="0" y="3605175"/>
                </a:cubicBezTo>
                <a:cubicBezTo>
                  <a:pt x="0" y="2229618"/>
                  <a:pt x="592403" y="992423"/>
                  <a:pt x="1535999" y="134799"/>
                </a:cubicBezTo>
                <a:close/>
              </a:path>
            </a:pathLst>
          </a:cu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5" name="Group 34">
            <a:extLst>
              <a:ext uri="{FF2B5EF4-FFF2-40B4-BE49-F238E27FC236}">
                <a16:creationId xmlns:a16="http://schemas.microsoft.com/office/drawing/2014/main" id="{D76D63AC-0421-45EC-B383-E79A61A78C6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303402" y="3985"/>
            <a:ext cx="9772765" cy="6858000"/>
            <a:chOff x="1303402" y="36937"/>
            <a:chExt cx="9772765" cy="6858000"/>
          </a:xfrm>
          <a:solidFill>
            <a:schemeClr val="bg1">
              <a:alpha val="30000"/>
            </a:schemeClr>
          </a:solidFill>
        </p:grpSpPr>
        <p:sp>
          <p:nvSpPr>
            <p:cNvPr id="15" name="Freeform: Shape 14">
              <a:extLst>
                <a:ext uri="{FF2B5EF4-FFF2-40B4-BE49-F238E27FC236}">
                  <a16:creationId xmlns:a16="http://schemas.microsoft.com/office/drawing/2014/main" id="{B997A32E-7032-4107-9C8B-99DB59EDD5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6937"/>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Shape 15">
              <a:extLst>
                <a:ext uri="{FF2B5EF4-FFF2-40B4-BE49-F238E27FC236}">
                  <a16:creationId xmlns:a16="http://schemas.microsoft.com/office/drawing/2014/main" id="{943BB27F-1470-42CA-91FF-D94BC691C8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6937"/>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Freeform: Shape 16">
              <a:extLst>
                <a:ext uri="{FF2B5EF4-FFF2-40B4-BE49-F238E27FC236}">
                  <a16:creationId xmlns:a16="http://schemas.microsoft.com/office/drawing/2014/main" id="{E997B002-17FD-47B3-A06A-76802FE15C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6937"/>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Freeform: Shape 17">
              <a:extLst>
                <a:ext uri="{FF2B5EF4-FFF2-40B4-BE49-F238E27FC236}">
                  <a16:creationId xmlns:a16="http://schemas.microsoft.com/office/drawing/2014/main" id="{E401EA35-9D2E-43B7-860F-EBB8A6C3E0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6937"/>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Freeform: Shape 18">
              <a:extLst>
                <a:ext uri="{FF2B5EF4-FFF2-40B4-BE49-F238E27FC236}">
                  <a16:creationId xmlns:a16="http://schemas.microsoft.com/office/drawing/2014/main" id="{F8C44827-3D81-4FF9-B4A5-5650D1B20A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6937"/>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Freeform: Shape 19">
              <a:extLst>
                <a:ext uri="{FF2B5EF4-FFF2-40B4-BE49-F238E27FC236}">
                  <a16:creationId xmlns:a16="http://schemas.microsoft.com/office/drawing/2014/main" id="{F613D97F-F6DF-4D32-AD91-209A80E7A2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8320" y="36937"/>
              <a:ext cx="9767847" cy="6858000"/>
            </a:xfrm>
            <a:custGeom>
              <a:avLst/>
              <a:gdLst>
                <a:gd name="connsiteX0" fmla="*/ 7151367 w 9767847"/>
                <a:gd name="connsiteY0" fmla="*/ 0 h 6858000"/>
                <a:gd name="connsiteX1" fmla="*/ 7881247 w 9767847"/>
                <a:gd name="connsiteY1" fmla="*/ 0 h 6858000"/>
                <a:gd name="connsiteX2" fmla="*/ 7990553 w 9767847"/>
                <a:gd name="connsiteY2" fmla="*/ 81317 h 6858000"/>
                <a:gd name="connsiteX3" fmla="*/ 9767847 w 9767847"/>
                <a:gd name="connsiteY3" fmla="*/ 3649031 h 6858000"/>
                <a:gd name="connsiteX4" fmla="*/ 8652597 w 9767847"/>
                <a:gd name="connsiteY4" fmla="*/ 6590005 h 6858000"/>
                <a:gd name="connsiteX5" fmla="*/ 8395306 w 9767847"/>
                <a:gd name="connsiteY5" fmla="*/ 6858000 h 6858000"/>
                <a:gd name="connsiteX6" fmla="*/ 6762603 w 9767847"/>
                <a:gd name="connsiteY6" fmla="*/ 6858000 h 6858000"/>
                <a:gd name="connsiteX7" fmla="*/ 6765962 w 9767847"/>
                <a:gd name="connsiteY7" fmla="*/ 6854844 h 6858000"/>
                <a:gd name="connsiteX8" fmla="*/ 6804586 w 9767847"/>
                <a:gd name="connsiteY8" fmla="*/ 6817103 h 6858000"/>
                <a:gd name="connsiteX9" fmla="*/ 6881735 w 9767847"/>
                <a:gd name="connsiteY9" fmla="*/ 6741197 h 6858000"/>
                <a:gd name="connsiteX10" fmla="*/ 6958883 w 9767847"/>
                <a:gd name="connsiteY10" fmla="*/ 6664822 h 6858000"/>
                <a:gd name="connsiteX11" fmla="*/ 7267925 w 9767847"/>
                <a:gd name="connsiteY11" fmla="*/ 6355694 h 6858000"/>
                <a:gd name="connsiteX12" fmla="*/ 7424360 w 9767847"/>
                <a:gd name="connsiteY12" fmla="*/ 6200685 h 6858000"/>
                <a:gd name="connsiteX13" fmla="*/ 7504938 w 9767847"/>
                <a:gd name="connsiteY13" fmla="*/ 6122708 h 6858000"/>
                <a:gd name="connsiteX14" fmla="*/ 7546396 w 9767847"/>
                <a:gd name="connsiteY14" fmla="*/ 6083697 h 6858000"/>
                <a:gd name="connsiteX15" fmla="*/ 7588002 w 9767847"/>
                <a:gd name="connsiteY15" fmla="*/ 6045532 h 6858000"/>
                <a:gd name="connsiteX16" fmla="*/ 7631000 w 9767847"/>
                <a:gd name="connsiteY16" fmla="*/ 6006709 h 6858000"/>
                <a:gd name="connsiteX17" fmla="*/ 7675440 w 9767847"/>
                <a:gd name="connsiteY17" fmla="*/ 5968309 h 6858000"/>
                <a:gd name="connsiteX18" fmla="*/ 7720626 w 9767847"/>
                <a:gd name="connsiteY18" fmla="*/ 5930851 h 6858000"/>
                <a:gd name="connsiteX19" fmla="*/ 7766458 w 9767847"/>
                <a:gd name="connsiteY19" fmla="*/ 5894334 h 6858000"/>
                <a:gd name="connsiteX20" fmla="*/ 7955254 w 9767847"/>
                <a:gd name="connsiteY20" fmla="*/ 5756828 h 6858000"/>
                <a:gd name="connsiteX21" fmla="*/ 8352678 w 9767847"/>
                <a:gd name="connsiteY21" fmla="*/ 5517630 h 6858000"/>
                <a:gd name="connsiteX22" fmla="*/ 8451350 w 9767847"/>
                <a:gd name="connsiteY22" fmla="*/ 5465254 h 6858000"/>
                <a:gd name="connsiteX23" fmla="*/ 8548532 w 9767847"/>
                <a:gd name="connsiteY23" fmla="*/ 5413395 h 6858000"/>
                <a:gd name="connsiteX24" fmla="*/ 8729473 w 9767847"/>
                <a:gd name="connsiteY24" fmla="*/ 5309961 h 6858000"/>
                <a:gd name="connsiteX25" fmla="*/ 8770781 w 9767847"/>
                <a:gd name="connsiteY25" fmla="*/ 5283232 h 6858000"/>
                <a:gd name="connsiteX26" fmla="*/ 8790964 w 9767847"/>
                <a:gd name="connsiteY26" fmla="*/ 5269492 h 6858000"/>
                <a:gd name="connsiteX27" fmla="*/ 8810499 w 9767847"/>
                <a:gd name="connsiteY27" fmla="*/ 5255703 h 6858000"/>
                <a:gd name="connsiteX28" fmla="*/ 8883571 w 9767847"/>
                <a:gd name="connsiteY28" fmla="*/ 5198479 h 6858000"/>
                <a:gd name="connsiteX29" fmla="*/ 9006651 w 9767847"/>
                <a:gd name="connsiteY29" fmla="*/ 5070527 h 6858000"/>
                <a:gd name="connsiteX30" fmla="*/ 9033494 w 9767847"/>
                <a:gd name="connsiteY30" fmla="*/ 5034105 h 6858000"/>
                <a:gd name="connsiteX31" fmla="*/ 9040305 w 9767847"/>
                <a:gd name="connsiteY31" fmla="*/ 5024551 h 6858000"/>
                <a:gd name="connsiteX32" fmla="*/ 9046568 w 9767847"/>
                <a:gd name="connsiteY32" fmla="*/ 5015281 h 6858000"/>
                <a:gd name="connsiteX33" fmla="*/ 9058846 w 9767847"/>
                <a:gd name="connsiteY33" fmla="*/ 4996645 h 6858000"/>
                <a:gd name="connsiteX34" fmla="*/ 9104529 w 9767847"/>
                <a:gd name="connsiteY34" fmla="*/ 4918105 h 6858000"/>
                <a:gd name="connsiteX35" fmla="*/ 9181081 w 9767847"/>
                <a:gd name="connsiteY35" fmla="*/ 4744694 h 6858000"/>
                <a:gd name="connsiteX36" fmla="*/ 9240731 w 9767847"/>
                <a:gd name="connsiteY36" fmla="*/ 4557872 h 6858000"/>
                <a:gd name="connsiteX37" fmla="*/ 9265388 w 9767847"/>
                <a:gd name="connsiteY37" fmla="*/ 4461073 h 6858000"/>
                <a:gd name="connsiteX38" fmla="*/ 9276571 w 9767847"/>
                <a:gd name="connsiteY38" fmla="*/ 4411943 h 6858000"/>
                <a:gd name="connsiteX39" fmla="*/ 9281841 w 9767847"/>
                <a:gd name="connsiteY39" fmla="*/ 4387379 h 6858000"/>
                <a:gd name="connsiteX40" fmla="*/ 9286513 w 9767847"/>
                <a:gd name="connsiteY40" fmla="*/ 4364838 h 6858000"/>
                <a:gd name="connsiteX41" fmla="*/ 9296754 w 9767847"/>
                <a:gd name="connsiteY41" fmla="*/ 4312038 h 6858000"/>
                <a:gd name="connsiteX42" fmla="*/ 9301029 w 9767847"/>
                <a:gd name="connsiteY42" fmla="*/ 4289074 h 6858000"/>
                <a:gd name="connsiteX43" fmla="*/ 9302818 w 9767847"/>
                <a:gd name="connsiteY43" fmla="*/ 4278581 h 6858000"/>
                <a:gd name="connsiteX44" fmla="*/ 9304658 w 9767847"/>
                <a:gd name="connsiteY44" fmla="*/ 4266816 h 6858000"/>
                <a:gd name="connsiteX45" fmla="*/ 9312810 w 9767847"/>
                <a:gd name="connsiteY45" fmla="*/ 4215945 h 6858000"/>
                <a:gd name="connsiteX46" fmla="*/ 9316887 w 9767847"/>
                <a:gd name="connsiteY46" fmla="*/ 4190486 h 6858000"/>
                <a:gd name="connsiteX47" fmla="*/ 9318923 w 9767847"/>
                <a:gd name="connsiteY47" fmla="*/ 4177780 h 6858000"/>
                <a:gd name="connsiteX48" fmla="*/ 9320515 w 9767847"/>
                <a:gd name="connsiteY48" fmla="*/ 4164886 h 6858000"/>
                <a:gd name="connsiteX49" fmla="*/ 9332445 w 9767847"/>
                <a:gd name="connsiteY49" fmla="*/ 4064981 h 6858000"/>
                <a:gd name="connsiteX50" fmla="*/ 9336173 w 9767847"/>
                <a:gd name="connsiteY50" fmla="*/ 4018676 h 6858000"/>
                <a:gd name="connsiteX51" fmla="*/ 9340199 w 9767847"/>
                <a:gd name="connsiteY51" fmla="*/ 3965171 h 6858000"/>
                <a:gd name="connsiteX52" fmla="*/ 9347557 w 9767847"/>
                <a:gd name="connsiteY52" fmla="*/ 3765972 h 6858000"/>
                <a:gd name="connsiteX53" fmla="*/ 9346364 w 9767847"/>
                <a:gd name="connsiteY53" fmla="*/ 3664938 h 6858000"/>
                <a:gd name="connsiteX54" fmla="*/ 9344921 w 9767847"/>
                <a:gd name="connsiteY54" fmla="*/ 3615243 h 6858000"/>
                <a:gd name="connsiteX55" fmla="*/ 9344524 w 9767847"/>
                <a:gd name="connsiteY55" fmla="*/ 3603526 h 6858000"/>
                <a:gd name="connsiteX56" fmla="*/ 9343728 w 9767847"/>
                <a:gd name="connsiteY56" fmla="*/ 3590774 h 6858000"/>
                <a:gd name="connsiteX57" fmla="*/ 9342188 w 9767847"/>
                <a:gd name="connsiteY57" fmla="*/ 3565268 h 6858000"/>
                <a:gd name="connsiteX58" fmla="*/ 9339056 w 9767847"/>
                <a:gd name="connsiteY58" fmla="*/ 3514256 h 6858000"/>
                <a:gd name="connsiteX59" fmla="*/ 9334334 w 9767847"/>
                <a:gd name="connsiteY59" fmla="*/ 3463057 h 6858000"/>
                <a:gd name="connsiteX60" fmla="*/ 9329363 w 9767847"/>
                <a:gd name="connsiteY60" fmla="*/ 3411810 h 6858000"/>
                <a:gd name="connsiteX61" fmla="*/ 9328319 w 9767847"/>
                <a:gd name="connsiteY61" fmla="*/ 3400657 h 6858000"/>
                <a:gd name="connsiteX62" fmla="*/ 9327177 w 9767847"/>
                <a:gd name="connsiteY62" fmla="*/ 3390116 h 6858000"/>
                <a:gd name="connsiteX63" fmla="*/ 9324293 w 9767847"/>
                <a:gd name="connsiteY63" fmla="*/ 3366774 h 6858000"/>
                <a:gd name="connsiteX64" fmla="*/ 9320763 w 9767847"/>
                <a:gd name="connsiteY64" fmla="*/ 3340329 h 6858000"/>
                <a:gd name="connsiteX65" fmla="*/ 9317184 w 9767847"/>
                <a:gd name="connsiteY65" fmla="*/ 3311245 h 6858000"/>
                <a:gd name="connsiteX66" fmla="*/ 9311021 w 9767847"/>
                <a:gd name="connsiteY66" fmla="*/ 3266211 h 6858000"/>
                <a:gd name="connsiteX67" fmla="*/ 9302719 w 9767847"/>
                <a:gd name="connsiteY67" fmla="*/ 3215717 h 6858000"/>
                <a:gd name="connsiteX68" fmla="*/ 9293970 w 9767847"/>
                <a:gd name="connsiteY68" fmla="*/ 3165789 h 6858000"/>
                <a:gd name="connsiteX69" fmla="*/ 9252065 w 9767847"/>
                <a:gd name="connsiteY69" fmla="*/ 2967107 h 6858000"/>
                <a:gd name="connsiteX70" fmla="*/ 9227211 w 9767847"/>
                <a:gd name="connsiteY70" fmla="*/ 2868473 h 6858000"/>
                <a:gd name="connsiteX71" fmla="*/ 9220699 w 9767847"/>
                <a:gd name="connsiteY71" fmla="*/ 2844426 h 6858000"/>
                <a:gd name="connsiteX72" fmla="*/ 9213740 w 9767847"/>
                <a:gd name="connsiteY72" fmla="*/ 2820191 h 6858000"/>
                <a:gd name="connsiteX73" fmla="*/ 9199374 w 9767847"/>
                <a:gd name="connsiteY73" fmla="*/ 2771438 h 6858000"/>
                <a:gd name="connsiteX74" fmla="*/ 9061829 w 9767847"/>
                <a:gd name="connsiteY74" fmla="*/ 2385418 h 6858000"/>
                <a:gd name="connsiteX75" fmla="*/ 8978865 w 9767847"/>
                <a:gd name="connsiteY75" fmla="*/ 2196855 h 6858000"/>
                <a:gd name="connsiteX76" fmla="*/ 8956694 w 9767847"/>
                <a:gd name="connsiteY76" fmla="*/ 2150219 h 6858000"/>
                <a:gd name="connsiteX77" fmla="*/ 8934176 w 9767847"/>
                <a:gd name="connsiteY77" fmla="*/ 2103914 h 6858000"/>
                <a:gd name="connsiteX78" fmla="*/ 8887151 w 9767847"/>
                <a:gd name="connsiteY78" fmla="*/ 2011350 h 6858000"/>
                <a:gd name="connsiteX79" fmla="*/ 8787533 w 9767847"/>
                <a:gd name="connsiteY79" fmla="*/ 1828527 h 6858000"/>
                <a:gd name="connsiteX80" fmla="*/ 8761485 w 9767847"/>
                <a:gd name="connsiteY80" fmla="*/ 1783398 h 6858000"/>
                <a:gd name="connsiteX81" fmla="*/ 8734791 w 9767847"/>
                <a:gd name="connsiteY81" fmla="*/ 1737893 h 6858000"/>
                <a:gd name="connsiteX82" fmla="*/ 8680808 w 9767847"/>
                <a:gd name="connsiteY82" fmla="*/ 1648812 h 6858000"/>
                <a:gd name="connsiteX83" fmla="*/ 8567024 w 9767847"/>
                <a:gd name="connsiteY83" fmla="*/ 1472906 h 6858000"/>
                <a:gd name="connsiteX84" fmla="*/ 8537446 w 9767847"/>
                <a:gd name="connsiteY84" fmla="*/ 1429330 h 6858000"/>
                <a:gd name="connsiteX85" fmla="*/ 8507423 w 9767847"/>
                <a:gd name="connsiteY85" fmla="*/ 1385896 h 6858000"/>
                <a:gd name="connsiteX86" fmla="*/ 8446529 w 9767847"/>
                <a:gd name="connsiteY86" fmla="*/ 1300295 h 6858000"/>
                <a:gd name="connsiteX87" fmla="*/ 8319224 w 9767847"/>
                <a:gd name="connsiteY87" fmla="*/ 1131026 h 6858000"/>
                <a:gd name="connsiteX88" fmla="*/ 8286366 w 9767847"/>
                <a:gd name="connsiteY88" fmla="*/ 1089050 h 6858000"/>
                <a:gd name="connsiteX89" fmla="*/ 8270161 w 9767847"/>
                <a:gd name="connsiteY89" fmla="*/ 1068439 h 6858000"/>
                <a:gd name="connsiteX90" fmla="*/ 8253856 w 9767847"/>
                <a:gd name="connsiteY90" fmla="*/ 1048156 h 6858000"/>
                <a:gd name="connsiteX91" fmla="*/ 8186352 w 9767847"/>
                <a:gd name="connsiteY91" fmla="*/ 966275 h 6858000"/>
                <a:gd name="connsiteX92" fmla="*/ 8046768 w 9767847"/>
                <a:gd name="connsiteY92" fmla="*/ 805429 h 6858000"/>
                <a:gd name="connsiteX93" fmla="*/ 8010927 w 9767847"/>
                <a:gd name="connsiteY93" fmla="*/ 765853 h 6858000"/>
                <a:gd name="connsiteX94" fmla="*/ 7974788 w 9767847"/>
                <a:gd name="connsiteY94" fmla="*/ 726653 h 6858000"/>
                <a:gd name="connsiteX95" fmla="*/ 7901070 w 9767847"/>
                <a:gd name="connsiteY95" fmla="*/ 648724 h 6858000"/>
                <a:gd name="connsiteX96" fmla="*/ 7750054 w 9767847"/>
                <a:gd name="connsiteY96" fmla="*/ 497008 h 6858000"/>
                <a:gd name="connsiteX97" fmla="*/ 7592277 w 9767847"/>
                <a:gd name="connsiteY97" fmla="*/ 351221 h 6858000"/>
                <a:gd name="connsiteX98" fmla="*/ 7257734 w 9767847"/>
                <a:gd name="connsiteY98" fmla="*/ 76964 h 6858000"/>
                <a:gd name="connsiteX99" fmla="*/ 1886601 w 9767847"/>
                <a:gd name="connsiteY99" fmla="*/ 0 h 6858000"/>
                <a:gd name="connsiteX100" fmla="*/ 2292926 w 9767847"/>
                <a:gd name="connsiteY100" fmla="*/ 0 h 6858000"/>
                <a:gd name="connsiteX101" fmla="*/ 2135542 w 9767847"/>
                <a:gd name="connsiteY101" fmla="*/ 117781 h 6858000"/>
                <a:gd name="connsiteX102" fmla="*/ 1969576 w 9767847"/>
                <a:gd name="connsiteY102" fmla="*/ 254986 h 6858000"/>
                <a:gd name="connsiteX103" fmla="*/ 1659938 w 9767847"/>
                <a:gd name="connsiteY103" fmla="*/ 549855 h 6858000"/>
                <a:gd name="connsiteX104" fmla="*/ 729383 w 9767847"/>
                <a:gd name="connsiteY104" fmla="*/ 1936480 h 6858000"/>
                <a:gd name="connsiteX105" fmla="*/ 578465 w 9767847"/>
                <a:gd name="connsiteY105" fmla="*/ 2320807 h 6858000"/>
                <a:gd name="connsiteX106" fmla="*/ 465080 w 9767847"/>
                <a:gd name="connsiteY106" fmla="*/ 2714875 h 6858000"/>
                <a:gd name="connsiteX107" fmla="*/ 423820 w 9767847"/>
                <a:gd name="connsiteY107" fmla="*/ 2915436 h 6858000"/>
                <a:gd name="connsiteX108" fmla="*/ 392355 w 9767847"/>
                <a:gd name="connsiteY108" fmla="*/ 3118071 h 6858000"/>
                <a:gd name="connsiteX109" fmla="*/ 358801 w 9767847"/>
                <a:gd name="connsiteY109" fmla="*/ 3526915 h 6858000"/>
                <a:gd name="connsiteX110" fmla="*/ 410350 w 9767847"/>
                <a:gd name="connsiteY110" fmla="*/ 4348226 h 6858000"/>
                <a:gd name="connsiteX111" fmla="*/ 449022 w 9767847"/>
                <a:gd name="connsiteY111" fmla="*/ 4551049 h 6858000"/>
                <a:gd name="connsiteX112" fmla="*/ 498882 w 9767847"/>
                <a:gd name="connsiteY112" fmla="*/ 4752365 h 6858000"/>
                <a:gd name="connsiteX113" fmla="*/ 559775 w 9767847"/>
                <a:gd name="connsiteY113" fmla="*/ 4951657 h 6858000"/>
                <a:gd name="connsiteX114" fmla="*/ 631406 w 9767847"/>
                <a:gd name="connsiteY114" fmla="*/ 5147986 h 6858000"/>
                <a:gd name="connsiteX115" fmla="*/ 1023461 w 9767847"/>
                <a:gd name="connsiteY115" fmla="*/ 5893957 h 6858000"/>
                <a:gd name="connsiteX116" fmla="*/ 1575880 w 9767847"/>
                <a:gd name="connsiteY116" fmla="*/ 6547646 h 6858000"/>
                <a:gd name="connsiteX117" fmla="*/ 1905228 w 9767847"/>
                <a:gd name="connsiteY117" fmla="*/ 6829468 h 6858000"/>
                <a:gd name="connsiteX118" fmla="*/ 1944230 w 9767847"/>
                <a:gd name="connsiteY118" fmla="*/ 6858000 h 6858000"/>
                <a:gd name="connsiteX119" fmla="*/ 1372541 w 9767847"/>
                <a:gd name="connsiteY119" fmla="*/ 6858000 h 6858000"/>
                <a:gd name="connsiteX120" fmla="*/ 1115251 w 9767847"/>
                <a:gd name="connsiteY120" fmla="*/ 6590005 h 6858000"/>
                <a:gd name="connsiteX121" fmla="*/ 0 w 9767847"/>
                <a:gd name="connsiteY121" fmla="*/ 3649031 h 6858000"/>
                <a:gd name="connsiteX122" fmla="*/ 1777294 w 9767847"/>
                <a:gd name="connsiteY122" fmla="*/ 813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9767847" h="6858000">
                  <a:moveTo>
                    <a:pt x="7151367" y="0"/>
                  </a:moveTo>
                  <a:lnTo>
                    <a:pt x="7881247" y="0"/>
                  </a:lnTo>
                  <a:lnTo>
                    <a:pt x="7990553" y="81317"/>
                  </a:lnTo>
                  <a:cubicBezTo>
                    <a:pt x="9075991" y="929334"/>
                    <a:pt x="9767847" y="2212695"/>
                    <a:pt x="9767847" y="3649031"/>
                  </a:cubicBezTo>
                  <a:cubicBezTo>
                    <a:pt x="9767847" y="4766182"/>
                    <a:pt x="9349317" y="5790792"/>
                    <a:pt x="8652597" y="6590005"/>
                  </a:cubicBezTo>
                  <a:lnTo>
                    <a:pt x="8395306" y="6858000"/>
                  </a:lnTo>
                  <a:lnTo>
                    <a:pt x="6762603" y="6858000"/>
                  </a:lnTo>
                  <a:lnTo>
                    <a:pt x="6765962" y="6854844"/>
                  </a:lnTo>
                  <a:cubicBezTo>
                    <a:pt x="6779036" y="6842703"/>
                    <a:pt x="6791663" y="6829621"/>
                    <a:pt x="6804586" y="6817103"/>
                  </a:cubicBezTo>
                  <a:lnTo>
                    <a:pt x="6881735" y="6741197"/>
                  </a:lnTo>
                  <a:cubicBezTo>
                    <a:pt x="6907435" y="6715881"/>
                    <a:pt x="6933134" y="6690798"/>
                    <a:pt x="6958883" y="6664822"/>
                  </a:cubicBezTo>
                  <a:lnTo>
                    <a:pt x="7267925" y="6355694"/>
                  </a:lnTo>
                  <a:lnTo>
                    <a:pt x="7424360" y="6200685"/>
                  </a:lnTo>
                  <a:cubicBezTo>
                    <a:pt x="7450754" y="6174802"/>
                    <a:pt x="7477598" y="6148731"/>
                    <a:pt x="7504938" y="6122708"/>
                  </a:cubicBezTo>
                  <a:lnTo>
                    <a:pt x="7546396" y="6083697"/>
                  </a:lnTo>
                  <a:cubicBezTo>
                    <a:pt x="7560264" y="6070803"/>
                    <a:pt x="7574780" y="6057532"/>
                    <a:pt x="7588002" y="6045532"/>
                  </a:cubicBezTo>
                  <a:lnTo>
                    <a:pt x="7631000" y="6006709"/>
                  </a:lnTo>
                  <a:lnTo>
                    <a:pt x="7675440" y="5968309"/>
                  </a:lnTo>
                  <a:cubicBezTo>
                    <a:pt x="7690404" y="5955698"/>
                    <a:pt x="7705564" y="5943321"/>
                    <a:pt x="7720626" y="5930851"/>
                  </a:cubicBezTo>
                  <a:cubicBezTo>
                    <a:pt x="7735738" y="5918427"/>
                    <a:pt x="7751197" y="5906521"/>
                    <a:pt x="7766458" y="5894334"/>
                  </a:cubicBezTo>
                  <a:cubicBezTo>
                    <a:pt x="7827949" y="5846192"/>
                    <a:pt x="7890979" y="5800499"/>
                    <a:pt x="7955254" y="5756828"/>
                  </a:cubicBezTo>
                  <a:cubicBezTo>
                    <a:pt x="8083800" y="5669534"/>
                    <a:pt x="8216872" y="5590336"/>
                    <a:pt x="8352678" y="5517630"/>
                  </a:cubicBezTo>
                  <a:lnTo>
                    <a:pt x="8451350" y="5465254"/>
                  </a:lnTo>
                  <a:lnTo>
                    <a:pt x="8548532" y="5413395"/>
                  </a:lnTo>
                  <a:cubicBezTo>
                    <a:pt x="8612110" y="5379090"/>
                    <a:pt x="8673251" y="5345208"/>
                    <a:pt x="8729473" y="5309961"/>
                  </a:cubicBezTo>
                  <a:cubicBezTo>
                    <a:pt x="8743591" y="5301115"/>
                    <a:pt x="8757161" y="5292361"/>
                    <a:pt x="8770781" y="5283232"/>
                  </a:cubicBezTo>
                  <a:cubicBezTo>
                    <a:pt x="8777591" y="5278667"/>
                    <a:pt x="8784451" y="5274103"/>
                    <a:pt x="8790964" y="5269492"/>
                  </a:cubicBezTo>
                  <a:cubicBezTo>
                    <a:pt x="8797574" y="5264879"/>
                    <a:pt x="8804235" y="5260314"/>
                    <a:pt x="8810499" y="5255703"/>
                  </a:cubicBezTo>
                  <a:cubicBezTo>
                    <a:pt x="8835999" y="5237303"/>
                    <a:pt x="8860407" y="5218291"/>
                    <a:pt x="8883571" y="5198479"/>
                  </a:cubicBezTo>
                  <a:cubicBezTo>
                    <a:pt x="8929900" y="5158856"/>
                    <a:pt x="8971258" y="5116315"/>
                    <a:pt x="9006651" y="5070527"/>
                  </a:cubicBezTo>
                  <a:cubicBezTo>
                    <a:pt x="9015351" y="5059328"/>
                    <a:pt x="9024398" y="5046857"/>
                    <a:pt x="9033494" y="5034105"/>
                  </a:cubicBezTo>
                  <a:lnTo>
                    <a:pt x="9040305" y="5024551"/>
                  </a:lnTo>
                  <a:lnTo>
                    <a:pt x="9046568" y="5015281"/>
                  </a:lnTo>
                  <a:cubicBezTo>
                    <a:pt x="9050743" y="5009163"/>
                    <a:pt x="9054819" y="5002952"/>
                    <a:pt x="9058846" y="4996645"/>
                  </a:cubicBezTo>
                  <a:cubicBezTo>
                    <a:pt x="9075002" y="4971517"/>
                    <a:pt x="9090212" y="4945305"/>
                    <a:pt x="9104529" y="4918105"/>
                  </a:cubicBezTo>
                  <a:cubicBezTo>
                    <a:pt x="9133211" y="4863752"/>
                    <a:pt x="9158313" y="4805447"/>
                    <a:pt x="9181081" y="4744694"/>
                  </a:cubicBezTo>
                  <a:cubicBezTo>
                    <a:pt x="9203748" y="4684178"/>
                    <a:pt x="9223383" y="4621778"/>
                    <a:pt x="9240731" y="4557872"/>
                  </a:cubicBezTo>
                  <a:cubicBezTo>
                    <a:pt x="9249481" y="4525966"/>
                    <a:pt x="9257682" y="4493684"/>
                    <a:pt x="9265388" y="4461073"/>
                  </a:cubicBezTo>
                  <a:cubicBezTo>
                    <a:pt x="9269215" y="4444744"/>
                    <a:pt x="9272943" y="4428367"/>
                    <a:pt x="9276571" y="4411943"/>
                  </a:cubicBezTo>
                  <a:lnTo>
                    <a:pt x="9281841" y="4387379"/>
                  </a:lnTo>
                  <a:lnTo>
                    <a:pt x="9286513" y="4364838"/>
                  </a:lnTo>
                  <a:lnTo>
                    <a:pt x="9296754" y="4312038"/>
                  </a:lnTo>
                  <a:lnTo>
                    <a:pt x="9301029" y="4289074"/>
                  </a:lnTo>
                  <a:lnTo>
                    <a:pt x="9302818" y="4278581"/>
                  </a:lnTo>
                  <a:lnTo>
                    <a:pt x="9304658" y="4266816"/>
                  </a:lnTo>
                  <a:lnTo>
                    <a:pt x="9312810" y="4215945"/>
                  </a:lnTo>
                  <a:lnTo>
                    <a:pt x="9316887" y="4190486"/>
                  </a:lnTo>
                  <a:lnTo>
                    <a:pt x="9318923" y="4177780"/>
                  </a:lnTo>
                  <a:cubicBezTo>
                    <a:pt x="9319570" y="4173546"/>
                    <a:pt x="9319969" y="4169169"/>
                    <a:pt x="9320515" y="4164886"/>
                  </a:cubicBezTo>
                  <a:lnTo>
                    <a:pt x="9332445" y="4064981"/>
                  </a:lnTo>
                  <a:cubicBezTo>
                    <a:pt x="9333836" y="4052370"/>
                    <a:pt x="9334880" y="4036888"/>
                    <a:pt x="9336173" y="4018676"/>
                  </a:cubicBezTo>
                  <a:lnTo>
                    <a:pt x="9340199" y="3965171"/>
                  </a:lnTo>
                  <a:cubicBezTo>
                    <a:pt x="9345071" y="3899806"/>
                    <a:pt x="9347358" y="3832983"/>
                    <a:pt x="9347557" y="3765972"/>
                  </a:cubicBezTo>
                  <a:cubicBezTo>
                    <a:pt x="9347656" y="3732420"/>
                    <a:pt x="9347209" y="3698773"/>
                    <a:pt x="9346364" y="3664938"/>
                  </a:cubicBezTo>
                  <a:lnTo>
                    <a:pt x="9344921" y="3615243"/>
                  </a:lnTo>
                  <a:lnTo>
                    <a:pt x="9344524" y="3603526"/>
                  </a:lnTo>
                  <a:lnTo>
                    <a:pt x="9343728" y="3590774"/>
                  </a:lnTo>
                  <a:lnTo>
                    <a:pt x="9342188" y="3565268"/>
                  </a:lnTo>
                  <a:lnTo>
                    <a:pt x="9339056" y="3514256"/>
                  </a:lnTo>
                  <a:cubicBezTo>
                    <a:pt x="9337914" y="3497221"/>
                    <a:pt x="9335874" y="3480138"/>
                    <a:pt x="9334334" y="3463057"/>
                  </a:cubicBezTo>
                  <a:lnTo>
                    <a:pt x="9329363" y="3411810"/>
                  </a:lnTo>
                  <a:lnTo>
                    <a:pt x="9328319" y="3400657"/>
                  </a:lnTo>
                  <a:lnTo>
                    <a:pt x="9327177" y="3390116"/>
                  </a:lnTo>
                  <a:lnTo>
                    <a:pt x="9324293" y="3366774"/>
                  </a:lnTo>
                  <a:lnTo>
                    <a:pt x="9320763" y="3340329"/>
                  </a:lnTo>
                  <a:lnTo>
                    <a:pt x="9317184" y="3311245"/>
                  </a:lnTo>
                  <a:cubicBezTo>
                    <a:pt x="9315594" y="3296893"/>
                    <a:pt x="9313506" y="3282306"/>
                    <a:pt x="9311021" y="3266211"/>
                  </a:cubicBezTo>
                  <a:lnTo>
                    <a:pt x="9302719" y="3215717"/>
                  </a:lnTo>
                  <a:cubicBezTo>
                    <a:pt x="9299936" y="3199059"/>
                    <a:pt x="9297003" y="3182400"/>
                    <a:pt x="9293970" y="3165789"/>
                  </a:cubicBezTo>
                  <a:cubicBezTo>
                    <a:pt x="9281891" y="3099295"/>
                    <a:pt x="9267674" y="3033084"/>
                    <a:pt x="9252065" y="2967107"/>
                  </a:cubicBezTo>
                  <a:cubicBezTo>
                    <a:pt x="9244261" y="2934167"/>
                    <a:pt x="9235959" y="2901273"/>
                    <a:pt x="9227211" y="2868473"/>
                  </a:cubicBezTo>
                  <a:lnTo>
                    <a:pt x="9220699" y="2844426"/>
                  </a:lnTo>
                  <a:lnTo>
                    <a:pt x="9213740" y="2820191"/>
                  </a:lnTo>
                  <a:cubicBezTo>
                    <a:pt x="9209216" y="2804049"/>
                    <a:pt x="9204345" y="2787768"/>
                    <a:pt x="9199374" y="2771438"/>
                  </a:cubicBezTo>
                  <a:cubicBezTo>
                    <a:pt x="9159855" y="2641086"/>
                    <a:pt x="9114272" y="2512099"/>
                    <a:pt x="9061829" y="2385418"/>
                  </a:cubicBezTo>
                  <a:cubicBezTo>
                    <a:pt x="9035582" y="2322077"/>
                    <a:pt x="9008043" y="2259160"/>
                    <a:pt x="8978865" y="2196855"/>
                  </a:cubicBezTo>
                  <a:lnTo>
                    <a:pt x="8956694" y="2150219"/>
                  </a:lnTo>
                  <a:lnTo>
                    <a:pt x="8934176" y="2103914"/>
                  </a:lnTo>
                  <a:cubicBezTo>
                    <a:pt x="8918915" y="2073091"/>
                    <a:pt x="8903157" y="2042032"/>
                    <a:pt x="8887151" y="2011350"/>
                  </a:cubicBezTo>
                  <a:cubicBezTo>
                    <a:pt x="8854988" y="1949891"/>
                    <a:pt x="8822082" y="1888810"/>
                    <a:pt x="8787533" y="1828527"/>
                  </a:cubicBezTo>
                  <a:lnTo>
                    <a:pt x="8761485" y="1783398"/>
                  </a:lnTo>
                  <a:lnTo>
                    <a:pt x="8734791" y="1737893"/>
                  </a:lnTo>
                  <a:cubicBezTo>
                    <a:pt x="8717047" y="1707823"/>
                    <a:pt x="8699200" y="1678363"/>
                    <a:pt x="8680808" y="1648812"/>
                  </a:cubicBezTo>
                  <a:cubicBezTo>
                    <a:pt x="8644322" y="1589658"/>
                    <a:pt x="8606194" y="1531118"/>
                    <a:pt x="8567024" y="1472906"/>
                  </a:cubicBezTo>
                  <a:lnTo>
                    <a:pt x="8537446" y="1429330"/>
                  </a:lnTo>
                  <a:lnTo>
                    <a:pt x="8507423" y="1385896"/>
                  </a:lnTo>
                  <a:cubicBezTo>
                    <a:pt x="8487390" y="1357284"/>
                    <a:pt x="8467158" y="1328719"/>
                    <a:pt x="8446529" y="1300295"/>
                  </a:cubicBezTo>
                  <a:cubicBezTo>
                    <a:pt x="8405271" y="1243496"/>
                    <a:pt x="8362718" y="1187120"/>
                    <a:pt x="8319224" y="1131026"/>
                  </a:cubicBezTo>
                  <a:lnTo>
                    <a:pt x="8286366" y="1089050"/>
                  </a:lnTo>
                  <a:lnTo>
                    <a:pt x="8270161" y="1068439"/>
                  </a:lnTo>
                  <a:lnTo>
                    <a:pt x="8253856" y="1048156"/>
                  </a:lnTo>
                  <a:cubicBezTo>
                    <a:pt x="8231636" y="1020675"/>
                    <a:pt x="8209117" y="993381"/>
                    <a:pt x="8186352" y="966275"/>
                  </a:cubicBezTo>
                  <a:cubicBezTo>
                    <a:pt x="8140917" y="911922"/>
                    <a:pt x="8094240" y="858417"/>
                    <a:pt x="8046768" y="805429"/>
                  </a:cubicBezTo>
                  <a:lnTo>
                    <a:pt x="8010927" y="765853"/>
                  </a:lnTo>
                  <a:lnTo>
                    <a:pt x="7974788" y="726653"/>
                  </a:lnTo>
                  <a:cubicBezTo>
                    <a:pt x="7950382" y="700489"/>
                    <a:pt x="7925824" y="674465"/>
                    <a:pt x="7901070" y="648724"/>
                  </a:cubicBezTo>
                  <a:cubicBezTo>
                    <a:pt x="7851510" y="597289"/>
                    <a:pt x="7801404" y="546514"/>
                    <a:pt x="7750054" y="497008"/>
                  </a:cubicBezTo>
                  <a:cubicBezTo>
                    <a:pt x="7698902" y="447644"/>
                    <a:pt x="7645913" y="398938"/>
                    <a:pt x="7592277" y="351221"/>
                  </a:cubicBezTo>
                  <a:cubicBezTo>
                    <a:pt x="7484856" y="255786"/>
                    <a:pt x="7373308" y="164304"/>
                    <a:pt x="7257734" y="76964"/>
                  </a:cubicBezTo>
                  <a:close/>
                  <a:moveTo>
                    <a:pt x="1886601" y="0"/>
                  </a:moveTo>
                  <a:lnTo>
                    <a:pt x="2292926" y="0"/>
                  </a:lnTo>
                  <a:lnTo>
                    <a:pt x="2135542" y="117781"/>
                  </a:lnTo>
                  <a:cubicBezTo>
                    <a:pt x="2078998" y="162280"/>
                    <a:pt x="2023659" y="208045"/>
                    <a:pt x="1969576" y="254986"/>
                  </a:cubicBezTo>
                  <a:cubicBezTo>
                    <a:pt x="1861309" y="348820"/>
                    <a:pt x="1758064" y="447314"/>
                    <a:pt x="1659938" y="549855"/>
                  </a:cubicBezTo>
                  <a:cubicBezTo>
                    <a:pt x="1266987" y="960346"/>
                    <a:pt x="953820" y="1431495"/>
                    <a:pt x="729383" y="1936480"/>
                  </a:cubicBezTo>
                  <a:cubicBezTo>
                    <a:pt x="673260" y="2062362"/>
                    <a:pt x="622855" y="2190972"/>
                    <a:pt x="578465" y="2320807"/>
                  </a:cubicBezTo>
                  <a:cubicBezTo>
                    <a:pt x="534125" y="2450687"/>
                    <a:pt x="496147" y="2582216"/>
                    <a:pt x="465080" y="2714875"/>
                  </a:cubicBezTo>
                  <a:cubicBezTo>
                    <a:pt x="449769" y="2780991"/>
                    <a:pt x="435850" y="2848191"/>
                    <a:pt x="423820" y="2915436"/>
                  </a:cubicBezTo>
                  <a:cubicBezTo>
                    <a:pt x="411840" y="2982731"/>
                    <a:pt x="401054" y="3050260"/>
                    <a:pt x="392355" y="3118071"/>
                  </a:cubicBezTo>
                  <a:cubicBezTo>
                    <a:pt x="374509" y="3253646"/>
                    <a:pt x="363424" y="3389880"/>
                    <a:pt x="358801" y="3526915"/>
                  </a:cubicBezTo>
                  <a:cubicBezTo>
                    <a:pt x="349009" y="3800843"/>
                    <a:pt x="366357" y="4075570"/>
                    <a:pt x="410350" y="4348226"/>
                  </a:cubicBezTo>
                  <a:cubicBezTo>
                    <a:pt x="421286" y="4416132"/>
                    <a:pt x="434209" y="4483660"/>
                    <a:pt x="449022" y="4551049"/>
                  </a:cubicBezTo>
                  <a:cubicBezTo>
                    <a:pt x="463737" y="4618436"/>
                    <a:pt x="480389" y="4685588"/>
                    <a:pt x="498882" y="4752365"/>
                  </a:cubicBezTo>
                  <a:cubicBezTo>
                    <a:pt x="517373" y="4819141"/>
                    <a:pt x="537704" y="4885635"/>
                    <a:pt x="559775" y="4951657"/>
                  </a:cubicBezTo>
                  <a:cubicBezTo>
                    <a:pt x="581946" y="5017775"/>
                    <a:pt x="605358" y="5083375"/>
                    <a:pt x="631406" y="5147986"/>
                  </a:cubicBezTo>
                  <a:cubicBezTo>
                    <a:pt x="734055" y="5407608"/>
                    <a:pt x="865188" y="5658570"/>
                    <a:pt x="1023461" y="5893957"/>
                  </a:cubicBezTo>
                  <a:cubicBezTo>
                    <a:pt x="1181487" y="6129578"/>
                    <a:pt x="1367051" y="6349247"/>
                    <a:pt x="1575880" y="6547646"/>
                  </a:cubicBezTo>
                  <a:cubicBezTo>
                    <a:pt x="1680269" y="6646916"/>
                    <a:pt x="1790338" y="6740939"/>
                    <a:pt x="1905228" y="6829468"/>
                  </a:cubicBezTo>
                  <a:lnTo>
                    <a:pt x="1944230" y="6858000"/>
                  </a:lnTo>
                  <a:lnTo>
                    <a:pt x="1372541" y="6858000"/>
                  </a:lnTo>
                  <a:lnTo>
                    <a:pt x="1115251" y="6590005"/>
                  </a:lnTo>
                  <a:cubicBezTo>
                    <a:pt x="418530" y="5790792"/>
                    <a:pt x="0" y="4766182"/>
                    <a:pt x="0" y="3649031"/>
                  </a:cubicBezTo>
                  <a:cubicBezTo>
                    <a:pt x="0" y="2212695"/>
                    <a:pt x="691856" y="929334"/>
                    <a:pt x="1777294" y="81317"/>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1" name="Freeform: Shape 20">
              <a:extLst>
                <a:ext uri="{FF2B5EF4-FFF2-40B4-BE49-F238E27FC236}">
                  <a16:creationId xmlns:a16="http://schemas.microsoft.com/office/drawing/2014/main" id="{82B0ED5C-927D-4C5F-8F27-1B403820B9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3402" y="36937"/>
              <a:ext cx="9767847" cy="6858000"/>
            </a:xfrm>
            <a:custGeom>
              <a:avLst/>
              <a:gdLst>
                <a:gd name="connsiteX0" fmla="*/ 7145704 w 9767847"/>
                <a:gd name="connsiteY0" fmla="*/ 0 h 6858000"/>
                <a:gd name="connsiteX1" fmla="*/ 7875738 w 9767847"/>
                <a:gd name="connsiteY1" fmla="*/ 0 h 6858000"/>
                <a:gd name="connsiteX2" fmla="*/ 7990553 w 9767847"/>
                <a:gd name="connsiteY2" fmla="*/ 85415 h 6858000"/>
                <a:gd name="connsiteX3" fmla="*/ 9767847 w 9767847"/>
                <a:gd name="connsiteY3" fmla="*/ 3653129 h 6858000"/>
                <a:gd name="connsiteX4" fmla="*/ 8652597 w 9767847"/>
                <a:gd name="connsiteY4" fmla="*/ 6594103 h 6858000"/>
                <a:gd name="connsiteX5" fmla="*/ 8399240 w 9767847"/>
                <a:gd name="connsiteY5" fmla="*/ 6858000 h 6858000"/>
                <a:gd name="connsiteX6" fmla="*/ 6766926 w 9767847"/>
                <a:gd name="connsiteY6" fmla="*/ 6858000 h 6858000"/>
                <a:gd name="connsiteX7" fmla="*/ 6804586 w 9767847"/>
                <a:gd name="connsiteY7" fmla="*/ 6821201 h 6858000"/>
                <a:gd name="connsiteX8" fmla="*/ 6881735 w 9767847"/>
                <a:gd name="connsiteY8" fmla="*/ 6745295 h 6858000"/>
                <a:gd name="connsiteX9" fmla="*/ 6958883 w 9767847"/>
                <a:gd name="connsiteY9" fmla="*/ 6668920 h 6858000"/>
                <a:gd name="connsiteX10" fmla="*/ 7267925 w 9767847"/>
                <a:gd name="connsiteY10" fmla="*/ 6359792 h 6858000"/>
                <a:gd name="connsiteX11" fmla="*/ 7424360 w 9767847"/>
                <a:gd name="connsiteY11" fmla="*/ 6204783 h 6858000"/>
                <a:gd name="connsiteX12" fmla="*/ 7504938 w 9767847"/>
                <a:gd name="connsiteY12" fmla="*/ 6126806 h 6858000"/>
                <a:gd name="connsiteX13" fmla="*/ 7546396 w 9767847"/>
                <a:gd name="connsiteY13" fmla="*/ 6087795 h 6858000"/>
                <a:gd name="connsiteX14" fmla="*/ 7588002 w 9767847"/>
                <a:gd name="connsiteY14" fmla="*/ 6049630 h 6858000"/>
                <a:gd name="connsiteX15" fmla="*/ 7631000 w 9767847"/>
                <a:gd name="connsiteY15" fmla="*/ 6010807 h 6858000"/>
                <a:gd name="connsiteX16" fmla="*/ 7675440 w 9767847"/>
                <a:gd name="connsiteY16" fmla="*/ 5972407 h 6858000"/>
                <a:gd name="connsiteX17" fmla="*/ 7720626 w 9767847"/>
                <a:gd name="connsiteY17" fmla="*/ 5934949 h 6858000"/>
                <a:gd name="connsiteX18" fmla="*/ 7766458 w 9767847"/>
                <a:gd name="connsiteY18" fmla="*/ 5898432 h 6858000"/>
                <a:gd name="connsiteX19" fmla="*/ 7955254 w 9767847"/>
                <a:gd name="connsiteY19" fmla="*/ 5760926 h 6858000"/>
                <a:gd name="connsiteX20" fmla="*/ 8352678 w 9767847"/>
                <a:gd name="connsiteY20" fmla="*/ 5521728 h 6858000"/>
                <a:gd name="connsiteX21" fmla="*/ 8451350 w 9767847"/>
                <a:gd name="connsiteY21" fmla="*/ 5469352 h 6858000"/>
                <a:gd name="connsiteX22" fmla="*/ 8548532 w 9767847"/>
                <a:gd name="connsiteY22" fmla="*/ 5417493 h 6858000"/>
                <a:gd name="connsiteX23" fmla="*/ 8729473 w 9767847"/>
                <a:gd name="connsiteY23" fmla="*/ 5314059 h 6858000"/>
                <a:gd name="connsiteX24" fmla="*/ 8770781 w 9767847"/>
                <a:gd name="connsiteY24" fmla="*/ 5287330 h 6858000"/>
                <a:gd name="connsiteX25" fmla="*/ 8790964 w 9767847"/>
                <a:gd name="connsiteY25" fmla="*/ 5273590 h 6858000"/>
                <a:gd name="connsiteX26" fmla="*/ 8810499 w 9767847"/>
                <a:gd name="connsiteY26" fmla="*/ 5259801 h 6858000"/>
                <a:gd name="connsiteX27" fmla="*/ 8883571 w 9767847"/>
                <a:gd name="connsiteY27" fmla="*/ 5202577 h 6858000"/>
                <a:gd name="connsiteX28" fmla="*/ 9006651 w 9767847"/>
                <a:gd name="connsiteY28" fmla="*/ 5074625 h 6858000"/>
                <a:gd name="connsiteX29" fmla="*/ 9033494 w 9767847"/>
                <a:gd name="connsiteY29" fmla="*/ 5038203 h 6858000"/>
                <a:gd name="connsiteX30" fmla="*/ 9040305 w 9767847"/>
                <a:gd name="connsiteY30" fmla="*/ 5028649 h 6858000"/>
                <a:gd name="connsiteX31" fmla="*/ 9046568 w 9767847"/>
                <a:gd name="connsiteY31" fmla="*/ 5019379 h 6858000"/>
                <a:gd name="connsiteX32" fmla="*/ 9058846 w 9767847"/>
                <a:gd name="connsiteY32" fmla="*/ 5000743 h 6858000"/>
                <a:gd name="connsiteX33" fmla="*/ 9104529 w 9767847"/>
                <a:gd name="connsiteY33" fmla="*/ 4922203 h 6858000"/>
                <a:gd name="connsiteX34" fmla="*/ 9181081 w 9767847"/>
                <a:gd name="connsiteY34" fmla="*/ 4748792 h 6858000"/>
                <a:gd name="connsiteX35" fmla="*/ 9240731 w 9767847"/>
                <a:gd name="connsiteY35" fmla="*/ 4561970 h 6858000"/>
                <a:gd name="connsiteX36" fmla="*/ 9265388 w 9767847"/>
                <a:gd name="connsiteY36" fmla="*/ 4465171 h 6858000"/>
                <a:gd name="connsiteX37" fmla="*/ 9276571 w 9767847"/>
                <a:gd name="connsiteY37" fmla="*/ 4416041 h 6858000"/>
                <a:gd name="connsiteX38" fmla="*/ 9281841 w 9767847"/>
                <a:gd name="connsiteY38" fmla="*/ 4391477 h 6858000"/>
                <a:gd name="connsiteX39" fmla="*/ 9286513 w 9767847"/>
                <a:gd name="connsiteY39" fmla="*/ 4368936 h 6858000"/>
                <a:gd name="connsiteX40" fmla="*/ 9296754 w 9767847"/>
                <a:gd name="connsiteY40" fmla="*/ 4316136 h 6858000"/>
                <a:gd name="connsiteX41" fmla="*/ 9301029 w 9767847"/>
                <a:gd name="connsiteY41" fmla="*/ 4293172 h 6858000"/>
                <a:gd name="connsiteX42" fmla="*/ 9302818 w 9767847"/>
                <a:gd name="connsiteY42" fmla="*/ 4282679 h 6858000"/>
                <a:gd name="connsiteX43" fmla="*/ 9304658 w 9767847"/>
                <a:gd name="connsiteY43" fmla="*/ 4270914 h 6858000"/>
                <a:gd name="connsiteX44" fmla="*/ 9312810 w 9767847"/>
                <a:gd name="connsiteY44" fmla="*/ 4220043 h 6858000"/>
                <a:gd name="connsiteX45" fmla="*/ 9316887 w 9767847"/>
                <a:gd name="connsiteY45" fmla="*/ 4194584 h 6858000"/>
                <a:gd name="connsiteX46" fmla="*/ 9318923 w 9767847"/>
                <a:gd name="connsiteY46" fmla="*/ 4181878 h 6858000"/>
                <a:gd name="connsiteX47" fmla="*/ 9320515 w 9767847"/>
                <a:gd name="connsiteY47" fmla="*/ 4168984 h 6858000"/>
                <a:gd name="connsiteX48" fmla="*/ 9332445 w 9767847"/>
                <a:gd name="connsiteY48" fmla="*/ 4069079 h 6858000"/>
                <a:gd name="connsiteX49" fmla="*/ 9336173 w 9767847"/>
                <a:gd name="connsiteY49" fmla="*/ 4022774 h 6858000"/>
                <a:gd name="connsiteX50" fmla="*/ 9340199 w 9767847"/>
                <a:gd name="connsiteY50" fmla="*/ 3969269 h 6858000"/>
                <a:gd name="connsiteX51" fmla="*/ 9347557 w 9767847"/>
                <a:gd name="connsiteY51" fmla="*/ 3770070 h 6858000"/>
                <a:gd name="connsiteX52" fmla="*/ 9346364 w 9767847"/>
                <a:gd name="connsiteY52" fmla="*/ 3669036 h 6858000"/>
                <a:gd name="connsiteX53" fmla="*/ 9344921 w 9767847"/>
                <a:gd name="connsiteY53" fmla="*/ 3619341 h 6858000"/>
                <a:gd name="connsiteX54" fmla="*/ 9344524 w 9767847"/>
                <a:gd name="connsiteY54" fmla="*/ 3607624 h 6858000"/>
                <a:gd name="connsiteX55" fmla="*/ 9343728 w 9767847"/>
                <a:gd name="connsiteY55" fmla="*/ 3594872 h 6858000"/>
                <a:gd name="connsiteX56" fmla="*/ 9342188 w 9767847"/>
                <a:gd name="connsiteY56" fmla="*/ 3569366 h 6858000"/>
                <a:gd name="connsiteX57" fmla="*/ 9339056 w 9767847"/>
                <a:gd name="connsiteY57" fmla="*/ 3518354 h 6858000"/>
                <a:gd name="connsiteX58" fmla="*/ 9334334 w 9767847"/>
                <a:gd name="connsiteY58" fmla="*/ 3467155 h 6858000"/>
                <a:gd name="connsiteX59" fmla="*/ 9329363 w 9767847"/>
                <a:gd name="connsiteY59" fmla="*/ 3415908 h 6858000"/>
                <a:gd name="connsiteX60" fmla="*/ 9328319 w 9767847"/>
                <a:gd name="connsiteY60" fmla="*/ 3404755 h 6858000"/>
                <a:gd name="connsiteX61" fmla="*/ 9327177 w 9767847"/>
                <a:gd name="connsiteY61" fmla="*/ 3394214 h 6858000"/>
                <a:gd name="connsiteX62" fmla="*/ 9324293 w 9767847"/>
                <a:gd name="connsiteY62" fmla="*/ 3370872 h 6858000"/>
                <a:gd name="connsiteX63" fmla="*/ 9320763 w 9767847"/>
                <a:gd name="connsiteY63" fmla="*/ 3344427 h 6858000"/>
                <a:gd name="connsiteX64" fmla="*/ 9317184 w 9767847"/>
                <a:gd name="connsiteY64" fmla="*/ 3315343 h 6858000"/>
                <a:gd name="connsiteX65" fmla="*/ 9311021 w 9767847"/>
                <a:gd name="connsiteY65" fmla="*/ 3270309 h 6858000"/>
                <a:gd name="connsiteX66" fmla="*/ 9302719 w 9767847"/>
                <a:gd name="connsiteY66" fmla="*/ 3219815 h 6858000"/>
                <a:gd name="connsiteX67" fmla="*/ 9293970 w 9767847"/>
                <a:gd name="connsiteY67" fmla="*/ 3169887 h 6858000"/>
                <a:gd name="connsiteX68" fmla="*/ 9252065 w 9767847"/>
                <a:gd name="connsiteY68" fmla="*/ 2971205 h 6858000"/>
                <a:gd name="connsiteX69" fmla="*/ 9227211 w 9767847"/>
                <a:gd name="connsiteY69" fmla="*/ 2872571 h 6858000"/>
                <a:gd name="connsiteX70" fmla="*/ 9220699 w 9767847"/>
                <a:gd name="connsiteY70" fmla="*/ 2848524 h 6858000"/>
                <a:gd name="connsiteX71" fmla="*/ 9213740 w 9767847"/>
                <a:gd name="connsiteY71" fmla="*/ 2824289 h 6858000"/>
                <a:gd name="connsiteX72" fmla="*/ 9199374 w 9767847"/>
                <a:gd name="connsiteY72" fmla="*/ 2775536 h 6858000"/>
                <a:gd name="connsiteX73" fmla="*/ 9061829 w 9767847"/>
                <a:gd name="connsiteY73" fmla="*/ 2389515 h 6858000"/>
                <a:gd name="connsiteX74" fmla="*/ 8978865 w 9767847"/>
                <a:gd name="connsiteY74" fmla="*/ 2200953 h 6858000"/>
                <a:gd name="connsiteX75" fmla="*/ 8956694 w 9767847"/>
                <a:gd name="connsiteY75" fmla="*/ 2154317 h 6858000"/>
                <a:gd name="connsiteX76" fmla="*/ 8934176 w 9767847"/>
                <a:gd name="connsiteY76" fmla="*/ 2108012 h 6858000"/>
                <a:gd name="connsiteX77" fmla="*/ 8887151 w 9767847"/>
                <a:gd name="connsiteY77" fmla="*/ 2015448 h 6858000"/>
                <a:gd name="connsiteX78" fmla="*/ 8787533 w 9767847"/>
                <a:gd name="connsiteY78" fmla="*/ 1832625 h 6858000"/>
                <a:gd name="connsiteX79" fmla="*/ 8761485 w 9767847"/>
                <a:gd name="connsiteY79" fmla="*/ 1787496 h 6858000"/>
                <a:gd name="connsiteX80" fmla="*/ 8734791 w 9767847"/>
                <a:gd name="connsiteY80" fmla="*/ 1741991 h 6858000"/>
                <a:gd name="connsiteX81" fmla="*/ 8680808 w 9767847"/>
                <a:gd name="connsiteY81" fmla="*/ 1652910 h 6858000"/>
                <a:gd name="connsiteX82" fmla="*/ 8567024 w 9767847"/>
                <a:gd name="connsiteY82" fmla="*/ 1477004 h 6858000"/>
                <a:gd name="connsiteX83" fmla="*/ 8537446 w 9767847"/>
                <a:gd name="connsiteY83" fmla="*/ 1433428 h 6858000"/>
                <a:gd name="connsiteX84" fmla="*/ 8507423 w 9767847"/>
                <a:gd name="connsiteY84" fmla="*/ 1389994 h 6858000"/>
                <a:gd name="connsiteX85" fmla="*/ 8446529 w 9767847"/>
                <a:gd name="connsiteY85" fmla="*/ 1304393 h 6858000"/>
                <a:gd name="connsiteX86" fmla="*/ 8319224 w 9767847"/>
                <a:gd name="connsiteY86" fmla="*/ 1135124 h 6858000"/>
                <a:gd name="connsiteX87" fmla="*/ 8286366 w 9767847"/>
                <a:gd name="connsiteY87" fmla="*/ 1093148 h 6858000"/>
                <a:gd name="connsiteX88" fmla="*/ 8270161 w 9767847"/>
                <a:gd name="connsiteY88" fmla="*/ 1072538 h 6858000"/>
                <a:gd name="connsiteX89" fmla="*/ 8253856 w 9767847"/>
                <a:gd name="connsiteY89" fmla="*/ 1052254 h 6858000"/>
                <a:gd name="connsiteX90" fmla="*/ 8186352 w 9767847"/>
                <a:gd name="connsiteY90" fmla="*/ 970373 h 6858000"/>
                <a:gd name="connsiteX91" fmla="*/ 8046768 w 9767847"/>
                <a:gd name="connsiteY91" fmla="*/ 809527 h 6858000"/>
                <a:gd name="connsiteX92" fmla="*/ 8010927 w 9767847"/>
                <a:gd name="connsiteY92" fmla="*/ 769951 h 6858000"/>
                <a:gd name="connsiteX93" fmla="*/ 7974788 w 9767847"/>
                <a:gd name="connsiteY93" fmla="*/ 730751 h 6858000"/>
                <a:gd name="connsiteX94" fmla="*/ 7901070 w 9767847"/>
                <a:gd name="connsiteY94" fmla="*/ 652823 h 6858000"/>
                <a:gd name="connsiteX95" fmla="*/ 7750054 w 9767847"/>
                <a:gd name="connsiteY95" fmla="*/ 501106 h 6858000"/>
                <a:gd name="connsiteX96" fmla="*/ 7592277 w 9767847"/>
                <a:gd name="connsiteY96" fmla="*/ 355319 h 6858000"/>
                <a:gd name="connsiteX97" fmla="*/ 7257734 w 9767847"/>
                <a:gd name="connsiteY97" fmla="*/ 81062 h 6858000"/>
                <a:gd name="connsiteX98" fmla="*/ 1892109 w 9767847"/>
                <a:gd name="connsiteY98" fmla="*/ 0 h 6858000"/>
                <a:gd name="connsiteX99" fmla="*/ 2298402 w 9767847"/>
                <a:gd name="connsiteY99" fmla="*/ 0 h 6858000"/>
                <a:gd name="connsiteX100" fmla="*/ 2135542 w 9767847"/>
                <a:gd name="connsiteY100" fmla="*/ 121879 h 6858000"/>
                <a:gd name="connsiteX101" fmla="*/ 1969576 w 9767847"/>
                <a:gd name="connsiteY101" fmla="*/ 259084 h 6858000"/>
                <a:gd name="connsiteX102" fmla="*/ 1659938 w 9767847"/>
                <a:gd name="connsiteY102" fmla="*/ 553953 h 6858000"/>
                <a:gd name="connsiteX103" fmla="*/ 729383 w 9767847"/>
                <a:gd name="connsiteY103" fmla="*/ 1940578 h 6858000"/>
                <a:gd name="connsiteX104" fmla="*/ 578465 w 9767847"/>
                <a:gd name="connsiteY104" fmla="*/ 2324905 h 6858000"/>
                <a:gd name="connsiteX105" fmla="*/ 465080 w 9767847"/>
                <a:gd name="connsiteY105" fmla="*/ 2718973 h 6858000"/>
                <a:gd name="connsiteX106" fmla="*/ 423820 w 9767847"/>
                <a:gd name="connsiteY106" fmla="*/ 2919535 h 6858000"/>
                <a:gd name="connsiteX107" fmla="*/ 392355 w 9767847"/>
                <a:gd name="connsiteY107" fmla="*/ 3122169 h 6858000"/>
                <a:gd name="connsiteX108" fmla="*/ 358801 w 9767847"/>
                <a:gd name="connsiteY108" fmla="*/ 3531013 h 6858000"/>
                <a:gd name="connsiteX109" fmla="*/ 410350 w 9767847"/>
                <a:gd name="connsiteY109" fmla="*/ 4352324 h 6858000"/>
                <a:gd name="connsiteX110" fmla="*/ 449022 w 9767847"/>
                <a:gd name="connsiteY110" fmla="*/ 4555147 h 6858000"/>
                <a:gd name="connsiteX111" fmla="*/ 498882 w 9767847"/>
                <a:gd name="connsiteY111" fmla="*/ 4756463 h 6858000"/>
                <a:gd name="connsiteX112" fmla="*/ 559775 w 9767847"/>
                <a:gd name="connsiteY112" fmla="*/ 4955755 h 6858000"/>
                <a:gd name="connsiteX113" fmla="*/ 631406 w 9767847"/>
                <a:gd name="connsiteY113" fmla="*/ 5152084 h 6858000"/>
                <a:gd name="connsiteX114" fmla="*/ 1023461 w 9767847"/>
                <a:gd name="connsiteY114" fmla="*/ 5898055 h 6858000"/>
                <a:gd name="connsiteX115" fmla="*/ 1575880 w 9767847"/>
                <a:gd name="connsiteY115" fmla="*/ 6551744 h 6858000"/>
                <a:gd name="connsiteX116" fmla="*/ 1905228 w 9767847"/>
                <a:gd name="connsiteY116" fmla="*/ 6833566 h 6858000"/>
                <a:gd name="connsiteX117" fmla="*/ 1938629 w 9767847"/>
                <a:gd name="connsiteY117" fmla="*/ 6858000 h 6858000"/>
                <a:gd name="connsiteX118" fmla="*/ 1368607 w 9767847"/>
                <a:gd name="connsiteY118" fmla="*/ 6858000 h 6858000"/>
                <a:gd name="connsiteX119" fmla="*/ 1115251 w 9767847"/>
                <a:gd name="connsiteY119" fmla="*/ 6594103 h 6858000"/>
                <a:gd name="connsiteX120" fmla="*/ 0 w 9767847"/>
                <a:gd name="connsiteY120" fmla="*/ 3653129 h 6858000"/>
                <a:gd name="connsiteX121" fmla="*/ 1777294 w 9767847"/>
                <a:gd name="connsiteY121" fmla="*/ 854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9767847" h="6858000">
                  <a:moveTo>
                    <a:pt x="7145704" y="0"/>
                  </a:moveTo>
                  <a:lnTo>
                    <a:pt x="7875738" y="0"/>
                  </a:lnTo>
                  <a:lnTo>
                    <a:pt x="7990553" y="85415"/>
                  </a:lnTo>
                  <a:cubicBezTo>
                    <a:pt x="9075991" y="933432"/>
                    <a:pt x="9767847" y="2216793"/>
                    <a:pt x="9767847" y="3653129"/>
                  </a:cubicBezTo>
                  <a:cubicBezTo>
                    <a:pt x="9767847" y="4770280"/>
                    <a:pt x="9349317" y="5794890"/>
                    <a:pt x="8652597" y="6594103"/>
                  </a:cubicBezTo>
                  <a:lnTo>
                    <a:pt x="8399240" y="6858000"/>
                  </a:lnTo>
                  <a:lnTo>
                    <a:pt x="6766926" y="6858000"/>
                  </a:lnTo>
                  <a:lnTo>
                    <a:pt x="6804586" y="6821201"/>
                  </a:lnTo>
                  <a:lnTo>
                    <a:pt x="6881735" y="6745295"/>
                  </a:lnTo>
                  <a:cubicBezTo>
                    <a:pt x="6907435" y="6719979"/>
                    <a:pt x="6933134" y="6694896"/>
                    <a:pt x="6958883" y="6668920"/>
                  </a:cubicBezTo>
                  <a:lnTo>
                    <a:pt x="7267925" y="6359792"/>
                  </a:lnTo>
                  <a:lnTo>
                    <a:pt x="7424360" y="6204783"/>
                  </a:lnTo>
                  <a:cubicBezTo>
                    <a:pt x="7450754" y="6178900"/>
                    <a:pt x="7477598" y="6152829"/>
                    <a:pt x="7504938" y="6126806"/>
                  </a:cubicBezTo>
                  <a:lnTo>
                    <a:pt x="7546396" y="6087795"/>
                  </a:lnTo>
                  <a:cubicBezTo>
                    <a:pt x="7560264" y="6074901"/>
                    <a:pt x="7574780" y="6061630"/>
                    <a:pt x="7588002" y="6049630"/>
                  </a:cubicBezTo>
                  <a:lnTo>
                    <a:pt x="7631000" y="6010807"/>
                  </a:lnTo>
                  <a:lnTo>
                    <a:pt x="7675440" y="5972407"/>
                  </a:lnTo>
                  <a:cubicBezTo>
                    <a:pt x="7690404" y="5959796"/>
                    <a:pt x="7705564" y="5947419"/>
                    <a:pt x="7720626" y="5934949"/>
                  </a:cubicBezTo>
                  <a:cubicBezTo>
                    <a:pt x="7735738" y="5922525"/>
                    <a:pt x="7751197" y="5910619"/>
                    <a:pt x="7766458" y="5898432"/>
                  </a:cubicBezTo>
                  <a:cubicBezTo>
                    <a:pt x="7827949" y="5850290"/>
                    <a:pt x="7890979" y="5804597"/>
                    <a:pt x="7955254" y="5760926"/>
                  </a:cubicBezTo>
                  <a:cubicBezTo>
                    <a:pt x="8083800" y="5673632"/>
                    <a:pt x="8216872" y="5594434"/>
                    <a:pt x="8352678" y="5521728"/>
                  </a:cubicBezTo>
                  <a:lnTo>
                    <a:pt x="8451350" y="5469352"/>
                  </a:lnTo>
                  <a:lnTo>
                    <a:pt x="8548532" y="5417493"/>
                  </a:lnTo>
                  <a:cubicBezTo>
                    <a:pt x="8612110" y="5383188"/>
                    <a:pt x="8673251" y="5349306"/>
                    <a:pt x="8729473" y="5314059"/>
                  </a:cubicBezTo>
                  <a:cubicBezTo>
                    <a:pt x="8743591" y="5305213"/>
                    <a:pt x="8757161" y="5296459"/>
                    <a:pt x="8770781" y="5287330"/>
                  </a:cubicBezTo>
                  <a:cubicBezTo>
                    <a:pt x="8777591" y="5282765"/>
                    <a:pt x="8784451" y="5278201"/>
                    <a:pt x="8790964" y="5273590"/>
                  </a:cubicBezTo>
                  <a:cubicBezTo>
                    <a:pt x="8797574" y="5268977"/>
                    <a:pt x="8804235" y="5264412"/>
                    <a:pt x="8810499" y="5259801"/>
                  </a:cubicBezTo>
                  <a:cubicBezTo>
                    <a:pt x="8835999" y="5241401"/>
                    <a:pt x="8860407" y="5222389"/>
                    <a:pt x="8883571" y="5202577"/>
                  </a:cubicBezTo>
                  <a:cubicBezTo>
                    <a:pt x="8929900" y="5162954"/>
                    <a:pt x="8971258" y="5120413"/>
                    <a:pt x="9006651" y="5074625"/>
                  </a:cubicBezTo>
                  <a:cubicBezTo>
                    <a:pt x="9015351" y="5063426"/>
                    <a:pt x="9024398" y="5050955"/>
                    <a:pt x="9033494" y="5038203"/>
                  </a:cubicBezTo>
                  <a:lnTo>
                    <a:pt x="9040305" y="5028649"/>
                  </a:lnTo>
                  <a:lnTo>
                    <a:pt x="9046568" y="5019379"/>
                  </a:lnTo>
                  <a:cubicBezTo>
                    <a:pt x="9050743" y="5013261"/>
                    <a:pt x="9054819" y="5007050"/>
                    <a:pt x="9058846" y="5000743"/>
                  </a:cubicBezTo>
                  <a:cubicBezTo>
                    <a:pt x="9075002" y="4975615"/>
                    <a:pt x="9090212" y="4949403"/>
                    <a:pt x="9104529" y="4922203"/>
                  </a:cubicBezTo>
                  <a:cubicBezTo>
                    <a:pt x="9133211" y="4867850"/>
                    <a:pt x="9158313" y="4809545"/>
                    <a:pt x="9181081" y="4748792"/>
                  </a:cubicBezTo>
                  <a:cubicBezTo>
                    <a:pt x="9203748" y="4688276"/>
                    <a:pt x="9223383" y="4625876"/>
                    <a:pt x="9240731" y="4561970"/>
                  </a:cubicBezTo>
                  <a:cubicBezTo>
                    <a:pt x="9249481" y="4530064"/>
                    <a:pt x="9257682" y="4497782"/>
                    <a:pt x="9265388" y="4465171"/>
                  </a:cubicBezTo>
                  <a:cubicBezTo>
                    <a:pt x="9269215" y="4448842"/>
                    <a:pt x="9272943" y="4432465"/>
                    <a:pt x="9276571" y="4416041"/>
                  </a:cubicBezTo>
                  <a:lnTo>
                    <a:pt x="9281841" y="4391477"/>
                  </a:lnTo>
                  <a:lnTo>
                    <a:pt x="9286513" y="4368936"/>
                  </a:lnTo>
                  <a:lnTo>
                    <a:pt x="9296754" y="4316136"/>
                  </a:lnTo>
                  <a:lnTo>
                    <a:pt x="9301029" y="4293172"/>
                  </a:lnTo>
                  <a:lnTo>
                    <a:pt x="9302818" y="4282679"/>
                  </a:lnTo>
                  <a:lnTo>
                    <a:pt x="9304658" y="4270914"/>
                  </a:lnTo>
                  <a:lnTo>
                    <a:pt x="9312810" y="4220043"/>
                  </a:lnTo>
                  <a:lnTo>
                    <a:pt x="9316887" y="4194584"/>
                  </a:lnTo>
                  <a:lnTo>
                    <a:pt x="9318923" y="4181878"/>
                  </a:lnTo>
                  <a:cubicBezTo>
                    <a:pt x="9319570" y="4177644"/>
                    <a:pt x="9319969" y="4173267"/>
                    <a:pt x="9320515" y="4168984"/>
                  </a:cubicBezTo>
                  <a:lnTo>
                    <a:pt x="9332445" y="4069079"/>
                  </a:lnTo>
                  <a:cubicBezTo>
                    <a:pt x="9333836" y="4056468"/>
                    <a:pt x="9334880" y="4040986"/>
                    <a:pt x="9336173" y="4022774"/>
                  </a:cubicBezTo>
                  <a:lnTo>
                    <a:pt x="9340199" y="3969269"/>
                  </a:lnTo>
                  <a:cubicBezTo>
                    <a:pt x="9345071" y="3903904"/>
                    <a:pt x="9347358" y="3837081"/>
                    <a:pt x="9347557" y="3770070"/>
                  </a:cubicBezTo>
                  <a:cubicBezTo>
                    <a:pt x="9347656" y="3736518"/>
                    <a:pt x="9347209" y="3702871"/>
                    <a:pt x="9346364" y="3669036"/>
                  </a:cubicBezTo>
                  <a:lnTo>
                    <a:pt x="9344921" y="3619341"/>
                  </a:lnTo>
                  <a:lnTo>
                    <a:pt x="9344524" y="3607624"/>
                  </a:lnTo>
                  <a:lnTo>
                    <a:pt x="9343728" y="3594872"/>
                  </a:lnTo>
                  <a:lnTo>
                    <a:pt x="9342188" y="3569366"/>
                  </a:lnTo>
                  <a:lnTo>
                    <a:pt x="9339056" y="3518354"/>
                  </a:lnTo>
                  <a:cubicBezTo>
                    <a:pt x="9337914" y="3501319"/>
                    <a:pt x="9335874" y="3484236"/>
                    <a:pt x="9334334" y="3467155"/>
                  </a:cubicBezTo>
                  <a:lnTo>
                    <a:pt x="9329363" y="3415908"/>
                  </a:lnTo>
                  <a:lnTo>
                    <a:pt x="9328319" y="3404755"/>
                  </a:lnTo>
                  <a:lnTo>
                    <a:pt x="9327177" y="3394214"/>
                  </a:lnTo>
                  <a:lnTo>
                    <a:pt x="9324293" y="3370872"/>
                  </a:lnTo>
                  <a:lnTo>
                    <a:pt x="9320763" y="3344427"/>
                  </a:lnTo>
                  <a:lnTo>
                    <a:pt x="9317184" y="3315343"/>
                  </a:lnTo>
                  <a:cubicBezTo>
                    <a:pt x="9315594" y="3300991"/>
                    <a:pt x="9313506" y="3286404"/>
                    <a:pt x="9311021" y="3270309"/>
                  </a:cubicBezTo>
                  <a:lnTo>
                    <a:pt x="9302719" y="3219815"/>
                  </a:lnTo>
                  <a:cubicBezTo>
                    <a:pt x="9299936" y="3203157"/>
                    <a:pt x="9297003" y="3186498"/>
                    <a:pt x="9293970" y="3169887"/>
                  </a:cubicBezTo>
                  <a:cubicBezTo>
                    <a:pt x="9281891" y="3103393"/>
                    <a:pt x="9267674" y="3037182"/>
                    <a:pt x="9252065" y="2971205"/>
                  </a:cubicBezTo>
                  <a:cubicBezTo>
                    <a:pt x="9244261" y="2938265"/>
                    <a:pt x="9235959" y="2905371"/>
                    <a:pt x="9227211" y="2872571"/>
                  </a:cubicBezTo>
                  <a:lnTo>
                    <a:pt x="9220699" y="2848524"/>
                  </a:lnTo>
                  <a:lnTo>
                    <a:pt x="9213740" y="2824289"/>
                  </a:lnTo>
                  <a:cubicBezTo>
                    <a:pt x="9209216" y="2808147"/>
                    <a:pt x="9204345" y="2791866"/>
                    <a:pt x="9199374" y="2775536"/>
                  </a:cubicBezTo>
                  <a:cubicBezTo>
                    <a:pt x="9159855" y="2645184"/>
                    <a:pt x="9114272" y="2516197"/>
                    <a:pt x="9061829" y="2389515"/>
                  </a:cubicBezTo>
                  <a:cubicBezTo>
                    <a:pt x="9035582" y="2326175"/>
                    <a:pt x="9008043" y="2263258"/>
                    <a:pt x="8978865" y="2200953"/>
                  </a:cubicBezTo>
                  <a:lnTo>
                    <a:pt x="8956694" y="2154317"/>
                  </a:lnTo>
                  <a:lnTo>
                    <a:pt x="8934176" y="2108012"/>
                  </a:lnTo>
                  <a:cubicBezTo>
                    <a:pt x="8918915" y="2077189"/>
                    <a:pt x="8903157" y="2046130"/>
                    <a:pt x="8887151" y="2015448"/>
                  </a:cubicBezTo>
                  <a:cubicBezTo>
                    <a:pt x="8854988" y="1953989"/>
                    <a:pt x="8822082" y="1892908"/>
                    <a:pt x="8787533" y="1832625"/>
                  </a:cubicBezTo>
                  <a:lnTo>
                    <a:pt x="8761485" y="1787496"/>
                  </a:lnTo>
                  <a:lnTo>
                    <a:pt x="8734791" y="1741991"/>
                  </a:lnTo>
                  <a:cubicBezTo>
                    <a:pt x="8717047" y="1711921"/>
                    <a:pt x="8699200" y="1682461"/>
                    <a:pt x="8680808" y="1652910"/>
                  </a:cubicBezTo>
                  <a:cubicBezTo>
                    <a:pt x="8644322" y="1593756"/>
                    <a:pt x="8606194" y="1535216"/>
                    <a:pt x="8567024" y="1477004"/>
                  </a:cubicBezTo>
                  <a:lnTo>
                    <a:pt x="8537446" y="1433428"/>
                  </a:lnTo>
                  <a:lnTo>
                    <a:pt x="8507423" y="1389994"/>
                  </a:lnTo>
                  <a:cubicBezTo>
                    <a:pt x="8487390" y="1361382"/>
                    <a:pt x="8467158" y="1332817"/>
                    <a:pt x="8446529" y="1304393"/>
                  </a:cubicBezTo>
                  <a:cubicBezTo>
                    <a:pt x="8405271" y="1247595"/>
                    <a:pt x="8362718" y="1191218"/>
                    <a:pt x="8319224" y="1135124"/>
                  </a:cubicBezTo>
                  <a:lnTo>
                    <a:pt x="8286366" y="1093148"/>
                  </a:lnTo>
                  <a:lnTo>
                    <a:pt x="8270161" y="1072538"/>
                  </a:lnTo>
                  <a:lnTo>
                    <a:pt x="8253856" y="1052254"/>
                  </a:lnTo>
                  <a:cubicBezTo>
                    <a:pt x="8231636" y="1024773"/>
                    <a:pt x="8209117" y="997479"/>
                    <a:pt x="8186352" y="970373"/>
                  </a:cubicBezTo>
                  <a:cubicBezTo>
                    <a:pt x="8140917" y="916020"/>
                    <a:pt x="8094240" y="862515"/>
                    <a:pt x="8046768" y="809527"/>
                  </a:cubicBezTo>
                  <a:lnTo>
                    <a:pt x="8010927" y="769951"/>
                  </a:lnTo>
                  <a:lnTo>
                    <a:pt x="7974788" y="730751"/>
                  </a:lnTo>
                  <a:cubicBezTo>
                    <a:pt x="7950382" y="704587"/>
                    <a:pt x="7925824" y="678563"/>
                    <a:pt x="7901070" y="652823"/>
                  </a:cubicBezTo>
                  <a:cubicBezTo>
                    <a:pt x="7851510" y="601387"/>
                    <a:pt x="7801404" y="550612"/>
                    <a:pt x="7750054" y="501106"/>
                  </a:cubicBezTo>
                  <a:cubicBezTo>
                    <a:pt x="7698902" y="451742"/>
                    <a:pt x="7645913" y="403036"/>
                    <a:pt x="7592277" y="355319"/>
                  </a:cubicBezTo>
                  <a:cubicBezTo>
                    <a:pt x="7484856" y="259884"/>
                    <a:pt x="7373308" y="168402"/>
                    <a:pt x="7257734" y="81062"/>
                  </a:cubicBezTo>
                  <a:close/>
                  <a:moveTo>
                    <a:pt x="1892109" y="0"/>
                  </a:moveTo>
                  <a:lnTo>
                    <a:pt x="2298402" y="0"/>
                  </a:lnTo>
                  <a:lnTo>
                    <a:pt x="2135542" y="121879"/>
                  </a:lnTo>
                  <a:cubicBezTo>
                    <a:pt x="2078998" y="166378"/>
                    <a:pt x="2023659" y="212143"/>
                    <a:pt x="1969576" y="259084"/>
                  </a:cubicBezTo>
                  <a:cubicBezTo>
                    <a:pt x="1861309" y="352918"/>
                    <a:pt x="1758064" y="451412"/>
                    <a:pt x="1659938" y="553953"/>
                  </a:cubicBezTo>
                  <a:cubicBezTo>
                    <a:pt x="1266987" y="964444"/>
                    <a:pt x="953820" y="1435593"/>
                    <a:pt x="729383" y="1940578"/>
                  </a:cubicBezTo>
                  <a:cubicBezTo>
                    <a:pt x="673260" y="2066459"/>
                    <a:pt x="622855" y="2195070"/>
                    <a:pt x="578465" y="2324905"/>
                  </a:cubicBezTo>
                  <a:cubicBezTo>
                    <a:pt x="534125" y="2454785"/>
                    <a:pt x="496147" y="2586314"/>
                    <a:pt x="465080" y="2718973"/>
                  </a:cubicBezTo>
                  <a:cubicBezTo>
                    <a:pt x="449769" y="2785089"/>
                    <a:pt x="435850" y="2852289"/>
                    <a:pt x="423820" y="2919535"/>
                  </a:cubicBezTo>
                  <a:cubicBezTo>
                    <a:pt x="411840" y="2986829"/>
                    <a:pt x="401054" y="3054358"/>
                    <a:pt x="392355" y="3122169"/>
                  </a:cubicBezTo>
                  <a:cubicBezTo>
                    <a:pt x="374509" y="3257744"/>
                    <a:pt x="363424" y="3393978"/>
                    <a:pt x="358801" y="3531013"/>
                  </a:cubicBezTo>
                  <a:cubicBezTo>
                    <a:pt x="349009" y="3804941"/>
                    <a:pt x="366357" y="4079668"/>
                    <a:pt x="410350" y="4352324"/>
                  </a:cubicBezTo>
                  <a:cubicBezTo>
                    <a:pt x="421286" y="4420230"/>
                    <a:pt x="434209" y="4487758"/>
                    <a:pt x="449022" y="4555147"/>
                  </a:cubicBezTo>
                  <a:cubicBezTo>
                    <a:pt x="463737" y="4622534"/>
                    <a:pt x="480389" y="4689686"/>
                    <a:pt x="498882" y="4756463"/>
                  </a:cubicBezTo>
                  <a:cubicBezTo>
                    <a:pt x="517373" y="4823239"/>
                    <a:pt x="537704" y="4889733"/>
                    <a:pt x="559775" y="4955755"/>
                  </a:cubicBezTo>
                  <a:cubicBezTo>
                    <a:pt x="581946" y="5021873"/>
                    <a:pt x="605358" y="5087473"/>
                    <a:pt x="631406" y="5152084"/>
                  </a:cubicBezTo>
                  <a:cubicBezTo>
                    <a:pt x="734055" y="5411706"/>
                    <a:pt x="865188" y="5662668"/>
                    <a:pt x="1023461" y="5898055"/>
                  </a:cubicBezTo>
                  <a:cubicBezTo>
                    <a:pt x="1181487" y="6133676"/>
                    <a:pt x="1367051" y="6353345"/>
                    <a:pt x="1575880" y="6551744"/>
                  </a:cubicBezTo>
                  <a:cubicBezTo>
                    <a:pt x="1680269" y="6651014"/>
                    <a:pt x="1790338" y="6745037"/>
                    <a:pt x="1905228" y="6833566"/>
                  </a:cubicBezTo>
                  <a:lnTo>
                    <a:pt x="1938629" y="6858000"/>
                  </a:lnTo>
                  <a:lnTo>
                    <a:pt x="1368607" y="6858000"/>
                  </a:lnTo>
                  <a:lnTo>
                    <a:pt x="1115251" y="6594103"/>
                  </a:lnTo>
                  <a:cubicBezTo>
                    <a:pt x="418530" y="5794890"/>
                    <a:pt x="0" y="4770280"/>
                    <a:pt x="0" y="3653129"/>
                  </a:cubicBezTo>
                  <a:cubicBezTo>
                    <a:pt x="0" y="2216793"/>
                    <a:pt x="691856" y="933432"/>
                    <a:pt x="1777294" y="85415"/>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grpSp>
      <p:sp>
        <p:nvSpPr>
          <p:cNvPr id="2" name="Title 1">
            <a:extLst>
              <a:ext uri="{FF2B5EF4-FFF2-40B4-BE49-F238E27FC236}">
                <a16:creationId xmlns:a16="http://schemas.microsoft.com/office/drawing/2014/main" id="{8FB44EAD-9809-7711-9716-CB8F557A1391}"/>
              </a:ext>
            </a:extLst>
          </p:cNvPr>
          <p:cNvSpPr>
            <a:spLocks noGrp="1"/>
          </p:cNvSpPr>
          <p:nvPr>
            <p:ph type="ctrTitle"/>
          </p:nvPr>
        </p:nvSpPr>
        <p:spPr>
          <a:xfrm>
            <a:off x="876300" y="45868"/>
            <a:ext cx="10263459" cy="923925"/>
          </a:xfrm>
        </p:spPr>
        <p:txBody>
          <a:bodyPr anchor="b">
            <a:normAutofit/>
          </a:bodyPr>
          <a:lstStyle/>
          <a:p>
            <a:r>
              <a:rPr lang="en-IN" sz="4000" dirty="0">
                <a:solidFill>
                  <a:schemeClr val="tx2"/>
                </a:solidFill>
                <a:latin typeface="Engravers MT" panose="02090707080505020304" pitchFamily="18" charset="0"/>
              </a:rPr>
              <a:t>History  of MISRA-C</a:t>
            </a:r>
            <a:endParaRPr lang="en-IN" sz="4000" dirty="0">
              <a:solidFill>
                <a:schemeClr val="tx2"/>
              </a:solidFill>
            </a:endParaRPr>
          </a:p>
        </p:txBody>
      </p:sp>
      <p:grpSp>
        <p:nvGrpSpPr>
          <p:cNvPr id="23" name="Group 22">
            <a:extLst>
              <a:ext uri="{FF2B5EF4-FFF2-40B4-BE49-F238E27FC236}">
                <a16:creationId xmlns:a16="http://schemas.microsoft.com/office/drawing/2014/main" id="{87F87F1B-42BA-4AC7-A4E2-41544DDB2CE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05" y="-4155"/>
            <a:ext cx="2514948" cy="2174333"/>
            <a:chOff x="-305" y="-4155"/>
            <a:chExt cx="2514948" cy="2174333"/>
          </a:xfrm>
        </p:grpSpPr>
        <p:sp>
          <p:nvSpPr>
            <p:cNvPr id="24" name="Freeform: Shape 23">
              <a:extLst>
                <a:ext uri="{FF2B5EF4-FFF2-40B4-BE49-F238E27FC236}">
                  <a16:creationId xmlns:a16="http://schemas.microsoft.com/office/drawing/2014/main" id="{68B53067-4E48-4E71-A6A9-A8CAABAFBF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Shape 24">
              <a:extLst>
                <a:ext uri="{FF2B5EF4-FFF2-40B4-BE49-F238E27FC236}">
                  <a16:creationId xmlns:a16="http://schemas.microsoft.com/office/drawing/2014/main" id="{06D1A0D3-4BB8-41D9-9CE7-2884C83F44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reeform: Shape 25">
              <a:extLst>
                <a:ext uri="{FF2B5EF4-FFF2-40B4-BE49-F238E27FC236}">
                  <a16:creationId xmlns:a16="http://schemas.microsoft.com/office/drawing/2014/main" id="{81E20F06-3B09-4B89-A36B-AB8BFBCCA5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27" name="Freeform: Shape 26">
              <a:extLst>
                <a:ext uri="{FF2B5EF4-FFF2-40B4-BE49-F238E27FC236}">
                  <a16:creationId xmlns:a16="http://schemas.microsoft.com/office/drawing/2014/main" id="{DAE6C3D7-7D5B-4926-877D-45F117BB6B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9" name="Group 28">
            <a:extLst>
              <a:ext uri="{FF2B5EF4-FFF2-40B4-BE49-F238E27FC236}">
                <a16:creationId xmlns:a16="http://schemas.microsoft.com/office/drawing/2014/main" id="{967346A5-7569-4F15-AB5D-BE3DADF192C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9685727" y="4683666"/>
            <a:ext cx="2514948" cy="2174333"/>
            <a:chOff x="-305" y="-4155"/>
            <a:chExt cx="2514948" cy="2174333"/>
          </a:xfrm>
        </p:grpSpPr>
        <p:sp>
          <p:nvSpPr>
            <p:cNvPr id="30" name="Freeform: Shape 29">
              <a:extLst>
                <a:ext uri="{FF2B5EF4-FFF2-40B4-BE49-F238E27FC236}">
                  <a16:creationId xmlns:a16="http://schemas.microsoft.com/office/drawing/2014/main" id="{E1951533-A568-4765-AB1F-F71D9AFDEA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reeform: Shape 30">
              <a:extLst>
                <a:ext uri="{FF2B5EF4-FFF2-40B4-BE49-F238E27FC236}">
                  <a16:creationId xmlns:a16="http://schemas.microsoft.com/office/drawing/2014/main" id="{A7214F52-4F3F-4C96-A62E-F1401D6C04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Freeform: Shape 31">
              <a:extLst>
                <a:ext uri="{FF2B5EF4-FFF2-40B4-BE49-F238E27FC236}">
                  <a16:creationId xmlns:a16="http://schemas.microsoft.com/office/drawing/2014/main" id="{023146A1-291C-4FA0-AB5B-EB04D42398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33" name="Freeform: Shape 32">
              <a:extLst>
                <a:ext uri="{FF2B5EF4-FFF2-40B4-BE49-F238E27FC236}">
                  <a16:creationId xmlns:a16="http://schemas.microsoft.com/office/drawing/2014/main" id="{62977932-2B03-4899-8306-5002CEE68E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5" name="Title 1">
            <a:extLst>
              <a:ext uri="{FF2B5EF4-FFF2-40B4-BE49-F238E27FC236}">
                <a16:creationId xmlns:a16="http://schemas.microsoft.com/office/drawing/2014/main" id="{D6EE584E-84BC-FC84-2A5F-A0E7AF1256B7}"/>
              </a:ext>
            </a:extLst>
          </p:cNvPr>
          <p:cNvSpPr txBox="1">
            <a:spLocks/>
          </p:cNvSpPr>
          <p:nvPr/>
        </p:nvSpPr>
        <p:spPr>
          <a:xfrm>
            <a:off x="10382250" y="3983"/>
            <a:ext cx="1809445" cy="44767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2000" dirty="0">
                <a:solidFill>
                  <a:schemeClr val="tx2"/>
                </a:solidFill>
              </a:rPr>
              <a:t>MISRA C -2012</a:t>
            </a:r>
          </a:p>
        </p:txBody>
      </p:sp>
      <p:sp>
        <p:nvSpPr>
          <p:cNvPr id="6" name="Subtitle 2">
            <a:extLst>
              <a:ext uri="{FF2B5EF4-FFF2-40B4-BE49-F238E27FC236}">
                <a16:creationId xmlns:a16="http://schemas.microsoft.com/office/drawing/2014/main" id="{C992C8E1-40D9-45CC-B67A-D8B86D2A381E}"/>
              </a:ext>
            </a:extLst>
          </p:cNvPr>
          <p:cNvSpPr txBox="1">
            <a:spLocks/>
          </p:cNvSpPr>
          <p:nvPr/>
        </p:nvSpPr>
        <p:spPr>
          <a:xfrm>
            <a:off x="3432265" y="853500"/>
            <a:ext cx="5188034" cy="682079"/>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115000"/>
              </a:lnSpc>
              <a:spcAft>
                <a:spcPts val="800"/>
              </a:spcAft>
            </a:pPr>
            <a:r>
              <a:rPr lang="en-IN" kern="100" dirty="0">
                <a:solidFill>
                  <a:srgbClr val="666666"/>
                </a:solidFill>
                <a:effectLst/>
                <a:highlight>
                  <a:srgbClr val="FFFF00"/>
                </a:highlight>
                <a:latin typeface="Times New Roman" panose="02020603050405020304" pitchFamily="18" charset="0"/>
                <a:ea typeface="Aptos" panose="020B0004020202020204" pitchFamily="34" charset="0"/>
                <a:cs typeface="Times New Roman" panose="02020603050405020304" pitchFamily="18" charset="0"/>
              </a:rPr>
              <a:t>Misra2012:Rule-7.2</a:t>
            </a:r>
          </a:p>
        </p:txBody>
      </p:sp>
      <p:sp>
        <p:nvSpPr>
          <p:cNvPr id="3" name="TextBox 2">
            <a:extLst>
              <a:ext uri="{FF2B5EF4-FFF2-40B4-BE49-F238E27FC236}">
                <a16:creationId xmlns:a16="http://schemas.microsoft.com/office/drawing/2014/main" id="{F52B51FF-E201-359D-4743-DA9B627F1CC1}"/>
              </a:ext>
            </a:extLst>
          </p:cNvPr>
          <p:cNvSpPr txBox="1"/>
          <p:nvPr/>
        </p:nvSpPr>
        <p:spPr>
          <a:xfrm>
            <a:off x="1009712" y="1295349"/>
            <a:ext cx="10263459" cy="369332"/>
          </a:xfrm>
          <a:prstGeom prst="rect">
            <a:avLst/>
          </a:prstGeom>
          <a:noFill/>
        </p:spPr>
        <p:txBody>
          <a:bodyPr wrap="square">
            <a:spAutoFit/>
          </a:bodyPr>
          <a:lstStyle/>
          <a:p>
            <a:pPr marL="285750" indent="-285750" algn="l">
              <a:buFont typeface="Wingdings" panose="05000000000000000000" pitchFamily="2" charset="2"/>
              <a:buChar char="q"/>
            </a:pPr>
            <a:r>
              <a:rPr lang="en-US" sz="1800" b="1" i="0" u="none" strike="noStrike" baseline="0" dirty="0">
                <a:latin typeface="Times New Roman" panose="02020603050405020304" pitchFamily="18" charset="0"/>
                <a:cs typeface="Times New Roman" panose="02020603050405020304" pitchFamily="18" charset="0"/>
              </a:rPr>
              <a:t>A "u" or "U" suffix shall be applied to all integer constants that are represented in an unsigned type</a:t>
            </a:r>
            <a:endParaRPr lang="en-IN" b="1" kern="100" dirty="0">
              <a:effectLst/>
              <a:highlight>
                <a:srgbClr val="FFFF00"/>
              </a:highlight>
              <a:latin typeface="Times New Roman" panose="02020603050405020304" pitchFamily="18" charset="0"/>
              <a:ea typeface="Aptos" panose="020B0004020202020204" pitchFamily="34" charset="0"/>
              <a:cs typeface="Times New Roman" panose="02020603050405020304" pitchFamily="18" charset="0"/>
            </a:endParaRPr>
          </a:p>
        </p:txBody>
      </p:sp>
      <p:sp>
        <p:nvSpPr>
          <p:cNvPr id="11" name="TextBox 10">
            <a:extLst>
              <a:ext uri="{FF2B5EF4-FFF2-40B4-BE49-F238E27FC236}">
                <a16:creationId xmlns:a16="http://schemas.microsoft.com/office/drawing/2014/main" id="{3BAF9C64-DAA2-791C-A360-DC870B79332D}"/>
              </a:ext>
            </a:extLst>
          </p:cNvPr>
          <p:cNvSpPr txBox="1"/>
          <p:nvPr/>
        </p:nvSpPr>
        <p:spPr>
          <a:xfrm>
            <a:off x="1300142" y="1661468"/>
            <a:ext cx="9642403" cy="369332"/>
          </a:xfrm>
          <a:prstGeom prst="rect">
            <a:avLst/>
          </a:prstGeom>
          <a:noFill/>
        </p:spPr>
        <p:txBody>
          <a:bodyPr wrap="square">
            <a:spAutoFit/>
          </a:bodyPr>
          <a:lstStyle/>
          <a:p>
            <a:pPr algn="l"/>
            <a:r>
              <a:rPr lang="en-IN" sz="1800" b="0" i="0" u="none" strike="noStrike" baseline="0" dirty="0">
                <a:latin typeface="OpenSans"/>
              </a:rPr>
              <a:t>Category –</a:t>
            </a:r>
            <a:r>
              <a:rPr lang="en-IN" sz="1800" b="0" i="0" u="none" strike="noStrike" baseline="0" dirty="0">
                <a:latin typeface="OpenSans-Light"/>
              </a:rPr>
              <a:t>Required    Analysis </a:t>
            </a:r>
            <a:r>
              <a:rPr lang="en-IN" sz="1800" b="0" i="0" u="none" strike="noStrike" baseline="0" dirty="0">
                <a:latin typeface="OpenSans"/>
              </a:rPr>
              <a:t> -</a:t>
            </a:r>
            <a:r>
              <a:rPr lang="en-IN" sz="1800" b="0" i="0" u="none" strike="noStrike" baseline="0" dirty="0">
                <a:latin typeface="OpenSans-Light"/>
              </a:rPr>
              <a:t> Decidable, Single Translation Unit </a:t>
            </a:r>
            <a:r>
              <a:rPr lang="en-IN" sz="1800" b="0" i="0" u="none" strike="noStrike" baseline="0" dirty="0">
                <a:latin typeface="OpenSans"/>
              </a:rPr>
              <a:t>Applies to -</a:t>
            </a:r>
            <a:r>
              <a:rPr lang="en-IN" sz="1800" b="0" i="0" u="none" strike="noStrike" baseline="0" dirty="0">
                <a:latin typeface="OpenSans-Light"/>
              </a:rPr>
              <a:t> C90, C99</a:t>
            </a:r>
            <a:endParaRPr lang="en-IN" dirty="0"/>
          </a:p>
        </p:txBody>
      </p:sp>
      <p:sp>
        <p:nvSpPr>
          <p:cNvPr id="12" name="TextBox 11">
            <a:extLst>
              <a:ext uri="{FF2B5EF4-FFF2-40B4-BE49-F238E27FC236}">
                <a16:creationId xmlns:a16="http://schemas.microsoft.com/office/drawing/2014/main" id="{3B6B20D6-4372-E7FE-5B7C-3A5C456054FD}"/>
              </a:ext>
            </a:extLst>
          </p:cNvPr>
          <p:cNvSpPr txBox="1"/>
          <p:nvPr/>
        </p:nvSpPr>
        <p:spPr>
          <a:xfrm>
            <a:off x="2590227" y="2629358"/>
            <a:ext cx="7095500" cy="2031325"/>
          </a:xfrm>
          <a:prstGeom prst="rect">
            <a:avLst/>
          </a:prstGeom>
          <a:noFill/>
        </p:spPr>
        <p:txBody>
          <a:bodyPr wrap="square">
            <a:spAutoFit/>
          </a:bodyPr>
          <a:lstStyle/>
          <a:p>
            <a:pPr algn="l"/>
            <a:r>
              <a:rPr lang="en-US" sz="1800" b="0" i="0" u="none" strike="noStrike" baseline="0" dirty="0">
                <a:latin typeface="Times New Roman" panose="02020603050405020304" pitchFamily="18" charset="0"/>
                <a:cs typeface="Times New Roman" panose="02020603050405020304" pitchFamily="18" charset="0"/>
              </a:rPr>
              <a:t>Constant       Type               Compliance</a:t>
            </a:r>
          </a:p>
          <a:p>
            <a:pPr algn="l"/>
            <a:endParaRPr lang="en-US" sz="1800" b="0" i="0" u="none" strike="noStrike" baseline="0" dirty="0">
              <a:latin typeface="Times New Roman" panose="02020603050405020304" pitchFamily="18" charset="0"/>
              <a:cs typeface="Times New Roman" panose="02020603050405020304" pitchFamily="18" charset="0"/>
            </a:endParaRPr>
          </a:p>
          <a:p>
            <a:pPr algn="l"/>
            <a:r>
              <a:rPr lang="en-US" sz="1800" b="0" i="0" u="none" strike="noStrike" baseline="0" dirty="0">
                <a:latin typeface="Times New Roman" panose="02020603050405020304" pitchFamily="18" charset="0"/>
                <a:cs typeface="Times New Roman" panose="02020603050405020304" pitchFamily="18" charset="0"/>
              </a:rPr>
              <a:t>32767            signed int       Compliant</a:t>
            </a:r>
          </a:p>
          <a:p>
            <a:pPr algn="l"/>
            <a:r>
              <a:rPr lang="en-US" sz="1800" b="0" i="0" u="none" strike="noStrike" baseline="0" dirty="0">
                <a:latin typeface="Times New Roman" panose="02020603050405020304" pitchFamily="18" charset="0"/>
                <a:cs typeface="Times New Roman" panose="02020603050405020304" pitchFamily="18" charset="0"/>
              </a:rPr>
              <a:t>32768            signed long    Compliant</a:t>
            </a:r>
          </a:p>
          <a:p>
            <a:pPr algn="l"/>
            <a:r>
              <a:rPr lang="en-US" sz="1800" b="0" i="0" u="none" strike="noStrike" baseline="0" dirty="0">
                <a:latin typeface="Times New Roman" panose="02020603050405020304" pitchFamily="18" charset="0"/>
                <a:cs typeface="Times New Roman" panose="02020603050405020304" pitchFamily="18" charset="0"/>
              </a:rPr>
              <a:t>32768u          unsigned int   Compliant</a:t>
            </a:r>
          </a:p>
          <a:p>
            <a:pPr algn="l"/>
            <a:r>
              <a:rPr lang="en-US" sz="1800" b="0" i="0" u="none" strike="noStrike" baseline="0" dirty="0">
                <a:highlight>
                  <a:srgbClr val="FFFF00"/>
                </a:highlight>
                <a:latin typeface="Times New Roman" panose="02020603050405020304" pitchFamily="18" charset="0"/>
                <a:cs typeface="Times New Roman" panose="02020603050405020304" pitchFamily="18" charset="0"/>
              </a:rPr>
              <a:t>0x8000U       unsigned int   Compliant (Added 'U' suffix)</a:t>
            </a:r>
          </a:p>
          <a:p>
            <a:pPr algn="l"/>
            <a:r>
              <a:rPr lang="en-US" sz="1800" b="0" i="0" u="none" strike="noStrike" baseline="0" dirty="0">
                <a:highlight>
                  <a:srgbClr val="FFFF00"/>
                </a:highlight>
                <a:latin typeface="Times New Roman" panose="02020603050405020304" pitchFamily="18" charset="0"/>
                <a:cs typeface="Times New Roman" panose="02020603050405020304" pitchFamily="18" charset="0"/>
              </a:rPr>
              <a:t>0x8000u        unsigned int   Compliant</a:t>
            </a:r>
          </a:p>
        </p:txBody>
      </p:sp>
      <p:sp>
        <p:nvSpPr>
          <p:cNvPr id="14" name="TextBox 13">
            <a:extLst>
              <a:ext uri="{FF2B5EF4-FFF2-40B4-BE49-F238E27FC236}">
                <a16:creationId xmlns:a16="http://schemas.microsoft.com/office/drawing/2014/main" id="{3BEBAFEE-B117-F80A-3238-35883C77E34C}"/>
              </a:ext>
            </a:extLst>
          </p:cNvPr>
          <p:cNvSpPr txBox="1"/>
          <p:nvPr/>
        </p:nvSpPr>
        <p:spPr>
          <a:xfrm>
            <a:off x="1257215" y="1985594"/>
            <a:ext cx="10650070" cy="646331"/>
          </a:xfrm>
          <a:prstGeom prst="rect">
            <a:avLst/>
          </a:prstGeom>
          <a:noFill/>
        </p:spPr>
        <p:txBody>
          <a:bodyPr wrap="square">
            <a:spAutoFit/>
          </a:bodyPr>
          <a:lstStyle/>
          <a:p>
            <a:pPr algn="l"/>
            <a:r>
              <a:rPr lang="en-US" b="0" i="0" dirty="0">
                <a:solidFill>
                  <a:srgbClr val="0D0D0D"/>
                </a:solidFill>
                <a:effectLst/>
                <a:latin typeface="Times New Roman" panose="02020603050405020304" pitchFamily="18" charset="0"/>
                <a:cs typeface="Times New Roman" panose="02020603050405020304" pitchFamily="18" charset="0"/>
              </a:rPr>
              <a:t>To avoid confusion and to make the code more explicit, especially when dealing with unsigned types, it's recommended to append a 'u' or 'U' suffix to integer constants that are intended to be unsigned.</a:t>
            </a:r>
            <a:endParaRPr lang="en-IN"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C571CA19-A36B-7D93-981A-5F92A3EA59D7}"/>
              </a:ext>
            </a:extLst>
          </p:cNvPr>
          <p:cNvSpPr txBox="1"/>
          <p:nvPr/>
        </p:nvSpPr>
        <p:spPr>
          <a:xfrm>
            <a:off x="1299736" y="2631727"/>
            <a:ext cx="1046338" cy="369332"/>
          </a:xfrm>
          <a:prstGeom prst="rect">
            <a:avLst/>
          </a:prstGeom>
          <a:noFill/>
        </p:spPr>
        <p:txBody>
          <a:bodyPr wrap="square">
            <a:spAutoFit/>
          </a:bodyPr>
          <a:lstStyle/>
          <a:p>
            <a:pPr algn="l"/>
            <a:r>
              <a:rPr lang="en-IN" dirty="0">
                <a:highlight>
                  <a:srgbClr val="FFFF00"/>
                </a:highlight>
              </a:rPr>
              <a:t>Example</a:t>
            </a:r>
          </a:p>
        </p:txBody>
      </p:sp>
      <p:sp>
        <p:nvSpPr>
          <p:cNvPr id="9" name="Slide Number Placeholder 8">
            <a:extLst>
              <a:ext uri="{FF2B5EF4-FFF2-40B4-BE49-F238E27FC236}">
                <a16:creationId xmlns:a16="http://schemas.microsoft.com/office/drawing/2014/main" id="{83BE2406-EAB3-032C-9405-E2FBDD692EC4}"/>
              </a:ext>
            </a:extLst>
          </p:cNvPr>
          <p:cNvSpPr>
            <a:spLocks noGrp="1"/>
          </p:cNvSpPr>
          <p:nvPr>
            <p:ph type="sldNum" sz="quarter" idx="12"/>
          </p:nvPr>
        </p:nvSpPr>
        <p:spPr/>
        <p:txBody>
          <a:bodyPr/>
          <a:lstStyle/>
          <a:p>
            <a:fld id="{91247CA1-BCEC-4DD4-9B23-E2AE1AEA27A6}" type="slidenum">
              <a:rPr lang="en-IN" smtClean="0"/>
              <a:t>38</a:t>
            </a:fld>
            <a:endParaRPr lang="en-IN"/>
          </a:p>
        </p:txBody>
      </p:sp>
      <p:sp>
        <p:nvSpPr>
          <p:cNvPr id="8" name="TextBox 7">
            <a:extLst>
              <a:ext uri="{FF2B5EF4-FFF2-40B4-BE49-F238E27FC236}">
                <a16:creationId xmlns:a16="http://schemas.microsoft.com/office/drawing/2014/main" id="{D2296B07-B75B-188F-7211-7D4990856751}"/>
              </a:ext>
            </a:extLst>
          </p:cNvPr>
          <p:cNvSpPr txBox="1"/>
          <p:nvPr/>
        </p:nvSpPr>
        <p:spPr>
          <a:xfrm>
            <a:off x="10532532" y="526059"/>
            <a:ext cx="1451144" cy="369332"/>
          </a:xfrm>
          <a:prstGeom prst="rect">
            <a:avLst/>
          </a:prstGeom>
          <a:noFill/>
        </p:spPr>
        <p:txBody>
          <a:bodyPr wrap="square">
            <a:spAutoFit/>
          </a:bodyPr>
          <a:lstStyle/>
          <a:p>
            <a:r>
              <a:rPr lang="en-IN" dirty="0"/>
              <a:t>Session 1</a:t>
            </a:r>
          </a:p>
        </p:txBody>
      </p:sp>
    </p:spTree>
    <p:extLst>
      <p:ext uri="{BB962C8B-B14F-4D97-AF65-F5344CB8AC3E}">
        <p14:creationId xmlns:p14="http://schemas.microsoft.com/office/powerpoint/2010/main" val="108360931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5A292AEA-2528-46C0-B426-95822B6141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D8B7B198-E4DF-43CD-AD8C-1998843237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34" name="Freeform: Shape 33">
            <a:extLst>
              <a:ext uri="{FF2B5EF4-FFF2-40B4-BE49-F238E27FC236}">
                <a16:creationId xmlns:a16="http://schemas.microsoft.com/office/drawing/2014/main" id="{2BE67753-EA0E-4819-8D22-0B6600CF7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96934" y="3984"/>
            <a:ext cx="9376632" cy="6858000"/>
          </a:xfrm>
          <a:custGeom>
            <a:avLst/>
            <a:gdLst>
              <a:gd name="connsiteX0" fmla="*/ 1691615 w 9376632"/>
              <a:gd name="connsiteY0" fmla="*/ 0 h 6858000"/>
              <a:gd name="connsiteX1" fmla="*/ 7685017 w 9376632"/>
              <a:gd name="connsiteY1" fmla="*/ 0 h 6858000"/>
              <a:gd name="connsiteX2" fmla="*/ 7840634 w 9376632"/>
              <a:gd name="connsiteY2" fmla="*/ 134799 h 6858000"/>
              <a:gd name="connsiteX3" fmla="*/ 9376632 w 9376632"/>
              <a:gd name="connsiteY3" fmla="*/ 3605175 h 6858000"/>
              <a:gd name="connsiteX4" fmla="*/ 8158692 w 9376632"/>
              <a:gd name="connsiteY4" fmla="*/ 6757493 h 6858000"/>
              <a:gd name="connsiteX5" fmla="*/ 8062868 w 9376632"/>
              <a:gd name="connsiteY5" fmla="*/ 6858000 h 6858000"/>
              <a:gd name="connsiteX6" fmla="*/ 1313765 w 9376632"/>
              <a:gd name="connsiteY6" fmla="*/ 6858000 h 6858000"/>
              <a:gd name="connsiteX7" fmla="*/ 1217940 w 9376632"/>
              <a:gd name="connsiteY7" fmla="*/ 6757493 h 6858000"/>
              <a:gd name="connsiteX8" fmla="*/ 0 w 9376632"/>
              <a:gd name="connsiteY8" fmla="*/ 3605175 h 6858000"/>
              <a:gd name="connsiteX9" fmla="*/ 1535999 w 9376632"/>
              <a:gd name="connsiteY9" fmla="*/ 13479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376632" h="6858000">
                <a:moveTo>
                  <a:pt x="1691615" y="0"/>
                </a:moveTo>
                <a:lnTo>
                  <a:pt x="7685017" y="0"/>
                </a:lnTo>
                <a:lnTo>
                  <a:pt x="7840634" y="134799"/>
                </a:lnTo>
                <a:cubicBezTo>
                  <a:pt x="8784230" y="992423"/>
                  <a:pt x="9376632" y="2229618"/>
                  <a:pt x="9376632" y="3605175"/>
                </a:cubicBezTo>
                <a:cubicBezTo>
                  <a:pt x="9376632" y="4818903"/>
                  <a:pt x="8915419" y="5924908"/>
                  <a:pt x="8158692" y="6757493"/>
                </a:cubicBezTo>
                <a:lnTo>
                  <a:pt x="8062868" y="6858000"/>
                </a:lnTo>
                <a:lnTo>
                  <a:pt x="1313765" y="6858000"/>
                </a:lnTo>
                <a:lnTo>
                  <a:pt x="1217940" y="6757493"/>
                </a:lnTo>
                <a:cubicBezTo>
                  <a:pt x="461213" y="5924908"/>
                  <a:pt x="0" y="4818903"/>
                  <a:pt x="0" y="3605175"/>
                </a:cubicBezTo>
                <a:cubicBezTo>
                  <a:pt x="0" y="2229618"/>
                  <a:pt x="592403" y="992423"/>
                  <a:pt x="1535999" y="134799"/>
                </a:cubicBezTo>
                <a:close/>
              </a:path>
            </a:pathLst>
          </a:cu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5" name="Group 34">
            <a:extLst>
              <a:ext uri="{FF2B5EF4-FFF2-40B4-BE49-F238E27FC236}">
                <a16:creationId xmlns:a16="http://schemas.microsoft.com/office/drawing/2014/main" id="{D76D63AC-0421-45EC-B383-E79A61A78C6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303402" y="3985"/>
            <a:ext cx="9772765" cy="6858000"/>
            <a:chOff x="1303402" y="36937"/>
            <a:chExt cx="9772765" cy="6858000"/>
          </a:xfrm>
          <a:solidFill>
            <a:schemeClr val="bg1">
              <a:alpha val="30000"/>
            </a:schemeClr>
          </a:solidFill>
        </p:grpSpPr>
        <p:sp>
          <p:nvSpPr>
            <p:cNvPr id="15" name="Freeform: Shape 14">
              <a:extLst>
                <a:ext uri="{FF2B5EF4-FFF2-40B4-BE49-F238E27FC236}">
                  <a16:creationId xmlns:a16="http://schemas.microsoft.com/office/drawing/2014/main" id="{B997A32E-7032-4107-9C8B-99DB59EDD5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6937"/>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Shape 15">
              <a:extLst>
                <a:ext uri="{FF2B5EF4-FFF2-40B4-BE49-F238E27FC236}">
                  <a16:creationId xmlns:a16="http://schemas.microsoft.com/office/drawing/2014/main" id="{943BB27F-1470-42CA-91FF-D94BC691C8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6937"/>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Freeform: Shape 16">
              <a:extLst>
                <a:ext uri="{FF2B5EF4-FFF2-40B4-BE49-F238E27FC236}">
                  <a16:creationId xmlns:a16="http://schemas.microsoft.com/office/drawing/2014/main" id="{E997B002-17FD-47B3-A06A-76802FE15C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6937"/>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Freeform: Shape 17">
              <a:extLst>
                <a:ext uri="{FF2B5EF4-FFF2-40B4-BE49-F238E27FC236}">
                  <a16:creationId xmlns:a16="http://schemas.microsoft.com/office/drawing/2014/main" id="{E401EA35-9D2E-43B7-860F-EBB8A6C3E0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6937"/>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Freeform: Shape 18">
              <a:extLst>
                <a:ext uri="{FF2B5EF4-FFF2-40B4-BE49-F238E27FC236}">
                  <a16:creationId xmlns:a16="http://schemas.microsoft.com/office/drawing/2014/main" id="{F8C44827-3D81-4FF9-B4A5-5650D1B20A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6937"/>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Freeform: Shape 19">
              <a:extLst>
                <a:ext uri="{FF2B5EF4-FFF2-40B4-BE49-F238E27FC236}">
                  <a16:creationId xmlns:a16="http://schemas.microsoft.com/office/drawing/2014/main" id="{F613D97F-F6DF-4D32-AD91-209A80E7A2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8320" y="36937"/>
              <a:ext cx="9767847" cy="6858000"/>
            </a:xfrm>
            <a:custGeom>
              <a:avLst/>
              <a:gdLst>
                <a:gd name="connsiteX0" fmla="*/ 7151367 w 9767847"/>
                <a:gd name="connsiteY0" fmla="*/ 0 h 6858000"/>
                <a:gd name="connsiteX1" fmla="*/ 7881247 w 9767847"/>
                <a:gd name="connsiteY1" fmla="*/ 0 h 6858000"/>
                <a:gd name="connsiteX2" fmla="*/ 7990553 w 9767847"/>
                <a:gd name="connsiteY2" fmla="*/ 81317 h 6858000"/>
                <a:gd name="connsiteX3" fmla="*/ 9767847 w 9767847"/>
                <a:gd name="connsiteY3" fmla="*/ 3649031 h 6858000"/>
                <a:gd name="connsiteX4" fmla="*/ 8652597 w 9767847"/>
                <a:gd name="connsiteY4" fmla="*/ 6590005 h 6858000"/>
                <a:gd name="connsiteX5" fmla="*/ 8395306 w 9767847"/>
                <a:gd name="connsiteY5" fmla="*/ 6858000 h 6858000"/>
                <a:gd name="connsiteX6" fmla="*/ 6762603 w 9767847"/>
                <a:gd name="connsiteY6" fmla="*/ 6858000 h 6858000"/>
                <a:gd name="connsiteX7" fmla="*/ 6765962 w 9767847"/>
                <a:gd name="connsiteY7" fmla="*/ 6854844 h 6858000"/>
                <a:gd name="connsiteX8" fmla="*/ 6804586 w 9767847"/>
                <a:gd name="connsiteY8" fmla="*/ 6817103 h 6858000"/>
                <a:gd name="connsiteX9" fmla="*/ 6881735 w 9767847"/>
                <a:gd name="connsiteY9" fmla="*/ 6741197 h 6858000"/>
                <a:gd name="connsiteX10" fmla="*/ 6958883 w 9767847"/>
                <a:gd name="connsiteY10" fmla="*/ 6664822 h 6858000"/>
                <a:gd name="connsiteX11" fmla="*/ 7267925 w 9767847"/>
                <a:gd name="connsiteY11" fmla="*/ 6355694 h 6858000"/>
                <a:gd name="connsiteX12" fmla="*/ 7424360 w 9767847"/>
                <a:gd name="connsiteY12" fmla="*/ 6200685 h 6858000"/>
                <a:gd name="connsiteX13" fmla="*/ 7504938 w 9767847"/>
                <a:gd name="connsiteY13" fmla="*/ 6122708 h 6858000"/>
                <a:gd name="connsiteX14" fmla="*/ 7546396 w 9767847"/>
                <a:gd name="connsiteY14" fmla="*/ 6083697 h 6858000"/>
                <a:gd name="connsiteX15" fmla="*/ 7588002 w 9767847"/>
                <a:gd name="connsiteY15" fmla="*/ 6045532 h 6858000"/>
                <a:gd name="connsiteX16" fmla="*/ 7631000 w 9767847"/>
                <a:gd name="connsiteY16" fmla="*/ 6006709 h 6858000"/>
                <a:gd name="connsiteX17" fmla="*/ 7675440 w 9767847"/>
                <a:gd name="connsiteY17" fmla="*/ 5968309 h 6858000"/>
                <a:gd name="connsiteX18" fmla="*/ 7720626 w 9767847"/>
                <a:gd name="connsiteY18" fmla="*/ 5930851 h 6858000"/>
                <a:gd name="connsiteX19" fmla="*/ 7766458 w 9767847"/>
                <a:gd name="connsiteY19" fmla="*/ 5894334 h 6858000"/>
                <a:gd name="connsiteX20" fmla="*/ 7955254 w 9767847"/>
                <a:gd name="connsiteY20" fmla="*/ 5756828 h 6858000"/>
                <a:gd name="connsiteX21" fmla="*/ 8352678 w 9767847"/>
                <a:gd name="connsiteY21" fmla="*/ 5517630 h 6858000"/>
                <a:gd name="connsiteX22" fmla="*/ 8451350 w 9767847"/>
                <a:gd name="connsiteY22" fmla="*/ 5465254 h 6858000"/>
                <a:gd name="connsiteX23" fmla="*/ 8548532 w 9767847"/>
                <a:gd name="connsiteY23" fmla="*/ 5413395 h 6858000"/>
                <a:gd name="connsiteX24" fmla="*/ 8729473 w 9767847"/>
                <a:gd name="connsiteY24" fmla="*/ 5309961 h 6858000"/>
                <a:gd name="connsiteX25" fmla="*/ 8770781 w 9767847"/>
                <a:gd name="connsiteY25" fmla="*/ 5283232 h 6858000"/>
                <a:gd name="connsiteX26" fmla="*/ 8790964 w 9767847"/>
                <a:gd name="connsiteY26" fmla="*/ 5269492 h 6858000"/>
                <a:gd name="connsiteX27" fmla="*/ 8810499 w 9767847"/>
                <a:gd name="connsiteY27" fmla="*/ 5255703 h 6858000"/>
                <a:gd name="connsiteX28" fmla="*/ 8883571 w 9767847"/>
                <a:gd name="connsiteY28" fmla="*/ 5198479 h 6858000"/>
                <a:gd name="connsiteX29" fmla="*/ 9006651 w 9767847"/>
                <a:gd name="connsiteY29" fmla="*/ 5070527 h 6858000"/>
                <a:gd name="connsiteX30" fmla="*/ 9033494 w 9767847"/>
                <a:gd name="connsiteY30" fmla="*/ 5034105 h 6858000"/>
                <a:gd name="connsiteX31" fmla="*/ 9040305 w 9767847"/>
                <a:gd name="connsiteY31" fmla="*/ 5024551 h 6858000"/>
                <a:gd name="connsiteX32" fmla="*/ 9046568 w 9767847"/>
                <a:gd name="connsiteY32" fmla="*/ 5015281 h 6858000"/>
                <a:gd name="connsiteX33" fmla="*/ 9058846 w 9767847"/>
                <a:gd name="connsiteY33" fmla="*/ 4996645 h 6858000"/>
                <a:gd name="connsiteX34" fmla="*/ 9104529 w 9767847"/>
                <a:gd name="connsiteY34" fmla="*/ 4918105 h 6858000"/>
                <a:gd name="connsiteX35" fmla="*/ 9181081 w 9767847"/>
                <a:gd name="connsiteY35" fmla="*/ 4744694 h 6858000"/>
                <a:gd name="connsiteX36" fmla="*/ 9240731 w 9767847"/>
                <a:gd name="connsiteY36" fmla="*/ 4557872 h 6858000"/>
                <a:gd name="connsiteX37" fmla="*/ 9265388 w 9767847"/>
                <a:gd name="connsiteY37" fmla="*/ 4461073 h 6858000"/>
                <a:gd name="connsiteX38" fmla="*/ 9276571 w 9767847"/>
                <a:gd name="connsiteY38" fmla="*/ 4411943 h 6858000"/>
                <a:gd name="connsiteX39" fmla="*/ 9281841 w 9767847"/>
                <a:gd name="connsiteY39" fmla="*/ 4387379 h 6858000"/>
                <a:gd name="connsiteX40" fmla="*/ 9286513 w 9767847"/>
                <a:gd name="connsiteY40" fmla="*/ 4364838 h 6858000"/>
                <a:gd name="connsiteX41" fmla="*/ 9296754 w 9767847"/>
                <a:gd name="connsiteY41" fmla="*/ 4312038 h 6858000"/>
                <a:gd name="connsiteX42" fmla="*/ 9301029 w 9767847"/>
                <a:gd name="connsiteY42" fmla="*/ 4289074 h 6858000"/>
                <a:gd name="connsiteX43" fmla="*/ 9302818 w 9767847"/>
                <a:gd name="connsiteY43" fmla="*/ 4278581 h 6858000"/>
                <a:gd name="connsiteX44" fmla="*/ 9304658 w 9767847"/>
                <a:gd name="connsiteY44" fmla="*/ 4266816 h 6858000"/>
                <a:gd name="connsiteX45" fmla="*/ 9312810 w 9767847"/>
                <a:gd name="connsiteY45" fmla="*/ 4215945 h 6858000"/>
                <a:gd name="connsiteX46" fmla="*/ 9316887 w 9767847"/>
                <a:gd name="connsiteY46" fmla="*/ 4190486 h 6858000"/>
                <a:gd name="connsiteX47" fmla="*/ 9318923 w 9767847"/>
                <a:gd name="connsiteY47" fmla="*/ 4177780 h 6858000"/>
                <a:gd name="connsiteX48" fmla="*/ 9320515 w 9767847"/>
                <a:gd name="connsiteY48" fmla="*/ 4164886 h 6858000"/>
                <a:gd name="connsiteX49" fmla="*/ 9332445 w 9767847"/>
                <a:gd name="connsiteY49" fmla="*/ 4064981 h 6858000"/>
                <a:gd name="connsiteX50" fmla="*/ 9336173 w 9767847"/>
                <a:gd name="connsiteY50" fmla="*/ 4018676 h 6858000"/>
                <a:gd name="connsiteX51" fmla="*/ 9340199 w 9767847"/>
                <a:gd name="connsiteY51" fmla="*/ 3965171 h 6858000"/>
                <a:gd name="connsiteX52" fmla="*/ 9347557 w 9767847"/>
                <a:gd name="connsiteY52" fmla="*/ 3765972 h 6858000"/>
                <a:gd name="connsiteX53" fmla="*/ 9346364 w 9767847"/>
                <a:gd name="connsiteY53" fmla="*/ 3664938 h 6858000"/>
                <a:gd name="connsiteX54" fmla="*/ 9344921 w 9767847"/>
                <a:gd name="connsiteY54" fmla="*/ 3615243 h 6858000"/>
                <a:gd name="connsiteX55" fmla="*/ 9344524 w 9767847"/>
                <a:gd name="connsiteY55" fmla="*/ 3603526 h 6858000"/>
                <a:gd name="connsiteX56" fmla="*/ 9343728 w 9767847"/>
                <a:gd name="connsiteY56" fmla="*/ 3590774 h 6858000"/>
                <a:gd name="connsiteX57" fmla="*/ 9342188 w 9767847"/>
                <a:gd name="connsiteY57" fmla="*/ 3565268 h 6858000"/>
                <a:gd name="connsiteX58" fmla="*/ 9339056 w 9767847"/>
                <a:gd name="connsiteY58" fmla="*/ 3514256 h 6858000"/>
                <a:gd name="connsiteX59" fmla="*/ 9334334 w 9767847"/>
                <a:gd name="connsiteY59" fmla="*/ 3463057 h 6858000"/>
                <a:gd name="connsiteX60" fmla="*/ 9329363 w 9767847"/>
                <a:gd name="connsiteY60" fmla="*/ 3411810 h 6858000"/>
                <a:gd name="connsiteX61" fmla="*/ 9328319 w 9767847"/>
                <a:gd name="connsiteY61" fmla="*/ 3400657 h 6858000"/>
                <a:gd name="connsiteX62" fmla="*/ 9327177 w 9767847"/>
                <a:gd name="connsiteY62" fmla="*/ 3390116 h 6858000"/>
                <a:gd name="connsiteX63" fmla="*/ 9324293 w 9767847"/>
                <a:gd name="connsiteY63" fmla="*/ 3366774 h 6858000"/>
                <a:gd name="connsiteX64" fmla="*/ 9320763 w 9767847"/>
                <a:gd name="connsiteY64" fmla="*/ 3340329 h 6858000"/>
                <a:gd name="connsiteX65" fmla="*/ 9317184 w 9767847"/>
                <a:gd name="connsiteY65" fmla="*/ 3311245 h 6858000"/>
                <a:gd name="connsiteX66" fmla="*/ 9311021 w 9767847"/>
                <a:gd name="connsiteY66" fmla="*/ 3266211 h 6858000"/>
                <a:gd name="connsiteX67" fmla="*/ 9302719 w 9767847"/>
                <a:gd name="connsiteY67" fmla="*/ 3215717 h 6858000"/>
                <a:gd name="connsiteX68" fmla="*/ 9293970 w 9767847"/>
                <a:gd name="connsiteY68" fmla="*/ 3165789 h 6858000"/>
                <a:gd name="connsiteX69" fmla="*/ 9252065 w 9767847"/>
                <a:gd name="connsiteY69" fmla="*/ 2967107 h 6858000"/>
                <a:gd name="connsiteX70" fmla="*/ 9227211 w 9767847"/>
                <a:gd name="connsiteY70" fmla="*/ 2868473 h 6858000"/>
                <a:gd name="connsiteX71" fmla="*/ 9220699 w 9767847"/>
                <a:gd name="connsiteY71" fmla="*/ 2844426 h 6858000"/>
                <a:gd name="connsiteX72" fmla="*/ 9213740 w 9767847"/>
                <a:gd name="connsiteY72" fmla="*/ 2820191 h 6858000"/>
                <a:gd name="connsiteX73" fmla="*/ 9199374 w 9767847"/>
                <a:gd name="connsiteY73" fmla="*/ 2771438 h 6858000"/>
                <a:gd name="connsiteX74" fmla="*/ 9061829 w 9767847"/>
                <a:gd name="connsiteY74" fmla="*/ 2385418 h 6858000"/>
                <a:gd name="connsiteX75" fmla="*/ 8978865 w 9767847"/>
                <a:gd name="connsiteY75" fmla="*/ 2196855 h 6858000"/>
                <a:gd name="connsiteX76" fmla="*/ 8956694 w 9767847"/>
                <a:gd name="connsiteY76" fmla="*/ 2150219 h 6858000"/>
                <a:gd name="connsiteX77" fmla="*/ 8934176 w 9767847"/>
                <a:gd name="connsiteY77" fmla="*/ 2103914 h 6858000"/>
                <a:gd name="connsiteX78" fmla="*/ 8887151 w 9767847"/>
                <a:gd name="connsiteY78" fmla="*/ 2011350 h 6858000"/>
                <a:gd name="connsiteX79" fmla="*/ 8787533 w 9767847"/>
                <a:gd name="connsiteY79" fmla="*/ 1828527 h 6858000"/>
                <a:gd name="connsiteX80" fmla="*/ 8761485 w 9767847"/>
                <a:gd name="connsiteY80" fmla="*/ 1783398 h 6858000"/>
                <a:gd name="connsiteX81" fmla="*/ 8734791 w 9767847"/>
                <a:gd name="connsiteY81" fmla="*/ 1737893 h 6858000"/>
                <a:gd name="connsiteX82" fmla="*/ 8680808 w 9767847"/>
                <a:gd name="connsiteY82" fmla="*/ 1648812 h 6858000"/>
                <a:gd name="connsiteX83" fmla="*/ 8567024 w 9767847"/>
                <a:gd name="connsiteY83" fmla="*/ 1472906 h 6858000"/>
                <a:gd name="connsiteX84" fmla="*/ 8537446 w 9767847"/>
                <a:gd name="connsiteY84" fmla="*/ 1429330 h 6858000"/>
                <a:gd name="connsiteX85" fmla="*/ 8507423 w 9767847"/>
                <a:gd name="connsiteY85" fmla="*/ 1385896 h 6858000"/>
                <a:gd name="connsiteX86" fmla="*/ 8446529 w 9767847"/>
                <a:gd name="connsiteY86" fmla="*/ 1300295 h 6858000"/>
                <a:gd name="connsiteX87" fmla="*/ 8319224 w 9767847"/>
                <a:gd name="connsiteY87" fmla="*/ 1131026 h 6858000"/>
                <a:gd name="connsiteX88" fmla="*/ 8286366 w 9767847"/>
                <a:gd name="connsiteY88" fmla="*/ 1089050 h 6858000"/>
                <a:gd name="connsiteX89" fmla="*/ 8270161 w 9767847"/>
                <a:gd name="connsiteY89" fmla="*/ 1068439 h 6858000"/>
                <a:gd name="connsiteX90" fmla="*/ 8253856 w 9767847"/>
                <a:gd name="connsiteY90" fmla="*/ 1048156 h 6858000"/>
                <a:gd name="connsiteX91" fmla="*/ 8186352 w 9767847"/>
                <a:gd name="connsiteY91" fmla="*/ 966275 h 6858000"/>
                <a:gd name="connsiteX92" fmla="*/ 8046768 w 9767847"/>
                <a:gd name="connsiteY92" fmla="*/ 805429 h 6858000"/>
                <a:gd name="connsiteX93" fmla="*/ 8010927 w 9767847"/>
                <a:gd name="connsiteY93" fmla="*/ 765853 h 6858000"/>
                <a:gd name="connsiteX94" fmla="*/ 7974788 w 9767847"/>
                <a:gd name="connsiteY94" fmla="*/ 726653 h 6858000"/>
                <a:gd name="connsiteX95" fmla="*/ 7901070 w 9767847"/>
                <a:gd name="connsiteY95" fmla="*/ 648724 h 6858000"/>
                <a:gd name="connsiteX96" fmla="*/ 7750054 w 9767847"/>
                <a:gd name="connsiteY96" fmla="*/ 497008 h 6858000"/>
                <a:gd name="connsiteX97" fmla="*/ 7592277 w 9767847"/>
                <a:gd name="connsiteY97" fmla="*/ 351221 h 6858000"/>
                <a:gd name="connsiteX98" fmla="*/ 7257734 w 9767847"/>
                <a:gd name="connsiteY98" fmla="*/ 76964 h 6858000"/>
                <a:gd name="connsiteX99" fmla="*/ 1886601 w 9767847"/>
                <a:gd name="connsiteY99" fmla="*/ 0 h 6858000"/>
                <a:gd name="connsiteX100" fmla="*/ 2292926 w 9767847"/>
                <a:gd name="connsiteY100" fmla="*/ 0 h 6858000"/>
                <a:gd name="connsiteX101" fmla="*/ 2135542 w 9767847"/>
                <a:gd name="connsiteY101" fmla="*/ 117781 h 6858000"/>
                <a:gd name="connsiteX102" fmla="*/ 1969576 w 9767847"/>
                <a:gd name="connsiteY102" fmla="*/ 254986 h 6858000"/>
                <a:gd name="connsiteX103" fmla="*/ 1659938 w 9767847"/>
                <a:gd name="connsiteY103" fmla="*/ 549855 h 6858000"/>
                <a:gd name="connsiteX104" fmla="*/ 729383 w 9767847"/>
                <a:gd name="connsiteY104" fmla="*/ 1936480 h 6858000"/>
                <a:gd name="connsiteX105" fmla="*/ 578465 w 9767847"/>
                <a:gd name="connsiteY105" fmla="*/ 2320807 h 6858000"/>
                <a:gd name="connsiteX106" fmla="*/ 465080 w 9767847"/>
                <a:gd name="connsiteY106" fmla="*/ 2714875 h 6858000"/>
                <a:gd name="connsiteX107" fmla="*/ 423820 w 9767847"/>
                <a:gd name="connsiteY107" fmla="*/ 2915436 h 6858000"/>
                <a:gd name="connsiteX108" fmla="*/ 392355 w 9767847"/>
                <a:gd name="connsiteY108" fmla="*/ 3118071 h 6858000"/>
                <a:gd name="connsiteX109" fmla="*/ 358801 w 9767847"/>
                <a:gd name="connsiteY109" fmla="*/ 3526915 h 6858000"/>
                <a:gd name="connsiteX110" fmla="*/ 410350 w 9767847"/>
                <a:gd name="connsiteY110" fmla="*/ 4348226 h 6858000"/>
                <a:gd name="connsiteX111" fmla="*/ 449022 w 9767847"/>
                <a:gd name="connsiteY111" fmla="*/ 4551049 h 6858000"/>
                <a:gd name="connsiteX112" fmla="*/ 498882 w 9767847"/>
                <a:gd name="connsiteY112" fmla="*/ 4752365 h 6858000"/>
                <a:gd name="connsiteX113" fmla="*/ 559775 w 9767847"/>
                <a:gd name="connsiteY113" fmla="*/ 4951657 h 6858000"/>
                <a:gd name="connsiteX114" fmla="*/ 631406 w 9767847"/>
                <a:gd name="connsiteY114" fmla="*/ 5147986 h 6858000"/>
                <a:gd name="connsiteX115" fmla="*/ 1023461 w 9767847"/>
                <a:gd name="connsiteY115" fmla="*/ 5893957 h 6858000"/>
                <a:gd name="connsiteX116" fmla="*/ 1575880 w 9767847"/>
                <a:gd name="connsiteY116" fmla="*/ 6547646 h 6858000"/>
                <a:gd name="connsiteX117" fmla="*/ 1905228 w 9767847"/>
                <a:gd name="connsiteY117" fmla="*/ 6829468 h 6858000"/>
                <a:gd name="connsiteX118" fmla="*/ 1944230 w 9767847"/>
                <a:gd name="connsiteY118" fmla="*/ 6858000 h 6858000"/>
                <a:gd name="connsiteX119" fmla="*/ 1372541 w 9767847"/>
                <a:gd name="connsiteY119" fmla="*/ 6858000 h 6858000"/>
                <a:gd name="connsiteX120" fmla="*/ 1115251 w 9767847"/>
                <a:gd name="connsiteY120" fmla="*/ 6590005 h 6858000"/>
                <a:gd name="connsiteX121" fmla="*/ 0 w 9767847"/>
                <a:gd name="connsiteY121" fmla="*/ 3649031 h 6858000"/>
                <a:gd name="connsiteX122" fmla="*/ 1777294 w 9767847"/>
                <a:gd name="connsiteY122" fmla="*/ 813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9767847" h="6858000">
                  <a:moveTo>
                    <a:pt x="7151367" y="0"/>
                  </a:moveTo>
                  <a:lnTo>
                    <a:pt x="7881247" y="0"/>
                  </a:lnTo>
                  <a:lnTo>
                    <a:pt x="7990553" y="81317"/>
                  </a:lnTo>
                  <a:cubicBezTo>
                    <a:pt x="9075991" y="929334"/>
                    <a:pt x="9767847" y="2212695"/>
                    <a:pt x="9767847" y="3649031"/>
                  </a:cubicBezTo>
                  <a:cubicBezTo>
                    <a:pt x="9767847" y="4766182"/>
                    <a:pt x="9349317" y="5790792"/>
                    <a:pt x="8652597" y="6590005"/>
                  </a:cubicBezTo>
                  <a:lnTo>
                    <a:pt x="8395306" y="6858000"/>
                  </a:lnTo>
                  <a:lnTo>
                    <a:pt x="6762603" y="6858000"/>
                  </a:lnTo>
                  <a:lnTo>
                    <a:pt x="6765962" y="6854844"/>
                  </a:lnTo>
                  <a:cubicBezTo>
                    <a:pt x="6779036" y="6842703"/>
                    <a:pt x="6791663" y="6829621"/>
                    <a:pt x="6804586" y="6817103"/>
                  </a:cubicBezTo>
                  <a:lnTo>
                    <a:pt x="6881735" y="6741197"/>
                  </a:lnTo>
                  <a:cubicBezTo>
                    <a:pt x="6907435" y="6715881"/>
                    <a:pt x="6933134" y="6690798"/>
                    <a:pt x="6958883" y="6664822"/>
                  </a:cubicBezTo>
                  <a:lnTo>
                    <a:pt x="7267925" y="6355694"/>
                  </a:lnTo>
                  <a:lnTo>
                    <a:pt x="7424360" y="6200685"/>
                  </a:lnTo>
                  <a:cubicBezTo>
                    <a:pt x="7450754" y="6174802"/>
                    <a:pt x="7477598" y="6148731"/>
                    <a:pt x="7504938" y="6122708"/>
                  </a:cubicBezTo>
                  <a:lnTo>
                    <a:pt x="7546396" y="6083697"/>
                  </a:lnTo>
                  <a:cubicBezTo>
                    <a:pt x="7560264" y="6070803"/>
                    <a:pt x="7574780" y="6057532"/>
                    <a:pt x="7588002" y="6045532"/>
                  </a:cubicBezTo>
                  <a:lnTo>
                    <a:pt x="7631000" y="6006709"/>
                  </a:lnTo>
                  <a:lnTo>
                    <a:pt x="7675440" y="5968309"/>
                  </a:lnTo>
                  <a:cubicBezTo>
                    <a:pt x="7690404" y="5955698"/>
                    <a:pt x="7705564" y="5943321"/>
                    <a:pt x="7720626" y="5930851"/>
                  </a:cubicBezTo>
                  <a:cubicBezTo>
                    <a:pt x="7735738" y="5918427"/>
                    <a:pt x="7751197" y="5906521"/>
                    <a:pt x="7766458" y="5894334"/>
                  </a:cubicBezTo>
                  <a:cubicBezTo>
                    <a:pt x="7827949" y="5846192"/>
                    <a:pt x="7890979" y="5800499"/>
                    <a:pt x="7955254" y="5756828"/>
                  </a:cubicBezTo>
                  <a:cubicBezTo>
                    <a:pt x="8083800" y="5669534"/>
                    <a:pt x="8216872" y="5590336"/>
                    <a:pt x="8352678" y="5517630"/>
                  </a:cubicBezTo>
                  <a:lnTo>
                    <a:pt x="8451350" y="5465254"/>
                  </a:lnTo>
                  <a:lnTo>
                    <a:pt x="8548532" y="5413395"/>
                  </a:lnTo>
                  <a:cubicBezTo>
                    <a:pt x="8612110" y="5379090"/>
                    <a:pt x="8673251" y="5345208"/>
                    <a:pt x="8729473" y="5309961"/>
                  </a:cubicBezTo>
                  <a:cubicBezTo>
                    <a:pt x="8743591" y="5301115"/>
                    <a:pt x="8757161" y="5292361"/>
                    <a:pt x="8770781" y="5283232"/>
                  </a:cubicBezTo>
                  <a:cubicBezTo>
                    <a:pt x="8777591" y="5278667"/>
                    <a:pt x="8784451" y="5274103"/>
                    <a:pt x="8790964" y="5269492"/>
                  </a:cubicBezTo>
                  <a:cubicBezTo>
                    <a:pt x="8797574" y="5264879"/>
                    <a:pt x="8804235" y="5260314"/>
                    <a:pt x="8810499" y="5255703"/>
                  </a:cubicBezTo>
                  <a:cubicBezTo>
                    <a:pt x="8835999" y="5237303"/>
                    <a:pt x="8860407" y="5218291"/>
                    <a:pt x="8883571" y="5198479"/>
                  </a:cubicBezTo>
                  <a:cubicBezTo>
                    <a:pt x="8929900" y="5158856"/>
                    <a:pt x="8971258" y="5116315"/>
                    <a:pt x="9006651" y="5070527"/>
                  </a:cubicBezTo>
                  <a:cubicBezTo>
                    <a:pt x="9015351" y="5059328"/>
                    <a:pt x="9024398" y="5046857"/>
                    <a:pt x="9033494" y="5034105"/>
                  </a:cubicBezTo>
                  <a:lnTo>
                    <a:pt x="9040305" y="5024551"/>
                  </a:lnTo>
                  <a:lnTo>
                    <a:pt x="9046568" y="5015281"/>
                  </a:lnTo>
                  <a:cubicBezTo>
                    <a:pt x="9050743" y="5009163"/>
                    <a:pt x="9054819" y="5002952"/>
                    <a:pt x="9058846" y="4996645"/>
                  </a:cubicBezTo>
                  <a:cubicBezTo>
                    <a:pt x="9075002" y="4971517"/>
                    <a:pt x="9090212" y="4945305"/>
                    <a:pt x="9104529" y="4918105"/>
                  </a:cubicBezTo>
                  <a:cubicBezTo>
                    <a:pt x="9133211" y="4863752"/>
                    <a:pt x="9158313" y="4805447"/>
                    <a:pt x="9181081" y="4744694"/>
                  </a:cubicBezTo>
                  <a:cubicBezTo>
                    <a:pt x="9203748" y="4684178"/>
                    <a:pt x="9223383" y="4621778"/>
                    <a:pt x="9240731" y="4557872"/>
                  </a:cubicBezTo>
                  <a:cubicBezTo>
                    <a:pt x="9249481" y="4525966"/>
                    <a:pt x="9257682" y="4493684"/>
                    <a:pt x="9265388" y="4461073"/>
                  </a:cubicBezTo>
                  <a:cubicBezTo>
                    <a:pt x="9269215" y="4444744"/>
                    <a:pt x="9272943" y="4428367"/>
                    <a:pt x="9276571" y="4411943"/>
                  </a:cubicBezTo>
                  <a:lnTo>
                    <a:pt x="9281841" y="4387379"/>
                  </a:lnTo>
                  <a:lnTo>
                    <a:pt x="9286513" y="4364838"/>
                  </a:lnTo>
                  <a:lnTo>
                    <a:pt x="9296754" y="4312038"/>
                  </a:lnTo>
                  <a:lnTo>
                    <a:pt x="9301029" y="4289074"/>
                  </a:lnTo>
                  <a:lnTo>
                    <a:pt x="9302818" y="4278581"/>
                  </a:lnTo>
                  <a:lnTo>
                    <a:pt x="9304658" y="4266816"/>
                  </a:lnTo>
                  <a:lnTo>
                    <a:pt x="9312810" y="4215945"/>
                  </a:lnTo>
                  <a:lnTo>
                    <a:pt x="9316887" y="4190486"/>
                  </a:lnTo>
                  <a:lnTo>
                    <a:pt x="9318923" y="4177780"/>
                  </a:lnTo>
                  <a:cubicBezTo>
                    <a:pt x="9319570" y="4173546"/>
                    <a:pt x="9319969" y="4169169"/>
                    <a:pt x="9320515" y="4164886"/>
                  </a:cubicBezTo>
                  <a:lnTo>
                    <a:pt x="9332445" y="4064981"/>
                  </a:lnTo>
                  <a:cubicBezTo>
                    <a:pt x="9333836" y="4052370"/>
                    <a:pt x="9334880" y="4036888"/>
                    <a:pt x="9336173" y="4018676"/>
                  </a:cubicBezTo>
                  <a:lnTo>
                    <a:pt x="9340199" y="3965171"/>
                  </a:lnTo>
                  <a:cubicBezTo>
                    <a:pt x="9345071" y="3899806"/>
                    <a:pt x="9347358" y="3832983"/>
                    <a:pt x="9347557" y="3765972"/>
                  </a:cubicBezTo>
                  <a:cubicBezTo>
                    <a:pt x="9347656" y="3732420"/>
                    <a:pt x="9347209" y="3698773"/>
                    <a:pt x="9346364" y="3664938"/>
                  </a:cubicBezTo>
                  <a:lnTo>
                    <a:pt x="9344921" y="3615243"/>
                  </a:lnTo>
                  <a:lnTo>
                    <a:pt x="9344524" y="3603526"/>
                  </a:lnTo>
                  <a:lnTo>
                    <a:pt x="9343728" y="3590774"/>
                  </a:lnTo>
                  <a:lnTo>
                    <a:pt x="9342188" y="3565268"/>
                  </a:lnTo>
                  <a:lnTo>
                    <a:pt x="9339056" y="3514256"/>
                  </a:lnTo>
                  <a:cubicBezTo>
                    <a:pt x="9337914" y="3497221"/>
                    <a:pt x="9335874" y="3480138"/>
                    <a:pt x="9334334" y="3463057"/>
                  </a:cubicBezTo>
                  <a:lnTo>
                    <a:pt x="9329363" y="3411810"/>
                  </a:lnTo>
                  <a:lnTo>
                    <a:pt x="9328319" y="3400657"/>
                  </a:lnTo>
                  <a:lnTo>
                    <a:pt x="9327177" y="3390116"/>
                  </a:lnTo>
                  <a:lnTo>
                    <a:pt x="9324293" y="3366774"/>
                  </a:lnTo>
                  <a:lnTo>
                    <a:pt x="9320763" y="3340329"/>
                  </a:lnTo>
                  <a:lnTo>
                    <a:pt x="9317184" y="3311245"/>
                  </a:lnTo>
                  <a:cubicBezTo>
                    <a:pt x="9315594" y="3296893"/>
                    <a:pt x="9313506" y="3282306"/>
                    <a:pt x="9311021" y="3266211"/>
                  </a:cubicBezTo>
                  <a:lnTo>
                    <a:pt x="9302719" y="3215717"/>
                  </a:lnTo>
                  <a:cubicBezTo>
                    <a:pt x="9299936" y="3199059"/>
                    <a:pt x="9297003" y="3182400"/>
                    <a:pt x="9293970" y="3165789"/>
                  </a:cubicBezTo>
                  <a:cubicBezTo>
                    <a:pt x="9281891" y="3099295"/>
                    <a:pt x="9267674" y="3033084"/>
                    <a:pt x="9252065" y="2967107"/>
                  </a:cubicBezTo>
                  <a:cubicBezTo>
                    <a:pt x="9244261" y="2934167"/>
                    <a:pt x="9235959" y="2901273"/>
                    <a:pt x="9227211" y="2868473"/>
                  </a:cubicBezTo>
                  <a:lnTo>
                    <a:pt x="9220699" y="2844426"/>
                  </a:lnTo>
                  <a:lnTo>
                    <a:pt x="9213740" y="2820191"/>
                  </a:lnTo>
                  <a:cubicBezTo>
                    <a:pt x="9209216" y="2804049"/>
                    <a:pt x="9204345" y="2787768"/>
                    <a:pt x="9199374" y="2771438"/>
                  </a:cubicBezTo>
                  <a:cubicBezTo>
                    <a:pt x="9159855" y="2641086"/>
                    <a:pt x="9114272" y="2512099"/>
                    <a:pt x="9061829" y="2385418"/>
                  </a:cubicBezTo>
                  <a:cubicBezTo>
                    <a:pt x="9035582" y="2322077"/>
                    <a:pt x="9008043" y="2259160"/>
                    <a:pt x="8978865" y="2196855"/>
                  </a:cubicBezTo>
                  <a:lnTo>
                    <a:pt x="8956694" y="2150219"/>
                  </a:lnTo>
                  <a:lnTo>
                    <a:pt x="8934176" y="2103914"/>
                  </a:lnTo>
                  <a:cubicBezTo>
                    <a:pt x="8918915" y="2073091"/>
                    <a:pt x="8903157" y="2042032"/>
                    <a:pt x="8887151" y="2011350"/>
                  </a:cubicBezTo>
                  <a:cubicBezTo>
                    <a:pt x="8854988" y="1949891"/>
                    <a:pt x="8822082" y="1888810"/>
                    <a:pt x="8787533" y="1828527"/>
                  </a:cubicBezTo>
                  <a:lnTo>
                    <a:pt x="8761485" y="1783398"/>
                  </a:lnTo>
                  <a:lnTo>
                    <a:pt x="8734791" y="1737893"/>
                  </a:lnTo>
                  <a:cubicBezTo>
                    <a:pt x="8717047" y="1707823"/>
                    <a:pt x="8699200" y="1678363"/>
                    <a:pt x="8680808" y="1648812"/>
                  </a:cubicBezTo>
                  <a:cubicBezTo>
                    <a:pt x="8644322" y="1589658"/>
                    <a:pt x="8606194" y="1531118"/>
                    <a:pt x="8567024" y="1472906"/>
                  </a:cubicBezTo>
                  <a:lnTo>
                    <a:pt x="8537446" y="1429330"/>
                  </a:lnTo>
                  <a:lnTo>
                    <a:pt x="8507423" y="1385896"/>
                  </a:lnTo>
                  <a:cubicBezTo>
                    <a:pt x="8487390" y="1357284"/>
                    <a:pt x="8467158" y="1328719"/>
                    <a:pt x="8446529" y="1300295"/>
                  </a:cubicBezTo>
                  <a:cubicBezTo>
                    <a:pt x="8405271" y="1243496"/>
                    <a:pt x="8362718" y="1187120"/>
                    <a:pt x="8319224" y="1131026"/>
                  </a:cubicBezTo>
                  <a:lnTo>
                    <a:pt x="8286366" y="1089050"/>
                  </a:lnTo>
                  <a:lnTo>
                    <a:pt x="8270161" y="1068439"/>
                  </a:lnTo>
                  <a:lnTo>
                    <a:pt x="8253856" y="1048156"/>
                  </a:lnTo>
                  <a:cubicBezTo>
                    <a:pt x="8231636" y="1020675"/>
                    <a:pt x="8209117" y="993381"/>
                    <a:pt x="8186352" y="966275"/>
                  </a:cubicBezTo>
                  <a:cubicBezTo>
                    <a:pt x="8140917" y="911922"/>
                    <a:pt x="8094240" y="858417"/>
                    <a:pt x="8046768" y="805429"/>
                  </a:cubicBezTo>
                  <a:lnTo>
                    <a:pt x="8010927" y="765853"/>
                  </a:lnTo>
                  <a:lnTo>
                    <a:pt x="7974788" y="726653"/>
                  </a:lnTo>
                  <a:cubicBezTo>
                    <a:pt x="7950382" y="700489"/>
                    <a:pt x="7925824" y="674465"/>
                    <a:pt x="7901070" y="648724"/>
                  </a:cubicBezTo>
                  <a:cubicBezTo>
                    <a:pt x="7851510" y="597289"/>
                    <a:pt x="7801404" y="546514"/>
                    <a:pt x="7750054" y="497008"/>
                  </a:cubicBezTo>
                  <a:cubicBezTo>
                    <a:pt x="7698902" y="447644"/>
                    <a:pt x="7645913" y="398938"/>
                    <a:pt x="7592277" y="351221"/>
                  </a:cubicBezTo>
                  <a:cubicBezTo>
                    <a:pt x="7484856" y="255786"/>
                    <a:pt x="7373308" y="164304"/>
                    <a:pt x="7257734" y="76964"/>
                  </a:cubicBezTo>
                  <a:close/>
                  <a:moveTo>
                    <a:pt x="1886601" y="0"/>
                  </a:moveTo>
                  <a:lnTo>
                    <a:pt x="2292926" y="0"/>
                  </a:lnTo>
                  <a:lnTo>
                    <a:pt x="2135542" y="117781"/>
                  </a:lnTo>
                  <a:cubicBezTo>
                    <a:pt x="2078998" y="162280"/>
                    <a:pt x="2023659" y="208045"/>
                    <a:pt x="1969576" y="254986"/>
                  </a:cubicBezTo>
                  <a:cubicBezTo>
                    <a:pt x="1861309" y="348820"/>
                    <a:pt x="1758064" y="447314"/>
                    <a:pt x="1659938" y="549855"/>
                  </a:cubicBezTo>
                  <a:cubicBezTo>
                    <a:pt x="1266987" y="960346"/>
                    <a:pt x="953820" y="1431495"/>
                    <a:pt x="729383" y="1936480"/>
                  </a:cubicBezTo>
                  <a:cubicBezTo>
                    <a:pt x="673260" y="2062362"/>
                    <a:pt x="622855" y="2190972"/>
                    <a:pt x="578465" y="2320807"/>
                  </a:cubicBezTo>
                  <a:cubicBezTo>
                    <a:pt x="534125" y="2450687"/>
                    <a:pt x="496147" y="2582216"/>
                    <a:pt x="465080" y="2714875"/>
                  </a:cubicBezTo>
                  <a:cubicBezTo>
                    <a:pt x="449769" y="2780991"/>
                    <a:pt x="435850" y="2848191"/>
                    <a:pt x="423820" y="2915436"/>
                  </a:cubicBezTo>
                  <a:cubicBezTo>
                    <a:pt x="411840" y="2982731"/>
                    <a:pt x="401054" y="3050260"/>
                    <a:pt x="392355" y="3118071"/>
                  </a:cubicBezTo>
                  <a:cubicBezTo>
                    <a:pt x="374509" y="3253646"/>
                    <a:pt x="363424" y="3389880"/>
                    <a:pt x="358801" y="3526915"/>
                  </a:cubicBezTo>
                  <a:cubicBezTo>
                    <a:pt x="349009" y="3800843"/>
                    <a:pt x="366357" y="4075570"/>
                    <a:pt x="410350" y="4348226"/>
                  </a:cubicBezTo>
                  <a:cubicBezTo>
                    <a:pt x="421286" y="4416132"/>
                    <a:pt x="434209" y="4483660"/>
                    <a:pt x="449022" y="4551049"/>
                  </a:cubicBezTo>
                  <a:cubicBezTo>
                    <a:pt x="463737" y="4618436"/>
                    <a:pt x="480389" y="4685588"/>
                    <a:pt x="498882" y="4752365"/>
                  </a:cubicBezTo>
                  <a:cubicBezTo>
                    <a:pt x="517373" y="4819141"/>
                    <a:pt x="537704" y="4885635"/>
                    <a:pt x="559775" y="4951657"/>
                  </a:cubicBezTo>
                  <a:cubicBezTo>
                    <a:pt x="581946" y="5017775"/>
                    <a:pt x="605358" y="5083375"/>
                    <a:pt x="631406" y="5147986"/>
                  </a:cubicBezTo>
                  <a:cubicBezTo>
                    <a:pt x="734055" y="5407608"/>
                    <a:pt x="865188" y="5658570"/>
                    <a:pt x="1023461" y="5893957"/>
                  </a:cubicBezTo>
                  <a:cubicBezTo>
                    <a:pt x="1181487" y="6129578"/>
                    <a:pt x="1367051" y="6349247"/>
                    <a:pt x="1575880" y="6547646"/>
                  </a:cubicBezTo>
                  <a:cubicBezTo>
                    <a:pt x="1680269" y="6646916"/>
                    <a:pt x="1790338" y="6740939"/>
                    <a:pt x="1905228" y="6829468"/>
                  </a:cubicBezTo>
                  <a:lnTo>
                    <a:pt x="1944230" y="6858000"/>
                  </a:lnTo>
                  <a:lnTo>
                    <a:pt x="1372541" y="6858000"/>
                  </a:lnTo>
                  <a:lnTo>
                    <a:pt x="1115251" y="6590005"/>
                  </a:lnTo>
                  <a:cubicBezTo>
                    <a:pt x="418530" y="5790792"/>
                    <a:pt x="0" y="4766182"/>
                    <a:pt x="0" y="3649031"/>
                  </a:cubicBezTo>
                  <a:cubicBezTo>
                    <a:pt x="0" y="2212695"/>
                    <a:pt x="691856" y="929334"/>
                    <a:pt x="1777294" y="81317"/>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1" name="Freeform: Shape 20">
              <a:extLst>
                <a:ext uri="{FF2B5EF4-FFF2-40B4-BE49-F238E27FC236}">
                  <a16:creationId xmlns:a16="http://schemas.microsoft.com/office/drawing/2014/main" id="{82B0ED5C-927D-4C5F-8F27-1B403820B9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3402" y="36937"/>
              <a:ext cx="9767847" cy="6858000"/>
            </a:xfrm>
            <a:custGeom>
              <a:avLst/>
              <a:gdLst>
                <a:gd name="connsiteX0" fmla="*/ 7145704 w 9767847"/>
                <a:gd name="connsiteY0" fmla="*/ 0 h 6858000"/>
                <a:gd name="connsiteX1" fmla="*/ 7875738 w 9767847"/>
                <a:gd name="connsiteY1" fmla="*/ 0 h 6858000"/>
                <a:gd name="connsiteX2" fmla="*/ 7990553 w 9767847"/>
                <a:gd name="connsiteY2" fmla="*/ 85415 h 6858000"/>
                <a:gd name="connsiteX3" fmla="*/ 9767847 w 9767847"/>
                <a:gd name="connsiteY3" fmla="*/ 3653129 h 6858000"/>
                <a:gd name="connsiteX4" fmla="*/ 8652597 w 9767847"/>
                <a:gd name="connsiteY4" fmla="*/ 6594103 h 6858000"/>
                <a:gd name="connsiteX5" fmla="*/ 8399240 w 9767847"/>
                <a:gd name="connsiteY5" fmla="*/ 6858000 h 6858000"/>
                <a:gd name="connsiteX6" fmla="*/ 6766926 w 9767847"/>
                <a:gd name="connsiteY6" fmla="*/ 6858000 h 6858000"/>
                <a:gd name="connsiteX7" fmla="*/ 6804586 w 9767847"/>
                <a:gd name="connsiteY7" fmla="*/ 6821201 h 6858000"/>
                <a:gd name="connsiteX8" fmla="*/ 6881735 w 9767847"/>
                <a:gd name="connsiteY8" fmla="*/ 6745295 h 6858000"/>
                <a:gd name="connsiteX9" fmla="*/ 6958883 w 9767847"/>
                <a:gd name="connsiteY9" fmla="*/ 6668920 h 6858000"/>
                <a:gd name="connsiteX10" fmla="*/ 7267925 w 9767847"/>
                <a:gd name="connsiteY10" fmla="*/ 6359792 h 6858000"/>
                <a:gd name="connsiteX11" fmla="*/ 7424360 w 9767847"/>
                <a:gd name="connsiteY11" fmla="*/ 6204783 h 6858000"/>
                <a:gd name="connsiteX12" fmla="*/ 7504938 w 9767847"/>
                <a:gd name="connsiteY12" fmla="*/ 6126806 h 6858000"/>
                <a:gd name="connsiteX13" fmla="*/ 7546396 w 9767847"/>
                <a:gd name="connsiteY13" fmla="*/ 6087795 h 6858000"/>
                <a:gd name="connsiteX14" fmla="*/ 7588002 w 9767847"/>
                <a:gd name="connsiteY14" fmla="*/ 6049630 h 6858000"/>
                <a:gd name="connsiteX15" fmla="*/ 7631000 w 9767847"/>
                <a:gd name="connsiteY15" fmla="*/ 6010807 h 6858000"/>
                <a:gd name="connsiteX16" fmla="*/ 7675440 w 9767847"/>
                <a:gd name="connsiteY16" fmla="*/ 5972407 h 6858000"/>
                <a:gd name="connsiteX17" fmla="*/ 7720626 w 9767847"/>
                <a:gd name="connsiteY17" fmla="*/ 5934949 h 6858000"/>
                <a:gd name="connsiteX18" fmla="*/ 7766458 w 9767847"/>
                <a:gd name="connsiteY18" fmla="*/ 5898432 h 6858000"/>
                <a:gd name="connsiteX19" fmla="*/ 7955254 w 9767847"/>
                <a:gd name="connsiteY19" fmla="*/ 5760926 h 6858000"/>
                <a:gd name="connsiteX20" fmla="*/ 8352678 w 9767847"/>
                <a:gd name="connsiteY20" fmla="*/ 5521728 h 6858000"/>
                <a:gd name="connsiteX21" fmla="*/ 8451350 w 9767847"/>
                <a:gd name="connsiteY21" fmla="*/ 5469352 h 6858000"/>
                <a:gd name="connsiteX22" fmla="*/ 8548532 w 9767847"/>
                <a:gd name="connsiteY22" fmla="*/ 5417493 h 6858000"/>
                <a:gd name="connsiteX23" fmla="*/ 8729473 w 9767847"/>
                <a:gd name="connsiteY23" fmla="*/ 5314059 h 6858000"/>
                <a:gd name="connsiteX24" fmla="*/ 8770781 w 9767847"/>
                <a:gd name="connsiteY24" fmla="*/ 5287330 h 6858000"/>
                <a:gd name="connsiteX25" fmla="*/ 8790964 w 9767847"/>
                <a:gd name="connsiteY25" fmla="*/ 5273590 h 6858000"/>
                <a:gd name="connsiteX26" fmla="*/ 8810499 w 9767847"/>
                <a:gd name="connsiteY26" fmla="*/ 5259801 h 6858000"/>
                <a:gd name="connsiteX27" fmla="*/ 8883571 w 9767847"/>
                <a:gd name="connsiteY27" fmla="*/ 5202577 h 6858000"/>
                <a:gd name="connsiteX28" fmla="*/ 9006651 w 9767847"/>
                <a:gd name="connsiteY28" fmla="*/ 5074625 h 6858000"/>
                <a:gd name="connsiteX29" fmla="*/ 9033494 w 9767847"/>
                <a:gd name="connsiteY29" fmla="*/ 5038203 h 6858000"/>
                <a:gd name="connsiteX30" fmla="*/ 9040305 w 9767847"/>
                <a:gd name="connsiteY30" fmla="*/ 5028649 h 6858000"/>
                <a:gd name="connsiteX31" fmla="*/ 9046568 w 9767847"/>
                <a:gd name="connsiteY31" fmla="*/ 5019379 h 6858000"/>
                <a:gd name="connsiteX32" fmla="*/ 9058846 w 9767847"/>
                <a:gd name="connsiteY32" fmla="*/ 5000743 h 6858000"/>
                <a:gd name="connsiteX33" fmla="*/ 9104529 w 9767847"/>
                <a:gd name="connsiteY33" fmla="*/ 4922203 h 6858000"/>
                <a:gd name="connsiteX34" fmla="*/ 9181081 w 9767847"/>
                <a:gd name="connsiteY34" fmla="*/ 4748792 h 6858000"/>
                <a:gd name="connsiteX35" fmla="*/ 9240731 w 9767847"/>
                <a:gd name="connsiteY35" fmla="*/ 4561970 h 6858000"/>
                <a:gd name="connsiteX36" fmla="*/ 9265388 w 9767847"/>
                <a:gd name="connsiteY36" fmla="*/ 4465171 h 6858000"/>
                <a:gd name="connsiteX37" fmla="*/ 9276571 w 9767847"/>
                <a:gd name="connsiteY37" fmla="*/ 4416041 h 6858000"/>
                <a:gd name="connsiteX38" fmla="*/ 9281841 w 9767847"/>
                <a:gd name="connsiteY38" fmla="*/ 4391477 h 6858000"/>
                <a:gd name="connsiteX39" fmla="*/ 9286513 w 9767847"/>
                <a:gd name="connsiteY39" fmla="*/ 4368936 h 6858000"/>
                <a:gd name="connsiteX40" fmla="*/ 9296754 w 9767847"/>
                <a:gd name="connsiteY40" fmla="*/ 4316136 h 6858000"/>
                <a:gd name="connsiteX41" fmla="*/ 9301029 w 9767847"/>
                <a:gd name="connsiteY41" fmla="*/ 4293172 h 6858000"/>
                <a:gd name="connsiteX42" fmla="*/ 9302818 w 9767847"/>
                <a:gd name="connsiteY42" fmla="*/ 4282679 h 6858000"/>
                <a:gd name="connsiteX43" fmla="*/ 9304658 w 9767847"/>
                <a:gd name="connsiteY43" fmla="*/ 4270914 h 6858000"/>
                <a:gd name="connsiteX44" fmla="*/ 9312810 w 9767847"/>
                <a:gd name="connsiteY44" fmla="*/ 4220043 h 6858000"/>
                <a:gd name="connsiteX45" fmla="*/ 9316887 w 9767847"/>
                <a:gd name="connsiteY45" fmla="*/ 4194584 h 6858000"/>
                <a:gd name="connsiteX46" fmla="*/ 9318923 w 9767847"/>
                <a:gd name="connsiteY46" fmla="*/ 4181878 h 6858000"/>
                <a:gd name="connsiteX47" fmla="*/ 9320515 w 9767847"/>
                <a:gd name="connsiteY47" fmla="*/ 4168984 h 6858000"/>
                <a:gd name="connsiteX48" fmla="*/ 9332445 w 9767847"/>
                <a:gd name="connsiteY48" fmla="*/ 4069079 h 6858000"/>
                <a:gd name="connsiteX49" fmla="*/ 9336173 w 9767847"/>
                <a:gd name="connsiteY49" fmla="*/ 4022774 h 6858000"/>
                <a:gd name="connsiteX50" fmla="*/ 9340199 w 9767847"/>
                <a:gd name="connsiteY50" fmla="*/ 3969269 h 6858000"/>
                <a:gd name="connsiteX51" fmla="*/ 9347557 w 9767847"/>
                <a:gd name="connsiteY51" fmla="*/ 3770070 h 6858000"/>
                <a:gd name="connsiteX52" fmla="*/ 9346364 w 9767847"/>
                <a:gd name="connsiteY52" fmla="*/ 3669036 h 6858000"/>
                <a:gd name="connsiteX53" fmla="*/ 9344921 w 9767847"/>
                <a:gd name="connsiteY53" fmla="*/ 3619341 h 6858000"/>
                <a:gd name="connsiteX54" fmla="*/ 9344524 w 9767847"/>
                <a:gd name="connsiteY54" fmla="*/ 3607624 h 6858000"/>
                <a:gd name="connsiteX55" fmla="*/ 9343728 w 9767847"/>
                <a:gd name="connsiteY55" fmla="*/ 3594872 h 6858000"/>
                <a:gd name="connsiteX56" fmla="*/ 9342188 w 9767847"/>
                <a:gd name="connsiteY56" fmla="*/ 3569366 h 6858000"/>
                <a:gd name="connsiteX57" fmla="*/ 9339056 w 9767847"/>
                <a:gd name="connsiteY57" fmla="*/ 3518354 h 6858000"/>
                <a:gd name="connsiteX58" fmla="*/ 9334334 w 9767847"/>
                <a:gd name="connsiteY58" fmla="*/ 3467155 h 6858000"/>
                <a:gd name="connsiteX59" fmla="*/ 9329363 w 9767847"/>
                <a:gd name="connsiteY59" fmla="*/ 3415908 h 6858000"/>
                <a:gd name="connsiteX60" fmla="*/ 9328319 w 9767847"/>
                <a:gd name="connsiteY60" fmla="*/ 3404755 h 6858000"/>
                <a:gd name="connsiteX61" fmla="*/ 9327177 w 9767847"/>
                <a:gd name="connsiteY61" fmla="*/ 3394214 h 6858000"/>
                <a:gd name="connsiteX62" fmla="*/ 9324293 w 9767847"/>
                <a:gd name="connsiteY62" fmla="*/ 3370872 h 6858000"/>
                <a:gd name="connsiteX63" fmla="*/ 9320763 w 9767847"/>
                <a:gd name="connsiteY63" fmla="*/ 3344427 h 6858000"/>
                <a:gd name="connsiteX64" fmla="*/ 9317184 w 9767847"/>
                <a:gd name="connsiteY64" fmla="*/ 3315343 h 6858000"/>
                <a:gd name="connsiteX65" fmla="*/ 9311021 w 9767847"/>
                <a:gd name="connsiteY65" fmla="*/ 3270309 h 6858000"/>
                <a:gd name="connsiteX66" fmla="*/ 9302719 w 9767847"/>
                <a:gd name="connsiteY66" fmla="*/ 3219815 h 6858000"/>
                <a:gd name="connsiteX67" fmla="*/ 9293970 w 9767847"/>
                <a:gd name="connsiteY67" fmla="*/ 3169887 h 6858000"/>
                <a:gd name="connsiteX68" fmla="*/ 9252065 w 9767847"/>
                <a:gd name="connsiteY68" fmla="*/ 2971205 h 6858000"/>
                <a:gd name="connsiteX69" fmla="*/ 9227211 w 9767847"/>
                <a:gd name="connsiteY69" fmla="*/ 2872571 h 6858000"/>
                <a:gd name="connsiteX70" fmla="*/ 9220699 w 9767847"/>
                <a:gd name="connsiteY70" fmla="*/ 2848524 h 6858000"/>
                <a:gd name="connsiteX71" fmla="*/ 9213740 w 9767847"/>
                <a:gd name="connsiteY71" fmla="*/ 2824289 h 6858000"/>
                <a:gd name="connsiteX72" fmla="*/ 9199374 w 9767847"/>
                <a:gd name="connsiteY72" fmla="*/ 2775536 h 6858000"/>
                <a:gd name="connsiteX73" fmla="*/ 9061829 w 9767847"/>
                <a:gd name="connsiteY73" fmla="*/ 2389515 h 6858000"/>
                <a:gd name="connsiteX74" fmla="*/ 8978865 w 9767847"/>
                <a:gd name="connsiteY74" fmla="*/ 2200953 h 6858000"/>
                <a:gd name="connsiteX75" fmla="*/ 8956694 w 9767847"/>
                <a:gd name="connsiteY75" fmla="*/ 2154317 h 6858000"/>
                <a:gd name="connsiteX76" fmla="*/ 8934176 w 9767847"/>
                <a:gd name="connsiteY76" fmla="*/ 2108012 h 6858000"/>
                <a:gd name="connsiteX77" fmla="*/ 8887151 w 9767847"/>
                <a:gd name="connsiteY77" fmla="*/ 2015448 h 6858000"/>
                <a:gd name="connsiteX78" fmla="*/ 8787533 w 9767847"/>
                <a:gd name="connsiteY78" fmla="*/ 1832625 h 6858000"/>
                <a:gd name="connsiteX79" fmla="*/ 8761485 w 9767847"/>
                <a:gd name="connsiteY79" fmla="*/ 1787496 h 6858000"/>
                <a:gd name="connsiteX80" fmla="*/ 8734791 w 9767847"/>
                <a:gd name="connsiteY80" fmla="*/ 1741991 h 6858000"/>
                <a:gd name="connsiteX81" fmla="*/ 8680808 w 9767847"/>
                <a:gd name="connsiteY81" fmla="*/ 1652910 h 6858000"/>
                <a:gd name="connsiteX82" fmla="*/ 8567024 w 9767847"/>
                <a:gd name="connsiteY82" fmla="*/ 1477004 h 6858000"/>
                <a:gd name="connsiteX83" fmla="*/ 8537446 w 9767847"/>
                <a:gd name="connsiteY83" fmla="*/ 1433428 h 6858000"/>
                <a:gd name="connsiteX84" fmla="*/ 8507423 w 9767847"/>
                <a:gd name="connsiteY84" fmla="*/ 1389994 h 6858000"/>
                <a:gd name="connsiteX85" fmla="*/ 8446529 w 9767847"/>
                <a:gd name="connsiteY85" fmla="*/ 1304393 h 6858000"/>
                <a:gd name="connsiteX86" fmla="*/ 8319224 w 9767847"/>
                <a:gd name="connsiteY86" fmla="*/ 1135124 h 6858000"/>
                <a:gd name="connsiteX87" fmla="*/ 8286366 w 9767847"/>
                <a:gd name="connsiteY87" fmla="*/ 1093148 h 6858000"/>
                <a:gd name="connsiteX88" fmla="*/ 8270161 w 9767847"/>
                <a:gd name="connsiteY88" fmla="*/ 1072538 h 6858000"/>
                <a:gd name="connsiteX89" fmla="*/ 8253856 w 9767847"/>
                <a:gd name="connsiteY89" fmla="*/ 1052254 h 6858000"/>
                <a:gd name="connsiteX90" fmla="*/ 8186352 w 9767847"/>
                <a:gd name="connsiteY90" fmla="*/ 970373 h 6858000"/>
                <a:gd name="connsiteX91" fmla="*/ 8046768 w 9767847"/>
                <a:gd name="connsiteY91" fmla="*/ 809527 h 6858000"/>
                <a:gd name="connsiteX92" fmla="*/ 8010927 w 9767847"/>
                <a:gd name="connsiteY92" fmla="*/ 769951 h 6858000"/>
                <a:gd name="connsiteX93" fmla="*/ 7974788 w 9767847"/>
                <a:gd name="connsiteY93" fmla="*/ 730751 h 6858000"/>
                <a:gd name="connsiteX94" fmla="*/ 7901070 w 9767847"/>
                <a:gd name="connsiteY94" fmla="*/ 652823 h 6858000"/>
                <a:gd name="connsiteX95" fmla="*/ 7750054 w 9767847"/>
                <a:gd name="connsiteY95" fmla="*/ 501106 h 6858000"/>
                <a:gd name="connsiteX96" fmla="*/ 7592277 w 9767847"/>
                <a:gd name="connsiteY96" fmla="*/ 355319 h 6858000"/>
                <a:gd name="connsiteX97" fmla="*/ 7257734 w 9767847"/>
                <a:gd name="connsiteY97" fmla="*/ 81062 h 6858000"/>
                <a:gd name="connsiteX98" fmla="*/ 1892109 w 9767847"/>
                <a:gd name="connsiteY98" fmla="*/ 0 h 6858000"/>
                <a:gd name="connsiteX99" fmla="*/ 2298402 w 9767847"/>
                <a:gd name="connsiteY99" fmla="*/ 0 h 6858000"/>
                <a:gd name="connsiteX100" fmla="*/ 2135542 w 9767847"/>
                <a:gd name="connsiteY100" fmla="*/ 121879 h 6858000"/>
                <a:gd name="connsiteX101" fmla="*/ 1969576 w 9767847"/>
                <a:gd name="connsiteY101" fmla="*/ 259084 h 6858000"/>
                <a:gd name="connsiteX102" fmla="*/ 1659938 w 9767847"/>
                <a:gd name="connsiteY102" fmla="*/ 553953 h 6858000"/>
                <a:gd name="connsiteX103" fmla="*/ 729383 w 9767847"/>
                <a:gd name="connsiteY103" fmla="*/ 1940578 h 6858000"/>
                <a:gd name="connsiteX104" fmla="*/ 578465 w 9767847"/>
                <a:gd name="connsiteY104" fmla="*/ 2324905 h 6858000"/>
                <a:gd name="connsiteX105" fmla="*/ 465080 w 9767847"/>
                <a:gd name="connsiteY105" fmla="*/ 2718973 h 6858000"/>
                <a:gd name="connsiteX106" fmla="*/ 423820 w 9767847"/>
                <a:gd name="connsiteY106" fmla="*/ 2919535 h 6858000"/>
                <a:gd name="connsiteX107" fmla="*/ 392355 w 9767847"/>
                <a:gd name="connsiteY107" fmla="*/ 3122169 h 6858000"/>
                <a:gd name="connsiteX108" fmla="*/ 358801 w 9767847"/>
                <a:gd name="connsiteY108" fmla="*/ 3531013 h 6858000"/>
                <a:gd name="connsiteX109" fmla="*/ 410350 w 9767847"/>
                <a:gd name="connsiteY109" fmla="*/ 4352324 h 6858000"/>
                <a:gd name="connsiteX110" fmla="*/ 449022 w 9767847"/>
                <a:gd name="connsiteY110" fmla="*/ 4555147 h 6858000"/>
                <a:gd name="connsiteX111" fmla="*/ 498882 w 9767847"/>
                <a:gd name="connsiteY111" fmla="*/ 4756463 h 6858000"/>
                <a:gd name="connsiteX112" fmla="*/ 559775 w 9767847"/>
                <a:gd name="connsiteY112" fmla="*/ 4955755 h 6858000"/>
                <a:gd name="connsiteX113" fmla="*/ 631406 w 9767847"/>
                <a:gd name="connsiteY113" fmla="*/ 5152084 h 6858000"/>
                <a:gd name="connsiteX114" fmla="*/ 1023461 w 9767847"/>
                <a:gd name="connsiteY114" fmla="*/ 5898055 h 6858000"/>
                <a:gd name="connsiteX115" fmla="*/ 1575880 w 9767847"/>
                <a:gd name="connsiteY115" fmla="*/ 6551744 h 6858000"/>
                <a:gd name="connsiteX116" fmla="*/ 1905228 w 9767847"/>
                <a:gd name="connsiteY116" fmla="*/ 6833566 h 6858000"/>
                <a:gd name="connsiteX117" fmla="*/ 1938629 w 9767847"/>
                <a:gd name="connsiteY117" fmla="*/ 6858000 h 6858000"/>
                <a:gd name="connsiteX118" fmla="*/ 1368607 w 9767847"/>
                <a:gd name="connsiteY118" fmla="*/ 6858000 h 6858000"/>
                <a:gd name="connsiteX119" fmla="*/ 1115251 w 9767847"/>
                <a:gd name="connsiteY119" fmla="*/ 6594103 h 6858000"/>
                <a:gd name="connsiteX120" fmla="*/ 0 w 9767847"/>
                <a:gd name="connsiteY120" fmla="*/ 3653129 h 6858000"/>
                <a:gd name="connsiteX121" fmla="*/ 1777294 w 9767847"/>
                <a:gd name="connsiteY121" fmla="*/ 854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9767847" h="6858000">
                  <a:moveTo>
                    <a:pt x="7145704" y="0"/>
                  </a:moveTo>
                  <a:lnTo>
                    <a:pt x="7875738" y="0"/>
                  </a:lnTo>
                  <a:lnTo>
                    <a:pt x="7990553" y="85415"/>
                  </a:lnTo>
                  <a:cubicBezTo>
                    <a:pt x="9075991" y="933432"/>
                    <a:pt x="9767847" y="2216793"/>
                    <a:pt x="9767847" y="3653129"/>
                  </a:cubicBezTo>
                  <a:cubicBezTo>
                    <a:pt x="9767847" y="4770280"/>
                    <a:pt x="9349317" y="5794890"/>
                    <a:pt x="8652597" y="6594103"/>
                  </a:cubicBezTo>
                  <a:lnTo>
                    <a:pt x="8399240" y="6858000"/>
                  </a:lnTo>
                  <a:lnTo>
                    <a:pt x="6766926" y="6858000"/>
                  </a:lnTo>
                  <a:lnTo>
                    <a:pt x="6804586" y="6821201"/>
                  </a:lnTo>
                  <a:lnTo>
                    <a:pt x="6881735" y="6745295"/>
                  </a:lnTo>
                  <a:cubicBezTo>
                    <a:pt x="6907435" y="6719979"/>
                    <a:pt x="6933134" y="6694896"/>
                    <a:pt x="6958883" y="6668920"/>
                  </a:cubicBezTo>
                  <a:lnTo>
                    <a:pt x="7267925" y="6359792"/>
                  </a:lnTo>
                  <a:lnTo>
                    <a:pt x="7424360" y="6204783"/>
                  </a:lnTo>
                  <a:cubicBezTo>
                    <a:pt x="7450754" y="6178900"/>
                    <a:pt x="7477598" y="6152829"/>
                    <a:pt x="7504938" y="6126806"/>
                  </a:cubicBezTo>
                  <a:lnTo>
                    <a:pt x="7546396" y="6087795"/>
                  </a:lnTo>
                  <a:cubicBezTo>
                    <a:pt x="7560264" y="6074901"/>
                    <a:pt x="7574780" y="6061630"/>
                    <a:pt x="7588002" y="6049630"/>
                  </a:cubicBezTo>
                  <a:lnTo>
                    <a:pt x="7631000" y="6010807"/>
                  </a:lnTo>
                  <a:lnTo>
                    <a:pt x="7675440" y="5972407"/>
                  </a:lnTo>
                  <a:cubicBezTo>
                    <a:pt x="7690404" y="5959796"/>
                    <a:pt x="7705564" y="5947419"/>
                    <a:pt x="7720626" y="5934949"/>
                  </a:cubicBezTo>
                  <a:cubicBezTo>
                    <a:pt x="7735738" y="5922525"/>
                    <a:pt x="7751197" y="5910619"/>
                    <a:pt x="7766458" y="5898432"/>
                  </a:cubicBezTo>
                  <a:cubicBezTo>
                    <a:pt x="7827949" y="5850290"/>
                    <a:pt x="7890979" y="5804597"/>
                    <a:pt x="7955254" y="5760926"/>
                  </a:cubicBezTo>
                  <a:cubicBezTo>
                    <a:pt x="8083800" y="5673632"/>
                    <a:pt x="8216872" y="5594434"/>
                    <a:pt x="8352678" y="5521728"/>
                  </a:cubicBezTo>
                  <a:lnTo>
                    <a:pt x="8451350" y="5469352"/>
                  </a:lnTo>
                  <a:lnTo>
                    <a:pt x="8548532" y="5417493"/>
                  </a:lnTo>
                  <a:cubicBezTo>
                    <a:pt x="8612110" y="5383188"/>
                    <a:pt x="8673251" y="5349306"/>
                    <a:pt x="8729473" y="5314059"/>
                  </a:cubicBezTo>
                  <a:cubicBezTo>
                    <a:pt x="8743591" y="5305213"/>
                    <a:pt x="8757161" y="5296459"/>
                    <a:pt x="8770781" y="5287330"/>
                  </a:cubicBezTo>
                  <a:cubicBezTo>
                    <a:pt x="8777591" y="5282765"/>
                    <a:pt x="8784451" y="5278201"/>
                    <a:pt x="8790964" y="5273590"/>
                  </a:cubicBezTo>
                  <a:cubicBezTo>
                    <a:pt x="8797574" y="5268977"/>
                    <a:pt x="8804235" y="5264412"/>
                    <a:pt x="8810499" y="5259801"/>
                  </a:cubicBezTo>
                  <a:cubicBezTo>
                    <a:pt x="8835999" y="5241401"/>
                    <a:pt x="8860407" y="5222389"/>
                    <a:pt x="8883571" y="5202577"/>
                  </a:cubicBezTo>
                  <a:cubicBezTo>
                    <a:pt x="8929900" y="5162954"/>
                    <a:pt x="8971258" y="5120413"/>
                    <a:pt x="9006651" y="5074625"/>
                  </a:cubicBezTo>
                  <a:cubicBezTo>
                    <a:pt x="9015351" y="5063426"/>
                    <a:pt x="9024398" y="5050955"/>
                    <a:pt x="9033494" y="5038203"/>
                  </a:cubicBezTo>
                  <a:lnTo>
                    <a:pt x="9040305" y="5028649"/>
                  </a:lnTo>
                  <a:lnTo>
                    <a:pt x="9046568" y="5019379"/>
                  </a:lnTo>
                  <a:cubicBezTo>
                    <a:pt x="9050743" y="5013261"/>
                    <a:pt x="9054819" y="5007050"/>
                    <a:pt x="9058846" y="5000743"/>
                  </a:cubicBezTo>
                  <a:cubicBezTo>
                    <a:pt x="9075002" y="4975615"/>
                    <a:pt x="9090212" y="4949403"/>
                    <a:pt x="9104529" y="4922203"/>
                  </a:cubicBezTo>
                  <a:cubicBezTo>
                    <a:pt x="9133211" y="4867850"/>
                    <a:pt x="9158313" y="4809545"/>
                    <a:pt x="9181081" y="4748792"/>
                  </a:cubicBezTo>
                  <a:cubicBezTo>
                    <a:pt x="9203748" y="4688276"/>
                    <a:pt x="9223383" y="4625876"/>
                    <a:pt x="9240731" y="4561970"/>
                  </a:cubicBezTo>
                  <a:cubicBezTo>
                    <a:pt x="9249481" y="4530064"/>
                    <a:pt x="9257682" y="4497782"/>
                    <a:pt x="9265388" y="4465171"/>
                  </a:cubicBezTo>
                  <a:cubicBezTo>
                    <a:pt x="9269215" y="4448842"/>
                    <a:pt x="9272943" y="4432465"/>
                    <a:pt x="9276571" y="4416041"/>
                  </a:cubicBezTo>
                  <a:lnTo>
                    <a:pt x="9281841" y="4391477"/>
                  </a:lnTo>
                  <a:lnTo>
                    <a:pt x="9286513" y="4368936"/>
                  </a:lnTo>
                  <a:lnTo>
                    <a:pt x="9296754" y="4316136"/>
                  </a:lnTo>
                  <a:lnTo>
                    <a:pt x="9301029" y="4293172"/>
                  </a:lnTo>
                  <a:lnTo>
                    <a:pt x="9302818" y="4282679"/>
                  </a:lnTo>
                  <a:lnTo>
                    <a:pt x="9304658" y="4270914"/>
                  </a:lnTo>
                  <a:lnTo>
                    <a:pt x="9312810" y="4220043"/>
                  </a:lnTo>
                  <a:lnTo>
                    <a:pt x="9316887" y="4194584"/>
                  </a:lnTo>
                  <a:lnTo>
                    <a:pt x="9318923" y="4181878"/>
                  </a:lnTo>
                  <a:cubicBezTo>
                    <a:pt x="9319570" y="4177644"/>
                    <a:pt x="9319969" y="4173267"/>
                    <a:pt x="9320515" y="4168984"/>
                  </a:cubicBezTo>
                  <a:lnTo>
                    <a:pt x="9332445" y="4069079"/>
                  </a:lnTo>
                  <a:cubicBezTo>
                    <a:pt x="9333836" y="4056468"/>
                    <a:pt x="9334880" y="4040986"/>
                    <a:pt x="9336173" y="4022774"/>
                  </a:cubicBezTo>
                  <a:lnTo>
                    <a:pt x="9340199" y="3969269"/>
                  </a:lnTo>
                  <a:cubicBezTo>
                    <a:pt x="9345071" y="3903904"/>
                    <a:pt x="9347358" y="3837081"/>
                    <a:pt x="9347557" y="3770070"/>
                  </a:cubicBezTo>
                  <a:cubicBezTo>
                    <a:pt x="9347656" y="3736518"/>
                    <a:pt x="9347209" y="3702871"/>
                    <a:pt x="9346364" y="3669036"/>
                  </a:cubicBezTo>
                  <a:lnTo>
                    <a:pt x="9344921" y="3619341"/>
                  </a:lnTo>
                  <a:lnTo>
                    <a:pt x="9344524" y="3607624"/>
                  </a:lnTo>
                  <a:lnTo>
                    <a:pt x="9343728" y="3594872"/>
                  </a:lnTo>
                  <a:lnTo>
                    <a:pt x="9342188" y="3569366"/>
                  </a:lnTo>
                  <a:lnTo>
                    <a:pt x="9339056" y="3518354"/>
                  </a:lnTo>
                  <a:cubicBezTo>
                    <a:pt x="9337914" y="3501319"/>
                    <a:pt x="9335874" y="3484236"/>
                    <a:pt x="9334334" y="3467155"/>
                  </a:cubicBezTo>
                  <a:lnTo>
                    <a:pt x="9329363" y="3415908"/>
                  </a:lnTo>
                  <a:lnTo>
                    <a:pt x="9328319" y="3404755"/>
                  </a:lnTo>
                  <a:lnTo>
                    <a:pt x="9327177" y="3394214"/>
                  </a:lnTo>
                  <a:lnTo>
                    <a:pt x="9324293" y="3370872"/>
                  </a:lnTo>
                  <a:lnTo>
                    <a:pt x="9320763" y="3344427"/>
                  </a:lnTo>
                  <a:lnTo>
                    <a:pt x="9317184" y="3315343"/>
                  </a:lnTo>
                  <a:cubicBezTo>
                    <a:pt x="9315594" y="3300991"/>
                    <a:pt x="9313506" y="3286404"/>
                    <a:pt x="9311021" y="3270309"/>
                  </a:cubicBezTo>
                  <a:lnTo>
                    <a:pt x="9302719" y="3219815"/>
                  </a:lnTo>
                  <a:cubicBezTo>
                    <a:pt x="9299936" y="3203157"/>
                    <a:pt x="9297003" y="3186498"/>
                    <a:pt x="9293970" y="3169887"/>
                  </a:cubicBezTo>
                  <a:cubicBezTo>
                    <a:pt x="9281891" y="3103393"/>
                    <a:pt x="9267674" y="3037182"/>
                    <a:pt x="9252065" y="2971205"/>
                  </a:cubicBezTo>
                  <a:cubicBezTo>
                    <a:pt x="9244261" y="2938265"/>
                    <a:pt x="9235959" y="2905371"/>
                    <a:pt x="9227211" y="2872571"/>
                  </a:cubicBezTo>
                  <a:lnTo>
                    <a:pt x="9220699" y="2848524"/>
                  </a:lnTo>
                  <a:lnTo>
                    <a:pt x="9213740" y="2824289"/>
                  </a:lnTo>
                  <a:cubicBezTo>
                    <a:pt x="9209216" y="2808147"/>
                    <a:pt x="9204345" y="2791866"/>
                    <a:pt x="9199374" y="2775536"/>
                  </a:cubicBezTo>
                  <a:cubicBezTo>
                    <a:pt x="9159855" y="2645184"/>
                    <a:pt x="9114272" y="2516197"/>
                    <a:pt x="9061829" y="2389515"/>
                  </a:cubicBezTo>
                  <a:cubicBezTo>
                    <a:pt x="9035582" y="2326175"/>
                    <a:pt x="9008043" y="2263258"/>
                    <a:pt x="8978865" y="2200953"/>
                  </a:cubicBezTo>
                  <a:lnTo>
                    <a:pt x="8956694" y="2154317"/>
                  </a:lnTo>
                  <a:lnTo>
                    <a:pt x="8934176" y="2108012"/>
                  </a:lnTo>
                  <a:cubicBezTo>
                    <a:pt x="8918915" y="2077189"/>
                    <a:pt x="8903157" y="2046130"/>
                    <a:pt x="8887151" y="2015448"/>
                  </a:cubicBezTo>
                  <a:cubicBezTo>
                    <a:pt x="8854988" y="1953989"/>
                    <a:pt x="8822082" y="1892908"/>
                    <a:pt x="8787533" y="1832625"/>
                  </a:cubicBezTo>
                  <a:lnTo>
                    <a:pt x="8761485" y="1787496"/>
                  </a:lnTo>
                  <a:lnTo>
                    <a:pt x="8734791" y="1741991"/>
                  </a:lnTo>
                  <a:cubicBezTo>
                    <a:pt x="8717047" y="1711921"/>
                    <a:pt x="8699200" y="1682461"/>
                    <a:pt x="8680808" y="1652910"/>
                  </a:cubicBezTo>
                  <a:cubicBezTo>
                    <a:pt x="8644322" y="1593756"/>
                    <a:pt x="8606194" y="1535216"/>
                    <a:pt x="8567024" y="1477004"/>
                  </a:cubicBezTo>
                  <a:lnTo>
                    <a:pt x="8537446" y="1433428"/>
                  </a:lnTo>
                  <a:lnTo>
                    <a:pt x="8507423" y="1389994"/>
                  </a:lnTo>
                  <a:cubicBezTo>
                    <a:pt x="8487390" y="1361382"/>
                    <a:pt x="8467158" y="1332817"/>
                    <a:pt x="8446529" y="1304393"/>
                  </a:cubicBezTo>
                  <a:cubicBezTo>
                    <a:pt x="8405271" y="1247595"/>
                    <a:pt x="8362718" y="1191218"/>
                    <a:pt x="8319224" y="1135124"/>
                  </a:cubicBezTo>
                  <a:lnTo>
                    <a:pt x="8286366" y="1093148"/>
                  </a:lnTo>
                  <a:lnTo>
                    <a:pt x="8270161" y="1072538"/>
                  </a:lnTo>
                  <a:lnTo>
                    <a:pt x="8253856" y="1052254"/>
                  </a:lnTo>
                  <a:cubicBezTo>
                    <a:pt x="8231636" y="1024773"/>
                    <a:pt x="8209117" y="997479"/>
                    <a:pt x="8186352" y="970373"/>
                  </a:cubicBezTo>
                  <a:cubicBezTo>
                    <a:pt x="8140917" y="916020"/>
                    <a:pt x="8094240" y="862515"/>
                    <a:pt x="8046768" y="809527"/>
                  </a:cubicBezTo>
                  <a:lnTo>
                    <a:pt x="8010927" y="769951"/>
                  </a:lnTo>
                  <a:lnTo>
                    <a:pt x="7974788" y="730751"/>
                  </a:lnTo>
                  <a:cubicBezTo>
                    <a:pt x="7950382" y="704587"/>
                    <a:pt x="7925824" y="678563"/>
                    <a:pt x="7901070" y="652823"/>
                  </a:cubicBezTo>
                  <a:cubicBezTo>
                    <a:pt x="7851510" y="601387"/>
                    <a:pt x="7801404" y="550612"/>
                    <a:pt x="7750054" y="501106"/>
                  </a:cubicBezTo>
                  <a:cubicBezTo>
                    <a:pt x="7698902" y="451742"/>
                    <a:pt x="7645913" y="403036"/>
                    <a:pt x="7592277" y="355319"/>
                  </a:cubicBezTo>
                  <a:cubicBezTo>
                    <a:pt x="7484856" y="259884"/>
                    <a:pt x="7373308" y="168402"/>
                    <a:pt x="7257734" y="81062"/>
                  </a:cubicBezTo>
                  <a:close/>
                  <a:moveTo>
                    <a:pt x="1892109" y="0"/>
                  </a:moveTo>
                  <a:lnTo>
                    <a:pt x="2298402" y="0"/>
                  </a:lnTo>
                  <a:lnTo>
                    <a:pt x="2135542" y="121879"/>
                  </a:lnTo>
                  <a:cubicBezTo>
                    <a:pt x="2078998" y="166378"/>
                    <a:pt x="2023659" y="212143"/>
                    <a:pt x="1969576" y="259084"/>
                  </a:cubicBezTo>
                  <a:cubicBezTo>
                    <a:pt x="1861309" y="352918"/>
                    <a:pt x="1758064" y="451412"/>
                    <a:pt x="1659938" y="553953"/>
                  </a:cubicBezTo>
                  <a:cubicBezTo>
                    <a:pt x="1266987" y="964444"/>
                    <a:pt x="953820" y="1435593"/>
                    <a:pt x="729383" y="1940578"/>
                  </a:cubicBezTo>
                  <a:cubicBezTo>
                    <a:pt x="673260" y="2066459"/>
                    <a:pt x="622855" y="2195070"/>
                    <a:pt x="578465" y="2324905"/>
                  </a:cubicBezTo>
                  <a:cubicBezTo>
                    <a:pt x="534125" y="2454785"/>
                    <a:pt x="496147" y="2586314"/>
                    <a:pt x="465080" y="2718973"/>
                  </a:cubicBezTo>
                  <a:cubicBezTo>
                    <a:pt x="449769" y="2785089"/>
                    <a:pt x="435850" y="2852289"/>
                    <a:pt x="423820" y="2919535"/>
                  </a:cubicBezTo>
                  <a:cubicBezTo>
                    <a:pt x="411840" y="2986829"/>
                    <a:pt x="401054" y="3054358"/>
                    <a:pt x="392355" y="3122169"/>
                  </a:cubicBezTo>
                  <a:cubicBezTo>
                    <a:pt x="374509" y="3257744"/>
                    <a:pt x="363424" y="3393978"/>
                    <a:pt x="358801" y="3531013"/>
                  </a:cubicBezTo>
                  <a:cubicBezTo>
                    <a:pt x="349009" y="3804941"/>
                    <a:pt x="366357" y="4079668"/>
                    <a:pt x="410350" y="4352324"/>
                  </a:cubicBezTo>
                  <a:cubicBezTo>
                    <a:pt x="421286" y="4420230"/>
                    <a:pt x="434209" y="4487758"/>
                    <a:pt x="449022" y="4555147"/>
                  </a:cubicBezTo>
                  <a:cubicBezTo>
                    <a:pt x="463737" y="4622534"/>
                    <a:pt x="480389" y="4689686"/>
                    <a:pt x="498882" y="4756463"/>
                  </a:cubicBezTo>
                  <a:cubicBezTo>
                    <a:pt x="517373" y="4823239"/>
                    <a:pt x="537704" y="4889733"/>
                    <a:pt x="559775" y="4955755"/>
                  </a:cubicBezTo>
                  <a:cubicBezTo>
                    <a:pt x="581946" y="5021873"/>
                    <a:pt x="605358" y="5087473"/>
                    <a:pt x="631406" y="5152084"/>
                  </a:cubicBezTo>
                  <a:cubicBezTo>
                    <a:pt x="734055" y="5411706"/>
                    <a:pt x="865188" y="5662668"/>
                    <a:pt x="1023461" y="5898055"/>
                  </a:cubicBezTo>
                  <a:cubicBezTo>
                    <a:pt x="1181487" y="6133676"/>
                    <a:pt x="1367051" y="6353345"/>
                    <a:pt x="1575880" y="6551744"/>
                  </a:cubicBezTo>
                  <a:cubicBezTo>
                    <a:pt x="1680269" y="6651014"/>
                    <a:pt x="1790338" y="6745037"/>
                    <a:pt x="1905228" y="6833566"/>
                  </a:cubicBezTo>
                  <a:lnTo>
                    <a:pt x="1938629" y="6858000"/>
                  </a:lnTo>
                  <a:lnTo>
                    <a:pt x="1368607" y="6858000"/>
                  </a:lnTo>
                  <a:lnTo>
                    <a:pt x="1115251" y="6594103"/>
                  </a:lnTo>
                  <a:cubicBezTo>
                    <a:pt x="418530" y="5794890"/>
                    <a:pt x="0" y="4770280"/>
                    <a:pt x="0" y="3653129"/>
                  </a:cubicBezTo>
                  <a:cubicBezTo>
                    <a:pt x="0" y="2216793"/>
                    <a:pt x="691856" y="933432"/>
                    <a:pt x="1777294" y="85415"/>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grpSp>
      <p:sp>
        <p:nvSpPr>
          <p:cNvPr id="2" name="Title 1">
            <a:extLst>
              <a:ext uri="{FF2B5EF4-FFF2-40B4-BE49-F238E27FC236}">
                <a16:creationId xmlns:a16="http://schemas.microsoft.com/office/drawing/2014/main" id="{8FB44EAD-9809-7711-9716-CB8F557A1391}"/>
              </a:ext>
            </a:extLst>
          </p:cNvPr>
          <p:cNvSpPr>
            <a:spLocks noGrp="1"/>
          </p:cNvSpPr>
          <p:nvPr>
            <p:ph type="ctrTitle"/>
          </p:nvPr>
        </p:nvSpPr>
        <p:spPr>
          <a:xfrm>
            <a:off x="876300" y="45868"/>
            <a:ext cx="10263459" cy="923925"/>
          </a:xfrm>
        </p:spPr>
        <p:txBody>
          <a:bodyPr anchor="b">
            <a:normAutofit/>
          </a:bodyPr>
          <a:lstStyle/>
          <a:p>
            <a:r>
              <a:rPr lang="en-IN" sz="4000" dirty="0">
                <a:solidFill>
                  <a:schemeClr val="tx2"/>
                </a:solidFill>
                <a:latin typeface="Engravers MT" panose="02090707080505020304" pitchFamily="18" charset="0"/>
              </a:rPr>
              <a:t>History  of MISRA-C</a:t>
            </a:r>
            <a:endParaRPr lang="en-IN" sz="4000" dirty="0">
              <a:solidFill>
                <a:schemeClr val="tx2"/>
              </a:solidFill>
            </a:endParaRPr>
          </a:p>
        </p:txBody>
      </p:sp>
      <p:grpSp>
        <p:nvGrpSpPr>
          <p:cNvPr id="23" name="Group 22">
            <a:extLst>
              <a:ext uri="{FF2B5EF4-FFF2-40B4-BE49-F238E27FC236}">
                <a16:creationId xmlns:a16="http://schemas.microsoft.com/office/drawing/2014/main" id="{87F87F1B-42BA-4AC7-A4E2-41544DDB2CE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05" y="-4155"/>
            <a:ext cx="2514948" cy="2174333"/>
            <a:chOff x="-305" y="-4155"/>
            <a:chExt cx="2514948" cy="2174333"/>
          </a:xfrm>
        </p:grpSpPr>
        <p:sp>
          <p:nvSpPr>
            <p:cNvPr id="24" name="Freeform: Shape 23">
              <a:extLst>
                <a:ext uri="{FF2B5EF4-FFF2-40B4-BE49-F238E27FC236}">
                  <a16:creationId xmlns:a16="http://schemas.microsoft.com/office/drawing/2014/main" id="{68B53067-4E48-4E71-A6A9-A8CAABAFBF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Shape 24">
              <a:extLst>
                <a:ext uri="{FF2B5EF4-FFF2-40B4-BE49-F238E27FC236}">
                  <a16:creationId xmlns:a16="http://schemas.microsoft.com/office/drawing/2014/main" id="{06D1A0D3-4BB8-41D9-9CE7-2884C83F44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reeform: Shape 25">
              <a:extLst>
                <a:ext uri="{FF2B5EF4-FFF2-40B4-BE49-F238E27FC236}">
                  <a16:creationId xmlns:a16="http://schemas.microsoft.com/office/drawing/2014/main" id="{81E20F06-3B09-4B89-A36B-AB8BFBCCA5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27" name="Freeform: Shape 26">
              <a:extLst>
                <a:ext uri="{FF2B5EF4-FFF2-40B4-BE49-F238E27FC236}">
                  <a16:creationId xmlns:a16="http://schemas.microsoft.com/office/drawing/2014/main" id="{DAE6C3D7-7D5B-4926-877D-45F117BB6B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9" name="Group 28">
            <a:extLst>
              <a:ext uri="{FF2B5EF4-FFF2-40B4-BE49-F238E27FC236}">
                <a16:creationId xmlns:a16="http://schemas.microsoft.com/office/drawing/2014/main" id="{967346A5-7569-4F15-AB5D-BE3DADF192C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9685727" y="4683666"/>
            <a:ext cx="2514948" cy="2174333"/>
            <a:chOff x="-305" y="-4155"/>
            <a:chExt cx="2514948" cy="2174333"/>
          </a:xfrm>
        </p:grpSpPr>
        <p:sp>
          <p:nvSpPr>
            <p:cNvPr id="30" name="Freeform: Shape 29">
              <a:extLst>
                <a:ext uri="{FF2B5EF4-FFF2-40B4-BE49-F238E27FC236}">
                  <a16:creationId xmlns:a16="http://schemas.microsoft.com/office/drawing/2014/main" id="{E1951533-A568-4765-AB1F-F71D9AFDEA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reeform: Shape 30">
              <a:extLst>
                <a:ext uri="{FF2B5EF4-FFF2-40B4-BE49-F238E27FC236}">
                  <a16:creationId xmlns:a16="http://schemas.microsoft.com/office/drawing/2014/main" id="{A7214F52-4F3F-4C96-A62E-F1401D6C04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Freeform: Shape 31">
              <a:extLst>
                <a:ext uri="{FF2B5EF4-FFF2-40B4-BE49-F238E27FC236}">
                  <a16:creationId xmlns:a16="http://schemas.microsoft.com/office/drawing/2014/main" id="{023146A1-291C-4FA0-AB5B-EB04D42398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33" name="Freeform: Shape 32">
              <a:extLst>
                <a:ext uri="{FF2B5EF4-FFF2-40B4-BE49-F238E27FC236}">
                  <a16:creationId xmlns:a16="http://schemas.microsoft.com/office/drawing/2014/main" id="{62977932-2B03-4899-8306-5002CEE68E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5" name="Title 1">
            <a:extLst>
              <a:ext uri="{FF2B5EF4-FFF2-40B4-BE49-F238E27FC236}">
                <a16:creationId xmlns:a16="http://schemas.microsoft.com/office/drawing/2014/main" id="{D6EE584E-84BC-FC84-2A5F-A0E7AF1256B7}"/>
              </a:ext>
            </a:extLst>
          </p:cNvPr>
          <p:cNvSpPr txBox="1">
            <a:spLocks/>
          </p:cNvSpPr>
          <p:nvPr/>
        </p:nvSpPr>
        <p:spPr>
          <a:xfrm>
            <a:off x="10382250" y="3983"/>
            <a:ext cx="1809445" cy="44767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2000" dirty="0">
                <a:solidFill>
                  <a:schemeClr val="tx2"/>
                </a:solidFill>
              </a:rPr>
              <a:t>MISRA C -2012</a:t>
            </a:r>
          </a:p>
        </p:txBody>
      </p:sp>
      <p:sp>
        <p:nvSpPr>
          <p:cNvPr id="6" name="Subtitle 2">
            <a:extLst>
              <a:ext uri="{FF2B5EF4-FFF2-40B4-BE49-F238E27FC236}">
                <a16:creationId xmlns:a16="http://schemas.microsoft.com/office/drawing/2014/main" id="{C992C8E1-40D9-45CC-B67A-D8B86D2A381E}"/>
              </a:ext>
            </a:extLst>
          </p:cNvPr>
          <p:cNvSpPr txBox="1">
            <a:spLocks/>
          </p:cNvSpPr>
          <p:nvPr/>
        </p:nvSpPr>
        <p:spPr>
          <a:xfrm>
            <a:off x="3432265" y="853500"/>
            <a:ext cx="5188034" cy="682079"/>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115000"/>
              </a:lnSpc>
              <a:spcAft>
                <a:spcPts val="800"/>
              </a:spcAft>
            </a:pPr>
            <a:r>
              <a:rPr lang="en-IN" kern="100" dirty="0">
                <a:solidFill>
                  <a:srgbClr val="666666"/>
                </a:solidFill>
                <a:effectLst/>
                <a:highlight>
                  <a:srgbClr val="FFFF00"/>
                </a:highlight>
                <a:latin typeface="Times New Roman" panose="02020603050405020304" pitchFamily="18" charset="0"/>
                <a:ea typeface="Aptos" panose="020B0004020202020204" pitchFamily="34" charset="0"/>
                <a:cs typeface="Times New Roman" panose="02020603050405020304" pitchFamily="18" charset="0"/>
              </a:rPr>
              <a:t>Misra2012:Rule-7.3</a:t>
            </a:r>
          </a:p>
        </p:txBody>
      </p:sp>
      <p:sp>
        <p:nvSpPr>
          <p:cNvPr id="3" name="TextBox 2">
            <a:extLst>
              <a:ext uri="{FF2B5EF4-FFF2-40B4-BE49-F238E27FC236}">
                <a16:creationId xmlns:a16="http://schemas.microsoft.com/office/drawing/2014/main" id="{F52B51FF-E201-359D-4743-DA9B627F1CC1}"/>
              </a:ext>
            </a:extLst>
          </p:cNvPr>
          <p:cNvSpPr txBox="1"/>
          <p:nvPr/>
        </p:nvSpPr>
        <p:spPr>
          <a:xfrm>
            <a:off x="1011001" y="1296217"/>
            <a:ext cx="10263459" cy="369332"/>
          </a:xfrm>
          <a:prstGeom prst="rect">
            <a:avLst/>
          </a:prstGeom>
          <a:noFill/>
        </p:spPr>
        <p:txBody>
          <a:bodyPr wrap="square">
            <a:spAutoFit/>
          </a:bodyPr>
          <a:lstStyle/>
          <a:p>
            <a:pPr marL="285750" indent="-285750" algn="l">
              <a:buFont typeface="Wingdings" panose="05000000000000000000" pitchFamily="2" charset="2"/>
              <a:buChar char="q"/>
            </a:pPr>
            <a:r>
              <a:rPr lang="en-US" sz="1800" b="1" i="0" u="none" strike="noStrike" baseline="0" dirty="0">
                <a:latin typeface="Times New Roman" panose="02020603050405020304" pitchFamily="18" charset="0"/>
                <a:cs typeface="Times New Roman" panose="02020603050405020304" pitchFamily="18" charset="0"/>
              </a:rPr>
              <a:t>The lowercase character "l" shall not be used in a literal suffix</a:t>
            </a:r>
            <a:endParaRPr lang="en-IN" b="1" kern="100" dirty="0">
              <a:effectLst/>
              <a:highlight>
                <a:srgbClr val="FFFF00"/>
              </a:highlight>
              <a:latin typeface="Times New Roman" panose="02020603050405020304" pitchFamily="18" charset="0"/>
              <a:ea typeface="Aptos" panose="020B0004020202020204" pitchFamily="34" charset="0"/>
              <a:cs typeface="Times New Roman" panose="02020603050405020304" pitchFamily="18" charset="0"/>
            </a:endParaRPr>
          </a:p>
        </p:txBody>
      </p:sp>
      <p:sp>
        <p:nvSpPr>
          <p:cNvPr id="11" name="TextBox 10">
            <a:extLst>
              <a:ext uri="{FF2B5EF4-FFF2-40B4-BE49-F238E27FC236}">
                <a16:creationId xmlns:a16="http://schemas.microsoft.com/office/drawing/2014/main" id="{3BAF9C64-DAA2-791C-A360-DC870B79332D}"/>
              </a:ext>
            </a:extLst>
          </p:cNvPr>
          <p:cNvSpPr txBox="1"/>
          <p:nvPr/>
        </p:nvSpPr>
        <p:spPr>
          <a:xfrm>
            <a:off x="1300798" y="1671628"/>
            <a:ext cx="9642403" cy="369332"/>
          </a:xfrm>
          <a:prstGeom prst="rect">
            <a:avLst/>
          </a:prstGeom>
          <a:noFill/>
        </p:spPr>
        <p:txBody>
          <a:bodyPr wrap="square">
            <a:spAutoFit/>
          </a:bodyPr>
          <a:lstStyle/>
          <a:p>
            <a:pPr algn="l"/>
            <a:r>
              <a:rPr lang="en-IN" sz="1800" b="0" i="0" u="none" strike="noStrike" baseline="0" dirty="0">
                <a:latin typeface="OpenSans"/>
              </a:rPr>
              <a:t>Category –</a:t>
            </a:r>
            <a:r>
              <a:rPr lang="en-IN" sz="1800" b="0" i="0" u="none" strike="noStrike" baseline="0" dirty="0">
                <a:latin typeface="OpenSans-Light"/>
              </a:rPr>
              <a:t>Required    Analysis </a:t>
            </a:r>
            <a:r>
              <a:rPr lang="en-IN" sz="1800" b="0" i="0" u="none" strike="noStrike" baseline="0" dirty="0">
                <a:latin typeface="OpenSans"/>
              </a:rPr>
              <a:t> -</a:t>
            </a:r>
            <a:r>
              <a:rPr lang="en-IN" sz="1800" b="0" i="0" u="none" strike="noStrike" baseline="0" dirty="0">
                <a:latin typeface="OpenSans-Light"/>
              </a:rPr>
              <a:t> Decidable, Single Translation Unit </a:t>
            </a:r>
            <a:r>
              <a:rPr lang="en-IN" sz="1800" b="0" i="0" u="none" strike="noStrike" baseline="0" dirty="0">
                <a:latin typeface="OpenSans"/>
              </a:rPr>
              <a:t>Applies to -</a:t>
            </a:r>
            <a:r>
              <a:rPr lang="en-IN" sz="1800" b="0" i="0" u="none" strike="noStrike" baseline="0" dirty="0">
                <a:latin typeface="OpenSans-Light"/>
              </a:rPr>
              <a:t> C90, C99</a:t>
            </a:r>
            <a:endParaRPr lang="en-IN" dirty="0"/>
          </a:p>
        </p:txBody>
      </p:sp>
      <p:sp>
        <p:nvSpPr>
          <p:cNvPr id="12" name="TextBox 11">
            <a:extLst>
              <a:ext uri="{FF2B5EF4-FFF2-40B4-BE49-F238E27FC236}">
                <a16:creationId xmlns:a16="http://schemas.microsoft.com/office/drawing/2014/main" id="{3B6B20D6-4372-E7FE-5B7C-3A5C456054FD}"/>
              </a:ext>
            </a:extLst>
          </p:cNvPr>
          <p:cNvSpPr txBox="1"/>
          <p:nvPr/>
        </p:nvSpPr>
        <p:spPr>
          <a:xfrm>
            <a:off x="2593384" y="2638550"/>
            <a:ext cx="6589945" cy="2862322"/>
          </a:xfrm>
          <a:prstGeom prst="rect">
            <a:avLst/>
          </a:prstGeom>
          <a:noFill/>
        </p:spPr>
        <p:txBody>
          <a:bodyPr wrap="square">
            <a:spAutoFit/>
          </a:bodyPr>
          <a:lstStyle/>
          <a:p>
            <a:pPr algn="l"/>
            <a:r>
              <a:rPr lang="fr-FR" sz="1800" b="0" i="0" u="none" strike="noStrike" baseline="0" dirty="0" err="1">
                <a:latin typeface="Times New Roman" panose="02020603050405020304" pitchFamily="18" charset="0"/>
                <a:cs typeface="Times New Roman" panose="02020603050405020304" pitchFamily="18" charset="0"/>
              </a:rPr>
              <a:t>const</a:t>
            </a:r>
            <a:r>
              <a:rPr lang="fr-FR" sz="1800" b="0" i="0" u="none" strike="noStrike" baseline="0" dirty="0">
                <a:latin typeface="Times New Roman" panose="02020603050405020304" pitchFamily="18" charset="0"/>
                <a:cs typeface="Times New Roman" panose="02020603050405020304" pitchFamily="18" charset="0"/>
              </a:rPr>
              <a:t> int64_t a = 0L;</a:t>
            </a:r>
          </a:p>
          <a:p>
            <a:pPr algn="l"/>
            <a:r>
              <a:rPr lang="fr-FR" sz="1800" b="0" i="0" u="none" strike="noStrike" baseline="0" dirty="0" err="1">
                <a:highlight>
                  <a:srgbClr val="FFFF00"/>
                </a:highlight>
                <a:latin typeface="Times New Roman" panose="02020603050405020304" pitchFamily="18" charset="0"/>
                <a:cs typeface="Times New Roman" panose="02020603050405020304" pitchFamily="18" charset="0"/>
              </a:rPr>
              <a:t>const</a:t>
            </a:r>
            <a:r>
              <a:rPr lang="fr-FR" sz="1800" b="0" i="0" u="none" strike="noStrike" baseline="0" dirty="0">
                <a:highlight>
                  <a:srgbClr val="FFFF00"/>
                </a:highlight>
                <a:latin typeface="Times New Roman" panose="02020603050405020304" pitchFamily="18" charset="0"/>
                <a:cs typeface="Times New Roman" panose="02020603050405020304" pitchFamily="18" charset="0"/>
              </a:rPr>
              <a:t> int64_t b = 0l; /* Non-compliant */</a:t>
            </a:r>
          </a:p>
          <a:p>
            <a:pPr algn="l"/>
            <a:r>
              <a:rPr lang="fr-FR" sz="1800" b="0" i="0" u="none" strike="noStrike" baseline="0" dirty="0" err="1">
                <a:latin typeface="Times New Roman" panose="02020603050405020304" pitchFamily="18" charset="0"/>
                <a:cs typeface="Times New Roman" panose="02020603050405020304" pitchFamily="18" charset="0"/>
              </a:rPr>
              <a:t>const</a:t>
            </a:r>
            <a:r>
              <a:rPr lang="fr-FR" sz="1800" b="0" i="0" u="none" strike="noStrike" baseline="0" dirty="0">
                <a:latin typeface="Times New Roman" panose="02020603050405020304" pitchFamily="18" charset="0"/>
                <a:cs typeface="Times New Roman" panose="02020603050405020304" pitchFamily="18" charset="0"/>
              </a:rPr>
              <a:t> uint64_t c = 0Lu;</a:t>
            </a:r>
          </a:p>
          <a:p>
            <a:pPr algn="l"/>
            <a:r>
              <a:rPr lang="fr-FR" sz="1800" b="0" i="0" u="none" strike="noStrike" baseline="0" dirty="0" err="1">
                <a:highlight>
                  <a:srgbClr val="FFFF00"/>
                </a:highlight>
                <a:latin typeface="Times New Roman" panose="02020603050405020304" pitchFamily="18" charset="0"/>
                <a:cs typeface="Times New Roman" panose="02020603050405020304" pitchFamily="18" charset="0"/>
              </a:rPr>
              <a:t>const</a:t>
            </a:r>
            <a:r>
              <a:rPr lang="fr-FR" sz="1800" b="0" i="0" u="none" strike="noStrike" baseline="0" dirty="0">
                <a:highlight>
                  <a:srgbClr val="FFFF00"/>
                </a:highlight>
                <a:latin typeface="Times New Roman" panose="02020603050405020304" pitchFamily="18" charset="0"/>
                <a:cs typeface="Times New Roman" panose="02020603050405020304" pitchFamily="18" charset="0"/>
              </a:rPr>
              <a:t> uint64_t d = 0lU; /* Non-compliant */</a:t>
            </a:r>
          </a:p>
          <a:p>
            <a:pPr algn="l"/>
            <a:r>
              <a:rPr lang="en-IN" sz="1800" b="0" i="0" u="none" strike="noStrike" baseline="0" dirty="0" err="1">
                <a:latin typeface="Times New Roman" panose="02020603050405020304" pitchFamily="18" charset="0"/>
                <a:cs typeface="Times New Roman" panose="02020603050405020304" pitchFamily="18" charset="0"/>
              </a:rPr>
              <a:t>const</a:t>
            </a:r>
            <a:r>
              <a:rPr lang="en-IN" sz="1800" b="0" i="0" u="none" strike="noStrike" baseline="0" dirty="0">
                <a:latin typeface="Times New Roman" panose="02020603050405020304" pitchFamily="18" charset="0"/>
                <a:cs typeface="Times New Roman" panose="02020603050405020304" pitchFamily="18" charset="0"/>
              </a:rPr>
              <a:t> uint64_t e = 0ULL;</a:t>
            </a:r>
          </a:p>
          <a:p>
            <a:pPr algn="l"/>
            <a:r>
              <a:rPr lang="fr-FR" sz="1800" b="0" i="0" u="none" strike="noStrike" baseline="0" dirty="0" err="1">
                <a:highlight>
                  <a:srgbClr val="FFFF00"/>
                </a:highlight>
                <a:latin typeface="Times New Roman" panose="02020603050405020304" pitchFamily="18" charset="0"/>
                <a:cs typeface="Times New Roman" panose="02020603050405020304" pitchFamily="18" charset="0"/>
              </a:rPr>
              <a:t>const</a:t>
            </a:r>
            <a:r>
              <a:rPr lang="fr-FR" sz="1800" b="0" i="0" u="none" strike="noStrike" baseline="0" dirty="0">
                <a:highlight>
                  <a:srgbClr val="FFFF00"/>
                </a:highlight>
                <a:latin typeface="Times New Roman" panose="02020603050405020304" pitchFamily="18" charset="0"/>
                <a:cs typeface="Times New Roman" panose="02020603050405020304" pitchFamily="18" charset="0"/>
              </a:rPr>
              <a:t> uint64_t f = 0Ull; /* Non-compliant */</a:t>
            </a:r>
          </a:p>
          <a:p>
            <a:pPr algn="l"/>
            <a:r>
              <a:rPr lang="fr-FR" sz="1800" b="0" i="0" u="none" strike="noStrike" baseline="0" dirty="0" err="1">
                <a:latin typeface="Times New Roman" panose="02020603050405020304" pitchFamily="18" charset="0"/>
                <a:cs typeface="Times New Roman" panose="02020603050405020304" pitchFamily="18" charset="0"/>
              </a:rPr>
              <a:t>const</a:t>
            </a:r>
            <a:r>
              <a:rPr lang="fr-FR" sz="1800" b="0" i="0" u="none" strike="noStrike" baseline="0" dirty="0">
                <a:latin typeface="Times New Roman" panose="02020603050405020304" pitchFamily="18" charset="0"/>
                <a:cs typeface="Times New Roman" panose="02020603050405020304" pitchFamily="18" charset="0"/>
              </a:rPr>
              <a:t> int128_t g = 0LL;</a:t>
            </a:r>
          </a:p>
          <a:p>
            <a:pPr algn="l"/>
            <a:r>
              <a:rPr lang="fr-FR" sz="1800" b="0" i="0" u="none" strike="noStrike" baseline="0" dirty="0" err="1">
                <a:highlight>
                  <a:srgbClr val="FFFF00"/>
                </a:highlight>
                <a:latin typeface="Times New Roman" panose="02020603050405020304" pitchFamily="18" charset="0"/>
                <a:cs typeface="Times New Roman" panose="02020603050405020304" pitchFamily="18" charset="0"/>
              </a:rPr>
              <a:t>const</a:t>
            </a:r>
            <a:r>
              <a:rPr lang="fr-FR" sz="1800" b="0" i="0" u="none" strike="noStrike" baseline="0" dirty="0">
                <a:highlight>
                  <a:srgbClr val="FFFF00"/>
                </a:highlight>
                <a:latin typeface="Times New Roman" panose="02020603050405020304" pitchFamily="18" charset="0"/>
                <a:cs typeface="Times New Roman" panose="02020603050405020304" pitchFamily="18" charset="0"/>
              </a:rPr>
              <a:t> int128_t h = 0ll; /* Non-compliant */</a:t>
            </a:r>
          </a:p>
          <a:p>
            <a:pPr algn="l"/>
            <a:r>
              <a:rPr lang="en-IN" sz="1800" b="0" i="0" u="none" strike="noStrike" baseline="0" dirty="0" err="1">
                <a:latin typeface="Times New Roman" panose="02020603050405020304" pitchFamily="18" charset="0"/>
                <a:cs typeface="Times New Roman" panose="02020603050405020304" pitchFamily="18" charset="0"/>
              </a:rPr>
              <a:t>const</a:t>
            </a:r>
            <a:r>
              <a:rPr lang="en-IN" sz="1800" b="0" i="0" u="none" strike="noStrike" baseline="0" dirty="0">
                <a:latin typeface="Times New Roman" panose="02020603050405020304" pitchFamily="18" charset="0"/>
                <a:cs typeface="Times New Roman" panose="02020603050405020304" pitchFamily="18" charset="0"/>
              </a:rPr>
              <a:t> float128_t m = 1.2L;</a:t>
            </a:r>
          </a:p>
          <a:p>
            <a:pPr algn="l"/>
            <a:r>
              <a:rPr lang="fr-FR" sz="1800" b="0" i="0" u="none" strike="noStrike" baseline="0" dirty="0" err="1">
                <a:highlight>
                  <a:srgbClr val="FFFF00"/>
                </a:highlight>
                <a:latin typeface="Times New Roman" panose="02020603050405020304" pitchFamily="18" charset="0"/>
                <a:cs typeface="Times New Roman" panose="02020603050405020304" pitchFamily="18" charset="0"/>
              </a:rPr>
              <a:t>const</a:t>
            </a:r>
            <a:r>
              <a:rPr lang="fr-FR" sz="1800" b="0" i="0" u="none" strike="noStrike" baseline="0" dirty="0">
                <a:highlight>
                  <a:srgbClr val="FFFF00"/>
                </a:highlight>
                <a:latin typeface="Times New Roman" panose="02020603050405020304" pitchFamily="18" charset="0"/>
                <a:cs typeface="Times New Roman" panose="02020603050405020304" pitchFamily="18" charset="0"/>
              </a:rPr>
              <a:t> float128_t n = 2.4l; /* Non-compliant</a:t>
            </a:r>
            <a:endParaRPr lang="en-US" sz="1800" b="0" i="0" u="none" strike="noStrike" baseline="0" dirty="0">
              <a:highlight>
                <a:srgbClr val="FFFF00"/>
              </a:highlight>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3BEBAFEE-B117-F80A-3238-35883C77E34C}"/>
              </a:ext>
            </a:extLst>
          </p:cNvPr>
          <p:cNvSpPr txBox="1"/>
          <p:nvPr/>
        </p:nvSpPr>
        <p:spPr>
          <a:xfrm>
            <a:off x="1300773" y="1985785"/>
            <a:ext cx="10650070" cy="646331"/>
          </a:xfrm>
          <a:prstGeom prst="rect">
            <a:avLst/>
          </a:prstGeom>
          <a:noFill/>
        </p:spPr>
        <p:txBody>
          <a:bodyPr wrap="square">
            <a:spAutoFit/>
          </a:bodyPr>
          <a:lstStyle/>
          <a:p>
            <a:pPr algn="l"/>
            <a:r>
              <a:rPr lang="en-US" sz="1800" b="0" i="0" u="none" strike="noStrike" baseline="0" dirty="0">
                <a:latin typeface="OpenSans-Light"/>
              </a:rPr>
              <a:t>Using the uppercase suffix  “L” removes the potential ambiguity between “1” (digit 1) and “l” (letter “</a:t>
            </a:r>
            <a:r>
              <a:rPr lang="en-US" sz="1800" b="0" i="0" u="none" strike="noStrike" baseline="0" dirty="0" err="1">
                <a:latin typeface="OpenSans-Light"/>
              </a:rPr>
              <a:t>el</a:t>
            </a:r>
            <a:r>
              <a:rPr lang="en-US" sz="1800" b="0" i="0" u="none" strike="noStrike" baseline="0" dirty="0">
                <a:latin typeface="OpenSans-Light"/>
              </a:rPr>
              <a:t>”)</a:t>
            </a:r>
          </a:p>
          <a:p>
            <a:pPr algn="l"/>
            <a:r>
              <a:rPr lang="en-IN" sz="1800" b="0" i="0" u="none" strike="noStrike" baseline="0" dirty="0">
                <a:latin typeface="OpenSans-Light"/>
              </a:rPr>
              <a:t>when declaring literals.</a:t>
            </a:r>
            <a:endParaRPr lang="en-IN"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C571CA19-A36B-7D93-981A-5F92A3EA59D7}"/>
              </a:ext>
            </a:extLst>
          </p:cNvPr>
          <p:cNvSpPr txBox="1"/>
          <p:nvPr/>
        </p:nvSpPr>
        <p:spPr>
          <a:xfrm>
            <a:off x="1296628" y="2631843"/>
            <a:ext cx="1046338" cy="369332"/>
          </a:xfrm>
          <a:prstGeom prst="rect">
            <a:avLst/>
          </a:prstGeom>
          <a:noFill/>
        </p:spPr>
        <p:txBody>
          <a:bodyPr wrap="square">
            <a:spAutoFit/>
          </a:bodyPr>
          <a:lstStyle/>
          <a:p>
            <a:pPr algn="l"/>
            <a:r>
              <a:rPr lang="en-IN" dirty="0">
                <a:highlight>
                  <a:srgbClr val="FFFF00"/>
                </a:highlight>
              </a:rPr>
              <a:t>Example</a:t>
            </a:r>
          </a:p>
        </p:txBody>
      </p:sp>
      <p:sp>
        <p:nvSpPr>
          <p:cNvPr id="9" name="Slide Number Placeholder 8">
            <a:extLst>
              <a:ext uri="{FF2B5EF4-FFF2-40B4-BE49-F238E27FC236}">
                <a16:creationId xmlns:a16="http://schemas.microsoft.com/office/drawing/2014/main" id="{DF4F041B-C301-A4E2-5943-03E6EFA7FADA}"/>
              </a:ext>
            </a:extLst>
          </p:cNvPr>
          <p:cNvSpPr>
            <a:spLocks noGrp="1"/>
          </p:cNvSpPr>
          <p:nvPr>
            <p:ph type="sldNum" sz="quarter" idx="12"/>
          </p:nvPr>
        </p:nvSpPr>
        <p:spPr/>
        <p:txBody>
          <a:bodyPr/>
          <a:lstStyle/>
          <a:p>
            <a:fld id="{91247CA1-BCEC-4DD4-9B23-E2AE1AEA27A6}" type="slidenum">
              <a:rPr lang="en-IN" smtClean="0"/>
              <a:t>39</a:t>
            </a:fld>
            <a:endParaRPr lang="en-IN"/>
          </a:p>
        </p:txBody>
      </p:sp>
      <p:sp>
        <p:nvSpPr>
          <p:cNvPr id="8" name="TextBox 7">
            <a:extLst>
              <a:ext uri="{FF2B5EF4-FFF2-40B4-BE49-F238E27FC236}">
                <a16:creationId xmlns:a16="http://schemas.microsoft.com/office/drawing/2014/main" id="{889C3F5D-8376-3A39-9C24-0FB51E6CFDAB}"/>
              </a:ext>
            </a:extLst>
          </p:cNvPr>
          <p:cNvSpPr txBox="1"/>
          <p:nvPr/>
        </p:nvSpPr>
        <p:spPr>
          <a:xfrm>
            <a:off x="10532532" y="526059"/>
            <a:ext cx="1451144" cy="369332"/>
          </a:xfrm>
          <a:prstGeom prst="rect">
            <a:avLst/>
          </a:prstGeom>
          <a:noFill/>
        </p:spPr>
        <p:txBody>
          <a:bodyPr wrap="square">
            <a:spAutoFit/>
          </a:bodyPr>
          <a:lstStyle/>
          <a:p>
            <a:r>
              <a:rPr lang="en-IN" dirty="0"/>
              <a:t>Session 1</a:t>
            </a:r>
          </a:p>
        </p:txBody>
      </p:sp>
    </p:spTree>
    <p:extLst>
      <p:ext uri="{BB962C8B-B14F-4D97-AF65-F5344CB8AC3E}">
        <p14:creationId xmlns:p14="http://schemas.microsoft.com/office/powerpoint/2010/main" val="427622171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5A292AEA-2528-46C0-B426-95822B6141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D8B7B198-E4DF-43CD-AD8C-1998843237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34" name="Freeform: Shape 33">
            <a:extLst>
              <a:ext uri="{FF2B5EF4-FFF2-40B4-BE49-F238E27FC236}">
                <a16:creationId xmlns:a16="http://schemas.microsoft.com/office/drawing/2014/main" id="{2BE67753-EA0E-4819-8D22-0B6600CF7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96934" y="3984"/>
            <a:ext cx="9376632" cy="6858000"/>
          </a:xfrm>
          <a:custGeom>
            <a:avLst/>
            <a:gdLst>
              <a:gd name="connsiteX0" fmla="*/ 1691615 w 9376632"/>
              <a:gd name="connsiteY0" fmla="*/ 0 h 6858000"/>
              <a:gd name="connsiteX1" fmla="*/ 7685017 w 9376632"/>
              <a:gd name="connsiteY1" fmla="*/ 0 h 6858000"/>
              <a:gd name="connsiteX2" fmla="*/ 7840634 w 9376632"/>
              <a:gd name="connsiteY2" fmla="*/ 134799 h 6858000"/>
              <a:gd name="connsiteX3" fmla="*/ 9376632 w 9376632"/>
              <a:gd name="connsiteY3" fmla="*/ 3605175 h 6858000"/>
              <a:gd name="connsiteX4" fmla="*/ 8158692 w 9376632"/>
              <a:gd name="connsiteY4" fmla="*/ 6757493 h 6858000"/>
              <a:gd name="connsiteX5" fmla="*/ 8062868 w 9376632"/>
              <a:gd name="connsiteY5" fmla="*/ 6858000 h 6858000"/>
              <a:gd name="connsiteX6" fmla="*/ 1313765 w 9376632"/>
              <a:gd name="connsiteY6" fmla="*/ 6858000 h 6858000"/>
              <a:gd name="connsiteX7" fmla="*/ 1217940 w 9376632"/>
              <a:gd name="connsiteY7" fmla="*/ 6757493 h 6858000"/>
              <a:gd name="connsiteX8" fmla="*/ 0 w 9376632"/>
              <a:gd name="connsiteY8" fmla="*/ 3605175 h 6858000"/>
              <a:gd name="connsiteX9" fmla="*/ 1535999 w 9376632"/>
              <a:gd name="connsiteY9" fmla="*/ 13479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376632" h="6858000">
                <a:moveTo>
                  <a:pt x="1691615" y="0"/>
                </a:moveTo>
                <a:lnTo>
                  <a:pt x="7685017" y="0"/>
                </a:lnTo>
                <a:lnTo>
                  <a:pt x="7840634" y="134799"/>
                </a:lnTo>
                <a:cubicBezTo>
                  <a:pt x="8784230" y="992423"/>
                  <a:pt x="9376632" y="2229618"/>
                  <a:pt x="9376632" y="3605175"/>
                </a:cubicBezTo>
                <a:cubicBezTo>
                  <a:pt x="9376632" y="4818903"/>
                  <a:pt x="8915419" y="5924908"/>
                  <a:pt x="8158692" y="6757493"/>
                </a:cubicBezTo>
                <a:lnTo>
                  <a:pt x="8062868" y="6858000"/>
                </a:lnTo>
                <a:lnTo>
                  <a:pt x="1313765" y="6858000"/>
                </a:lnTo>
                <a:lnTo>
                  <a:pt x="1217940" y="6757493"/>
                </a:lnTo>
                <a:cubicBezTo>
                  <a:pt x="461213" y="5924908"/>
                  <a:pt x="0" y="4818903"/>
                  <a:pt x="0" y="3605175"/>
                </a:cubicBezTo>
                <a:cubicBezTo>
                  <a:pt x="0" y="2229618"/>
                  <a:pt x="592403" y="992423"/>
                  <a:pt x="1535999" y="134799"/>
                </a:cubicBezTo>
                <a:close/>
              </a:path>
            </a:pathLst>
          </a:cu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5" name="Group 34">
            <a:extLst>
              <a:ext uri="{FF2B5EF4-FFF2-40B4-BE49-F238E27FC236}">
                <a16:creationId xmlns:a16="http://schemas.microsoft.com/office/drawing/2014/main" id="{D76D63AC-0421-45EC-B383-E79A61A78C6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303402" y="3985"/>
            <a:ext cx="9772765" cy="6858000"/>
            <a:chOff x="1303402" y="36937"/>
            <a:chExt cx="9772765" cy="6858000"/>
          </a:xfrm>
          <a:solidFill>
            <a:schemeClr val="bg1">
              <a:alpha val="30000"/>
            </a:schemeClr>
          </a:solidFill>
        </p:grpSpPr>
        <p:sp>
          <p:nvSpPr>
            <p:cNvPr id="15" name="Freeform: Shape 14">
              <a:extLst>
                <a:ext uri="{FF2B5EF4-FFF2-40B4-BE49-F238E27FC236}">
                  <a16:creationId xmlns:a16="http://schemas.microsoft.com/office/drawing/2014/main" id="{B997A32E-7032-4107-9C8B-99DB59EDD5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6937"/>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Shape 15">
              <a:extLst>
                <a:ext uri="{FF2B5EF4-FFF2-40B4-BE49-F238E27FC236}">
                  <a16:creationId xmlns:a16="http://schemas.microsoft.com/office/drawing/2014/main" id="{943BB27F-1470-42CA-91FF-D94BC691C8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6937"/>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Freeform: Shape 16">
              <a:extLst>
                <a:ext uri="{FF2B5EF4-FFF2-40B4-BE49-F238E27FC236}">
                  <a16:creationId xmlns:a16="http://schemas.microsoft.com/office/drawing/2014/main" id="{E997B002-17FD-47B3-A06A-76802FE15C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6937"/>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Freeform: Shape 17">
              <a:extLst>
                <a:ext uri="{FF2B5EF4-FFF2-40B4-BE49-F238E27FC236}">
                  <a16:creationId xmlns:a16="http://schemas.microsoft.com/office/drawing/2014/main" id="{E401EA35-9D2E-43B7-860F-EBB8A6C3E0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6937"/>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Freeform: Shape 18">
              <a:extLst>
                <a:ext uri="{FF2B5EF4-FFF2-40B4-BE49-F238E27FC236}">
                  <a16:creationId xmlns:a16="http://schemas.microsoft.com/office/drawing/2014/main" id="{F8C44827-3D81-4FF9-B4A5-5650D1B20A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6937"/>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Freeform: Shape 19">
              <a:extLst>
                <a:ext uri="{FF2B5EF4-FFF2-40B4-BE49-F238E27FC236}">
                  <a16:creationId xmlns:a16="http://schemas.microsoft.com/office/drawing/2014/main" id="{F613D97F-F6DF-4D32-AD91-209A80E7A2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8320" y="36937"/>
              <a:ext cx="9767847" cy="6858000"/>
            </a:xfrm>
            <a:custGeom>
              <a:avLst/>
              <a:gdLst>
                <a:gd name="connsiteX0" fmla="*/ 7151367 w 9767847"/>
                <a:gd name="connsiteY0" fmla="*/ 0 h 6858000"/>
                <a:gd name="connsiteX1" fmla="*/ 7881247 w 9767847"/>
                <a:gd name="connsiteY1" fmla="*/ 0 h 6858000"/>
                <a:gd name="connsiteX2" fmla="*/ 7990553 w 9767847"/>
                <a:gd name="connsiteY2" fmla="*/ 81317 h 6858000"/>
                <a:gd name="connsiteX3" fmla="*/ 9767847 w 9767847"/>
                <a:gd name="connsiteY3" fmla="*/ 3649031 h 6858000"/>
                <a:gd name="connsiteX4" fmla="*/ 8652597 w 9767847"/>
                <a:gd name="connsiteY4" fmla="*/ 6590005 h 6858000"/>
                <a:gd name="connsiteX5" fmla="*/ 8395306 w 9767847"/>
                <a:gd name="connsiteY5" fmla="*/ 6858000 h 6858000"/>
                <a:gd name="connsiteX6" fmla="*/ 6762603 w 9767847"/>
                <a:gd name="connsiteY6" fmla="*/ 6858000 h 6858000"/>
                <a:gd name="connsiteX7" fmla="*/ 6765962 w 9767847"/>
                <a:gd name="connsiteY7" fmla="*/ 6854844 h 6858000"/>
                <a:gd name="connsiteX8" fmla="*/ 6804586 w 9767847"/>
                <a:gd name="connsiteY8" fmla="*/ 6817103 h 6858000"/>
                <a:gd name="connsiteX9" fmla="*/ 6881735 w 9767847"/>
                <a:gd name="connsiteY9" fmla="*/ 6741197 h 6858000"/>
                <a:gd name="connsiteX10" fmla="*/ 6958883 w 9767847"/>
                <a:gd name="connsiteY10" fmla="*/ 6664822 h 6858000"/>
                <a:gd name="connsiteX11" fmla="*/ 7267925 w 9767847"/>
                <a:gd name="connsiteY11" fmla="*/ 6355694 h 6858000"/>
                <a:gd name="connsiteX12" fmla="*/ 7424360 w 9767847"/>
                <a:gd name="connsiteY12" fmla="*/ 6200685 h 6858000"/>
                <a:gd name="connsiteX13" fmla="*/ 7504938 w 9767847"/>
                <a:gd name="connsiteY13" fmla="*/ 6122708 h 6858000"/>
                <a:gd name="connsiteX14" fmla="*/ 7546396 w 9767847"/>
                <a:gd name="connsiteY14" fmla="*/ 6083697 h 6858000"/>
                <a:gd name="connsiteX15" fmla="*/ 7588002 w 9767847"/>
                <a:gd name="connsiteY15" fmla="*/ 6045532 h 6858000"/>
                <a:gd name="connsiteX16" fmla="*/ 7631000 w 9767847"/>
                <a:gd name="connsiteY16" fmla="*/ 6006709 h 6858000"/>
                <a:gd name="connsiteX17" fmla="*/ 7675440 w 9767847"/>
                <a:gd name="connsiteY17" fmla="*/ 5968309 h 6858000"/>
                <a:gd name="connsiteX18" fmla="*/ 7720626 w 9767847"/>
                <a:gd name="connsiteY18" fmla="*/ 5930851 h 6858000"/>
                <a:gd name="connsiteX19" fmla="*/ 7766458 w 9767847"/>
                <a:gd name="connsiteY19" fmla="*/ 5894334 h 6858000"/>
                <a:gd name="connsiteX20" fmla="*/ 7955254 w 9767847"/>
                <a:gd name="connsiteY20" fmla="*/ 5756828 h 6858000"/>
                <a:gd name="connsiteX21" fmla="*/ 8352678 w 9767847"/>
                <a:gd name="connsiteY21" fmla="*/ 5517630 h 6858000"/>
                <a:gd name="connsiteX22" fmla="*/ 8451350 w 9767847"/>
                <a:gd name="connsiteY22" fmla="*/ 5465254 h 6858000"/>
                <a:gd name="connsiteX23" fmla="*/ 8548532 w 9767847"/>
                <a:gd name="connsiteY23" fmla="*/ 5413395 h 6858000"/>
                <a:gd name="connsiteX24" fmla="*/ 8729473 w 9767847"/>
                <a:gd name="connsiteY24" fmla="*/ 5309961 h 6858000"/>
                <a:gd name="connsiteX25" fmla="*/ 8770781 w 9767847"/>
                <a:gd name="connsiteY25" fmla="*/ 5283232 h 6858000"/>
                <a:gd name="connsiteX26" fmla="*/ 8790964 w 9767847"/>
                <a:gd name="connsiteY26" fmla="*/ 5269492 h 6858000"/>
                <a:gd name="connsiteX27" fmla="*/ 8810499 w 9767847"/>
                <a:gd name="connsiteY27" fmla="*/ 5255703 h 6858000"/>
                <a:gd name="connsiteX28" fmla="*/ 8883571 w 9767847"/>
                <a:gd name="connsiteY28" fmla="*/ 5198479 h 6858000"/>
                <a:gd name="connsiteX29" fmla="*/ 9006651 w 9767847"/>
                <a:gd name="connsiteY29" fmla="*/ 5070527 h 6858000"/>
                <a:gd name="connsiteX30" fmla="*/ 9033494 w 9767847"/>
                <a:gd name="connsiteY30" fmla="*/ 5034105 h 6858000"/>
                <a:gd name="connsiteX31" fmla="*/ 9040305 w 9767847"/>
                <a:gd name="connsiteY31" fmla="*/ 5024551 h 6858000"/>
                <a:gd name="connsiteX32" fmla="*/ 9046568 w 9767847"/>
                <a:gd name="connsiteY32" fmla="*/ 5015281 h 6858000"/>
                <a:gd name="connsiteX33" fmla="*/ 9058846 w 9767847"/>
                <a:gd name="connsiteY33" fmla="*/ 4996645 h 6858000"/>
                <a:gd name="connsiteX34" fmla="*/ 9104529 w 9767847"/>
                <a:gd name="connsiteY34" fmla="*/ 4918105 h 6858000"/>
                <a:gd name="connsiteX35" fmla="*/ 9181081 w 9767847"/>
                <a:gd name="connsiteY35" fmla="*/ 4744694 h 6858000"/>
                <a:gd name="connsiteX36" fmla="*/ 9240731 w 9767847"/>
                <a:gd name="connsiteY36" fmla="*/ 4557872 h 6858000"/>
                <a:gd name="connsiteX37" fmla="*/ 9265388 w 9767847"/>
                <a:gd name="connsiteY37" fmla="*/ 4461073 h 6858000"/>
                <a:gd name="connsiteX38" fmla="*/ 9276571 w 9767847"/>
                <a:gd name="connsiteY38" fmla="*/ 4411943 h 6858000"/>
                <a:gd name="connsiteX39" fmla="*/ 9281841 w 9767847"/>
                <a:gd name="connsiteY39" fmla="*/ 4387379 h 6858000"/>
                <a:gd name="connsiteX40" fmla="*/ 9286513 w 9767847"/>
                <a:gd name="connsiteY40" fmla="*/ 4364838 h 6858000"/>
                <a:gd name="connsiteX41" fmla="*/ 9296754 w 9767847"/>
                <a:gd name="connsiteY41" fmla="*/ 4312038 h 6858000"/>
                <a:gd name="connsiteX42" fmla="*/ 9301029 w 9767847"/>
                <a:gd name="connsiteY42" fmla="*/ 4289074 h 6858000"/>
                <a:gd name="connsiteX43" fmla="*/ 9302818 w 9767847"/>
                <a:gd name="connsiteY43" fmla="*/ 4278581 h 6858000"/>
                <a:gd name="connsiteX44" fmla="*/ 9304658 w 9767847"/>
                <a:gd name="connsiteY44" fmla="*/ 4266816 h 6858000"/>
                <a:gd name="connsiteX45" fmla="*/ 9312810 w 9767847"/>
                <a:gd name="connsiteY45" fmla="*/ 4215945 h 6858000"/>
                <a:gd name="connsiteX46" fmla="*/ 9316887 w 9767847"/>
                <a:gd name="connsiteY46" fmla="*/ 4190486 h 6858000"/>
                <a:gd name="connsiteX47" fmla="*/ 9318923 w 9767847"/>
                <a:gd name="connsiteY47" fmla="*/ 4177780 h 6858000"/>
                <a:gd name="connsiteX48" fmla="*/ 9320515 w 9767847"/>
                <a:gd name="connsiteY48" fmla="*/ 4164886 h 6858000"/>
                <a:gd name="connsiteX49" fmla="*/ 9332445 w 9767847"/>
                <a:gd name="connsiteY49" fmla="*/ 4064981 h 6858000"/>
                <a:gd name="connsiteX50" fmla="*/ 9336173 w 9767847"/>
                <a:gd name="connsiteY50" fmla="*/ 4018676 h 6858000"/>
                <a:gd name="connsiteX51" fmla="*/ 9340199 w 9767847"/>
                <a:gd name="connsiteY51" fmla="*/ 3965171 h 6858000"/>
                <a:gd name="connsiteX52" fmla="*/ 9347557 w 9767847"/>
                <a:gd name="connsiteY52" fmla="*/ 3765972 h 6858000"/>
                <a:gd name="connsiteX53" fmla="*/ 9346364 w 9767847"/>
                <a:gd name="connsiteY53" fmla="*/ 3664938 h 6858000"/>
                <a:gd name="connsiteX54" fmla="*/ 9344921 w 9767847"/>
                <a:gd name="connsiteY54" fmla="*/ 3615243 h 6858000"/>
                <a:gd name="connsiteX55" fmla="*/ 9344524 w 9767847"/>
                <a:gd name="connsiteY55" fmla="*/ 3603526 h 6858000"/>
                <a:gd name="connsiteX56" fmla="*/ 9343728 w 9767847"/>
                <a:gd name="connsiteY56" fmla="*/ 3590774 h 6858000"/>
                <a:gd name="connsiteX57" fmla="*/ 9342188 w 9767847"/>
                <a:gd name="connsiteY57" fmla="*/ 3565268 h 6858000"/>
                <a:gd name="connsiteX58" fmla="*/ 9339056 w 9767847"/>
                <a:gd name="connsiteY58" fmla="*/ 3514256 h 6858000"/>
                <a:gd name="connsiteX59" fmla="*/ 9334334 w 9767847"/>
                <a:gd name="connsiteY59" fmla="*/ 3463057 h 6858000"/>
                <a:gd name="connsiteX60" fmla="*/ 9329363 w 9767847"/>
                <a:gd name="connsiteY60" fmla="*/ 3411810 h 6858000"/>
                <a:gd name="connsiteX61" fmla="*/ 9328319 w 9767847"/>
                <a:gd name="connsiteY61" fmla="*/ 3400657 h 6858000"/>
                <a:gd name="connsiteX62" fmla="*/ 9327177 w 9767847"/>
                <a:gd name="connsiteY62" fmla="*/ 3390116 h 6858000"/>
                <a:gd name="connsiteX63" fmla="*/ 9324293 w 9767847"/>
                <a:gd name="connsiteY63" fmla="*/ 3366774 h 6858000"/>
                <a:gd name="connsiteX64" fmla="*/ 9320763 w 9767847"/>
                <a:gd name="connsiteY64" fmla="*/ 3340329 h 6858000"/>
                <a:gd name="connsiteX65" fmla="*/ 9317184 w 9767847"/>
                <a:gd name="connsiteY65" fmla="*/ 3311245 h 6858000"/>
                <a:gd name="connsiteX66" fmla="*/ 9311021 w 9767847"/>
                <a:gd name="connsiteY66" fmla="*/ 3266211 h 6858000"/>
                <a:gd name="connsiteX67" fmla="*/ 9302719 w 9767847"/>
                <a:gd name="connsiteY67" fmla="*/ 3215717 h 6858000"/>
                <a:gd name="connsiteX68" fmla="*/ 9293970 w 9767847"/>
                <a:gd name="connsiteY68" fmla="*/ 3165789 h 6858000"/>
                <a:gd name="connsiteX69" fmla="*/ 9252065 w 9767847"/>
                <a:gd name="connsiteY69" fmla="*/ 2967107 h 6858000"/>
                <a:gd name="connsiteX70" fmla="*/ 9227211 w 9767847"/>
                <a:gd name="connsiteY70" fmla="*/ 2868473 h 6858000"/>
                <a:gd name="connsiteX71" fmla="*/ 9220699 w 9767847"/>
                <a:gd name="connsiteY71" fmla="*/ 2844426 h 6858000"/>
                <a:gd name="connsiteX72" fmla="*/ 9213740 w 9767847"/>
                <a:gd name="connsiteY72" fmla="*/ 2820191 h 6858000"/>
                <a:gd name="connsiteX73" fmla="*/ 9199374 w 9767847"/>
                <a:gd name="connsiteY73" fmla="*/ 2771438 h 6858000"/>
                <a:gd name="connsiteX74" fmla="*/ 9061829 w 9767847"/>
                <a:gd name="connsiteY74" fmla="*/ 2385418 h 6858000"/>
                <a:gd name="connsiteX75" fmla="*/ 8978865 w 9767847"/>
                <a:gd name="connsiteY75" fmla="*/ 2196855 h 6858000"/>
                <a:gd name="connsiteX76" fmla="*/ 8956694 w 9767847"/>
                <a:gd name="connsiteY76" fmla="*/ 2150219 h 6858000"/>
                <a:gd name="connsiteX77" fmla="*/ 8934176 w 9767847"/>
                <a:gd name="connsiteY77" fmla="*/ 2103914 h 6858000"/>
                <a:gd name="connsiteX78" fmla="*/ 8887151 w 9767847"/>
                <a:gd name="connsiteY78" fmla="*/ 2011350 h 6858000"/>
                <a:gd name="connsiteX79" fmla="*/ 8787533 w 9767847"/>
                <a:gd name="connsiteY79" fmla="*/ 1828527 h 6858000"/>
                <a:gd name="connsiteX80" fmla="*/ 8761485 w 9767847"/>
                <a:gd name="connsiteY80" fmla="*/ 1783398 h 6858000"/>
                <a:gd name="connsiteX81" fmla="*/ 8734791 w 9767847"/>
                <a:gd name="connsiteY81" fmla="*/ 1737893 h 6858000"/>
                <a:gd name="connsiteX82" fmla="*/ 8680808 w 9767847"/>
                <a:gd name="connsiteY82" fmla="*/ 1648812 h 6858000"/>
                <a:gd name="connsiteX83" fmla="*/ 8567024 w 9767847"/>
                <a:gd name="connsiteY83" fmla="*/ 1472906 h 6858000"/>
                <a:gd name="connsiteX84" fmla="*/ 8537446 w 9767847"/>
                <a:gd name="connsiteY84" fmla="*/ 1429330 h 6858000"/>
                <a:gd name="connsiteX85" fmla="*/ 8507423 w 9767847"/>
                <a:gd name="connsiteY85" fmla="*/ 1385896 h 6858000"/>
                <a:gd name="connsiteX86" fmla="*/ 8446529 w 9767847"/>
                <a:gd name="connsiteY86" fmla="*/ 1300295 h 6858000"/>
                <a:gd name="connsiteX87" fmla="*/ 8319224 w 9767847"/>
                <a:gd name="connsiteY87" fmla="*/ 1131026 h 6858000"/>
                <a:gd name="connsiteX88" fmla="*/ 8286366 w 9767847"/>
                <a:gd name="connsiteY88" fmla="*/ 1089050 h 6858000"/>
                <a:gd name="connsiteX89" fmla="*/ 8270161 w 9767847"/>
                <a:gd name="connsiteY89" fmla="*/ 1068439 h 6858000"/>
                <a:gd name="connsiteX90" fmla="*/ 8253856 w 9767847"/>
                <a:gd name="connsiteY90" fmla="*/ 1048156 h 6858000"/>
                <a:gd name="connsiteX91" fmla="*/ 8186352 w 9767847"/>
                <a:gd name="connsiteY91" fmla="*/ 966275 h 6858000"/>
                <a:gd name="connsiteX92" fmla="*/ 8046768 w 9767847"/>
                <a:gd name="connsiteY92" fmla="*/ 805429 h 6858000"/>
                <a:gd name="connsiteX93" fmla="*/ 8010927 w 9767847"/>
                <a:gd name="connsiteY93" fmla="*/ 765853 h 6858000"/>
                <a:gd name="connsiteX94" fmla="*/ 7974788 w 9767847"/>
                <a:gd name="connsiteY94" fmla="*/ 726653 h 6858000"/>
                <a:gd name="connsiteX95" fmla="*/ 7901070 w 9767847"/>
                <a:gd name="connsiteY95" fmla="*/ 648724 h 6858000"/>
                <a:gd name="connsiteX96" fmla="*/ 7750054 w 9767847"/>
                <a:gd name="connsiteY96" fmla="*/ 497008 h 6858000"/>
                <a:gd name="connsiteX97" fmla="*/ 7592277 w 9767847"/>
                <a:gd name="connsiteY97" fmla="*/ 351221 h 6858000"/>
                <a:gd name="connsiteX98" fmla="*/ 7257734 w 9767847"/>
                <a:gd name="connsiteY98" fmla="*/ 76964 h 6858000"/>
                <a:gd name="connsiteX99" fmla="*/ 1886601 w 9767847"/>
                <a:gd name="connsiteY99" fmla="*/ 0 h 6858000"/>
                <a:gd name="connsiteX100" fmla="*/ 2292926 w 9767847"/>
                <a:gd name="connsiteY100" fmla="*/ 0 h 6858000"/>
                <a:gd name="connsiteX101" fmla="*/ 2135542 w 9767847"/>
                <a:gd name="connsiteY101" fmla="*/ 117781 h 6858000"/>
                <a:gd name="connsiteX102" fmla="*/ 1969576 w 9767847"/>
                <a:gd name="connsiteY102" fmla="*/ 254986 h 6858000"/>
                <a:gd name="connsiteX103" fmla="*/ 1659938 w 9767847"/>
                <a:gd name="connsiteY103" fmla="*/ 549855 h 6858000"/>
                <a:gd name="connsiteX104" fmla="*/ 729383 w 9767847"/>
                <a:gd name="connsiteY104" fmla="*/ 1936480 h 6858000"/>
                <a:gd name="connsiteX105" fmla="*/ 578465 w 9767847"/>
                <a:gd name="connsiteY105" fmla="*/ 2320807 h 6858000"/>
                <a:gd name="connsiteX106" fmla="*/ 465080 w 9767847"/>
                <a:gd name="connsiteY106" fmla="*/ 2714875 h 6858000"/>
                <a:gd name="connsiteX107" fmla="*/ 423820 w 9767847"/>
                <a:gd name="connsiteY107" fmla="*/ 2915436 h 6858000"/>
                <a:gd name="connsiteX108" fmla="*/ 392355 w 9767847"/>
                <a:gd name="connsiteY108" fmla="*/ 3118071 h 6858000"/>
                <a:gd name="connsiteX109" fmla="*/ 358801 w 9767847"/>
                <a:gd name="connsiteY109" fmla="*/ 3526915 h 6858000"/>
                <a:gd name="connsiteX110" fmla="*/ 410350 w 9767847"/>
                <a:gd name="connsiteY110" fmla="*/ 4348226 h 6858000"/>
                <a:gd name="connsiteX111" fmla="*/ 449022 w 9767847"/>
                <a:gd name="connsiteY111" fmla="*/ 4551049 h 6858000"/>
                <a:gd name="connsiteX112" fmla="*/ 498882 w 9767847"/>
                <a:gd name="connsiteY112" fmla="*/ 4752365 h 6858000"/>
                <a:gd name="connsiteX113" fmla="*/ 559775 w 9767847"/>
                <a:gd name="connsiteY113" fmla="*/ 4951657 h 6858000"/>
                <a:gd name="connsiteX114" fmla="*/ 631406 w 9767847"/>
                <a:gd name="connsiteY114" fmla="*/ 5147986 h 6858000"/>
                <a:gd name="connsiteX115" fmla="*/ 1023461 w 9767847"/>
                <a:gd name="connsiteY115" fmla="*/ 5893957 h 6858000"/>
                <a:gd name="connsiteX116" fmla="*/ 1575880 w 9767847"/>
                <a:gd name="connsiteY116" fmla="*/ 6547646 h 6858000"/>
                <a:gd name="connsiteX117" fmla="*/ 1905228 w 9767847"/>
                <a:gd name="connsiteY117" fmla="*/ 6829468 h 6858000"/>
                <a:gd name="connsiteX118" fmla="*/ 1944230 w 9767847"/>
                <a:gd name="connsiteY118" fmla="*/ 6858000 h 6858000"/>
                <a:gd name="connsiteX119" fmla="*/ 1372541 w 9767847"/>
                <a:gd name="connsiteY119" fmla="*/ 6858000 h 6858000"/>
                <a:gd name="connsiteX120" fmla="*/ 1115251 w 9767847"/>
                <a:gd name="connsiteY120" fmla="*/ 6590005 h 6858000"/>
                <a:gd name="connsiteX121" fmla="*/ 0 w 9767847"/>
                <a:gd name="connsiteY121" fmla="*/ 3649031 h 6858000"/>
                <a:gd name="connsiteX122" fmla="*/ 1777294 w 9767847"/>
                <a:gd name="connsiteY122" fmla="*/ 813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9767847" h="6858000">
                  <a:moveTo>
                    <a:pt x="7151367" y="0"/>
                  </a:moveTo>
                  <a:lnTo>
                    <a:pt x="7881247" y="0"/>
                  </a:lnTo>
                  <a:lnTo>
                    <a:pt x="7990553" y="81317"/>
                  </a:lnTo>
                  <a:cubicBezTo>
                    <a:pt x="9075991" y="929334"/>
                    <a:pt x="9767847" y="2212695"/>
                    <a:pt x="9767847" y="3649031"/>
                  </a:cubicBezTo>
                  <a:cubicBezTo>
                    <a:pt x="9767847" y="4766182"/>
                    <a:pt x="9349317" y="5790792"/>
                    <a:pt x="8652597" y="6590005"/>
                  </a:cubicBezTo>
                  <a:lnTo>
                    <a:pt x="8395306" y="6858000"/>
                  </a:lnTo>
                  <a:lnTo>
                    <a:pt x="6762603" y="6858000"/>
                  </a:lnTo>
                  <a:lnTo>
                    <a:pt x="6765962" y="6854844"/>
                  </a:lnTo>
                  <a:cubicBezTo>
                    <a:pt x="6779036" y="6842703"/>
                    <a:pt x="6791663" y="6829621"/>
                    <a:pt x="6804586" y="6817103"/>
                  </a:cubicBezTo>
                  <a:lnTo>
                    <a:pt x="6881735" y="6741197"/>
                  </a:lnTo>
                  <a:cubicBezTo>
                    <a:pt x="6907435" y="6715881"/>
                    <a:pt x="6933134" y="6690798"/>
                    <a:pt x="6958883" y="6664822"/>
                  </a:cubicBezTo>
                  <a:lnTo>
                    <a:pt x="7267925" y="6355694"/>
                  </a:lnTo>
                  <a:lnTo>
                    <a:pt x="7424360" y="6200685"/>
                  </a:lnTo>
                  <a:cubicBezTo>
                    <a:pt x="7450754" y="6174802"/>
                    <a:pt x="7477598" y="6148731"/>
                    <a:pt x="7504938" y="6122708"/>
                  </a:cubicBezTo>
                  <a:lnTo>
                    <a:pt x="7546396" y="6083697"/>
                  </a:lnTo>
                  <a:cubicBezTo>
                    <a:pt x="7560264" y="6070803"/>
                    <a:pt x="7574780" y="6057532"/>
                    <a:pt x="7588002" y="6045532"/>
                  </a:cubicBezTo>
                  <a:lnTo>
                    <a:pt x="7631000" y="6006709"/>
                  </a:lnTo>
                  <a:lnTo>
                    <a:pt x="7675440" y="5968309"/>
                  </a:lnTo>
                  <a:cubicBezTo>
                    <a:pt x="7690404" y="5955698"/>
                    <a:pt x="7705564" y="5943321"/>
                    <a:pt x="7720626" y="5930851"/>
                  </a:cubicBezTo>
                  <a:cubicBezTo>
                    <a:pt x="7735738" y="5918427"/>
                    <a:pt x="7751197" y="5906521"/>
                    <a:pt x="7766458" y="5894334"/>
                  </a:cubicBezTo>
                  <a:cubicBezTo>
                    <a:pt x="7827949" y="5846192"/>
                    <a:pt x="7890979" y="5800499"/>
                    <a:pt x="7955254" y="5756828"/>
                  </a:cubicBezTo>
                  <a:cubicBezTo>
                    <a:pt x="8083800" y="5669534"/>
                    <a:pt x="8216872" y="5590336"/>
                    <a:pt x="8352678" y="5517630"/>
                  </a:cubicBezTo>
                  <a:lnTo>
                    <a:pt x="8451350" y="5465254"/>
                  </a:lnTo>
                  <a:lnTo>
                    <a:pt x="8548532" y="5413395"/>
                  </a:lnTo>
                  <a:cubicBezTo>
                    <a:pt x="8612110" y="5379090"/>
                    <a:pt x="8673251" y="5345208"/>
                    <a:pt x="8729473" y="5309961"/>
                  </a:cubicBezTo>
                  <a:cubicBezTo>
                    <a:pt x="8743591" y="5301115"/>
                    <a:pt x="8757161" y="5292361"/>
                    <a:pt x="8770781" y="5283232"/>
                  </a:cubicBezTo>
                  <a:cubicBezTo>
                    <a:pt x="8777591" y="5278667"/>
                    <a:pt x="8784451" y="5274103"/>
                    <a:pt x="8790964" y="5269492"/>
                  </a:cubicBezTo>
                  <a:cubicBezTo>
                    <a:pt x="8797574" y="5264879"/>
                    <a:pt x="8804235" y="5260314"/>
                    <a:pt x="8810499" y="5255703"/>
                  </a:cubicBezTo>
                  <a:cubicBezTo>
                    <a:pt x="8835999" y="5237303"/>
                    <a:pt x="8860407" y="5218291"/>
                    <a:pt x="8883571" y="5198479"/>
                  </a:cubicBezTo>
                  <a:cubicBezTo>
                    <a:pt x="8929900" y="5158856"/>
                    <a:pt x="8971258" y="5116315"/>
                    <a:pt x="9006651" y="5070527"/>
                  </a:cubicBezTo>
                  <a:cubicBezTo>
                    <a:pt x="9015351" y="5059328"/>
                    <a:pt x="9024398" y="5046857"/>
                    <a:pt x="9033494" y="5034105"/>
                  </a:cubicBezTo>
                  <a:lnTo>
                    <a:pt x="9040305" y="5024551"/>
                  </a:lnTo>
                  <a:lnTo>
                    <a:pt x="9046568" y="5015281"/>
                  </a:lnTo>
                  <a:cubicBezTo>
                    <a:pt x="9050743" y="5009163"/>
                    <a:pt x="9054819" y="5002952"/>
                    <a:pt x="9058846" y="4996645"/>
                  </a:cubicBezTo>
                  <a:cubicBezTo>
                    <a:pt x="9075002" y="4971517"/>
                    <a:pt x="9090212" y="4945305"/>
                    <a:pt x="9104529" y="4918105"/>
                  </a:cubicBezTo>
                  <a:cubicBezTo>
                    <a:pt x="9133211" y="4863752"/>
                    <a:pt x="9158313" y="4805447"/>
                    <a:pt x="9181081" y="4744694"/>
                  </a:cubicBezTo>
                  <a:cubicBezTo>
                    <a:pt x="9203748" y="4684178"/>
                    <a:pt x="9223383" y="4621778"/>
                    <a:pt x="9240731" y="4557872"/>
                  </a:cubicBezTo>
                  <a:cubicBezTo>
                    <a:pt x="9249481" y="4525966"/>
                    <a:pt x="9257682" y="4493684"/>
                    <a:pt x="9265388" y="4461073"/>
                  </a:cubicBezTo>
                  <a:cubicBezTo>
                    <a:pt x="9269215" y="4444744"/>
                    <a:pt x="9272943" y="4428367"/>
                    <a:pt x="9276571" y="4411943"/>
                  </a:cubicBezTo>
                  <a:lnTo>
                    <a:pt x="9281841" y="4387379"/>
                  </a:lnTo>
                  <a:lnTo>
                    <a:pt x="9286513" y="4364838"/>
                  </a:lnTo>
                  <a:lnTo>
                    <a:pt x="9296754" y="4312038"/>
                  </a:lnTo>
                  <a:lnTo>
                    <a:pt x="9301029" y="4289074"/>
                  </a:lnTo>
                  <a:lnTo>
                    <a:pt x="9302818" y="4278581"/>
                  </a:lnTo>
                  <a:lnTo>
                    <a:pt x="9304658" y="4266816"/>
                  </a:lnTo>
                  <a:lnTo>
                    <a:pt x="9312810" y="4215945"/>
                  </a:lnTo>
                  <a:lnTo>
                    <a:pt x="9316887" y="4190486"/>
                  </a:lnTo>
                  <a:lnTo>
                    <a:pt x="9318923" y="4177780"/>
                  </a:lnTo>
                  <a:cubicBezTo>
                    <a:pt x="9319570" y="4173546"/>
                    <a:pt x="9319969" y="4169169"/>
                    <a:pt x="9320515" y="4164886"/>
                  </a:cubicBezTo>
                  <a:lnTo>
                    <a:pt x="9332445" y="4064981"/>
                  </a:lnTo>
                  <a:cubicBezTo>
                    <a:pt x="9333836" y="4052370"/>
                    <a:pt x="9334880" y="4036888"/>
                    <a:pt x="9336173" y="4018676"/>
                  </a:cubicBezTo>
                  <a:lnTo>
                    <a:pt x="9340199" y="3965171"/>
                  </a:lnTo>
                  <a:cubicBezTo>
                    <a:pt x="9345071" y="3899806"/>
                    <a:pt x="9347358" y="3832983"/>
                    <a:pt x="9347557" y="3765972"/>
                  </a:cubicBezTo>
                  <a:cubicBezTo>
                    <a:pt x="9347656" y="3732420"/>
                    <a:pt x="9347209" y="3698773"/>
                    <a:pt x="9346364" y="3664938"/>
                  </a:cubicBezTo>
                  <a:lnTo>
                    <a:pt x="9344921" y="3615243"/>
                  </a:lnTo>
                  <a:lnTo>
                    <a:pt x="9344524" y="3603526"/>
                  </a:lnTo>
                  <a:lnTo>
                    <a:pt x="9343728" y="3590774"/>
                  </a:lnTo>
                  <a:lnTo>
                    <a:pt x="9342188" y="3565268"/>
                  </a:lnTo>
                  <a:lnTo>
                    <a:pt x="9339056" y="3514256"/>
                  </a:lnTo>
                  <a:cubicBezTo>
                    <a:pt x="9337914" y="3497221"/>
                    <a:pt x="9335874" y="3480138"/>
                    <a:pt x="9334334" y="3463057"/>
                  </a:cubicBezTo>
                  <a:lnTo>
                    <a:pt x="9329363" y="3411810"/>
                  </a:lnTo>
                  <a:lnTo>
                    <a:pt x="9328319" y="3400657"/>
                  </a:lnTo>
                  <a:lnTo>
                    <a:pt x="9327177" y="3390116"/>
                  </a:lnTo>
                  <a:lnTo>
                    <a:pt x="9324293" y="3366774"/>
                  </a:lnTo>
                  <a:lnTo>
                    <a:pt x="9320763" y="3340329"/>
                  </a:lnTo>
                  <a:lnTo>
                    <a:pt x="9317184" y="3311245"/>
                  </a:lnTo>
                  <a:cubicBezTo>
                    <a:pt x="9315594" y="3296893"/>
                    <a:pt x="9313506" y="3282306"/>
                    <a:pt x="9311021" y="3266211"/>
                  </a:cubicBezTo>
                  <a:lnTo>
                    <a:pt x="9302719" y="3215717"/>
                  </a:lnTo>
                  <a:cubicBezTo>
                    <a:pt x="9299936" y="3199059"/>
                    <a:pt x="9297003" y="3182400"/>
                    <a:pt x="9293970" y="3165789"/>
                  </a:cubicBezTo>
                  <a:cubicBezTo>
                    <a:pt x="9281891" y="3099295"/>
                    <a:pt x="9267674" y="3033084"/>
                    <a:pt x="9252065" y="2967107"/>
                  </a:cubicBezTo>
                  <a:cubicBezTo>
                    <a:pt x="9244261" y="2934167"/>
                    <a:pt x="9235959" y="2901273"/>
                    <a:pt x="9227211" y="2868473"/>
                  </a:cubicBezTo>
                  <a:lnTo>
                    <a:pt x="9220699" y="2844426"/>
                  </a:lnTo>
                  <a:lnTo>
                    <a:pt x="9213740" y="2820191"/>
                  </a:lnTo>
                  <a:cubicBezTo>
                    <a:pt x="9209216" y="2804049"/>
                    <a:pt x="9204345" y="2787768"/>
                    <a:pt x="9199374" y="2771438"/>
                  </a:cubicBezTo>
                  <a:cubicBezTo>
                    <a:pt x="9159855" y="2641086"/>
                    <a:pt x="9114272" y="2512099"/>
                    <a:pt x="9061829" y="2385418"/>
                  </a:cubicBezTo>
                  <a:cubicBezTo>
                    <a:pt x="9035582" y="2322077"/>
                    <a:pt x="9008043" y="2259160"/>
                    <a:pt x="8978865" y="2196855"/>
                  </a:cubicBezTo>
                  <a:lnTo>
                    <a:pt x="8956694" y="2150219"/>
                  </a:lnTo>
                  <a:lnTo>
                    <a:pt x="8934176" y="2103914"/>
                  </a:lnTo>
                  <a:cubicBezTo>
                    <a:pt x="8918915" y="2073091"/>
                    <a:pt x="8903157" y="2042032"/>
                    <a:pt x="8887151" y="2011350"/>
                  </a:cubicBezTo>
                  <a:cubicBezTo>
                    <a:pt x="8854988" y="1949891"/>
                    <a:pt x="8822082" y="1888810"/>
                    <a:pt x="8787533" y="1828527"/>
                  </a:cubicBezTo>
                  <a:lnTo>
                    <a:pt x="8761485" y="1783398"/>
                  </a:lnTo>
                  <a:lnTo>
                    <a:pt x="8734791" y="1737893"/>
                  </a:lnTo>
                  <a:cubicBezTo>
                    <a:pt x="8717047" y="1707823"/>
                    <a:pt x="8699200" y="1678363"/>
                    <a:pt x="8680808" y="1648812"/>
                  </a:cubicBezTo>
                  <a:cubicBezTo>
                    <a:pt x="8644322" y="1589658"/>
                    <a:pt x="8606194" y="1531118"/>
                    <a:pt x="8567024" y="1472906"/>
                  </a:cubicBezTo>
                  <a:lnTo>
                    <a:pt x="8537446" y="1429330"/>
                  </a:lnTo>
                  <a:lnTo>
                    <a:pt x="8507423" y="1385896"/>
                  </a:lnTo>
                  <a:cubicBezTo>
                    <a:pt x="8487390" y="1357284"/>
                    <a:pt x="8467158" y="1328719"/>
                    <a:pt x="8446529" y="1300295"/>
                  </a:cubicBezTo>
                  <a:cubicBezTo>
                    <a:pt x="8405271" y="1243496"/>
                    <a:pt x="8362718" y="1187120"/>
                    <a:pt x="8319224" y="1131026"/>
                  </a:cubicBezTo>
                  <a:lnTo>
                    <a:pt x="8286366" y="1089050"/>
                  </a:lnTo>
                  <a:lnTo>
                    <a:pt x="8270161" y="1068439"/>
                  </a:lnTo>
                  <a:lnTo>
                    <a:pt x="8253856" y="1048156"/>
                  </a:lnTo>
                  <a:cubicBezTo>
                    <a:pt x="8231636" y="1020675"/>
                    <a:pt x="8209117" y="993381"/>
                    <a:pt x="8186352" y="966275"/>
                  </a:cubicBezTo>
                  <a:cubicBezTo>
                    <a:pt x="8140917" y="911922"/>
                    <a:pt x="8094240" y="858417"/>
                    <a:pt x="8046768" y="805429"/>
                  </a:cubicBezTo>
                  <a:lnTo>
                    <a:pt x="8010927" y="765853"/>
                  </a:lnTo>
                  <a:lnTo>
                    <a:pt x="7974788" y="726653"/>
                  </a:lnTo>
                  <a:cubicBezTo>
                    <a:pt x="7950382" y="700489"/>
                    <a:pt x="7925824" y="674465"/>
                    <a:pt x="7901070" y="648724"/>
                  </a:cubicBezTo>
                  <a:cubicBezTo>
                    <a:pt x="7851510" y="597289"/>
                    <a:pt x="7801404" y="546514"/>
                    <a:pt x="7750054" y="497008"/>
                  </a:cubicBezTo>
                  <a:cubicBezTo>
                    <a:pt x="7698902" y="447644"/>
                    <a:pt x="7645913" y="398938"/>
                    <a:pt x="7592277" y="351221"/>
                  </a:cubicBezTo>
                  <a:cubicBezTo>
                    <a:pt x="7484856" y="255786"/>
                    <a:pt x="7373308" y="164304"/>
                    <a:pt x="7257734" y="76964"/>
                  </a:cubicBezTo>
                  <a:close/>
                  <a:moveTo>
                    <a:pt x="1886601" y="0"/>
                  </a:moveTo>
                  <a:lnTo>
                    <a:pt x="2292926" y="0"/>
                  </a:lnTo>
                  <a:lnTo>
                    <a:pt x="2135542" y="117781"/>
                  </a:lnTo>
                  <a:cubicBezTo>
                    <a:pt x="2078998" y="162280"/>
                    <a:pt x="2023659" y="208045"/>
                    <a:pt x="1969576" y="254986"/>
                  </a:cubicBezTo>
                  <a:cubicBezTo>
                    <a:pt x="1861309" y="348820"/>
                    <a:pt x="1758064" y="447314"/>
                    <a:pt x="1659938" y="549855"/>
                  </a:cubicBezTo>
                  <a:cubicBezTo>
                    <a:pt x="1266987" y="960346"/>
                    <a:pt x="953820" y="1431495"/>
                    <a:pt x="729383" y="1936480"/>
                  </a:cubicBezTo>
                  <a:cubicBezTo>
                    <a:pt x="673260" y="2062362"/>
                    <a:pt x="622855" y="2190972"/>
                    <a:pt x="578465" y="2320807"/>
                  </a:cubicBezTo>
                  <a:cubicBezTo>
                    <a:pt x="534125" y="2450687"/>
                    <a:pt x="496147" y="2582216"/>
                    <a:pt x="465080" y="2714875"/>
                  </a:cubicBezTo>
                  <a:cubicBezTo>
                    <a:pt x="449769" y="2780991"/>
                    <a:pt x="435850" y="2848191"/>
                    <a:pt x="423820" y="2915436"/>
                  </a:cubicBezTo>
                  <a:cubicBezTo>
                    <a:pt x="411840" y="2982731"/>
                    <a:pt x="401054" y="3050260"/>
                    <a:pt x="392355" y="3118071"/>
                  </a:cubicBezTo>
                  <a:cubicBezTo>
                    <a:pt x="374509" y="3253646"/>
                    <a:pt x="363424" y="3389880"/>
                    <a:pt x="358801" y="3526915"/>
                  </a:cubicBezTo>
                  <a:cubicBezTo>
                    <a:pt x="349009" y="3800843"/>
                    <a:pt x="366357" y="4075570"/>
                    <a:pt x="410350" y="4348226"/>
                  </a:cubicBezTo>
                  <a:cubicBezTo>
                    <a:pt x="421286" y="4416132"/>
                    <a:pt x="434209" y="4483660"/>
                    <a:pt x="449022" y="4551049"/>
                  </a:cubicBezTo>
                  <a:cubicBezTo>
                    <a:pt x="463737" y="4618436"/>
                    <a:pt x="480389" y="4685588"/>
                    <a:pt x="498882" y="4752365"/>
                  </a:cubicBezTo>
                  <a:cubicBezTo>
                    <a:pt x="517373" y="4819141"/>
                    <a:pt x="537704" y="4885635"/>
                    <a:pt x="559775" y="4951657"/>
                  </a:cubicBezTo>
                  <a:cubicBezTo>
                    <a:pt x="581946" y="5017775"/>
                    <a:pt x="605358" y="5083375"/>
                    <a:pt x="631406" y="5147986"/>
                  </a:cubicBezTo>
                  <a:cubicBezTo>
                    <a:pt x="734055" y="5407608"/>
                    <a:pt x="865188" y="5658570"/>
                    <a:pt x="1023461" y="5893957"/>
                  </a:cubicBezTo>
                  <a:cubicBezTo>
                    <a:pt x="1181487" y="6129578"/>
                    <a:pt x="1367051" y="6349247"/>
                    <a:pt x="1575880" y="6547646"/>
                  </a:cubicBezTo>
                  <a:cubicBezTo>
                    <a:pt x="1680269" y="6646916"/>
                    <a:pt x="1790338" y="6740939"/>
                    <a:pt x="1905228" y="6829468"/>
                  </a:cubicBezTo>
                  <a:lnTo>
                    <a:pt x="1944230" y="6858000"/>
                  </a:lnTo>
                  <a:lnTo>
                    <a:pt x="1372541" y="6858000"/>
                  </a:lnTo>
                  <a:lnTo>
                    <a:pt x="1115251" y="6590005"/>
                  </a:lnTo>
                  <a:cubicBezTo>
                    <a:pt x="418530" y="5790792"/>
                    <a:pt x="0" y="4766182"/>
                    <a:pt x="0" y="3649031"/>
                  </a:cubicBezTo>
                  <a:cubicBezTo>
                    <a:pt x="0" y="2212695"/>
                    <a:pt x="691856" y="929334"/>
                    <a:pt x="1777294" y="81317"/>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1" name="Freeform: Shape 20">
              <a:extLst>
                <a:ext uri="{FF2B5EF4-FFF2-40B4-BE49-F238E27FC236}">
                  <a16:creationId xmlns:a16="http://schemas.microsoft.com/office/drawing/2014/main" id="{82B0ED5C-927D-4C5F-8F27-1B403820B9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3402" y="36937"/>
              <a:ext cx="9767847" cy="6858000"/>
            </a:xfrm>
            <a:custGeom>
              <a:avLst/>
              <a:gdLst>
                <a:gd name="connsiteX0" fmla="*/ 7145704 w 9767847"/>
                <a:gd name="connsiteY0" fmla="*/ 0 h 6858000"/>
                <a:gd name="connsiteX1" fmla="*/ 7875738 w 9767847"/>
                <a:gd name="connsiteY1" fmla="*/ 0 h 6858000"/>
                <a:gd name="connsiteX2" fmla="*/ 7990553 w 9767847"/>
                <a:gd name="connsiteY2" fmla="*/ 85415 h 6858000"/>
                <a:gd name="connsiteX3" fmla="*/ 9767847 w 9767847"/>
                <a:gd name="connsiteY3" fmla="*/ 3653129 h 6858000"/>
                <a:gd name="connsiteX4" fmla="*/ 8652597 w 9767847"/>
                <a:gd name="connsiteY4" fmla="*/ 6594103 h 6858000"/>
                <a:gd name="connsiteX5" fmla="*/ 8399240 w 9767847"/>
                <a:gd name="connsiteY5" fmla="*/ 6858000 h 6858000"/>
                <a:gd name="connsiteX6" fmla="*/ 6766926 w 9767847"/>
                <a:gd name="connsiteY6" fmla="*/ 6858000 h 6858000"/>
                <a:gd name="connsiteX7" fmla="*/ 6804586 w 9767847"/>
                <a:gd name="connsiteY7" fmla="*/ 6821201 h 6858000"/>
                <a:gd name="connsiteX8" fmla="*/ 6881735 w 9767847"/>
                <a:gd name="connsiteY8" fmla="*/ 6745295 h 6858000"/>
                <a:gd name="connsiteX9" fmla="*/ 6958883 w 9767847"/>
                <a:gd name="connsiteY9" fmla="*/ 6668920 h 6858000"/>
                <a:gd name="connsiteX10" fmla="*/ 7267925 w 9767847"/>
                <a:gd name="connsiteY10" fmla="*/ 6359792 h 6858000"/>
                <a:gd name="connsiteX11" fmla="*/ 7424360 w 9767847"/>
                <a:gd name="connsiteY11" fmla="*/ 6204783 h 6858000"/>
                <a:gd name="connsiteX12" fmla="*/ 7504938 w 9767847"/>
                <a:gd name="connsiteY12" fmla="*/ 6126806 h 6858000"/>
                <a:gd name="connsiteX13" fmla="*/ 7546396 w 9767847"/>
                <a:gd name="connsiteY13" fmla="*/ 6087795 h 6858000"/>
                <a:gd name="connsiteX14" fmla="*/ 7588002 w 9767847"/>
                <a:gd name="connsiteY14" fmla="*/ 6049630 h 6858000"/>
                <a:gd name="connsiteX15" fmla="*/ 7631000 w 9767847"/>
                <a:gd name="connsiteY15" fmla="*/ 6010807 h 6858000"/>
                <a:gd name="connsiteX16" fmla="*/ 7675440 w 9767847"/>
                <a:gd name="connsiteY16" fmla="*/ 5972407 h 6858000"/>
                <a:gd name="connsiteX17" fmla="*/ 7720626 w 9767847"/>
                <a:gd name="connsiteY17" fmla="*/ 5934949 h 6858000"/>
                <a:gd name="connsiteX18" fmla="*/ 7766458 w 9767847"/>
                <a:gd name="connsiteY18" fmla="*/ 5898432 h 6858000"/>
                <a:gd name="connsiteX19" fmla="*/ 7955254 w 9767847"/>
                <a:gd name="connsiteY19" fmla="*/ 5760926 h 6858000"/>
                <a:gd name="connsiteX20" fmla="*/ 8352678 w 9767847"/>
                <a:gd name="connsiteY20" fmla="*/ 5521728 h 6858000"/>
                <a:gd name="connsiteX21" fmla="*/ 8451350 w 9767847"/>
                <a:gd name="connsiteY21" fmla="*/ 5469352 h 6858000"/>
                <a:gd name="connsiteX22" fmla="*/ 8548532 w 9767847"/>
                <a:gd name="connsiteY22" fmla="*/ 5417493 h 6858000"/>
                <a:gd name="connsiteX23" fmla="*/ 8729473 w 9767847"/>
                <a:gd name="connsiteY23" fmla="*/ 5314059 h 6858000"/>
                <a:gd name="connsiteX24" fmla="*/ 8770781 w 9767847"/>
                <a:gd name="connsiteY24" fmla="*/ 5287330 h 6858000"/>
                <a:gd name="connsiteX25" fmla="*/ 8790964 w 9767847"/>
                <a:gd name="connsiteY25" fmla="*/ 5273590 h 6858000"/>
                <a:gd name="connsiteX26" fmla="*/ 8810499 w 9767847"/>
                <a:gd name="connsiteY26" fmla="*/ 5259801 h 6858000"/>
                <a:gd name="connsiteX27" fmla="*/ 8883571 w 9767847"/>
                <a:gd name="connsiteY27" fmla="*/ 5202577 h 6858000"/>
                <a:gd name="connsiteX28" fmla="*/ 9006651 w 9767847"/>
                <a:gd name="connsiteY28" fmla="*/ 5074625 h 6858000"/>
                <a:gd name="connsiteX29" fmla="*/ 9033494 w 9767847"/>
                <a:gd name="connsiteY29" fmla="*/ 5038203 h 6858000"/>
                <a:gd name="connsiteX30" fmla="*/ 9040305 w 9767847"/>
                <a:gd name="connsiteY30" fmla="*/ 5028649 h 6858000"/>
                <a:gd name="connsiteX31" fmla="*/ 9046568 w 9767847"/>
                <a:gd name="connsiteY31" fmla="*/ 5019379 h 6858000"/>
                <a:gd name="connsiteX32" fmla="*/ 9058846 w 9767847"/>
                <a:gd name="connsiteY32" fmla="*/ 5000743 h 6858000"/>
                <a:gd name="connsiteX33" fmla="*/ 9104529 w 9767847"/>
                <a:gd name="connsiteY33" fmla="*/ 4922203 h 6858000"/>
                <a:gd name="connsiteX34" fmla="*/ 9181081 w 9767847"/>
                <a:gd name="connsiteY34" fmla="*/ 4748792 h 6858000"/>
                <a:gd name="connsiteX35" fmla="*/ 9240731 w 9767847"/>
                <a:gd name="connsiteY35" fmla="*/ 4561970 h 6858000"/>
                <a:gd name="connsiteX36" fmla="*/ 9265388 w 9767847"/>
                <a:gd name="connsiteY36" fmla="*/ 4465171 h 6858000"/>
                <a:gd name="connsiteX37" fmla="*/ 9276571 w 9767847"/>
                <a:gd name="connsiteY37" fmla="*/ 4416041 h 6858000"/>
                <a:gd name="connsiteX38" fmla="*/ 9281841 w 9767847"/>
                <a:gd name="connsiteY38" fmla="*/ 4391477 h 6858000"/>
                <a:gd name="connsiteX39" fmla="*/ 9286513 w 9767847"/>
                <a:gd name="connsiteY39" fmla="*/ 4368936 h 6858000"/>
                <a:gd name="connsiteX40" fmla="*/ 9296754 w 9767847"/>
                <a:gd name="connsiteY40" fmla="*/ 4316136 h 6858000"/>
                <a:gd name="connsiteX41" fmla="*/ 9301029 w 9767847"/>
                <a:gd name="connsiteY41" fmla="*/ 4293172 h 6858000"/>
                <a:gd name="connsiteX42" fmla="*/ 9302818 w 9767847"/>
                <a:gd name="connsiteY42" fmla="*/ 4282679 h 6858000"/>
                <a:gd name="connsiteX43" fmla="*/ 9304658 w 9767847"/>
                <a:gd name="connsiteY43" fmla="*/ 4270914 h 6858000"/>
                <a:gd name="connsiteX44" fmla="*/ 9312810 w 9767847"/>
                <a:gd name="connsiteY44" fmla="*/ 4220043 h 6858000"/>
                <a:gd name="connsiteX45" fmla="*/ 9316887 w 9767847"/>
                <a:gd name="connsiteY45" fmla="*/ 4194584 h 6858000"/>
                <a:gd name="connsiteX46" fmla="*/ 9318923 w 9767847"/>
                <a:gd name="connsiteY46" fmla="*/ 4181878 h 6858000"/>
                <a:gd name="connsiteX47" fmla="*/ 9320515 w 9767847"/>
                <a:gd name="connsiteY47" fmla="*/ 4168984 h 6858000"/>
                <a:gd name="connsiteX48" fmla="*/ 9332445 w 9767847"/>
                <a:gd name="connsiteY48" fmla="*/ 4069079 h 6858000"/>
                <a:gd name="connsiteX49" fmla="*/ 9336173 w 9767847"/>
                <a:gd name="connsiteY49" fmla="*/ 4022774 h 6858000"/>
                <a:gd name="connsiteX50" fmla="*/ 9340199 w 9767847"/>
                <a:gd name="connsiteY50" fmla="*/ 3969269 h 6858000"/>
                <a:gd name="connsiteX51" fmla="*/ 9347557 w 9767847"/>
                <a:gd name="connsiteY51" fmla="*/ 3770070 h 6858000"/>
                <a:gd name="connsiteX52" fmla="*/ 9346364 w 9767847"/>
                <a:gd name="connsiteY52" fmla="*/ 3669036 h 6858000"/>
                <a:gd name="connsiteX53" fmla="*/ 9344921 w 9767847"/>
                <a:gd name="connsiteY53" fmla="*/ 3619341 h 6858000"/>
                <a:gd name="connsiteX54" fmla="*/ 9344524 w 9767847"/>
                <a:gd name="connsiteY54" fmla="*/ 3607624 h 6858000"/>
                <a:gd name="connsiteX55" fmla="*/ 9343728 w 9767847"/>
                <a:gd name="connsiteY55" fmla="*/ 3594872 h 6858000"/>
                <a:gd name="connsiteX56" fmla="*/ 9342188 w 9767847"/>
                <a:gd name="connsiteY56" fmla="*/ 3569366 h 6858000"/>
                <a:gd name="connsiteX57" fmla="*/ 9339056 w 9767847"/>
                <a:gd name="connsiteY57" fmla="*/ 3518354 h 6858000"/>
                <a:gd name="connsiteX58" fmla="*/ 9334334 w 9767847"/>
                <a:gd name="connsiteY58" fmla="*/ 3467155 h 6858000"/>
                <a:gd name="connsiteX59" fmla="*/ 9329363 w 9767847"/>
                <a:gd name="connsiteY59" fmla="*/ 3415908 h 6858000"/>
                <a:gd name="connsiteX60" fmla="*/ 9328319 w 9767847"/>
                <a:gd name="connsiteY60" fmla="*/ 3404755 h 6858000"/>
                <a:gd name="connsiteX61" fmla="*/ 9327177 w 9767847"/>
                <a:gd name="connsiteY61" fmla="*/ 3394214 h 6858000"/>
                <a:gd name="connsiteX62" fmla="*/ 9324293 w 9767847"/>
                <a:gd name="connsiteY62" fmla="*/ 3370872 h 6858000"/>
                <a:gd name="connsiteX63" fmla="*/ 9320763 w 9767847"/>
                <a:gd name="connsiteY63" fmla="*/ 3344427 h 6858000"/>
                <a:gd name="connsiteX64" fmla="*/ 9317184 w 9767847"/>
                <a:gd name="connsiteY64" fmla="*/ 3315343 h 6858000"/>
                <a:gd name="connsiteX65" fmla="*/ 9311021 w 9767847"/>
                <a:gd name="connsiteY65" fmla="*/ 3270309 h 6858000"/>
                <a:gd name="connsiteX66" fmla="*/ 9302719 w 9767847"/>
                <a:gd name="connsiteY66" fmla="*/ 3219815 h 6858000"/>
                <a:gd name="connsiteX67" fmla="*/ 9293970 w 9767847"/>
                <a:gd name="connsiteY67" fmla="*/ 3169887 h 6858000"/>
                <a:gd name="connsiteX68" fmla="*/ 9252065 w 9767847"/>
                <a:gd name="connsiteY68" fmla="*/ 2971205 h 6858000"/>
                <a:gd name="connsiteX69" fmla="*/ 9227211 w 9767847"/>
                <a:gd name="connsiteY69" fmla="*/ 2872571 h 6858000"/>
                <a:gd name="connsiteX70" fmla="*/ 9220699 w 9767847"/>
                <a:gd name="connsiteY70" fmla="*/ 2848524 h 6858000"/>
                <a:gd name="connsiteX71" fmla="*/ 9213740 w 9767847"/>
                <a:gd name="connsiteY71" fmla="*/ 2824289 h 6858000"/>
                <a:gd name="connsiteX72" fmla="*/ 9199374 w 9767847"/>
                <a:gd name="connsiteY72" fmla="*/ 2775536 h 6858000"/>
                <a:gd name="connsiteX73" fmla="*/ 9061829 w 9767847"/>
                <a:gd name="connsiteY73" fmla="*/ 2389515 h 6858000"/>
                <a:gd name="connsiteX74" fmla="*/ 8978865 w 9767847"/>
                <a:gd name="connsiteY74" fmla="*/ 2200953 h 6858000"/>
                <a:gd name="connsiteX75" fmla="*/ 8956694 w 9767847"/>
                <a:gd name="connsiteY75" fmla="*/ 2154317 h 6858000"/>
                <a:gd name="connsiteX76" fmla="*/ 8934176 w 9767847"/>
                <a:gd name="connsiteY76" fmla="*/ 2108012 h 6858000"/>
                <a:gd name="connsiteX77" fmla="*/ 8887151 w 9767847"/>
                <a:gd name="connsiteY77" fmla="*/ 2015448 h 6858000"/>
                <a:gd name="connsiteX78" fmla="*/ 8787533 w 9767847"/>
                <a:gd name="connsiteY78" fmla="*/ 1832625 h 6858000"/>
                <a:gd name="connsiteX79" fmla="*/ 8761485 w 9767847"/>
                <a:gd name="connsiteY79" fmla="*/ 1787496 h 6858000"/>
                <a:gd name="connsiteX80" fmla="*/ 8734791 w 9767847"/>
                <a:gd name="connsiteY80" fmla="*/ 1741991 h 6858000"/>
                <a:gd name="connsiteX81" fmla="*/ 8680808 w 9767847"/>
                <a:gd name="connsiteY81" fmla="*/ 1652910 h 6858000"/>
                <a:gd name="connsiteX82" fmla="*/ 8567024 w 9767847"/>
                <a:gd name="connsiteY82" fmla="*/ 1477004 h 6858000"/>
                <a:gd name="connsiteX83" fmla="*/ 8537446 w 9767847"/>
                <a:gd name="connsiteY83" fmla="*/ 1433428 h 6858000"/>
                <a:gd name="connsiteX84" fmla="*/ 8507423 w 9767847"/>
                <a:gd name="connsiteY84" fmla="*/ 1389994 h 6858000"/>
                <a:gd name="connsiteX85" fmla="*/ 8446529 w 9767847"/>
                <a:gd name="connsiteY85" fmla="*/ 1304393 h 6858000"/>
                <a:gd name="connsiteX86" fmla="*/ 8319224 w 9767847"/>
                <a:gd name="connsiteY86" fmla="*/ 1135124 h 6858000"/>
                <a:gd name="connsiteX87" fmla="*/ 8286366 w 9767847"/>
                <a:gd name="connsiteY87" fmla="*/ 1093148 h 6858000"/>
                <a:gd name="connsiteX88" fmla="*/ 8270161 w 9767847"/>
                <a:gd name="connsiteY88" fmla="*/ 1072538 h 6858000"/>
                <a:gd name="connsiteX89" fmla="*/ 8253856 w 9767847"/>
                <a:gd name="connsiteY89" fmla="*/ 1052254 h 6858000"/>
                <a:gd name="connsiteX90" fmla="*/ 8186352 w 9767847"/>
                <a:gd name="connsiteY90" fmla="*/ 970373 h 6858000"/>
                <a:gd name="connsiteX91" fmla="*/ 8046768 w 9767847"/>
                <a:gd name="connsiteY91" fmla="*/ 809527 h 6858000"/>
                <a:gd name="connsiteX92" fmla="*/ 8010927 w 9767847"/>
                <a:gd name="connsiteY92" fmla="*/ 769951 h 6858000"/>
                <a:gd name="connsiteX93" fmla="*/ 7974788 w 9767847"/>
                <a:gd name="connsiteY93" fmla="*/ 730751 h 6858000"/>
                <a:gd name="connsiteX94" fmla="*/ 7901070 w 9767847"/>
                <a:gd name="connsiteY94" fmla="*/ 652823 h 6858000"/>
                <a:gd name="connsiteX95" fmla="*/ 7750054 w 9767847"/>
                <a:gd name="connsiteY95" fmla="*/ 501106 h 6858000"/>
                <a:gd name="connsiteX96" fmla="*/ 7592277 w 9767847"/>
                <a:gd name="connsiteY96" fmla="*/ 355319 h 6858000"/>
                <a:gd name="connsiteX97" fmla="*/ 7257734 w 9767847"/>
                <a:gd name="connsiteY97" fmla="*/ 81062 h 6858000"/>
                <a:gd name="connsiteX98" fmla="*/ 1892109 w 9767847"/>
                <a:gd name="connsiteY98" fmla="*/ 0 h 6858000"/>
                <a:gd name="connsiteX99" fmla="*/ 2298402 w 9767847"/>
                <a:gd name="connsiteY99" fmla="*/ 0 h 6858000"/>
                <a:gd name="connsiteX100" fmla="*/ 2135542 w 9767847"/>
                <a:gd name="connsiteY100" fmla="*/ 121879 h 6858000"/>
                <a:gd name="connsiteX101" fmla="*/ 1969576 w 9767847"/>
                <a:gd name="connsiteY101" fmla="*/ 259084 h 6858000"/>
                <a:gd name="connsiteX102" fmla="*/ 1659938 w 9767847"/>
                <a:gd name="connsiteY102" fmla="*/ 553953 h 6858000"/>
                <a:gd name="connsiteX103" fmla="*/ 729383 w 9767847"/>
                <a:gd name="connsiteY103" fmla="*/ 1940578 h 6858000"/>
                <a:gd name="connsiteX104" fmla="*/ 578465 w 9767847"/>
                <a:gd name="connsiteY104" fmla="*/ 2324905 h 6858000"/>
                <a:gd name="connsiteX105" fmla="*/ 465080 w 9767847"/>
                <a:gd name="connsiteY105" fmla="*/ 2718973 h 6858000"/>
                <a:gd name="connsiteX106" fmla="*/ 423820 w 9767847"/>
                <a:gd name="connsiteY106" fmla="*/ 2919535 h 6858000"/>
                <a:gd name="connsiteX107" fmla="*/ 392355 w 9767847"/>
                <a:gd name="connsiteY107" fmla="*/ 3122169 h 6858000"/>
                <a:gd name="connsiteX108" fmla="*/ 358801 w 9767847"/>
                <a:gd name="connsiteY108" fmla="*/ 3531013 h 6858000"/>
                <a:gd name="connsiteX109" fmla="*/ 410350 w 9767847"/>
                <a:gd name="connsiteY109" fmla="*/ 4352324 h 6858000"/>
                <a:gd name="connsiteX110" fmla="*/ 449022 w 9767847"/>
                <a:gd name="connsiteY110" fmla="*/ 4555147 h 6858000"/>
                <a:gd name="connsiteX111" fmla="*/ 498882 w 9767847"/>
                <a:gd name="connsiteY111" fmla="*/ 4756463 h 6858000"/>
                <a:gd name="connsiteX112" fmla="*/ 559775 w 9767847"/>
                <a:gd name="connsiteY112" fmla="*/ 4955755 h 6858000"/>
                <a:gd name="connsiteX113" fmla="*/ 631406 w 9767847"/>
                <a:gd name="connsiteY113" fmla="*/ 5152084 h 6858000"/>
                <a:gd name="connsiteX114" fmla="*/ 1023461 w 9767847"/>
                <a:gd name="connsiteY114" fmla="*/ 5898055 h 6858000"/>
                <a:gd name="connsiteX115" fmla="*/ 1575880 w 9767847"/>
                <a:gd name="connsiteY115" fmla="*/ 6551744 h 6858000"/>
                <a:gd name="connsiteX116" fmla="*/ 1905228 w 9767847"/>
                <a:gd name="connsiteY116" fmla="*/ 6833566 h 6858000"/>
                <a:gd name="connsiteX117" fmla="*/ 1938629 w 9767847"/>
                <a:gd name="connsiteY117" fmla="*/ 6858000 h 6858000"/>
                <a:gd name="connsiteX118" fmla="*/ 1368607 w 9767847"/>
                <a:gd name="connsiteY118" fmla="*/ 6858000 h 6858000"/>
                <a:gd name="connsiteX119" fmla="*/ 1115251 w 9767847"/>
                <a:gd name="connsiteY119" fmla="*/ 6594103 h 6858000"/>
                <a:gd name="connsiteX120" fmla="*/ 0 w 9767847"/>
                <a:gd name="connsiteY120" fmla="*/ 3653129 h 6858000"/>
                <a:gd name="connsiteX121" fmla="*/ 1777294 w 9767847"/>
                <a:gd name="connsiteY121" fmla="*/ 854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9767847" h="6858000">
                  <a:moveTo>
                    <a:pt x="7145704" y="0"/>
                  </a:moveTo>
                  <a:lnTo>
                    <a:pt x="7875738" y="0"/>
                  </a:lnTo>
                  <a:lnTo>
                    <a:pt x="7990553" y="85415"/>
                  </a:lnTo>
                  <a:cubicBezTo>
                    <a:pt x="9075991" y="933432"/>
                    <a:pt x="9767847" y="2216793"/>
                    <a:pt x="9767847" y="3653129"/>
                  </a:cubicBezTo>
                  <a:cubicBezTo>
                    <a:pt x="9767847" y="4770280"/>
                    <a:pt x="9349317" y="5794890"/>
                    <a:pt x="8652597" y="6594103"/>
                  </a:cubicBezTo>
                  <a:lnTo>
                    <a:pt x="8399240" y="6858000"/>
                  </a:lnTo>
                  <a:lnTo>
                    <a:pt x="6766926" y="6858000"/>
                  </a:lnTo>
                  <a:lnTo>
                    <a:pt x="6804586" y="6821201"/>
                  </a:lnTo>
                  <a:lnTo>
                    <a:pt x="6881735" y="6745295"/>
                  </a:lnTo>
                  <a:cubicBezTo>
                    <a:pt x="6907435" y="6719979"/>
                    <a:pt x="6933134" y="6694896"/>
                    <a:pt x="6958883" y="6668920"/>
                  </a:cubicBezTo>
                  <a:lnTo>
                    <a:pt x="7267925" y="6359792"/>
                  </a:lnTo>
                  <a:lnTo>
                    <a:pt x="7424360" y="6204783"/>
                  </a:lnTo>
                  <a:cubicBezTo>
                    <a:pt x="7450754" y="6178900"/>
                    <a:pt x="7477598" y="6152829"/>
                    <a:pt x="7504938" y="6126806"/>
                  </a:cubicBezTo>
                  <a:lnTo>
                    <a:pt x="7546396" y="6087795"/>
                  </a:lnTo>
                  <a:cubicBezTo>
                    <a:pt x="7560264" y="6074901"/>
                    <a:pt x="7574780" y="6061630"/>
                    <a:pt x="7588002" y="6049630"/>
                  </a:cubicBezTo>
                  <a:lnTo>
                    <a:pt x="7631000" y="6010807"/>
                  </a:lnTo>
                  <a:lnTo>
                    <a:pt x="7675440" y="5972407"/>
                  </a:lnTo>
                  <a:cubicBezTo>
                    <a:pt x="7690404" y="5959796"/>
                    <a:pt x="7705564" y="5947419"/>
                    <a:pt x="7720626" y="5934949"/>
                  </a:cubicBezTo>
                  <a:cubicBezTo>
                    <a:pt x="7735738" y="5922525"/>
                    <a:pt x="7751197" y="5910619"/>
                    <a:pt x="7766458" y="5898432"/>
                  </a:cubicBezTo>
                  <a:cubicBezTo>
                    <a:pt x="7827949" y="5850290"/>
                    <a:pt x="7890979" y="5804597"/>
                    <a:pt x="7955254" y="5760926"/>
                  </a:cubicBezTo>
                  <a:cubicBezTo>
                    <a:pt x="8083800" y="5673632"/>
                    <a:pt x="8216872" y="5594434"/>
                    <a:pt x="8352678" y="5521728"/>
                  </a:cubicBezTo>
                  <a:lnTo>
                    <a:pt x="8451350" y="5469352"/>
                  </a:lnTo>
                  <a:lnTo>
                    <a:pt x="8548532" y="5417493"/>
                  </a:lnTo>
                  <a:cubicBezTo>
                    <a:pt x="8612110" y="5383188"/>
                    <a:pt x="8673251" y="5349306"/>
                    <a:pt x="8729473" y="5314059"/>
                  </a:cubicBezTo>
                  <a:cubicBezTo>
                    <a:pt x="8743591" y="5305213"/>
                    <a:pt x="8757161" y="5296459"/>
                    <a:pt x="8770781" y="5287330"/>
                  </a:cubicBezTo>
                  <a:cubicBezTo>
                    <a:pt x="8777591" y="5282765"/>
                    <a:pt x="8784451" y="5278201"/>
                    <a:pt x="8790964" y="5273590"/>
                  </a:cubicBezTo>
                  <a:cubicBezTo>
                    <a:pt x="8797574" y="5268977"/>
                    <a:pt x="8804235" y="5264412"/>
                    <a:pt x="8810499" y="5259801"/>
                  </a:cubicBezTo>
                  <a:cubicBezTo>
                    <a:pt x="8835999" y="5241401"/>
                    <a:pt x="8860407" y="5222389"/>
                    <a:pt x="8883571" y="5202577"/>
                  </a:cubicBezTo>
                  <a:cubicBezTo>
                    <a:pt x="8929900" y="5162954"/>
                    <a:pt x="8971258" y="5120413"/>
                    <a:pt x="9006651" y="5074625"/>
                  </a:cubicBezTo>
                  <a:cubicBezTo>
                    <a:pt x="9015351" y="5063426"/>
                    <a:pt x="9024398" y="5050955"/>
                    <a:pt x="9033494" y="5038203"/>
                  </a:cubicBezTo>
                  <a:lnTo>
                    <a:pt x="9040305" y="5028649"/>
                  </a:lnTo>
                  <a:lnTo>
                    <a:pt x="9046568" y="5019379"/>
                  </a:lnTo>
                  <a:cubicBezTo>
                    <a:pt x="9050743" y="5013261"/>
                    <a:pt x="9054819" y="5007050"/>
                    <a:pt x="9058846" y="5000743"/>
                  </a:cubicBezTo>
                  <a:cubicBezTo>
                    <a:pt x="9075002" y="4975615"/>
                    <a:pt x="9090212" y="4949403"/>
                    <a:pt x="9104529" y="4922203"/>
                  </a:cubicBezTo>
                  <a:cubicBezTo>
                    <a:pt x="9133211" y="4867850"/>
                    <a:pt x="9158313" y="4809545"/>
                    <a:pt x="9181081" y="4748792"/>
                  </a:cubicBezTo>
                  <a:cubicBezTo>
                    <a:pt x="9203748" y="4688276"/>
                    <a:pt x="9223383" y="4625876"/>
                    <a:pt x="9240731" y="4561970"/>
                  </a:cubicBezTo>
                  <a:cubicBezTo>
                    <a:pt x="9249481" y="4530064"/>
                    <a:pt x="9257682" y="4497782"/>
                    <a:pt x="9265388" y="4465171"/>
                  </a:cubicBezTo>
                  <a:cubicBezTo>
                    <a:pt x="9269215" y="4448842"/>
                    <a:pt x="9272943" y="4432465"/>
                    <a:pt x="9276571" y="4416041"/>
                  </a:cubicBezTo>
                  <a:lnTo>
                    <a:pt x="9281841" y="4391477"/>
                  </a:lnTo>
                  <a:lnTo>
                    <a:pt x="9286513" y="4368936"/>
                  </a:lnTo>
                  <a:lnTo>
                    <a:pt x="9296754" y="4316136"/>
                  </a:lnTo>
                  <a:lnTo>
                    <a:pt x="9301029" y="4293172"/>
                  </a:lnTo>
                  <a:lnTo>
                    <a:pt x="9302818" y="4282679"/>
                  </a:lnTo>
                  <a:lnTo>
                    <a:pt x="9304658" y="4270914"/>
                  </a:lnTo>
                  <a:lnTo>
                    <a:pt x="9312810" y="4220043"/>
                  </a:lnTo>
                  <a:lnTo>
                    <a:pt x="9316887" y="4194584"/>
                  </a:lnTo>
                  <a:lnTo>
                    <a:pt x="9318923" y="4181878"/>
                  </a:lnTo>
                  <a:cubicBezTo>
                    <a:pt x="9319570" y="4177644"/>
                    <a:pt x="9319969" y="4173267"/>
                    <a:pt x="9320515" y="4168984"/>
                  </a:cubicBezTo>
                  <a:lnTo>
                    <a:pt x="9332445" y="4069079"/>
                  </a:lnTo>
                  <a:cubicBezTo>
                    <a:pt x="9333836" y="4056468"/>
                    <a:pt x="9334880" y="4040986"/>
                    <a:pt x="9336173" y="4022774"/>
                  </a:cubicBezTo>
                  <a:lnTo>
                    <a:pt x="9340199" y="3969269"/>
                  </a:lnTo>
                  <a:cubicBezTo>
                    <a:pt x="9345071" y="3903904"/>
                    <a:pt x="9347358" y="3837081"/>
                    <a:pt x="9347557" y="3770070"/>
                  </a:cubicBezTo>
                  <a:cubicBezTo>
                    <a:pt x="9347656" y="3736518"/>
                    <a:pt x="9347209" y="3702871"/>
                    <a:pt x="9346364" y="3669036"/>
                  </a:cubicBezTo>
                  <a:lnTo>
                    <a:pt x="9344921" y="3619341"/>
                  </a:lnTo>
                  <a:lnTo>
                    <a:pt x="9344524" y="3607624"/>
                  </a:lnTo>
                  <a:lnTo>
                    <a:pt x="9343728" y="3594872"/>
                  </a:lnTo>
                  <a:lnTo>
                    <a:pt x="9342188" y="3569366"/>
                  </a:lnTo>
                  <a:lnTo>
                    <a:pt x="9339056" y="3518354"/>
                  </a:lnTo>
                  <a:cubicBezTo>
                    <a:pt x="9337914" y="3501319"/>
                    <a:pt x="9335874" y="3484236"/>
                    <a:pt x="9334334" y="3467155"/>
                  </a:cubicBezTo>
                  <a:lnTo>
                    <a:pt x="9329363" y="3415908"/>
                  </a:lnTo>
                  <a:lnTo>
                    <a:pt x="9328319" y="3404755"/>
                  </a:lnTo>
                  <a:lnTo>
                    <a:pt x="9327177" y="3394214"/>
                  </a:lnTo>
                  <a:lnTo>
                    <a:pt x="9324293" y="3370872"/>
                  </a:lnTo>
                  <a:lnTo>
                    <a:pt x="9320763" y="3344427"/>
                  </a:lnTo>
                  <a:lnTo>
                    <a:pt x="9317184" y="3315343"/>
                  </a:lnTo>
                  <a:cubicBezTo>
                    <a:pt x="9315594" y="3300991"/>
                    <a:pt x="9313506" y="3286404"/>
                    <a:pt x="9311021" y="3270309"/>
                  </a:cubicBezTo>
                  <a:lnTo>
                    <a:pt x="9302719" y="3219815"/>
                  </a:lnTo>
                  <a:cubicBezTo>
                    <a:pt x="9299936" y="3203157"/>
                    <a:pt x="9297003" y="3186498"/>
                    <a:pt x="9293970" y="3169887"/>
                  </a:cubicBezTo>
                  <a:cubicBezTo>
                    <a:pt x="9281891" y="3103393"/>
                    <a:pt x="9267674" y="3037182"/>
                    <a:pt x="9252065" y="2971205"/>
                  </a:cubicBezTo>
                  <a:cubicBezTo>
                    <a:pt x="9244261" y="2938265"/>
                    <a:pt x="9235959" y="2905371"/>
                    <a:pt x="9227211" y="2872571"/>
                  </a:cubicBezTo>
                  <a:lnTo>
                    <a:pt x="9220699" y="2848524"/>
                  </a:lnTo>
                  <a:lnTo>
                    <a:pt x="9213740" y="2824289"/>
                  </a:lnTo>
                  <a:cubicBezTo>
                    <a:pt x="9209216" y="2808147"/>
                    <a:pt x="9204345" y="2791866"/>
                    <a:pt x="9199374" y="2775536"/>
                  </a:cubicBezTo>
                  <a:cubicBezTo>
                    <a:pt x="9159855" y="2645184"/>
                    <a:pt x="9114272" y="2516197"/>
                    <a:pt x="9061829" y="2389515"/>
                  </a:cubicBezTo>
                  <a:cubicBezTo>
                    <a:pt x="9035582" y="2326175"/>
                    <a:pt x="9008043" y="2263258"/>
                    <a:pt x="8978865" y="2200953"/>
                  </a:cubicBezTo>
                  <a:lnTo>
                    <a:pt x="8956694" y="2154317"/>
                  </a:lnTo>
                  <a:lnTo>
                    <a:pt x="8934176" y="2108012"/>
                  </a:lnTo>
                  <a:cubicBezTo>
                    <a:pt x="8918915" y="2077189"/>
                    <a:pt x="8903157" y="2046130"/>
                    <a:pt x="8887151" y="2015448"/>
                  </a:cubicBezTo>
                  <a:cubicBezTo>
                    <a:pt x="8854988" y="1953989"/>
                    <a:pt x="8822082" y="1892908"/>
                    <a:pt x="8787533" y="1832625"/>
                  </a:cubicBezTo>
                  <a:lnTo>
                    <a:pt x="8761485" y="1787496"/>
                  </a:lnTo>
                  <a:lnTo>
                    <a:pt x="8734791" y="1741991"/>
                  </a:lnTo>
                  <a:cubicBezTo>
                    <a:pt x="8717047" y="1711921"/>
                    <a:pt x="8699200" y="1682461"/>
                    <a:pt x="8680808" y="1652910"/>
                  </a:cubicBezTo>
                  <a:cubicBezTo>
                    <a:pt x="8644322" y="1593756"/>
                    <a:pt x="8606194" y="1535216"/>
                    <a:pt x="8567024" y="1477004"/>
                  </a:cubicBezTo>
                  <a:lnTo>
                    <a:pt x="8537446" y="1433428"/>
                  </a:lnTo>
                  <a:lnTo>
                    <a:pt x="8507423" y="1389994"/>
                  </a:lnTo>
                  <a:cubicBezTo>
                    <a:pt x="8487390" y="1361382"/>
                    <a:pt x="8467158" y="1332817"/>
                    <a:pt x="8446529" y="1304393"/>
                  </a:cubicBezTo>
                  <a:cubicBezTo>
                    <a:pt x="8405271" y="1247595"/>
                    <a:pt x="8362718" y="1191218"/>
                    <a:pt x="8319224" y="1135124"/>
                  </a:cubicBezTo>
                  <a:lnTo>
                    <a:pt x="8286366" y="1093148"/>
                  </a:lnTo>
                  <a:lnTo>
                    <a:pt x="8270161" y="1072538"/>
                  </a:lnTo>
                  <a:lnTo>
                    <a:pt x="8253856" y="1052254"/>
                  </a:lnTo>
                  <a:cubicBezTo>
                    <a:pt x="8231636" y="1024773"/>
                    <a:pt x="8209117" y="997479"/>
                    <a:pt x="8186352" y="970373"/>
                  </a:cubicBezTo>
                  <a:cubicBezTo>
                    <a:pt x="8140917" y="916020"/>
                    <a:pt x="8094240" y="862515"/>
                    <a:pt x="8046768" y="809527"/>
                  </a:cubicBezTo>
                  <a:lnTo>
                    <a:pt x="8010927" y="769951"/>
                  </a:lnTo>
                  <a:lnTo>
                    <a:pt x="7974788" y="730751"/>
                  </a:lnTo>
                  <a:cubicBezTo>
                    <a:pt x="7950382" y="704587"/>
                    <a:pt x="7925824" y="678563"/>
                    <a:pt x="7901070" y="652823"/>
                  </a:cubicBezTo>
                  <a:cubicBezTo>
                    <a:pt x="7851510" y="601387"/>
                    <a:pt x="7801404" y="550612"/>
                    <a:pt x="7750054" y="501106"/>
                  </a:cubicBezTo>
                  <a:cubicBezTo>
                    <a:pt x="7698902" y="451742"/>
                    <a:pt x="7645913" y="403036"/>
                    <a:pt x="7592277" y="355319"/>
                  </a:cubicBezTo>
                  <a:cubicBezTo>
                    <a:pt x="7484856" y="259884"/>
                    <a:pt x="7373308" y="168402"/>
                    <a:pt x="7257734" y="81062"/>
                  </a:cubicBezTo>
                  <a:close/>
                  <a:moveTo>
                    <a:pt x="1892109" y="0"/>
                  </a:moveTo>
                  <a:lnTo>
                    <a:pt x="2298402" y="0"/>
                  </a:lnTo>
                  <a:lnTo>
                    <a:pt x="2135542" y="121879"/>
                  </a:lnTo>
                  <a:cubicBezTo>
                    <a:pt x="2078998" y="166378"/>
                    <a:pt x="2023659" y="212143"/>
                    <a:pt x="1969576" y="259084"/>
                  </a:cubicBezTo>
                  <a:cubicBezTo>
                    <a:pt x="1861309" y="352918"/>
                    <a:pt x="1758064" y="451412"/>
                    <a:pt x="1659938" y="553953"/>
                  </a:cubicBezTo>
                  <a:cubicBezTo>
                    <a:pt x="1266987" y="964444"/>
                    <a:pt x="953820" y="1435593"/>
                    <a:pt x="729383" y="1940578"/>
                  </a:cubicBezTo>
                  <a:cubicBezTo>
                    <a:pt x="673260" y="2066459"/>
                    <a:pt x="622855" y="2195070"/>
                    <a:pt x="578465" y="2324905"/>
                  </a:cubicBezTo>
                  <a:cubicBezTo>
                    <a:pt x="534125" y="2454785"/>
                    <a:pt x="496147" y="2586314"/>
                    <a:pt x="465080" y="2718973"/>
                  </a:cubicBezTo>
                  <a:cubicBezTo>
                    <a:pt x="449769" y="2785089"/>
                    <a:pt x="435850" y="2852289"/>
                    <a:pt x="423820" y="2919535"/>
                  </a:cubicBezTo>
                  <a:cubicBezTo>
                    <a:pt x="411840" y="2986829"/>
                    <a:pt x="401054" y="3054358"/>
                    <a:pt x="392355" y="3122169"/>
                  </a:cubicBezTo>
                  <a:cubicBezTo>
                    <a:pt x="374509" y="3257744"/>
                    <a:pt x="363424" y="3393978"/>
                    <a:pt x="358801" y="3531013"/>
                  </a:cubicBezTo>
                  <a:cubicBezTo>
                    <a:pt x="349009" y="3804941"/>
                    <a:pt x="366357" y="4079668"/>
                    <a:pt x="410350" y="4352324"/>
                  </a:cubicBezTo>
                  <a:cubicBezTo>
                    <a:pt x="421286" y="4420230"/>
                    <a:pt x="434209" y="4487758"/>
                    <a:pt x="449022" y="4555147"/>
                  </a:cubicBezTo>
                  <a:cubicBezTo>
                    <a:pt x="463737" y="4622534"/>
                    <a:pt x="480389" y="4689686"/>
                    <a:pt x="498882" y="4756463"/>
                  </a:cubicBezTo>
                  <a:cubicBezTo>
                    <a:pt x="517373" y="4823239"/>
                    <a:pt x="537704" y="4889733"/>
                    <a:pt x="559775" y="4955755"/>
                  </a:cubicBezTo>
                  <a:cubicBezTo>
                    <a:pt x="581946" y="5021873"/>
                    <a:pt x="605358" y="5087473"/>
                    <a:pt x="631406" y="5152084"/>
                  </a:cubicBezTo>
                  <a:cubicBezTo>
                    <a:pt x="734055" y="5411706"/>
                    <a:pt x="865188" y="5662668"/>
                    <a:pt x="1023461" y="5898055"/>
                  </a:cubicBezTo>
                  <a:cubicBezTo>
                    <a:pt x="1181487" y="6133676"/>
                    <a:pt x="1367051" y="6353345"/>
                    <a:pt x="1575880" y="6551744"/>
                  </a:cubicBezTo>
                  <a:cubicBezTo>
                    <a:pt x="1680269" y="6651014"/>
                    <a:pt x="1790338" y="6745037"/>
                    <a:pt x="1905228" y="6833566"/>
                  </a:cubicBezTo>
                  <a:lnTo>
                    <a:pt x="1938629" y="6858000"/>
                  </a:lnTo>
                  <a:lnTo>
                    <a:pt x="1368607" y="6858000"/>
                  </a:lnTo>
                  <a:lnTo>
                    <a:pt x="1115251" y="6594103"/>
                  </a:lnTo>
                  <a:cubicBezTo>
                    <a:pt x="418530" y="5794890"/>
                    <a:pt x="0" y="4770280"/>
                    <a:pt x="0" y="3653129"/>
                  </a:cubicBezTo>
                  <a:cubicBezTo>
                    <a:pt x="0" y="2216793"/>
                    <a:pt x="691856" y="933432"/>
                    <a:pt x="1777294" y="85415"/>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grpSp>
      <p:sp>
        <p:nvSpPr>
          <p:cNvPr id="2" name="Title 1">
            <a:extLst>
              <a:ext uri="{FF2B5EF4-FFF2-40B4-BE49-F238E27FC236}">
                <a16:creationId xmlns:a16="http://schemas.microsoft.com/office/drawing/2014/main" id="{8FB44EAD-9809-7711-9716-CB8F557A1391}"/>
              </a:ext>
            </a:extLst>
          </p:cNvPr>
          <p:cNvSpPr>
            <a:spLocks noGrp="1"/>
          </p:cNvSpPr>
          <p:nvPr>
            <p:ph type="ctrTitle"/>
          </p:nvPr>
        </p:nvSpPr>
        <p:spPr>
          <a:xfrm>
            <a:off x="876300" y="45868"/>
            <a:ext cx="10263459" cy="923925"/>
          </a:xfrm>
        </p:spPr>
        <p:txBody>
          <a:bodyPr anchor="b">
            <a:normAutofit/>
          </a:bodyPr>
          <a:lstStyle/>
          <a:p>
            <a:r>
              <a:rPr lang="en-IN" sz="4000" dirty="0">
                <a:solidFill>
                  <a:schemeClr val="tx2"/>
                </a:solidFill>
                <a:latin typeface="Engravers MT" panose="02090707080505020304" pitchFamily="18" charset="0"/>
              </a:rPr>
              <a:t>History  of MISRA-C</a:t>
            </a:r>
            <a:endParaRPr lang="en-IN" sz="4000" dirty="0">
              <a:solidFill>
                <a:schemeClr val="tx2"/>
              </a:solidFill>
            </a:endParaRPr>
          </a:p>
        </p:txBody>
      </p:sp>
      <p:grpSp>
        <p:nvGrpSpPr>
          <p:cNvPr id="23" name="Group 22">
            <a:extLst>
              <a:ext uri="{FF2B5EF4-FFF2-40B4-BE49-F238E27FC236}">
                <a16:creationId xmlns:a16="http://schemas.microsoft.com/office/drawing/2014/main" id="{87F87F1B-42BA-4AC7-A4E2-41544DDB2CE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05" y="-4155"/>
            <a:ext cx="2514948" cy="2174333"/>
            <a:chOff x="-305" y="-4155"/>
            <a:chExt cx="2514948" cy="2174333"/>
          </a:xfrm>
        </p:grpSpPr>
        <p:sp>
          <p:nvSpPr>
            <p:cNvPr id="24" name="Freeform: Shape 23">
              <a:extLst>
                <a:ext uri="{FF2B5EF4-FFF2-40B4-BE49-F238E27FC236}">
                  <a16:creationId xmlns:a16="http://schemas.microsoft.com/office/drawing/2014/main" id="{68B53067-4E48-4E71-A6A9-A8CAABAFBF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Shape 24">
              <a:extLst>
                <a:ext uri="{FF2B5EF4-FFF2-40B4-BE49-F238E27FC236}">
                  <a16:creationId xmlns:a16="http://schemas.microsoft.com/office/drawing/2014/main" id="{06D1A0D3-4BB8-41D9-9CE7-2884C83F44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reeform: Shape 25">
              <a:extLst>
                <a:ext uri="{FF2B5EF4-FFF2-40B4-BE49-F238E27FC236}">
                  <a16:creationId xmlns:a16="http://schemas.microsoft.com/office/drawing/2014/main" id="{81E20F06-3B09-4B89-A36B-AB8BFBCCA5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27" name="Freeform: Shape 26">
              <a:extLst>
                <a:ext uri="{FF2B5EF4-FFF2-40B4-BE49-F238E27FC236}">
                  <a16:creationId xmlns:a16="http://schemas.microsoft.com/office/drawing/2014/main" id="{DAE6C3D7-7D5B-4926-877D-45F117BB6B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9" name="Group 28">
            <a:extLst>
              <a:ext uri="{FF2B5EF4-FFF2-40B4-BE49-F238E27FC236}">
                <a16:creationId xmlns:a16="http://schemas.microsoft.com/office/drawing/2014/main" id="{967346A5-7569-4F15-AB5D-BE3DADF192C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9685727" y="4683666"/>
            <a:ext cx="2514948" cy="2174333"/>
            <a:chOff x="-305" y="-4155"/>
            <a:chExt cx="2514948" cy="2174333"/>
          </a:xfrm>
        </p:grpSpPr>
        <p:sp>
          <p:nvSpPr>
            <p:cNvPr id="30" name="Freeform: Shape 29">
              <a:extLst>
                <a:ext uri="{FF2B5EF4-FFF2-40B4-BE49-F238E27FC236}">
                  <a16:creationId xmlns:a16="http://schemas.microsoft.com/office/drawing/2014/main" id="{E1951533-A568-4765-AB1F-F71D9AFDEA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reeform: Shape 30">
              <a:extLst>
                <a:ext uri="{FF2B5EF4-FFF2-40B4-BE49-F238E27FC236}">
                  <a16:creationId xmlns:a16="http://schemas.microsoft.com/office/drawing/2014/main" id="{A7214F52-4F3F-4C96-A62E-F1401D6C04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Freeform: Shape 31">
              <a:extLst>
                <a:ext uri="{FF2B5EF4-FFF2-40B4-BE49-F238E27FC236}">
                  <a16:creationId xmlns:a16="http://schemas.microsoft.com/office/drawing/2014/main" id="{023146A1-291C-4FA0-AB5B-EB04D42398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33" name="Freeform: Shape 32">
              <a:extLst>
                <a:ext uri="{FF2B5EF4-FFF2-40B4-BE49-F238E27FC236}">
                  <a16:creationId xmlns:a16="http://schemas.microsoft.com/office/drawing/2014/main" id="{62977932-2B03-4899-8306-5002CEE68E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5" name="Title 1">
            <a:extLst>
              <a:ext uri="{FF2B5EF4-FFF2-40B4-BE49-F238E27FC236}">
                <a16:creationId xmlns:a16="http://schemas.microsoft.com/office/drawing/2014/main" id="{D6EE584E-84BC-FC84-2A5F-A0E7AF1256B7}"/>
              </a:ext>
            </a:extLst>
          </p:cNvPr>
          <p:cNvSpPr txBox="1">
            <a:spLocks/>
          </p:cNvSpPr>
          <p:nvPr/>
        </p:nvSpPr>
        <p:spPr>
          <a:xfrm>
            <a:off x="10382250" y="3983"/>
            <a:ext cx="1809445" cy="44767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2000" dirty="0">
                <a:solidFill>
                  <a:schemeClr val="tx2"/>
                </a:solidFill>
              </a:rPr>
              <a:t>MISRA C -2012</a:t>
            </a:r>
          </a:p>
        </p:txBody>
      </p:sp>
      <p:sp>
        <p:nvSpPr>
          <p:cNvPr id="6" name="Subtitle 2">
            <a:extLst>
              <a:ext uri="{FF2B5EF4-FFF2-40B4-BE49-F238E27FC236}">
                <a16:creationId xmlns:a16="http://schemas.microsoft.com/office/drawing/2014/main" id="{C992C8E1-40D9-45CC-B67A-D8B86D2A381E}"/>
              </a:ext>
            </a:extLst>
          </p:cNvPr>
          <p:cNvSpPr txBox="1">
            <a:spLocks/>
          </p:cNvSpPr>
          <p:nvPr/>
        </p:nvSpPr>
        <p:spPr>
          <a:xfrm>
            <a:off x="3432265" y="853500"/>
            <a:ext cx="5188034" cy="682079"/>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115000"/>
              </a:lnSpc>
              <a:spcAft>
                <a:spcPts val="800"/>
              </a:spcAft>
            </a:pPr>
            <a:r>
              <a:rPr lang="en-IN" kern="100" dirty="0">
                <a:solidFill>
                  <a:srgbClr val="666666"/>
                </a:solidFill>
                <a:effectLst/>
                <a:highlight>
                  <a:srgbClr val="FFFF00"/>
                </a:highlight>
                <a:latin typeface="Times New Roman" panose="02020603050405020304" pitchFamily="18" charset="0"/>
                <a:ea typeface="Aptos" panose="020B0004020202020204" pitchFamily="34" charset="0"/>
                <a:cs typeface="Times New Roman" panose="02020603050405020304" pitchFamily="18" charset="0"/>
              </a:rPr>
              <a:t>Misra2012:Rule-7.4</a:t>
            </a:r>
          </a:p>
        </p:txBody>
      </p:sp>
      <p:sp>
        <p:nvSpPr>
          <p:cNvPr id="3" name="TextBox 2">
            <a:extLst>
              <a:ext uri="{FF2B5EF4-FFF2-40B4-BE49-F238E27FC236}">
                <a16:creationId xmlns:a16="http://schemas.microsoft.com/office/drawing/2014/main" id="{F52B51FF-E201-359D-4743-DA9B627F1CC1}"/>
              </a:ext>
            </a:extLst>
          </p:cNvPr>
          <p:cNvSpPr txBox="1"/>
          <p:nvPr/>
        </p:nvSpPr>
        <p:spPr>
          <a:xfrm>
            <a:off x="1010296" y="1297331"/>
            <a:ext cx="10263459" cy="646331"/>
          </a:xfrm>
          <a:prstGeom prst="rect">
            <a:avLst/>
          </a:prstGeom>
          <a:noFill/>
        </p:spPr>
        <p:txBody>
          <a:bodyPr wrap="square">
            <a:spAutoFit/>
          </a:bodyPr>
          <a:lstStyle/>
          <a:p>
            <a:pPr marL="285750" indent="-285750" algn="l">
              <a:buFont typeface="Wingdings" panose="05000000000000000000" pitchFamily="2" charset="2"/>
              <a:buChar char="q"/>
            </a:pPr>
            <a:r>
              <a:rPr lang="en-US" sz="1800" b="1" i="0" u="none" strike="noStrike" baseline="0" dirty="0">
                <a:latin typeface="Times New Roman" panose="02020603050405020304" pitchFamily="18" charset="0"/>
                <a:cs typeface="Times New Roman" panose="02020603050405020304" pitchFamily="18" charset="0"/>
              </a:rPr>
              <a:t>A string literal shall not be assigned to an object unless the object's type is "pointer to const-qualified char"</a:t>
            </a:r>
            <a:endParaRPr lang="en-IN" b="1" kern="100" dirty="0">
              <a:effectLst/>
              <a:highlight>
                <a:srgbClr val="FFFF00"/>
              </a:highlight>
              <a:latin typeface="Times New Roman" panose="02020603050405020304" pitchFamily="18" charset="0"/>
              <a:ea typeface="Aptos" panose="020B0004020202020204" pitchFamily="34" charset="0"/>
              <a:cs typeface="Times New Roman" panose="02020603050405020304" pitchFamily="18" charset="0"/>
            </a:endParaRPr>
          </a:p>
        </p:txBody>
      </p:sp>
      <p:sp>
        <p:nvSpPr>
          <p:cNvPr id="11" name="TextBox 10">
            <a:extLst>
              <a:ext uri="{FF2B5EF4-FFF2-40B4-BE49-F238E27FC236}">
                <a16:creationId xmlns:a16="http://schemas.microsoft.com/office/drawing/2014/main" id="{3BAF9C64-DAA2-791C-A360-DC870B79332D}"/>
              </a:ext>
            </a:extLst>
          </p:cNvPr>
          <p:cNvSpPr txBox="1"/>
          <p:nvPr/>
        </p:nvSpPr>
        <p:spPr>
          <a:xfrm>
            <a:off x="1303513" y="1907680"/>
            <a:ext cx="9642403" cy="369332"/>
          </a:xfrm>
          <a:prstGeom prst="rect">
            <a:avLst/>
          </a:prstGeom>
          <a:noFill/>
        </p:spPr>
        <p:txBody>
          <a:bodyPr wrap="square">
            <a:spAutoFit/>
          </a:bodyPr>
          <a:lstStyle/>
          <a:p>
            <a:pPr algn="l"/>
            <a:r>
              <a:rPr lang="en-IN" sz="1800" b="0" i="0" u="none" strike="noStrike" baseline="0" dirty="0">
                <a:latin typeface="OpenSans"/>
              </a:rPr>
              <a:t>Category –</a:t>
            </a:r>
            <a:r>
              <a:rPr lang="en-IN" sz="1800" b="0" i="0" u="none" strike="noStrike" baseline="0" dirty="0">
                <a:latin typeface="OpenSans-Light"/>
              </a:rPr>
              <a:t>Required    Analysis </a:t>
            </a:r>
            <a:r>
              <a:rPr lang="en-IN" sz="1800" b="0" i="0" u="none" strike="noStrike" baseline="0" dirty="0">
                <a:latin typeface="OpenSans"/>
              </a:rPr>
              <a:t> -</a:t>
            </a:r>
            <a:r>
              <a:rPr lang="en-IN" sz="1800" b="0" i="0" u="none" strike="noStrike" baseline="0" dirty="0">
                <a:latin typeface="OpenSans-Light"/>
              </a:rPr>
              <a:t> Decidable, Single Translation Unit </a:t>
            </a:r>
            <a:r>
              <a:rPr lang="en-IN" sz="1800" b="0" i="0" u="none" strike="noStrike" baseline="0" dirty="0">
                <a:latin typeface="OpenSans"/>
              </a:rPr>
              <a:t>Applies to -</a:t>
            </a:r>
            <a:r>
              <a:rPr lang="en-IN" sz="1800" b="0" i="0" u="none" strike="noStrike" baseline="0" dirty="0">
                <a:latin typeface="OpenSans-Light"/>
              </a:rPr>
              <a:t> C90, C99</a:t>
            </a:r>
            <a:endParaRPr lang="en-IN" dirty="0"/>
          </a:p>
        </p:txBody>
      </p:sp>
      <p:sp>
        <p:nvSpPr>
          <p:cNvPr id="12" name="TextBox 11">
            <a:extLst>
              <a:ext uri="{FF2B5EF4-FFF2-40B4-BE49-F238E27FC236}">
                <a16:creationId xmlns:a16="http://schemas.microsoft.com/office/drawing/2014/main" id="{3B6B20D6-4372-E7FE-5B7C-3A5C456054FD}"/>
              </a:ext>
            </a:extLst>
          </p:cNvPr>
          <p:cNvSpPr txBox="1"/>
          <p:nvPr/>
        </p:nvSpPr>
        <p:spPr>
          <a:xfrm>
            <a:off x="2675958" y="2728781"/>
            <a:ext cx="7194317" cy="2308324"/>
          </a:xfrm>
          <a:prstGeom prst="rect">
            <a:avLst/>
          </a:prstGeom>
          <a:noFill/>
        </p:spPr>
        <p:txBody>
          <a:bodyPr wrap="square">
            <a:spAutoFit/>
          </a:bodyPr>
          <a:lstStyle/>
          <a:p>
            <a:pPr algn="l"/>
            <a:r>
              <a:rPr lang="en-US" sz="1800" b="0" i="0" u="none" strike="noStrike" baseline="0" dirty="0">
                <a:latin typeface="Times New Roman" panose="02020603050405020304" pitchFamily="18" charset="0"/>
                <a:cs typeface="Times New Roman" panose="02020603050405020304" pitchFamily="18" charset="0"/>
              </a:rPr>
              <a:t>char *name1 ( void )</a:t>
            </a:r>
          </a:p>
          <a:p>
            <a:pPr algn="l"/>
            <a:r>
              <a:rPr lang="en-US" sz="1800" b="0" i="0" u="none" strike="noStrike" baseline="0" dirty="0">
                <a:latin typeface="Times New Roman" panose="02020603050405020304" pitchFamily="18" charset="0"/>
                <a:cs typeface="Times New Roman" panose="02020603050405020304" pitchFamily="18" charset="0"/>
              </a:rPr>
              <a:t>{</a:t>
            </a:r>
          </a:p>
          <a:p>
            <a:pPr algn="l"/>
            <a:r>
              <a:rPr lang="en-US" sz="1800" b="0" i="0" u="none" strike="noStrike" baseline="0" dirty="0">
                <a:highlight>
                  <a:srgbClr val="FFFF00"/>
                </a:highlight>
                <a:latin typeface="Times New Roman" panose="02020603050405020304" pitchFamily="18" charset="0"/>
                <a:cs typeface="Times New Roman" panose="02020603050405020304" pitchFamily="18" charset="0"/>
              </a:rPr>
              <a:t>return ( "MISRA" ); /* Non-compliant - return type is not</a:t>
            </a:r>
          </a:p>
          <a:p>
            <a:pPr algn="l"/>
            <a:r>
              <a:rPr lang="en-US" sz="1800" b="0" i="0" u="none" strike="noStrike" baseline="0" dirty="0">
                <a:highlight>
                  <a:srgbClr val="FFFF00"/>
                </a:highlight>
                <a:latin typeface="Times New Roman" panose="02020603050405020304" pitchFamily="18" charset="0"/>
                <a:cs typeface="Times New Roman" panose="02020603050405020304" pitchFamily="18" charset="0"/>
              </a:rPr>
              <a:t>* const-qualified */</a:t>
            </a:r>
          </a:p>
          <a:p>
            <a:pPr algn="l"/>
            <a:r>
              <a:rPr lang="en-US" sz="1800" b="0" i="0" u="none" strike="noStrike" baseline="0" dirty="0">
                <a:latin typeface="Times New Roman" panose="02020603050405020304" pitchFamily="18" charset="0"/>
                <a:cs typeface="Times New Roman" panose="02020603050405020304" pitchFamily="18" charset="0"/>
              </a:rPr>
              <a:t>}</a:t>
            </a:r>
          </a:p>
          <a:p>
            <a:pPr algn="l"/>
            <a:r>
              <a:rPr lang="en-US" sz="1800" b="0" i="0" u="none" strike="noStrike" baseline="0" dirty="0">
                <a:latin typeface="Times New Roman" panose="02020603050405020304" pitchFamily="18" charset="0"/>
                <a:cs typeface="Times New Roman" panose="02020603050405020304" pitchFamily="18" charset="0"/>
              </a:rPr>
              <a:t>const char *name2 ( void )</a:t>
            </a:r>
          </a:p>
          <a:p>
            <a:pPr algn="l"/>
            <a:r>
              <a:rPr lang="en-US" sz="1800" b="0" i="0" u="none" strike="noStrike" baseline="0" dirty="0">
                <a:latin typeface="Times New Roman" panose="02020603050405020304" pitchFamily="18" charset="0"/>
                <a:cs typeface="Times New Roman" panose="02020603050405020304" pitchFamily="18" charset="0"/>
              </a:rPr>
              <a:t>{</a:t>
            </a:r>
          </a:p>
          <a:p>
            <a:pPr algn="l"/>
            <a:r>
              <a:rPr lang="en-US" sz="1800" b="0" i="0" u="none" strike="noStrike" baseline="0" dirty="0">
                <a:latin typeface="Times New Roman" panose="02020603050405020304" pitchFamily="18" charset="0"/>
                <a:cs typeface="Times New Roman" panose="02020603050405020304" pitchFamily="18" charset="0"/>
              </a:rPr>
              <a:t>return ( "MISRA" ); /* Compliant</a:t>
            </a:r>
            <a:endParaRPr lang="en-US" sz="1800" b="0" i="0" u="none" strike="noStrike" baseline="0" dirty="0">
              <a:highlight>
                <a:srgbClr val="FFFF00"/>
              </a:highlight>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3BEBAFEE-B117-F80A-3238-35883C77E34C}"/>
              </a:ext>
            </a:extLst>
          </p:cNvPr>
          <p:cNvSpPr txBox="1"/>
          <p:nvPr/>
        </p:nvSpPr>
        <p:spPr>
          <a:xfrm>
            <a:off x="1357617" y="2265562"/>
            <a:ext cx="10650070" cy="369332"/>
          </a:xfrm>
          <a:prstGeom prst="rect">
            <a:avLst/>
          </a:prstGeom>
          <a:noFill/>
        </p:spPr>
        <p:txBody>
          <a:bodyPr wrap="square">
            <a:spAutoFit/>
          </a:bodyPr>
          <a:lstStyle/>
          <a:p>
            <a:pPr algn="l"/>
            <a:r>
              <a:rPr lang="en-US" sz="1800" b="0" i="0" u="none" strike="noStrike" baseline="0" dirty="0">
                <a:latin typeface="OpenSans-Light"/>
              </a:rPr>
              <a:t>Any attempt to modify a string literal results in undefined behavior</a:t>
            </a:r>
            <a:endParaRPr lang="en-IN"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C571CA19-A36B-7D93-981A-5F92A3EA59D7}"/>
              </a:ext>
            </a:extLst>
          </p:cNvPr>
          <p:cNvSpPr txBox="1"/>
          <p:nvPr/>
        </p:nvSpPr>
        <p:spPr>
          <a:xfrm>
            <a:off x="1306459" y="2710614"/>
            <a:ext cx="1046338" cy="369332"/>
          </a:xfrm>
          <a:prstGeom prst="rect">
            <a:avLst/>
          </a:prstGeom>
          <a:noFill/>
        </p:spPr>
        <p:txBody>
          <a:bodyPr wrap="square">
            <a:spAutoFit/>
          </a:bodyPr>
          <a:lstStyle/>
          <a:p>
            <a:pPr algn="l"/>
            <a:r>
              <a:rPr lang="en-IN" dirty="0">
                <a:highlight>
                  <a:srgbClr val="FFFF00"/>
                </a:highlight>
              </a:rPr>
              <a:t>Example</a:t>
            </a:r>
          </a:p>
        </p:txBody>
      </p:sp>
      <p:sp>
        <p:nvSpPr>
          <p:cNvPr id="9" name="Slide Number Placeholder 8">
            <a:extLst>
              <a:ext uri="{FF2B5EF4-FFF2-40B4-BE49-F238E27FC236}">
                <a16:creationId xmlns:a16="http://schemas.microsoft.com/office/drawing/2014/main" id="{AC9F32C0-1793-6071-12DC-524688DF07AF}"/>
              </a:ext>
            </a:extLst>
          </p:cNvPr>
          <p:cNvSpPr>
            <a:spLocks noGrp="1"/>
          </p:cNvSpPr>
          <p:nvPr>
            <p:ph type="sldNum" sz="quarter" idx="12"/>
          </p:nvPr>
        </p:nvSpPr>
        <p:spPr/>
        <p:txBody>
          <a:bodyPr/>
          <a:lstStyle/>
          <a:p>
            <a:fld id="{91247CA1-BCEC-4DD4-9B23-E2AE1AEA27A6}" type="slidenum">
              <a:rPr lang="en-IN" smtClean="0"/>
              <a:t>40</a:t>
            </a:fld>
            <a:endParaRPr lang="en-IN"/>
          </a:p>
        </p:txBody>
      </p:sp>
      <p:sp>
        <p:nvSpPr>
          <p:cNvPr id="8" name="TextBox 7">
            <a:extLst>
              <a:ext uri="{FF2B5EF4-FFF2-40B4-BE49-F238E27FC236}">
                <a16:creationId xmlns:a16="http://schemas.microsoft.com/office/drawing/2014/main" id="{84454592-9A5E-8AD4-6EFB-770A4CF34EF6}"/>
              </a:ext>
            </a:extLst>
          </p:cNvPr>
          <p:cNvSpPr txBox="1"/>
          <p:nvPr/>
        </p:nvSpPr>
        <p:spPr>
          <a:xfrm>
            <a:off x="10532532" y="526059"/>
            <a:ext cx="1451144" cy="369332"/>
          </a:xfrm>
          <a:prstGeom prst="rect">
            <a:avLst/>
          </a:prstGeom>
          <a:noFill/>
        </p:spPr>
        <p:txBody>
          <a:bodyPr wrap="square">
            <a:spAutoFit/>
          </a:bodyPr>
          <a:lstStyle/>
          <a:p>
            <a:r>
              <a:rPr lang="en-IN" dirty="0"/>
              <a:t>Session 1</a:t>
            </a:r>
          </a:p>
        </p:txBody>
      </p:sp>
    </p:spTree>
    <p:extLst>
      <p:ext uri="{BB962C8B-B14F-4D97-AF65-F5344CB8AC3E}">
        <p14:creationId xmlns:p14="http://schemas.microsoft.com/office/powerpoint/2010/main" val="225012566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5A292AEA-2528-46C0-B426-95822B6141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D8B7B198-E4DF-43CD-AD8C-1998843237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34" name="Freeform: Shape 33">
            <a:extLst>
              <a:ext uri="{FF2B5EF4-FFF2-40B4-BE49-F238E27FC236}">
                <a16:creationId xmlns:a16="http://schemas.microsoft.com/office/drawing/2014/main" id="{2BE67753-EA0E-4819-8D22-0B6600CF7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96934" y="3984"/>
            <a:ext cx="9376632" cy="6858000"/>
          </a:xfrm>
          <a:custGeom>
            <a:avLst/>
            <a:gdLst>
              <a:gd name="connsiteX0" fmla="*/ 1691615 w 9376632"/>
              <a:gd name="connsiteY0" fmla="*/ 0 h 6858000"/>
              <a:gd name="connsiteX1" fmla="*/ 7685017 w 9376632"/>
              <a:gd name="connsiteY1" fmla="*/ 0 h 6858000"/>
              <a:gd name="connsiteX2" fmla="*/ 7840634 w 9376632"/>
              <a:gd name="connsiteY2" fmla="*/ 134799 h 6858000"/>
              <a:gd name="connsiteX3" fmla="*/ 9376632 w 9376632"/>
              <a:gd name="connsiteY3" fmla="*/ 3605175 h 6858000"/>
              <a:gd name="connsiteX4" fmla="*/ 8158692 w 9376632"/>
              <a:gd name="connsiteY4" fmla="*/ 6757493 h 6858000"/>
              <a:gd name="connsiteX5" fmla="*/ 8062868 w 9376632"/>
              <a:gd name="connsiteY5" fmla="*/ 6858000 h 6858000"/>
              <a:gd name="connsiteX6" fmla="*/ 1313765 w 9376632"/>
              <a:gd name="connsiteY6" fmla="*/ 6858000 h 6858000"/>
              <a:gd name="connsiteX7" fmla="*/ 1217940 w 9376632"/>
              <a:gd name="connsiteY7" fmla="*/ 6757493 h 6858000"/>
              <a:gd name="connsiteX8" fmla="*/ 0 w 9376632"/>
              <a:gd name="connsiteY8" fmla="*/ 3605175 h 6858000"/>
              <a:gd name="connsiteX9" fmla="*/ 1535999 w 9376632"/>
              <a:gd name="connsiteY9" fmla="*/ 13479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376632" h="6858000">
                <a:moveTo>
                  <a:pt x="1691615" y="0"/>
                </a:moveTo>
                <a:lnTo>
                  <a:pt x="7685017" y="0"/>
                </a:lnTo>
                <a:lnTo>
                  <a:pt x="7840634" y="134799"/>
                </a:lnTo>
                <a:cubicBezTo>
                  <a:pt x="8784230" y="992423"/>
                  <a:pt x="9376632" y="2229618"/>
                  <a:pt x="9376632" y="3605175"/>
                </a:cubicBezTo>
                <a:cubicBezTo>
                  <a:pt x="9376632" y="4818903"/>
                  <a:pt x="8915419" y="5924908"/>
                  <a:pt x="8158692" y="6757493"/>
                </a:cubicBezTo>
                <a:lnTo>
                  <a:pt x="8062868" y="6858000"/>
                </a:lnTo>
                <a:lnTo>
                  <a:pt x="1313765" y="6858000"/>
                </a:lnTo>
                <a:lnTo>
                  <a:pt x="1217940" y="6757493"/>
                </a:lnTo>
                <a:cubicBezTo>
                  <a:pt x="461213" y="5924908"/>
                  <a:pt x="0" y="4818903"/>
                  <a:pt x="0" y="3605175"/>
                </a:cubicBezTo>
                <a:cubicBezTo>
                  <a:pt x="0" y="2229618"/>
                  <a:pt x="592403" y="992423"/>
                  <a:pt x="1535999" y="134799"/>
                </a:cubicBezTo>
                <a:close/>
              </a:path>
            </a:pathLst>
          </a:cu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5" name="Group 34">
            <a:extLst>
              <a:ext uri="{FF2B5EF4-FFF2-40B4-BE49-F238E27FC236}">
                <a16:creationId xmlns:a16="http://schemas.microsoft.com/office/drawing/2014/main" id="{D76D63AC-0421-45EC-B383-E79A61A78C6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303402" y="3985"/>
            <a:ext cx="9772765" cy="6858000"/>
            <a:chOff x="1303402" y="36937"/>
            <a:chExt cx="9772765" cy="6858000"/>
          </a:xfrm>
          <a:solidFill>
            <a:schemeClr val="bg1">
              <a:alpha val="30000"/>
            </a:schemeClr>
          </a:solidFill>
        </p:grpSpPr>
        <p:sp>
          <p:nvSpPr>
            <p:cNvPr id="15" name="Freeform: Shape 14">
              <a:extLst>
                <a:ext uri="{FF2B5EF4-FFF2-40B4-BE49-F238E27FC236}">
                  <a16:creationId xmlns:a16="http://schemas.microsoft.com/office/drawing/2014/main" id="{B997A32E-7032-4107-9C8B-99DB59EDD5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6937"/>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Shape 15">
              <a:extLst>
                <a:ext uri="{FF2B5EF4-FFF2-40B4-BE49-F238E27FC236}">
                  <a16:creationId xmlns:a16="http://schemas.microsoft.com/office/drawing/2014/main" id="{943BB27F-1470-42CA-91FF-D94BC691C8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6937"/>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Freeform: Shape 16">
              <a:extLst>
                <a:ext uri="{FF2B5EF4-FFF2-40B4-BE49-F238E27FC236}">
                  <a16:creationId xmlns:a16="http://schemas.microsoft.com/office/drawing/2014/main" id="{E997B002-17FD-47B3-A06A-76802FE15C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6937"/>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Freeform: Shape 17">
              <a:extLst>
                <a:ext uri="{FF2B5EF4-FFF2-40B4-BE49-F238E27FC236}">
                  <a16:creationId xmlns:a16="http://schemas.microsoft.com/office/drawing/2014/main" id="{E401EA35-9D2E-43B7-860F-EBB8A6C3E0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6937"/>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Freeform: Shape 18">
              <a:extLst>
                <a:ext uri="{FF2B5EF4-FFF2-40B4-BE49-F238E27FC236}">
                  <a16:creationId xmlns:a16="http://schemas.microsoft.com/office/drawing/2014/main" id="{F8C44827-3D81-4FF9-B4A5-5650D1B20A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6937"/>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Freeform: Shape 19">
              <a:extLst>
                <a:ext uri="{FF2B5EF4-FFF2-40B4-BE49-F238E27FC236}">
                  <a16:creationId xmlns:a16="http://schemas.microsoft.com/office/drawing/2014/main" id="{F613D97F-F6DF-4D32-AD91-209A80E7A2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8320" y="36937"/>
              <a:ext cx="9767847" cy="6858000"/>
            </a:xfrm>
            <a:custGeom>
              <a:avLst/>
              <a:gdLst>
                <a:gd name="connsiteX0" fmla="*/ 7151367 w 9767847"/>
                <a:gd name="connsiteY0" fmla="*/ 0 h 6858000"/>
                <a:gd name="connsiteX1" fmla="*/ 7881247 w 9767847"/>
                <a:gd name="connsiteY1" fmla="*/ 0 h 6858000"/>
                <a:gd name="connsiteX2" fmla="*/ 7990553 w 9767847"/>
                <a:gd name="connsiteY2" fmla="*/ 81317 h 6858000"/>
                <a:gd name="connsiteX3" fmla="*/ 9767847 w 9767847"/>
                <a:gd name="connsiteY3" fmla="*/ 3649031 h 6858000"/>
                <a:gd name="connsiteX4" fmla="*/ 8652597 w 9767847"/>
                <a:gd name="connsiteY4" fmla="*/ 6590005 h 6858000"/>
                <a:gd name="connsiteX5" fmla="*/ 8395306 w 9767847"/>
                <a:gd name="connsiteY5" fmla="*/ 6858000 h 6858000"/>
                <a:gd name="connsiteX6" fmla="*/ 6762603 w 9767847"/>
                <a:gd name="connsiteY6" fmla="*/ 6858000 h 6858000"/>
                <a:gd name="connsiteX7" fmla="*/ 6765962 w 9767847"/>
                <a:gd name="connsiteY7" fmla="*/ 6854844 h 6858000"/>
                <a:gd name="connsiteX8" fmla="*/ 6804586 w 9767847"/>
                <a:gd name="connsiteY8" fmla="*/ 6817103 h 6858000"/>
                <a:gd name="connsiteX9" fmla="*/ 6881735 w 9767847"/>
                <a:gd name="connsiteY9" fmla="*/ 6741197 h 6858000"/>
                <a:gd name="connsiteX10" fmla="*/ 6958883 w 9767847"/>
                <a:gd name="connsiteY10" fmla="*/ 6664822 h 6858000"/>
                <a:gd name="connsiteX11" fmla="*/ 7267925 w 9767847"/>
                <a:gd name="connsiteY11" fmla="*/ 6355694 h 6858000"/>
                <a:gd name="connsiteX12" fmla="*/ 7424360 w 9767847"/>
                <a:gd name="connsiteY12" fmla="*/ 6200685 h 6858000"/>
                <a:gd name="connsiteX13" fmla="*/ 7504938 w 9767847"/>
                <a:gd name="connsiteY13" fmla="*/ 6122708 h 6858000"/>
                <a:gd name="connsiteX14" fmla="*/ 7546396 w 9767847"/>
                <a:gd name="connsiteY14" fmla="*/ 6083697 h 6858000"/>
                <a:gd name="connsiteX15" fmla="*/ 7588002 w 9767847"/>
                <a:gd name="connsiteY15" fmla="*/ 6045532 h 6858000"/>
                <a:gd name="connsiteX16" fmla="*/ 7631000 w 9767847"/>
                <a:gd name="connsiteY16" fmla="*/ 6006709 h 6858000"/>
                <a:gd name="connsiteX17" fmla="*/ 7675440 w 9767847"/>
                <a:gd name="connsiteY17" fmla="*/ 5968309 h 6858000"/>
                <a:gd name="connsiteX18" fmla="*/ 7720626 w 9767847"/>
                <a:gd name="connsiteY18" fmla="*/ 5930851 h 6858000"/>
                <a:gd name="connsiteX19" fmla="*/ 7766458 w 9767847"/>
                <a:gd name="connsiteY19" fmla="*/ 5894334 h 6858000"/>
                <a:gd name="connsiteX20" fmla="*/ 7955254 w 9767847"/>
                <a:gd name="connsiteY20" fmla="*/ 5756828 h 6858000"/>
                <a:gd name="connsiteX21" fmla="*/ 8352678 w 9767847"/>
                <a:gd name="connsiteY21" fmla="*/ 5517630 h 6858000"/>
                <a:gd name="connsiteX22" fmla="*/ 8451350 w 9767847"/>
                <a:gd name="connsiteY22" fmla="*/ 5465254 h 6858000"/>
                <a:gd name="connsiteX23" fmla="*/ 8548532 w 9767847"/>
                <a:gd name="connsiteY23" fmla="*/ 5413395 h 6858000"/>
                <a:gd name="connsiteX24" fmla="*/ 8729473 w 9767847"/>
                <a:gd name="connsiteY24" fmla="*/ 5309961 h 6858000"/>
                <a:gd name="connsiteX25" fmla="*/ 8770781 w 9767847"/>
                <a:gd name="connsiteY25" fmla="*/ 5283232 h 6858000"/>
                <a:gd name="connsiteX26" fmla="*/ 8790964 w 9767847"/>
                <a:gd name="connsiteY26" fmla="*/ 5269492 h 6858000"/>
                <a:gd name="connsiteX27" fmla="*/ 8810499 w 9767847"/>
                <a:gd name="connsiteY27" fmla="*/ 5255703 h 6858000"/>
                <a:gd name="connsiteX28" fmla="*/ 8883571 w 9767847"/>
                <a:gd name="connsiteY28" fmla="*/ 5198479 h 6858000"/>
                <a:gd name="connsiteX29" fmla="*/ 9006651 w 9767847"/>
                <a:gd name="connsiteY29" fmla="*/ 5070527 h 6858000"/>
                <a:gd name="connsiteX30" fmla="*/ 9033494 w 9767847"/>
                <a:gd name="connsiteY30" fmla="*/ 5034105 h 6858000"/>
                <a:gd name="connsiteX31" fmla="*/ 9040305 w 9767847"/>
                <a:gd name="connsiteY31" fmla="*/ 5024551 h 6858000"/>
                <a:gd name="connsiteX32" fmla="*/ 9046568 w 9767847"/>
                <a:gd name="connsiteY32" fmla="*/ 5015281 h 6858000"/>
                <a:gd name="connsiteX33" fmla="*/ 9058846 w 9767847"/>
                <a:gd name="connsiteY33" fmla="*/ 4996645 h 6858000"/>
                <a:gd name="connsiteX34" fmla="*/ 9104529 w 9767847"/>
                <a:gd name="connsiteY34" fmla="*/ 4918105 h 6858000"/>
                <a:gd name="connsiteX35" fmla="*/ 9181081 w 9767847"/>
                <a:gd name="connsiteY35" fmla="*/ 4744694 h 6858000"/>
                <a:gd name="connsiteX36" fmla="*/ 9240731 w 9767847"/>
                <a:gd name="connsiteY36" fmla="*/ 4557872 h 6858000"/>
                <a:gd name="connsiteX37" fmla="*/ 9265388 w 9767847"/>
                <a:gd name="connsiteY37" fmla="*/ 4461073 h 6858000"/>
                <a:gd name="connsiteX38" fmla="*/ 9276571 w 9767847"/>
                <a:gd name="connsiteY38" fmla="*/ 4411943 h 6858000"/>
                <a:gd name="connsiteX39" fmla="*/ 9281841 w 9767847"/>
                <a:gd name="connsiteY39" fmla="*/ 4387379 h 6858000"/>
                <a:gd name="connsiteX40" fmla="*/ 9286513 w 9767847"/>
                <a:gd name="connsiteY40" fmla="*/ 4364838 h 6858000"/>
                <a:gd name="connsiteX41" fmla="*/ 9296754 w 9767847"/>
                <a:gd name="connsiteY41" fmla="*/ 4312038 h 6858000"/>
                <a:gd name="connsiteX42" fmla="*/ 9301029 w 9767847"/>
                <a:gd name="connsiteY42" fmla="*/ 4289074 h 6858000"/>
                <a:gd name="connsiteX43" fmla="*/ 9302818 w 9767847"/>
                <a:gd name="connsiteY43" fmla="*/ 4278581 h 6858000"/>
                <a:gd name="connsiteX44" fmla="*/ 9304658 w 9767847"/>
                <a:gd name="connsiteY44" fmla="*/ 4266816 h 6858000"/>
                <a:gd name="connsiteX45" fmla="*/ 9312810 w 9767847"/>
                <a:gd name="connsiteY45" fmla="*/ 4215945 h 6858000"/>
                <a:gd name="connsiteX46" fmla="*/ 9316887 w 9767847"/>
                <a:gd name="connsiteY46" fmla="*/ 4190486 h 6858000"/>
                <a:gd name="connsiteX47" fmla="*/ 9318923 w 9767847"/>
                <a:gd name="connsiteY47" fmla="*/ 4177780 h 6858000"/>
                <a:gd name="connsiteX48" fmla="*/ 9320515 w 9767847"/>
                <a:gd name="connsiteY48" fmla="*/ 4164886 h 6858000"/>
                <a:gd name="connsiteX49" fmla="*/ 9332445 w 9767847"/>
                <a:gd name="connsiteY49" fmla="*/ 4064981 h 6858000"/>
                <a:gd name="connsiteX50" fmla="*/ 9336173 w 9767847"/>
                <a:gd name="connsiteY50" fmla="*/ 4018676 h 6858000"/>
                <a:gd name="connsiteX51" fmla="*/ 9340199 w 9767847"/>
                <a:gd name="connsiteY51" fmla="*/ 3965171 h 6858000"/>
                <a:gd name="connsiteX52" fmla="*/ 9347557 w 9767847"/>
                <a:gd name="connsiteY52" fmla="*/ 3765972 h 6858000"/>
                <a:gd name="connsiteX53" fmla="*/ 9346364 w 9767847"/>
                <a:gd name="connsiteY53" fmla="*/ 3664938 h 6858000"/>
                <a:gd name="connsiteX54" fmla="*/ 9344921 w 9767847"/>
                <a:gd name="connsiteY54" fmla="*/ 3615243 h 6858000"/>
                <a:gd name="connsiteX55" fmla="*/ 9344524 w 9767847"/>
                <a:gd name="connsiteY55" fmla="*/ 3603526 h 6858000"/>
                <a:gd name="connsiteX56" fmla="*/ 9343728 w 9767847"/>
                <a:gd name="connsiteY56" fmla="*/ 3590774 h 6858000"/>
                <a:gd name="connsiteX57" fmla="*/ 9342188 w 9767847"/>
                <a:gd name="connsiteY57" fmla="*/ 3565268 h 6858000"/>
                <a:gd name="connsiteX58" fmla="*/ 9339056 w 9767847"/>
                <a:gd name="connsiteY58" fmla="*/ 3514256 h 6858000"/>
                <a:gd name="connsiteX59" fmla="*/ 9334334 w 9767847"/>
                <a:gd name="connsiteY59" fmla="*/ 3463057 h 6858000"/>
                <a:gd name="connsiteX60" fmla="*/ 9329363 w 9767847"/>
                <a:gd name="connsiteY60" fmla="*/ 3411810 h 6858000"/>
                <a:gd name="connsiteX61" fmla="*/ 9328319 w 9767847"/>
                <a:gd name="connsiteY61" fmla="*/ 3400657 h 6858000"/>
                <a:gd name="connsiteX62" fmla="*/ 9327177 w 9767847"/>
                <a:gd name="connsiteY62" fmla="*/ 3390116 h 6858000"/>
                <a:gd name="connsiteX63" fmla="*/ 9324293 w 9767847"/>
                <a:gd name="connsiteY63" fmla="*/ 3366774 h 6858000"/>
                <a:gd name="connsiteX64" fmla="*/ 9320763 w 9767847"/>
                <a:gd name="connsiteY64" fmla="*/ 3340329 h 6858000"/>
                <a:gd name="connsiteX65" fmla="*/ 9317184 w 9767847"/>
                <a:gd name="connsiteY65" fmla="*/ 3311245 h 6858000"/>
                <a:gd name="connsiteX66" fmla="*/ 9311021 w 9767847"/>
                <a:gd name="connsiteY66" fmla="*/ 3266211 h 6858000"/>
                <a:gd name="connsiteX67" fmla="*/ 9302719 w 9767847"/>
                <a:gd name="connsiteY67" fmla="*/ 3215717 h 6858000"/>
                <a:gd name="connsiteX68" fmla="*/ 9293970 w 9767847"/>
                <a:gd name="connsiteY68" fmla="*/ 3165789 h 6858000"/>
                <a:gd name="connsiteX69" fmla="*/ 9252065 w 9767847"/>
                <a:gd name="connsiteY69" fmla="*/ 2967107 h 6858000"/>
                <a:gd name="connsiteX70" fmla="*/ 9227211 w 9767847"/>
                <a:gd name="connsiteY70" fmla="*/ 2868473 h 6858000"/>
                <a:gd name="connsiteX71" fmla="*/ 9220699 w 9767847"/>
                <a:gd name="connsiteY71" fmla="*/ 2844426 h 6858000"/>
                <a:gd name="connsiteX72" fmla="*/ 9213740 w 9767847"/>
                <a:gd name="connsiteY72" fmla="*/ 2820191 h 6858000"/>
                <a:gd name="connsiteX73" fmla="*/ 9199374 w 9767847"/>
                <a:gd name="connsiteY73" fmla="*/ 2771438 h 6858000"/>
                <a:gd name="connsiteX74" fmla="*/ 9061829 w 9767847"/>
                <a:gd name="connsiteY74" fmla="*/ 2385418 h 6858000"/>
                <a:gd name="connsiteX75" fmla="*/ 8978865 w 9767847"/>
                <a:gd name="connsiteY75" fmla="*/ 2196855 h 6858000"/>
                <a:gd name="connsiteX76" fmla="*/ 8956694 w 9767847"/>
                <a:gd name="connsiteY76" fmla="*/ 2150219 h 6858000"/>
                <a:gd name="connsiteX77" fmla="*/ 8934176 w 9767847"/>
                <a:gd name="connsiteY77" fmla="*/ 2103914 h 6858000"/>
                <a:gd name="connsiteX78" fmla="*/ 8887151 w 9767847"/>
                <a:gd name="connsiteY78" fmla="*/ 2011350 h 6858000"/>
                <a:gd name="connsiteX79" fmla="*/ 8787533 w 9767847"/>
                <a:gd name="connsiteY79" fmla="*/ 1828527 h 6858000"/>
                <a:gd name="connsiteX80" fmla="*/ 8761485 w 9767847"/>
                <a:gd name="connsiteY80" fmla="*/ 1783398 h 6858000"/>
                <a:gd name="connsiteX81" fmla="*/ 8734791 w 9767847"/>
                <a:gd name="connsiteY81" fmla="*/ 1737893 h 6858000"/>
                <a:gd name="connsiteX82" fmla="*/ 8680808 w 9767847"/>
                <a:gd name="connsiteY82" fmla="*/ 1648812 h 6858000"/>
                <a:gd name="connsiteX83" fmla="*/ 8567024 w 9767847"/>
                <a:gd name="connsiteY83" fmla="*/ 1472906 h 6858000"/>
                <a:gd name="connsiteX84" fmla="*/ 8537446 w 9767847"/>
                <a:gd name="connsiteY84" fmla="*/ 1429330 h 6858000"/>
                <a:gd name="connsiteX85" fmla="*/ 8507423 w 9767847"/>
                <a:gd name="connsiteY85" fmla="*/ 1385896 h 6858000"/>
                <a:gd name="connsiteX86" fmla="*/ 8446529 w 9767847"/>
                <a:gd name="connsiteY86" fmla="*/ 1300295 h 6858000"/>
                <a:gd name="connsiteX87" fmla="*/ 8319224 w 9767847"/>
                <a:gd name="connsiteY87" fmla="*/ 1131026 h 6858000"/>
                <a:gd name="connsiteX88" fmla="*/ 8286366 w 9767847"/>
                <a:gd name="connsiteY88" fmla="*/ 1089050 h 6858000"/>
                <a:gd name="connsiteX89" fmla="*/ 8270161 w 9767847"/>
                <a:gd name="connsiteY89" fmla="*/ 1068439 h 6858000"/>
                <a:gd name="connsiteX90" fmla="*/ 8253856 w 9767847"/>
                <a:gd name="connsiteY90" fmla="*/ 1048156 h 6858000"/>
                <a:gd name="connsiteX91" fmla="*/ 8186352 w 9767847"/>
                <a:gd name="connsiteY91" fmla="*/ 966275 h 6858000"/>
                <a:gd name="connsiteX92" fmla="*/ 8046768 w 9767847"/>
                <a:gd name="connsiteY92" fmla="*/ 805429 h 6858000"/>
                <a:gd name="connsiteX93" fmla="*/ 8010927 w 9767847"/>
                <a:gd name="connsiteY93" fmla="*/ 765853 h 6858000"/>
                <a:gd name="connsiteX94" fmla="*/ 7974788 w 9767847"/>
                <a:gd name="connsiteY94" fmla="*/ 726653 h 6858000"/>
                <a:gd name="connsiteX95" fmla="*/ 7901070 w 9767847"/>
                <a:gd name="connsiteY95" fmla="*/ 648724 h 6858000"/>
                <a:gd name="connsiteX96" fmla="*/ 7750054 w 9767847"/>
                <a:gd name="connsiteY96" fmla="*/ 497008 h 6858000"/>
                <a:gd name="connsiteX97" fmla="*/ 7592277 w 9767847"/>
                <a:gd name="connsiteY97" fmla="*/ 351221 h 6858000"/>
                <a:gd name="connsiteX98" fmla="*/ 7257734 w 9767847"/>
                <a:gd name="connsiteY98" fmla="*/ 76964 h 6858000"/>
                <a:gd name="connsiteX99" fmla="*/ 1886601 w 9767847"/>
                <a:gd name="connsiteY99" fmla="*/ 0 h 6858000"/>
                <a:gd name="connsiteX100" fmla="*/ 2292926 w 9767847"/>
                <a:gd name="connsiteY100" fmla="*/ 0 h 6858000"/>
                <a:gd name="connsiteX101" fmla="*/ 2135542 w 9767847"/>
                <a:gd name="connsiteY101" fmla="*/ 117781 h 6858000"/>
                <a:gd name="connsiteX102" fmla="*/ 1969576 w 9767847"/>
                <a:gd name="connsiteY102" fmla="*/ 254986 h 6858000"/>
                <a:gd name="connsiteX103" fmla="*/ 1659938 w 9767847"/>
                <a:gd name="connsiteY103" fmla="*/ 549855 h 6858000"/>
                <a:gd name="connsiteX104" fmla="*/ 729383 w 9767847"/>
                <a:gd name="connsiteY104" fmla="*/ 1936480 h 6858000"/>
                <a:gd name="connsiteX105" fmla="*/ 578465 w 9767847"/>
                <a:gd name="connsiteY105" fmla="*/ 2320807 h 6858000"/>
                <a:gd name="connsiteX106" fmla="*/ 465080 w 9767847"/>
                <a:gd name="connsiteY106" fmla="*/ 2714875 h 6858000"/>
                <a:gd name="connsiteX107" fmla="*/ 423820 w 9767847"/>
                <a:gd name="connsiteY107" fmla="*/ 2915436 h 6858000"/>
                <a:gd name="connsiteX108" fmla="*/ 392355 w 9767847"/>
                <a:gd name="connsiteY108" fmla="*/ 3118071 h 6858000"/>
                <a:gd name="connsiteX109" fmla="*/ 358801 w 9767847"/>
                <a:gd name="connsiteY109" fmla="*/ 3526915 h 6858000"/>
                <a:gd name="connsiteX110" fmla="*/ 410350 w 9767847"/>
                <a:gd name="connsiteY110" fmla="*/ 4348226 h 6858000"/>
                <a:gd name="connsiteX111" fmla="*/ 449022 w 9767847"/>
                <a:gd name="connsiteY111" fmla="*/ 4551049 h 6858000"/>
                <a:gd name="connsiteX112" fmla="*/ 498882 w 9767847"/>
                <a:gd name="connsiteY112" fmla="*/ 4752365 h 6858000"/>
                <a:gd name="connsiteX113" fmla="*/ 559775 w 9767847"/>
                <a:gd name="connsiteY113" fmla="*/ 4951657 h 6858000"/>
                <a:gd name="connsiteX114" fmla="*/ 631406 w 9767847"/>
                <a:gd name="connsiteY114" fmla="*/ 5147986 h 6858000"/>
                <a:gd name="connsiteX115" fmla="*/ 1023461 w 9767847"/>
                <a:gd name="connsiteY115" fmla="*/ 5893957 h 6858000"/>
                <a:gd name="connsiteX116" fmla="*/ 1575880 w 9767847"/>
                <a:gd name="connsiteY116" fmla="*/ 6547646 h 6858000"/>
                <a:gd name="connsiteX117" fmla="*/ 1905228 w 9767847"/>
                <a:gd name="connsiteY117" fmla="*/ 6829468 h 6858000"/>
                <a:gd name="connsiteX118" fmla="*/ 1944230 w 9767847"/>
                <a:gd name="connsiteY118" fmla="*/ 6858000 h 6858000"/>
                <a:gd name="connsiteX119" fmla="*/ 1372541 w 9767847"/>
                <a:gd name="connsiteY119" fmla="*/ 6858000 h 6858000"/>
                <a:gd name="connsiteX120" fmla="*/ 1115251 w 9767847"/>
                <a:gd name="connsiteY120" fmla="*/ 6590005 h 6858000"/>
                <a:gd name="connsiteX121" fmla="*/ 0 w 9767847"/>
                <a:gd name="connsiteY121" fmla="*/ 3649031 h 6858000"/>
                <a:gd name="connsiteX122" fmla="*/ 1777294 w 9767847"/>
                <a:gd name="connsiteY122" fmla="*/ 813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9767847" h="6858000">
                  <a:moveTo>
                    <a:pt x="7151367" y="0"/>
                  </a:moveTo>
                  <a:lnTo>
                    <a:pt x="7881247" y="0"/>
                  </a:lnTo>
                  <a:lnTo>
                    <a:pt x="7990553" y="81317"/>
                  </a:lnTo>
                  <a:cubicBezTo>
                    <a:pt x="9075991" y="929334"/>
                    <a:pt x="9767847" y="2212695"/>
                    <a:pt x="9767847" y="3649031"/>
                  </a:cubicBezTo>
                  <a:cubicBezTo>
                    <a:pt x="9767847" y="4766182"/>
                    <a:pt x="9349317" y="5790792"/>
                    <a:pt x="8652597" y="6590005"/>
                  </a:cubicBezTo>
                  <a:lnTo>
                    <a:pt x="8395306" y="6858000"/>
                  </a:lnTo>
                  <a:lnTo>
                    <a:pt x="6762603" y="6858000"/>
                  </a:lnTo>
                  <a:lnTo>
                    <a:pt x="6765962" y="6854844"/>
                  </a:lnTo>
                  <a:cubicBezTo>
                    <a:pt x="6779036" y="6842703"/>
                    <a:pt x="6791663" y="6829621"/>
                    <a:pt x="6804586" y="6817103"/>
                  </a:cubicBezTo>
                  <a:lnTo>
                    <a:pt x="6881735" y="6741197"/>
                  </a:lnTo>
                  <a:cubicBezTo>
                    <a:pt x="6907435" y="6715881"/>
                    <a:pt x="6933134" y="6690798"/>
                    <a:pt x="6958883" y="6664822"/>
                  </a:cubicBezTo>
                  <a:lnTo>
                    <a:pt x="7267925" y="6355694"/>
                  </a:lnTo>
                  <a:lnTo>
                    <a:pt x="7424360" y="6200685"/>
                  </a:lnTo>
                  <a:cubicBezTo>
                    <a:pt x="7450754" y="6174802"/>
                    <a:pt x="7477598" y="6148731"/>
                    <a:pt x="7504938" y="6122708"/>
                  </a:cubicBezTo>
                  <a:lnTo>
                    <a:pt x="7546396" y="6083697"/>
                  </a:lnTo>
                  <a:cubicBezTo>
                    <a:pt x="7560264" y="6070803"/>
                    <a:pt x="7574780" y="6057532"/>
                    <a:pt x="7588002" y="6045532"/>
                  </a:cubicBezTo>
                  <a:lnTo>
                    <a:pt x="7631000" y="6006709"/>
                  </a:lnTo>
                  <a:lnTo>
                    <a:pt x="7675440" y="5968309"/>
                  </a:lnTo>
                  <a:cubicBezTo>
                    <a:pt x="7690404" y="5955698"/>
                    <a:pt x="7705564" y="5943321"/>
                    <a:pt x="7720626" y="5930851"/>
                  </a:cubicBezTo>
                  <a:cubicBezTo>
                    <a:pt x="7735738" y="5918427"/>
                    <a:pt x="7751197" y="5906521"/>
                    <a:pt x="7766458" y="5894334"/>
                  </a:cubicBezTo>
                  <a:cubicBezTo>
                    <a:pt x="7827949" y="5846192"/>
                    <a:pt x="7890979" y="5800499"/>
                    <a:pt x="7955254" y="5756828"/>
                  </a:cubicBezTo>
                  <a:cubicBezTo>
                    <a:pt x="8083800" y="5669534"/>
                    <a:pt x="8216872" y="5590336"/>
                    <a:pt x="8352678" y="5517630"/>
                  </a:cubicBezTo>
                  <a:lnTo>
                    <a:pt x="8451350" y="5465254"/>
                  </a:lnTo>
                  <a:lnTo>
                    <a:pt x="8548532" y="5413395"/>
                  </a:lnTo>
                  <a:cubicBezTo>
                    <a:pt x="8612110" y="5379090"/>
                    <a:pt x="8673251" y="5345208"/>
                    <a:pt x="8729473" y="5309961"/>
                  </a:cubicBezTo>
                  <a:cubicBezTo>
                    <a:pt x="8743591" y="5301115"/>
                    <a:pt x="8757161" y="5292361"/>
                    <a:pt x="8770781" y="5283232"/>
                  </a:cubicBezTo>
                  <a:cubicBezTo>
                    <a:pt x="8777591" y="5278667"/>
                    <a:pt x="8784451" y="5274103"/>
                    <a:pt x="8790964" y="5269492"/>
                  </a:cubicBezTo>
                  <a:cubicBezTo>
                    <a:pt x="8797574" y="5264879"/>
                    <a:pt x="8804235" y="5260314"/>
                    <a:pt x="8810499" y="5255703"/>
                  </a:cubicBezTo>
                  <a:cubicBezTo>
                    <a:pt x="8835999" y="5237303"/>
                    <a:pt x="8860407" y="5218291"/>
                    <a:pt x="8883571" y="5198479"/>
                  </a:cubicBezTo>
                  <a:cubicBezTo>
                    <a:pt x="8929900" y="5158856"/>
                    <a:pt x="8971258" y="5116315"/>
                    <a:pt x="9006651" y="5070527"/>
                  </a:cubicBezTo>
                  <a:cubicBezTo>
                    <a:pt x="9015351" y="5059328"/>
                    <a:pt x="9024398" y="5046857"/>
                    <a:pt x="9033494" y="5034105"/>
                  </a:cubicBezTo>
                  <a:lnTo>
                    <a:pt x="9040305" y="5024551"/>
                  </a:lnTo>
                  <a:lnTo>
                    <a:pt x="9046568" y="5015281"/>
                  </a:lnTo>
                  <a:cubicBezTo>
                    <a:pt x="9050743" y="5009163"/>
                    <a:pt x="9054819" y="5002952"/>
                    <a:pt x="9058846" y="4996645"/>
                  </a:cubicBezTo>
                  <a:cubicBezTo>
                    <a:pt x="9075002" y="4971517"/>
                    <a:pt x="9090212" y="4945305"/>
                    <a:pt x="9104529" y="4918105"/>
                  </a:cubicBezTo>
                  <a:cubicBezTo>
                    <a:pt x="9133211" y="4863752"/>
                    <a:pt x="9158313" y="4805447"/>
                    <a:pt x="9181081" y="4744694"/>
                  </a:cubicBezTo>
                  <a:cubicBezTo>
                    <a:pt x="9203748" y="4684178"/>
                    <a:pt x="9223383" y="4621778"/>
                    <a:pt x="9240731" y="4557872"/>
                  </a:cubicBezTo>
                  <a:cubicBezTo>
                    <a:pt x="9249481" y="4525966"/>
                    <a:pt x="9257682" y="4493684"/>
                    <a:pt x="9265388" y="4461073"/>
                  </a:cubicBezTo>
                  <a:cubicBezTo>
                    <a:pt x="9269215" y="4444744"/>
                    <a:pt x="9272943" y="4428367"/>
                    <a:pt x="9276571" y="4411943"/>
                  </a:cubicBezTo>
                  <a:lnTo>
                    <a:pt x="9281841" y="4387379"/>
                  </a:lnTo>
                  <a:lnTo>
                    <a:pt x="9286513" y="4364838"/>
                  </a:lnTo>
                  <a:lnTo>
                    <a:pt x="9296754" y="4312038"/>
                  </a:lnTo>
                  <a:lnTo>
                    <a:pt x="9301029" y="4289074"/>
                  </a:lnTo>
                  <a:lnTo>
                    <a:pt x="9302818" y="4278581"/>
                  </a:lnTo>
                  <a:lnTo>
                    <a:pt x="9304658" y="4266816"/>
                  </a:lnTo>
                  <a:lnTo>
                    <a:pt x="9312810" y="4215945"/>
                  </a:lnTo>
                  <a:lnTo>
                    <a:pt x="9316887" y="4190486"/>
                  </a:lnTo>
                  <a:lnTo>
                    <a:pt x="9318923" y="4177780"/>
                  </a:lnTo>
                  <a:cubicBezTo>
                    <a:pt x="9319570" y="4173546"/>
                    <a:pt x="9319969" y="4169169"/>
                    <a:pt x="9320515" y="4164886"/>
                  </a:cubicBezTo>
                  <a:lnTo>
                    <a:pt x="9332445" y="4064981"/>
                  </a:lnTo>
                  <a:cubicBezTo>
                    <a:pt x="9333836" y="4052370"/>
                    <a:pt x="9334880" y="4036888"/>
                    <a:pt x="9336173" y="4018676"/>
                  </a:cubicBezTo>
                  <a:lnTo>
                    <a:pt x="9340199" y="3965171"/>
                  </a:lnTo>
                  <a:cubicBezTo>
                    <a:pt x="9345071" y="3899806"/>
                    <a:pt x="9347358" y="3832983"/>
                    <a:pt x="9347557" y="3765972"/>
                  </a:cubicBezTo>
                  <a:cubicBezTo>
                    <a:pt x="9347656" y="3732420"/>
                    <a:pt x="9347209" y="3698773"/>
                    <a:pt x="9346364" y="3664938"/>
                  </a:cubicBezTo>
                  <a:lnTo>
                    <a:pt x="9344921" y="3615243"/>
                  </a:lnTo>
                  <a:lnTo>
                    <a:pt x="9344524" y="3603526"/>
                  </a:lnTo>
                  <a:lnTo>
                    <a:pt x="9343728" y="3590774"/>
                  </a:lnTo>
                  <a:lnTo>
                    <a:pt x="9342188" y="3565268"/>
                  </a:lnTo>
                  <a:lnTo>
                    <a:pt x="9339056" y="3514256"/>
                  </a:lnTo>
                  <a:cubicBezTo>
                    <a:pt x="9337914" y="3497221"/>
                    <a:pt x="9335874" y="3480138"/>
                    <a:pt x="9334334" y="3463057"/>
                  </a:cubicBezTo>
                  <a:lnTo>
                    <a:pt x="9329363" y="3411810"/>
                  </a:lnTo>
                  <a:lnTo>
                    <a:pt x="9328319" y="3400657"/>
                  </a:lnTo>
                  <a:lnTo>
                    <a:pt x="9327177" y="3390116"/>
                  </a:lnTo>
                  <a:lnTo>
                    <a:pt x="9324293" y="3366774"/>
                  </a:lnTo>
                  <a:lnTo>
                    <a:pt x="9320763" y="3340329"/>
                  </a:lnTo>
                  <a:lnTo>
                    <a:pt x="9317184" y="3311245"/>
                  </a:lnTo>
                  <a:cubicBezTo>
                    <a:pt x="9315594" y="3296893"/>
                    <a:pt x="9313506" y="3282306"/>
                    <a:pt x="9311021" y="3266211"/>
                  </a:cubicBezTo>
                  <a:lnTo>
                    <a:pt x="9302719" y="3215717"/>
                  </a:lnTo>
                  <a:cubicBezTo>
                    <a:pt x="9299936" y="3199059"/>
                    <a:pt x="9297003" y="3182400"/>
                    <a:pt x="9293970" y="3165789"/>
                  </a:cubicBezTo>
                  <a:cubicBezTo>
                    <a:pt x="9281891" y="3099295"/>
                    <a:pt x="9267674" y="3033084"/>
                    <a:pt x="9252065" y="2967107"/>
                  </a:cubicBezTo>
                  <a:cubicBezTo>
                    <a:pt x="9244261" y="2934167"/>
                    <a:pt x="9235959" y="2901273"/>
                    <a:pt x="9227211" y="2868473"/>
                  </a:cubicBezTo>
                  <a:lnTo>
                    <a:pt x="9220699" y="2844426"/>
                  </a:lnTo>
                  <a:lnTo>
                    <a:pt x="9213740" y="2820191"/>
                  </a:lnTo>
                  <a:cubicBezTo>
                    <a:pt x="9209216" y="2804049"/>
                    <a:pt x="9204345" y="2787768"/>
                    <a:pt x="9199374" y="2771438"/>
                  </a:cubicBezTo>
                  <a:cubicBezTo>
                    <a:pt x="9159855" y="2641086"/>
                    <a:pt x="9114272" y="2512099"/>
                    <a:pt x="9061829" y="2385418"/>
                  </a:cubicBezTo>
                  <a:cubicBezTo>
                    <a:pt x="9035582" y="2322077"/>
                    <a:pt x="9008043" y="2259160"/>
                    <a:pt x="8978865" y="2196855"/>
                  </a:cubicBezTo>
                  <a:lnTo>
                    <a:pt x="8956694" y="2150219"/>
                  </a:lnTo>
                  <a:lnTo>
                    <a:pt x="8934176" y="2103914"/>
                  </a:lnTo>
                  <a:cubicBezTo>
                    <a:pt x="8918915" y="2073091"/>
                    <a:pt x="8903157" y="2042032"/>
                    <a:pt x="8887151" y="2011350"/>
                  </a:cubicBezTo>
                  <a:cubicBezTo>
                    <a:pt x="8854988" y="1949891"/>
                    <a:pt x="8822082" y="1888810"/>
                    <a:pt x="8787533" y="1828527"/>
                  </a:cubicBezTo>
                  <a:lnTo>
                    <a:pt x="8761485" y="1783398"/>
                  </a:lnTo>
                  <a:lnTo>
                    <a:pt x="8734791" y="1737893"/>
                  </a:lnTo>
                  <a:cubicBezTo>
                    <a:pt x="8717047" y="1707823"/>
                    <a:pt x="8699200" y="1678363"/>
                    <a:pt x="8680808" y="1648812"/>
                  </a:cubicBezTo>
                  <a:cubicBezTo>
                    <a:pt x="8644322" y="1589658"/>
                    <a:pt x="8606194" y="1531118"/>
                    <a:pt x="8567024" y="1472906"/>
                  </a:cubicBezTo>
                  <a:lnTo>
                    <a:pt x="8537446" y="1429330"/>
                  </a:lnTo>
                  <a:lnTo>
                    <a:pt x="8507423" y="1385896"/>
                  </a:lnTo>
                  <a:cubicBezTo>
                    <a:pt x="8487390" y="1357284"/>
                    <a:pt x="8467158" y="1328719"/>
                    <a:pt x="8446529" y="1300295"/>
                  </a:cubicBezTo>
                  <a:cubicBezTo>
                    <a:pt x="8405271" y="1243496"/>
                    <a:pt x="8362718" y="1187120"/>
                    <a:pt x="8319224" y="1131026"/>
                  </a:cubicBezTo>
                  <a:lnTo>
                    <a:pt x="8286366" y="1089050"/>
                  </a:lnTo>
                  <a:lnTo>
                    <a:pt x="8270161" y="1068439"/>
                  </a:lnTo>
                  <a:lnTo>
                    <a:pt x="8253856" y="1048156"/>
                  </a:lnTo>
                  <a:cubicBezTo>
                    <a:pt x="8231636" y="1020675"/>
                    <a:pt x="8209117" y="993381"/>
                    <a:pt x="8186352" y="966275"/>
                  </a:cubicBezTo>
                  <a:cubicBezTo>
                    <a:pt x="8140917" y="911922"/>
                    <a:pt x="8094240" y="858417"/>
                    <a:pt x="8046768" y="805429"/>
                  </a:cubicBezTo>
                  <a:lnTo>
                    <a:pt x="8010927" y="765853"/>
                  </a:lnTo>
                  <a:lnTo>
                    <a:pt x="7974788" y="726653"/>
                  </a:lnTo>
                  <a:cubicBezTo>
                    <a:pt x="7950382" y="700489"/>
                    <a:pt x="7925824" y="674465"/>
                    <a:pt x="7901070" y="648724"/>
                  </a:cubicBezTo>
                  <a:cubicBezTo>
                    <a:pt x="7851510" y="597289"/>
                    <a:pt x="7801404" y="546514"/>
                    <a:pt x="7750054" y="497008"/>
                  </a:cubicBezTo>
                  <a:cubicBezTo>
                    <a:pt x="7698902" y="447644"/>
                    <a:pt x="7645913" y="398938"/>
                    <a:pt x="7592277" y="351221"/>
                  </a:cubicBezTo>
                  <a:cubicBezTo>
                    <a:pt x="7484856" y="255786"/>
                    <a:pt x="7373308" y="164304"/>
                    <a:pt x="7257734" y="76964"/>
                  </a:cubicBezTo>
                  <a:close/>
                  <a:moveTo>
                    <a:pt x="1886601" y="0"/>
                  </a:moveTo>
                  <a:lnTo>
                    <a:pt x="2292926" y="0"/>
                  </a:lnTo>
                  <a:lnTo>
                    <a:pt x="2135542" y="117781"/>
                  </a:lnTo>
                  <a:cubicBezTo>
                    <a:pt x="2078998" y="162280"/>
                    <a:pt x="2023659" y="208045"/>
                    <a:pt x="1969576" y="254986"/>
                  </a:cubicBezTo>
                  <a:cubicBezTo>
                    <a:pt x="1861309" y="348820"/>
                    <a:pt x="1758064" y="447314"/>
                    <a:pt x="1659938" y="549855"/>
                  </a:cubicBezTo>
                  <a:cubicBezTo>
                    <a:pt x="1266987" y="960346"/>
                    <a:pt x="953820" y="1431495"/>
                    <a:pt x="729383" y="1936480"/>
                  </a:cubicBezTo>
                  <a:cubicBezTo>
                    <a:pt x="673260" y="2062362"/>
                    <a:pt x="622855" y="2190972"/>
                    <a:pt x="578465" y="2320807"/>
                  </a:cubicBezTo>
                  <a:cubicBezTo>
                    <a:pt x="534125" y="2450687"/>
                    <a:pt x="496147" y="2582216"/>
                    <a:pt x="465080" y="2714875"/>
                  </a:cubicBezTo>
                  <a:cubicBezTo>
                    <a:pt x="449769" y="2780991"/>
                    <a:pt x="435850" y="2848191"/>
                    <a:pt x="423820" y="2915436"/>
                  </a:cubicBezTo>
                  <a:cubicBezTo>
                    <a:pt x="411840" y="2982731"/>
                    <a:pt x="401054" y="3050260"/>
                    <a:pt x="392355" y="3118071"/>
                  </a:cubicBezTo>
                  <a:cubicBezTo>
                    <a:pt x="374509" y="3253646"/>
                    <a:pt x="363424" y="3389880"/>
                    <a:pt x="358801" y="3526915"/>
                  </a:cubicBezTo>
                  <a:cubicBezTo>
                    <a:pt x="349009" y="3800843"/>
                    <a:pt x="366357" y="4075570"/>
                    <a:pt x="410350" y="4348226"/>
                  </a:cubicBezTo>
                  <a:cubicBezTo>
                    <a:pt x="421286" y="4416132"/>
                    <a:pt x="434209" y="4483660"/>
                    <a:pt x="449022" y="4551049"/>
                  </a:cubicBezTo>
                  <a:cubicBezTo>
                    <a:pt x="463737" y="4618436"/>
                    <a:pt x="480389" y="4685588"/>
                    <a:pt x="498882" y="4752365"/>
                  </a:cubicBezTo>
                  <a:cubicBezTo>
                    <a:pt x="517373" y="4819141"/>
                    <a:pt x="537704" y="4885635"/>
                    <a:pt x="559775" y="4951657"/>
                  </a:cubicBezTo>
                  <a:cubicBezTo>
                    <a:pt x="581946" y="5017775"/>
                    <a:pt x="605358" y="5083375"/>
                    <a:pt x="631406" y="5147986"/>
                  </a:cubicBezTo>
                  <a:cubicBezTo>
                    <a:pt x="734055" y="5407608"/>
                    <a:pt x="865188" y="5658570"/>
                    <a:pt x="1023461" y="5893957"/>
                  </a:cubicBezTo>
                  <a:cubicBezTo>
                    <a:pt x="1181487" y="6129578"/>
                    <a:pt x="1367051" y="6349247"/>
                    <a:pt x="1575880" y="6547646"/>
                  </a:cubicBezTo>
                  <a:cubicBezTo>
                    <a:pt x="1680269" y="6646916"/>
                    <a:pt x="1790338" y="6740939"/>
                    <a:pt x="1905228" y="6829468"/>
                  </a:cubicBezTo>
                  <a:lnTo>
                    <a:pt x="1944230" y="6858000"/>
                  </a:lnTo>
                  <a:lnTo>
                    <a:pt x="1372541" y="6858000"/>
                  </a:lnTo>
                  <a:lnTo>
                    <a:pt x="1115251" y="6590005"/>
                  </a:lnTo>
                  <a:cubicBezTo>
                    <a:pt x="418530" y="5790792"/>
                    <a:pt x="0" y="4766182"/>
                    <a:pt x="0" y="3649031"/>
                  </a:cubicBezTo>
                  <a:cubicBezTo>
                    <a:pt x="0" y="2212695"/>
                    <a:pt x="691856" y="929334"/>
                    <a:pt x="1777294" y="81317"/>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1" name="Freeform: Shape 20">
              <a:extLst>
                <a:ext uri="{FF2B5EF4-FFF2-40B4-BE49-F238E27FC236}">
                  <a16:creationId xmlns:a16="http://schemas.microsoft.com/office/drawing/2014/main" id="{82B0ED5C-927D-4C5F-8F27-1B403820B9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3402" y="36937"/>
              <a:ext cx="9767847" cy="6858000"/>
            </a:xfrm>
            <a:custGeom>
              <a:avLst/>
              <a:gdLst>
                <a:gd name="connsiteX0" fmla="*/ 7145704 w 9767847"/>
                <a:gd name="connsiteY0" fmla="*/ 0 h 6858000"/>
                <a:gd name="connsiteX1" fmla="*/ 7875738 w 9767847"/>
                <a:gd name="connsiteY1" fmla="*/ 0 h 6858000"/>
                <a:gd name="connsiteX2" fmla="*/ 7990553 w 9767847"/>
                <a:gd name="connsiteY2" fmla="*/ 85415 h 6858000"/>
                <a:gd name="connsiteX3" fmla="*/ 9767847 w 9767847"/>
                <a:gd name="connsiteY3" fmla="*/ 3653129 h 6858000"/>
                <a:gd name="connsiteX4" fmla="*/ 8652597 w 9767847"/>
                <a:gd name="connsiteY4" fmla="*/ 6594103 h 6858000"/>
                <a:gd name="connsiteX5" fmla="*/ 8399240 w 9767847"/>
                <a:gd name="connsiteY5" fmla="*/ 6858000 h 6858000"/>
                <a:gd name="connsiteX6" fmla="*/ 6766926 w 9767847"/>
                <a:gd name="connsiteY6" fmla="*/ 6858000 h 6858000"/>
                <a:gd name="connsiteX7" fmla="*/ 6804586 w 9767847"/>
                <a:gd name="connsiteY7" fmla="*/ 6821201 h 6858000"/>
                <a:gd name="connsiteX8" fmla="*/ 6881735 w 9767847"/>
                <a:gd name="connsiteY8" fmla="*/ 6745295 h 6858000"/>
                <a:gd name="connsiteX9" fmla="*/ 6958883 w 9767847"/>
                <a:gd name="connsiteY9" fmla="*/ 6668920 h 6858000"/>
                <a:gd name="connsiteX10" fmla="*/ 7267925 w 9767847"/>
                <a:gd name="connsiteY10" fmla="*/ 6359792 h 6858000"/>
                <a:gd name="connsiteX11" fmla="*/ 7424360 w 9767847"/>
                <a:gd name="connsiteY11" fmla="*/ 6204783 h 6858000"/>
                <a:gd name="connsiteX12" fmla="*/ 7504938 w 9767847"/>
                <a:gd name="connsiteY12" fmla="*/ 6126806 h 6858000"/>
                <a:gd name="connsiteX13" fmla="*/ 7546396 w 9767847"/>
                <a:gd name="connsiteY13" fmla="*/ 6087795 h 6858000"/>
                <a:gd name="connsiteX14" fmla="*/ 7588002 w 9767847"/>
                <a:gd name="connsiteY14" fmla="*/ 6049630 h 6858000"/>
                <a:gd name="connsiteX15" fmla="*/ 7631000 w 9767847"/>
                <a:gd name="connsiteY15" fmla="*/ 6010807 h 6858000"/>
                <a:gd name="connsiteX16" fmla="*/ 7675440 w 9767847"/>
                <a:gd name="connsiteY16" fmla="*/ 5972407 h 6858000"/>
                <a:gd name="connsiteX17" fmla="*/ 7720626 w 9767847"/>
                <a:gd name="connsiteY17" fmla="*/ 5934949 h 6858000"/>
                <a:gd name="connsiteX18" fmla="*/ 7766458 w 9767847"/>
                <a:gd name="connsiteY18" fmla="*/ 5898432 h 6858000"/>
                <a:gd name="connsiteX19" fmla="*/ 7955254 w 9767847"/>
                <a:gd name="connsiteY19" fmla="*/ 5760926 h 6858000"/>
                <a:gd name="connsiteX20" fmla="*/ 8352678 w 9767847"/>
                <a:gd name="connsiteY20" fmla="*/ 5521728 h 6858000"/>
                <a:gd name="connsiteX21" fmla="*/ 8451350 w 9767847"/>
                <a:gd name="connsiteY21" fmla="*/ 5469352 h 6858000"/>
                <a:gd name="connsiteX22" fmla="*/ 8548532 w 9767847"/>
                <a:gd name="connsiteY22" fmla="*/ 5417493 h 6858000"/>
                <a:gd name="connsiteX23" fmla="*/ 8729473 w 9767847"/>
                <a:gd name="connsiteY23" fmla="*/ 5314059 h 6858000"/>
                <a:gd name="connsiteX24" fmla="*/ 8770781 w 9767847"/>
                <a:gd name="connsiteY24" fmla="*/ 5287330 h 6858000"/>
                <a:gd name="connsiteX25" fmla="*/ 8790964 w 9767847"/>
                <a:gd name="connsiteY25" fmla="*/ 5273590 h 6858000"/>
                <a:gd name="connsiteX26" fmla="*/ 8810499 w 9767847"/>
                <a:gd name="connsiteY26" fmla="*/ 5259801 h 6858000"/>
                <a:gd name="connsiteX27" fmla="*/ 8883571 w 9767847"/>
                <a:gd name="connsiteY27" fmla="*/ 5202577 h 6858000"/>
                <a:gd name="connsiteX28" fmla="*/ 9006651 w 9767847"/>
                <a:gd name="connsiteY28" fmla="*/ 5074625 h 6858000"/>
                <a:gd name="connsiteX29" fmla="*/ 9033494 w 9767847"/>
                <a:gd name="connsiteY29" fmla="*/ 5038203 h 6858000"/>
                <a:gd name="connsiteX30" fmla="*/ 9040305 w 9767847"/>
                <a:gd name="connsiteY30" fmla="*/ 5028649 h 6858000"/>
                <a:gd name="connsiteX31" fmla="*/ 9046568 w 9767847"/>
                <a:gd name="connsiteY31" fmla="*/ 5019379 h 6858000"/>
                <a:gd name="connsiteX32" fmla="*/ 9058846 w 9767847"/>
                <a:gd name="connsiteY32" fmla="*/ 5000743 h 6858000"/>
                <a:gd name="connsiteX33" fmla="*/ 9104529 w 9767847"/>
                <a:gd name="connsiteY33" fmla="*/ 4922203 h 6858000"/>
                <a:gd name="connsiteX34" fmla="*/ 9181081 w 9767847"/>
                <a:gd name="connsiteY34" fmla="*/ 4748792 h 6858000"/>
                <a:gd name="connsiteX35" fmla="*/ 9240731 w 9767847"/>
                <a:gd name="connsiteY35" fmla="*/ 4561970 h 6858000"/>
                <a:gd name="connsiteX36" fmla="*/ 9265388 w 9767847"/>
                <a:gd name="connsiteY36" fmla="*/ 4465171 h 6858000"/>
                <a:gd name="connsiteX37" fmla="*/ 9276571 w 9767847"/>
                <a:gd name="connsiteY37" fmla="*/ 4416041 h 6858000"/>
                <a:gd name="connsiteX38" fmla="*/ 9281841 w 9767847"/>
                <a:gd name="connsiteY38" fmla="*/ 4391477 h 6858000"/>
                <a:gd name="connsiteX39" fmla="*/ 9286513 w 9767847"/>
                <a:gd name="connsiteY39" fmla="*/ 4368936 h 6858000"/>
                <a:gd name="connsiteX40" fmla="*/ 9296754 w 9767847"/>
                <a:gd name="connsiteY40" fmla="*/ 4316136 h 6858000"/>
                <a:gd name="connsiteX41" fmla="*/ 9301029 w 9767847"/>
                <a:gd name="connsiteY41" fmla="*/ 4293172 h 6858000"/>
                <a:gd name="connsiteX42" fmla="*/ 9302818 w 9767847"/>
                <a:gd name="connsiteY42" fmla="*/ 4282679 h 6858000"/>
                <a:gd name="connsiteX43" fmla="*/ 9304658 w 9767847"/>
                <a:gd name="connsiteY43" fmla="*/ 4270914 h 6858000"/>
                <a:gd name="connsiteX44" fmla="*/ 9312810 w 9767847"/>
                <a:gd name="connsiteY44" fmla="*/ 4220043 h 6858000"/>
                <a:gd name="connsiteX45" fmla="*/ 9316887 w 9767847"/>
                <a:gd name="connsiteY45" fmla="*/ 4194584 h 6858000"/>
                <a:gd name="connsiteX46" fmla="*/ 9318923 w 9767847"/>
                <a:gd name="connsiteY46" fmla="*/ 4181878 h 6858000"/>
                <a:gd name="connsiteX47" fmla="*/ 9320515 w 9767847"/>
                <a:gd name="connsiteY47" fmla="*/ 4168984 h 6858000"/>
                <a:gd name="connsiteX48" fmla="*/ 9332445 w 9767847"/>
                <a:gd name="connsiteY48" fmla="*/ 4069079 h 6858000"/>
                <a:gd name="connsiteX49" fmla="*/ 9336173 w 9767847"/>
                <a:gd name="connsiteY49" fmla="*/ 4022774 h 6858000"/>
                <a:gd name="connsiteX50" fmla="*/ 9340199 w 9767847"/>
                <a:gd name="connsiteY50" fmla="*/ 3969269 h 6858000"/>
                <a:gd name="connsiteX51" fmla="*/ 9347557 w 9767847"/>
                <a:gd name="connsiteY51" fmla="*/ 3770070 h 6858000"/>
                <a:gd name="connsiteX52" fmla="*/ 9346364 w 9767847"/>
                <a:gd name="connsiteY52" fmla="*/ 3669036 h 6858000"/>
                <a:gd name="connsiteX53" fmla="*/ 9344921 w 9767847"/>
                <a:gd name="connsiteY53" fmla="*/ 3619341 h 6858000"/>
                <a:gd name="connsiteX54" fmla="*/ 9344524 w 9767847"/>
                <a:gd name="connsiteY54" fmla="*/ 3607624 h 6858000"/>
                <a:gd name="connsiteX55" fmla="*/ 9343728 w 9767847"/>
                <a:gd name="connsiteY55" fmla="*/ 3594872 h 6858000"/>
                <a:gd name="connsiteX56" fmla="*/ 9342188 w 9767847"/>
                <a:gd name="connsiteY56" fmla="*/ 3569366 h 6858000"/>
                <a:gd name="connsiteX57" fmla="*/ 9339056 w 9767847"/>
                <a:gd name="connsiteY57" fmla="*/ 3518354 h 6858000"/>
                <a:gd name="connsiteX58" fmla="*/ 9334334 w 9767847"/>
                <a:gd name="connsiteY58" fmla="*/ 3467155 h 6858000"/>
                <a:gd name="connsiteX59" fmla="*/ 9329363 w 9767847"/>
                <a:gd name="connsiteY59" fmla="*/ 3415908 h 6858000"/>
                <a:gd name="connsiteX60" fmla="*/ 9328319 w 9767847"/>
                <a:gd name="connsiteY60" fmla="*/ 3404755 h 6858000"/>
                <a:gd name="connsiteX61" fmla="*/ 9327177 w 9767847"/>
                <a:gd name="connsiteY61" fmla="*/ 3394214 h 6858000"/>
                <a:gd name="connsiteX62" fmla="*/ 9324293 w 9767847"/>
                <a:gd name="connsiteY62" fmla="*/ 3370872 h 6858000"/>
                <a:gd name="connsiteX63" fmla="*/ 9320763 w 9767847"/>
                <a:gd name="connsiteY63" fmla="*/ 3344427 h 6858000"/>
                <a:gd name="connsiteX64" fmla="*/ 9317184 w 9767847"/>
                <a:gd name="connsiteY64" fmla="*/ 3315343 h 6858000"/>
                <a:gd name="connsiteX65" fmla="*/ 9311021 w 9767847"/>
                <a:gd name="connsiteY65" fmla="*/ 3270309 h 6858000"/>
                <a:gd name="connsiteX66" fmla="*/ 9302719 w 9767847"/>
                <a:gd name="connsiteY66" fmla="*/ 3219815 h 6858000"/>
                <a:gd name="connsiteX67" fmla="*/ 9293970 w 9767847"/>
                <a:gd name="connsiteY67" fmla="*/ 3169887 h 6858000"/>
                <a:gd name="connsiteX68" fmla="*/ 9252065 w 9767847"/>
                <a:gd name="connsiteY68" fmla="*/ 2971205 h 6858000"/>
                <a:gd name="connsiteX69" fmla="*/ 9227211 w 9767847"/>
                <a:gd name="connsiteY69" fmla="*/ 2872571 h 6858000"/>
                <a:gd name="connsiteX70" fmla="*/ 9220699 w 9767847"/>
                <a:gd name="connsiteY70" fmla="*/ 2848524 h 6858000"/>
                <a:gd name="connsiteX71" fmla="*/ 9213740 w 9767847"/>
                <a:gd name="connsiteY71" fmla="*/ 2824289 h 6858000"/>
                <a:gd name="connsiteX72" fmla="*/ 9199374 w 9767847"/>
                <a:gd name="connsiteY72" fmla="*/ 2775536 h 6858000"/>
                <a:gd name="connsiteX73" fmla="*/ 9061829 w 9767847"/>
                <a:gd name="connsiteY73" fmla="*/ 2389515 h 6858000"/>
                <a:gd name="connsiteX74" fmla="*/ 8978865 w 9767847"/>
                <a:gd name="connsiteY74" fmla="*/ 2200953 h 6858000"/>
                <a:gd name="connsiteX75" fmla="*/ 8956694 w 9767847"/>
                <a:gd name="connsiteY75" fmla="*/ 2154317 h 6858000"/>
                <a:gd name="connsiteX76" fmla="*/ 8934176 w 9767847"/>
                <a:gd name="connsiteY76" fmla="*/ 2108012 h 6858000"/>
                <a:gd name="connsiteX77" fmla="*/ 8887151 w 9767847"/>
                <a:gd name="connsiteY77" fmla="*/ 2015448 h 6858000"/>
                <a:gd name="connsiteX78" fmla="*/ 8787533 w 9767847"/>
                <a:gd name="connsiteY78" fmla="*/ 1832625 h 6858000"/>
                <a:gd name="connsiteX79" fmla="*/ 8761485 w 9767847"/>
                <a:gd name="connsiteY79" fmla="*/ 1787496 h 6858000"/>
                <a:gd name="connsiteX80" fmla="*/ 8734791 w 9767847"/>
                <a:gd name="connsiteY80" fmla="*/ 1741991 h 6858000"/>
                <a:gd name="connsiteX81" fmla="*/ 8680808 w 9767847"/>
                <a:gd name="connsiteY81" fmla="*/ 1652910 h 6858000"/>
                <a:gd name="connsiteX82" fmla="*/ 8567024 w 9767847"/>
                <a:gd name="connsiteY82" fmla="*/ 1477004 h 6858000"/>
                <a:gd name="connsiteX83" fmla="*/ 8537446 w 9767847"/>
                <a:gd name="connsiteY83" fmla="*/ 1433428 h 6858000"/>
                <a:gd name="connsiteX84" fmla="*/ 8507423 w 9767847"/>
                <a:gd name="connsiteY84" fmla="*/ 1389994 h 6858000"/>
                <a:gd name="connsiteX85" fmla="*/ 8446529 w 9767847"/>
                <a:gd name="connsiteY85" fmla="*/ 1304393 h 6858000"/>
                <a:gd name="connsiteX86" fmla="*/ 8319224 w 9767847"/>
                <a:gd name="connsiteY86" fmla="*/ 1135124 h 6858000"/>
                <a:gd name="connsiteX87" fmla="*/ 8286366 w 9767847"/>
                <a:gd name="connsiteY87" fmla="*/ 1093148 h 6858000"/>
                <a:gd name="connsiteX88" fmla="*/ 8270161 w 9767847"/>
                <a:gd name="connsiteY88" fmla="*/ 1072538 h 6858000"/>
                <a:gd name="connsiteX89" fmla="*/ 8253856 w 9767847"/>
                <a:gd name="connsiteY89" fmla="*/ 1052254 h 6858000"/>
                <a:gd name="connsiteX90" fmla="*/ 8186352 w 9767847"/>
                <a:gd name="connsiteY90" fmla="*/ 970373 h 6858000"/>
                <a:gd name="connsiteX91" fmla="*/ 8046768 w 9767847"/>
                <a:gd name="connsiteY91" fmla="*/ 809527 h 6858000"/>
                <a:gd name="connsiteX92" fmla="*/ 8010927 w 9767847"/>
                <a:gd name="connsiteY92" fmla="*/ 769951 h 6858000"/>
                <a:gd name="connsiteX93" fmla="*/ 7974788 w 9767847"/>
                <a:gd name="connsiteY93" fmla="*/ 730751 h 6858000"/>
                <a:gd name="connsiteX94" fmla="*/ 7901070 w 9767847"/>
                <a:gd name="connsiteY94" fmla="*/ 652823 h 6858000"/>
                <a:gd name="connsiteX95" fmla="*/ 7750054 w 9767847"/>
                <a:gd name="connsiteY95" fmla="*/ 501106 h 6858000"/>
                <a:gd name="connsiteX96" fmla="*/ 7592277 w 9767847"/>
                <a:gd name="connsiteY96" fmla="*/ 355319 h 6858000"/>
                <a:gd name="connsiteX97" fmla="*/ 7257734 w 9767847"/>
                <a:gd name="connsiteY97" fmla="*/ 81062 h 6858000"/>
                <a:gd name="connsiteX98" fmla="*/ 1892109 w 9767847"/>
                <a:gd name="connsiteY98" fmla="*/ 0 h 6858000"/>
                <a:gd name="connsiteX99" fmla="*/ 2298402 w 9767847"/>
                <a:gd name="connsiteY99" fmla="*/ 0 h 6858000"/>
                <a:gd name="connsiteX100" fmla="*/ 2135542 w 9767847"/>
                <a:gd name="connsiteY100" fmla="*/ 121879 h 6858000"/>
                <a:gd name="connsiteX101" fmla="*/ 1969576 w 9767847"/>
                <a:gd name="connsiteY101" fmla="*/ 259084 h 6858000"/>
                <a:gd name="connsiteX102" fmla="*/ 1659938 w 9767847"/>
                <a:gd name="connsiteY102" fmla="*/ 553953 h 6858000"/>
                <a:gd name="connsiteX103" fmla="*/ 729383 w 9767847"/>
                <a:gd name="connsiteY103" fmla="*/ 1940578 h 6858000"/>
                <a:gd name="connsiteX104" fmla="*/ 578465 w 9767847"/>
                <a:gd name="connsiteY104" fmla="*/ 2324905 h 6858000"/>
                <a:gd name="connsiteX105" fmla="*/ 465080 w 9767847"/>
                <a:gd name="connsiteY105" fmla="*/ 2718973 h 6858000"/>
                <a:gd name="connsiteX106" fmla="*/ 423820 w 9767847"/>
                <a:gd name="connsiteY106" fmla="*/ 2919535 h 6858000"/>
                <a:gd name="connsiteX107" fmla="*/ 392355 w 9767847"/>
                <a:gd name="connsiteY107" fmla="*/ 3122169 h 6858000"/>
                <a:gd name="connsiteX108" fmla="*/ 358801 w 9767847"/>
                <a:gd name="connsiteY108" fmla="*/ 3531013 h 6858000"/>
                <a:gd name="connsiteX109" fmla="*/ 410350 w 9767847"/>
                <a:gd name="connsiteY109" fmla="*/ 4352324 h 6858000"/>
                <a:gd name="connsiteX110" fmla="*/ 449022 w 9767847"/>
                <a:gd name="connsiteY110" fmla="*/ 4555147 h 6858000"/>
                <a:gd name="connsiteX111" fmla="*/ 498882 w 9767847"/>
                <a:gd name="connsiteY111" fmla="*/ 4756463 h 6858000"/>
                <a:gd name="connsiteX112" fmla="*/ 559775 w 9767847"/>
                <a:gd name="connsiteY112" fmla="*/ 4955755 h 6858000"/>
                <a:gd name="connsiteX113" fmla="*/ 631406 w 9767847"/>
                <a:gd name="connsiteY113" fmla="*/ 5152084 h 6858000"/>
                <a:gd name="connsiteX114" fmla="*/ 1023461 w 9767847"/>
                <a:gd name="connsiteY114" fmla="*/ 5898055 h 6858000"/>
                <a:gd name="connsiteX115" fmla="*/ 1575880 w 9767847"/>
                <a:gd name="connsiteY115" fmla="*/ 6551744 h 6858000"/>
                <a:gd name="connsiteX116" fmla="*/ 1905228 w 9767847"/>
                <a:gd name="connsiteY116" fmla="*/ 6833566 h 6858000"/>
                <a:gd name="connsiteX117" fmla="*/ 1938629 w 9767847"/>
                <a:gd name="connsiteY117" fmla="*/ 6858000 h 6858000"/>
                <a:gd name="connsiteX118" fmla="*/ 1368607 w 9767847"/>
                <a:gd name="connsiteY118" fmla="*/ 6858000 h 6858000"/>
                <a:gd name="connsiteX119" fmla="*/ 1115251 w 9767847"/>
                <a:gd name="connsiteY119" fmla="*/ 6594103 h 6858000"/>
                <a:gd name="connsiteX120" fmla="*/ 0 w 9767847"/>
                <a:gd name="connsiteY120" fmla="*/ 3653129 h 6858000"/>
                <a:gd name="connsiteX121" fmla="*/ 1777294 w 9767847"/>
                <a:gd name="connsiteY121" fmla="*/ 854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9767847" h="6858000">
                  <a:moveTo>
                    <a:pt x="7145704" y="0"/>
                  </a:moveTo>
                  <a:lnTo>
                    <a:pt x="7875738" y="0"/>
                  </a:lnTo>
                  <a:lnTo>
                    <a:pt x="7990553" y="85415"/>
                  </a:lnTo>
                  <a:cubicBezTo>
                    <a:pt x="9075991" y="933432"/>
                    <a:pt x="9767847" y="2216793"/>
                    <a:pt x="9767847" y="3653129"/>
                  </a:cubicBezTo>
                  <a:cubicBezTo>
                    <a:pt x="9767847" y="4770280"/>
                    <a:pt x="9349317" y="5794890"/>
                    <a:pt x="8652597" y="6594103"/>
                  </a:cubicBezTo>
                  <a:lnTo>
                    <a:pt x="8399240" y="6858000"/>
                  </a:lnTo>
                  <a:lnTo>
                    <a:pt x="6766926" y="6858000"/>
                  </a:lnTo>
                  <a:lnTo>
                    <a:pt x="6804586" y="6821201"/>
                  </a:lnTo>
                  <a:lnTo>
                    <a:pt x="6881735" y="6745295"/>
                  </a:lnTo>
                  <a:cubicBezTo>
                    <a:pt x="6907435" y="6719979"/>
                    <a:pt x="6933134" y="6694896"/>
                    <a:pt x="6958883" y="6668920"/>
                  </a:cubicBezTo>
                  <a:lnTo>
                    <a:pt x="7267925" y="6359792"/>
                  </a:lnTo>
                  <a:lnTo>
                    <a:pt x="7424360" y="6204783"/>
                  </a:lnTo>
                  <a:cubicBezTo>
                    <a:pt x="7450754" y="6178900"/>
                    <a:pt x="7477598" y="6152829"/>
                    <a:pt x="7504938" y="6126806"/>
                  </a:cubicBezTo>
                  <a:lnTo>
                    <a:pt x="7546396" y="6087795"/>
                  </a:lnTo>
                  <a:cubicBezTo>
                    <a:pt x="7560264" y="6074901"/>
                    <a:pt x="7574780" y="6061630"/>
                    <a:pt x="7588002" y="6049630"/>
                  </a:cubicBezTo>
                  <a:lnTo>
                    <a:pt x="7631000" y="6010807"/>
                  </a:lnTo>
                  <a:lnTo>
                    <a:pt x="7675440" y="5972407"/>
                  </a:lnTo>
                  <a:cubicBezTo>
                    <a:pt x="7690404" y="5959796"/>
                    <a:pt x="7705564" y="5947419"/>
                    <a:pt x="7720626" y="5934949"/>
                  </a:cubicBezTo>
                  <a:cubicBezTo>
                    <a:pt x="7735738" y="5922525"/>
                    <a:pt x="7751197" y="5910619"/>
                    <a:pt x="7766458" y="5898432"/>
                  </a:cubicBezTo>
                  <a:cubicBezTo>
                    <a:pt x="7827949" y="5850290"/>
                    <a:pt x="7890979" y="5804597"/>
                    <a:pt x="7955254" y="5760926"/>
                  </a:cubicBezTo>
                  <a:cubicBezTo>
                    <a:pt x="8083800" y="5673632"/>
                    <a:pt x="8216872" y="5594434"/>
                    <a:pt x="8352678" y="5521728"/>
                  </a:cubicBezTo>
                  <a:lnTo>
                    <a:pt x="8451350" y="5469352"/>
                  </a:lnTo>
                  <a:lnTo>
                    <a:pt x="8548532" y="5417493"/>
                  </a:lnTo>
                  <a:cubicBezTo>
                    <a:pt x="8612110" y="5383188"/>
                    <a:pt x="8673251" y="5349306"/>
                    <a:pt x="8729473" y="5314059"/>
                  </a:cubicBezTo>
                  <a:cubicBezTo>
                    <a:pt x="8743591" y="5305213"/>
                    <a:pt x="8757161" y="5296459"/>
                    <a:pt x="8770781" y="5287330"/>
                  </a:cubicBezTo>
                  <a:cubicBezTo>
                    <a:pt x="8777591" y="5282765"/>
                    <a:pt x="8784451" y="5278201"/>
                    <a:pt x="8790964" y="5273590"/>
                  </a:cubicBezTo>
                  <a:cubicBezTo>
                    <a:pt x="8797574" y="5268977"/>
                    <a:pt x="8804235" y="5264412"/>
                    <a:pt x="8810499" y="5259801"/>
                  </a:cubicBezTo>
                  <a:cubicBezTo>
                    <a:pt x="8835999" y="5241401"/>
                    <a:pt x="8860407" y="5222389"/>
                    <a:pt x="8883571" y="5202577"/>
                  </a:cubicBezTo>
                  <a:cubicBezTo>
                    <a:pt x="8929900" y="5162954"/>
                    <a:pt x="8971258" y="5120413"/>
                    <a:pt x="9006651" y="5074625"/>
                  </a:cubicBezTo>
                  <a:cubicBezTo>
                    <a:pt x="9015351" y="5063426"/>
                    <a:pt x="9024398" y="5050955"/>
                    <a:pt x="9033494" y="5038203"/>
                  </a:cubicBezTo>
                  <a:lnTo>
                    <a:pt x="9040305" y="5028649"/>
                  </a:lnTo>
                  <a:lnTo>
                    <a:pt x="9046568" y="5019379"/>
                  </a:lnTo>
                  <a:cubicBezTo>
                    <a:pt x="9050743" y="5013261"/>
                    <a:pt x="9054819" y="5007050"/>
                    <a:pt x="9058846" y="5000743"/>
                  </a:cubicBezTo>
                  <a:cubicBezTo>
                    <a:pt x="9075002" y="4975615"/>
                    <a:pt x="9090212" y="4949403"/>
                    <a:pt x="9104529" y="4922203"/>
                  </a:cubicBezTo>
                  <a:cubicBezTo>
                    <a:pt x="9133211" y="4867850"/>
                    <a:pt x="9158313" y="4809545"/>
                    <a:pt x="9181081" y="4748792"/>
                  </a:cubicBezTo>
                  <a:cubicBezTo>
                    <a:pt x="9203748" y="4688276"/>
                    <a:pt x="9223383" y="4625876"/>
                    <a:pt x="9240731" y="4561970"/>
                  </a:cubicBezTo>
                  <a:cubicBezTo>
                    <a:pt x="9249481" y="4530064"/>
                    <a:pt x="9257682" y="4497782"/>
                    <a:pt x="9265388" y="4465171"/>
                  </a:cubicBezTo>
                  <a:cubicBezTo>
                    <a:pt x="9269215" y="4448842"/>
                    <a:pt x="9272943" y="4432465"/>
                    <a:pt x="9276571" y="4416041"/>
                  </a:cubicBezTo>
                  <a:lnTo>
                    <a:pt x="9281841" y="4391477"/>
                  </a:lnTo>
                  <a:lnTo>
                    <a:pt x="9286513" y="4368936"/>
                  </a:lnTo>
                  <a:lnTo>
                    <a:pt x="9296754" y="4316136"/>
                  </a:lnTo>
                  <a:lnTo>
                    <a:pt x="9301029" y="4293172"/>
                  </a:lnTo>
                  <a:lnTo>
                    <a:pt x="9302818" y="4282679"/>
                  </a:lnTo>
                  <a:lnTo>
                    <a:pt x="9304658" y="4270914"/>
                  </a:lnTo>
                  <a:lnTo>
                    <a:pt x="9312810" y="4220043"/>
                  </a:lnTo>
                  <a:lnTo>
                    <a:pt x="9316887" y="4194584"/>
                  </a:lnTo>
                  <a:lnTo>
                    <a:pt x="9318923" y="4181878"/>
                  </a:lnTo>
                  <a:cubicBezTo>
                    <a:pt x="9319570" y="4177644"/>
                    <a:pt x="9319969" y="4173267"/>
                    <a:pt x="9320515" y="4168984"/>
                  </a:cubicBezTo>
                  <a:lnTo>
                    <a:pt x="9332445" y="4069079"/>
                  </a:lnTo>
                  <a:cubicBezTo>
                    <a:pt x="9333836" y="4056468"/>
                    <a:pt x="9334880" y="4040986"/>
                    <a:pt x="9336173" y="4022774"/>
                  </a:cubicBezTo>
                  <a:lnTo>
                    <a:pt x="9340199" y="3969269"/>
                  </a:lnTo>
                  <a:cubicBezTo>
                    <a:pt x="9345071" y="3903904"/>
                    <a:pt x="9347358" y="3837081"/>
                    <a:pt x="9347557" y="3770070"/>
                  </a:cubicBezTo>
                  <a:cubicBezTo>
                    <a:pt x="9347656" y="3736518"/>
                    <a:pt x="9347209" y="3702871"/>
                    <a:pt x="9346364" y="3669036"/>
                  </a:cubicBezTo>
                  <a:lnTo>
                    <a:pt x="9344921" y="3619341"/>
                  </a:lnTo>
                  <a:lnTo>
                    <a:pt x="9344524" y="3607624"/>
                  </a:lnTo>
                  <a:lnTo>
                    <a:pt x="9343728" y="3594872"/>
                  </a:lnTo>
                  <a:lnTo>
                    <a:pt x="9342188" y="3569366"/>
                  </a:lnTo>
                  <a:lnTo>
                    <a:pt x="9339056" y="3518354"/>
                  </a:lnTo>
                  <a:cubicBezTo>
                    <a:pt x="9337914" y="3501319"/>
                    <a:pt x="9335874" y="3484236"/>
                    <a:pt x="9334334" y="3467155"/>
                  </a:cubicBezTo>
                  <a:lnTo>
                    <a:pt x="9329363" y="3415908"/>
                  </a:lnTo>
                  <a:lnTo>
                    <a:pt x="9328319" y="3404755"/>
                  </a:lnTo>
                  <a:lnTo>
                    <a:pt x="9327177" y="3394214"/>
                  </a:lnTo>
                  <a:lnTo>
                    <a:pt x="9324293" y="3370872"/>
                  </a:lnTo>
                  <a:lnTo>
                    <a:pt x="9320763" y="3344427"/>
                  </a:lnTo>
                  <a:lnTo>
                    <a:pt x="9317184" y="3315343"/>
                  </a:lnTo>
                  <a:cubicBezTo>
                    <a:pt x="9315594" y="3300991"/>
                    <a:pt x="9313506" y="3286404"/>
                    <a:pt x="9311021" y="3270309"/>
                  </a:cubicBezTo>
                  <a:lnTo>
                    <a:pt x="9302719" y="3219815"/>
                  </a:lnTo>
                  <a:cubicBezTo>
                    <a:pt x="9299936" y="3203157"/>
                    <a:pt x="9297003" y="3186498"/>
                    <a:pt x="9293970" y="3169887"/>
                  </a:cubicBezTo>
                  <a:cubicBezTo>
                    <a:pt x="9281891" y="3103393"/>
                    <a:pt x="9267674" y="3037182"/>
                    <a:pt x="9252065" y="2971205"/>
                  </a:cubicBezTo>
                  <a:cubicBezTo>
                    <a:pt x="9244261" y="2938265"/>
                    <a:pt x="9235959" y="2905371"/>
                    <a:pt x="9227211" y="2872571"/>
                  </a:cubicBezTo>
                  <a:lnTo>
                    <a:pt x="9220699" y="2848524"/>
                  </a:lnTo>
                  <a:lnTo>
                    <a:pt x="9213740" y="2824289"/>
                  </a:lnTo>
                  <a:cubicBezTo>
                    <a:pt x="9209216" y="2808147"/>
                    <a:pt x="9204345" y="2791866"/>
                    <a:pt x="9199374" y="2775536"/>
                  </a:cubicBezTo>
                  <a:cubicBezTo>
                    <a:pt x="9159855" y="2645184"/>
                    <a:pt x="9114272" y="2516197"/>
                    <a:pt x="9061829" y="2389515"/>
                  </a:cubicBezTo>
                  <a:cubicBezTo>
                    <a:pt x="9035582" y="2326175"/>
                    <a:pt x="9008043" y="2263258"/>
                    <a:pt x="8978865" y="2200953"/>
                  </a:cubicBezTo>
                  <a:lnTo>
                    <a:pt x="8956694" y="2154317"/>
                  </a:lnTo>
                  <a:lnTo>
                    <a:pt x="8934176" y="2108012"/>
                  </a:lnTo>
                  <a:cubicBezTo>
                    <a:pt x="8918915" y="2077189"/>
                    <a:pt x="8903157" y="2046130"/>
                    <a:pt x="8887151" y="2015448"/>
                  </a:cubicBezTo>
                  <a:cubicBezTo>
                    <a:pt x="8854988" y="1953989"/>
                    <a:pt x="8822082" y="1892908"/>
                    <a:pt x="8787533" y="1832625"/>
                  </a:cubicBezTo>
                  <a:lnTo>
                    <a:pt x="8761485" y="1787496"/>
                  </a:lnTo>
                  <a:lnTo>
                    <a:pt x="8734791" y="1741991"/>
                  </a:lnTo>
                  <a:cubicBezTo>
                    <a:pt x="8717047" y="1711921"/>
                    <a:pt x="8699200" y="1682461"/>
                    <a:pt x="8680808" y="1652910"/>
                  </a:cubicBezTo>
                  <a:cubicBezTo>
                    <a:pt x="8644322" y="1593756"/>
                    <a:pt x="8606194" y="1535216"/>
                    <a:pt x="8567024" y="1477004"/>
                  </a:cubicBezTo>
                  <a:lnTo>
                    <a:pt x="8537446" y="1433428"/>
                  </a:lnTo>
                  <a:lnTo>
                    <a:pt x="8507423" y="1389994"/>
                  </a:lnTo>
                  <a:cubicBezTo>
                    <a:pt x="8487390" y="1361382"/>
                    <a:pt x="8467158" y="1332817"/>
                    <a:pt x="8446529" y="1304393"/>
                  </a:cubicBezTo>
                  <a:cubicBezTo>
                    <a:pt x="8405271" y="1247595"/>
                    <a:pt x="8362718" y="1191218"/>
                    <a:pt x="8319224" y="1135124"/>
                  </a:cubicBezTo>
                  <a:lnTo>
                    <a:pt x="8286366" y="1093148"/>
                  </a:lnTo>
                  <a:lnTo>
                    <a:pt x="8270161" y="1072538"/>
                  </a:lnTo>
                  <a:lnTo>
                    <a:pt x="8253856" y="1052254"/>
                  </a:lnTo>
                  <a:cubicBezTo>
                    <a:pt x="8231636" y="1024773"/>
                    <a:pt x="8209117" y="997479"/>
                    <a:pt x="8186352" y="970373"/>
                  </a:cubicBezTo>
                  <a:cubicBezTo>
                    <a:pt x="8140917" y="916020"/>
                    <a:pt x="8094240" y="862515"/>
                    <a:pt x="8046768" y="809527"/>
                  </a:cubicBezTo>
                  <a:lnTo>
                    <a:pt x="8010927" y="769951"/>
                  </a:lnTo>
                  <a:lnTo>
                    <a:pt x="7974788" y="730751"/>
                  </a:lnTo>
                  <a:cubicBezTo>
                    <a:pt x="7950382" y="704587"/>
                    <a:pt x="7925824" y="678563"/>
                    <a:pt x="7901070" y="652823"/>
                  </a:cubicBezTo>
                  <a:cubicBezTo>
                    <a:pt x="7851510" y="601387"/>
                    <a:pt x="7801404" y="550612"/>
                    <a:pt x="7750054" y="501106"/>
                  </a:cubicBezTo>
                  <a:cubicBezTo>
                    <a:pt x="7698902" y="451742"/>
                    <a:pt x="7645913" y="403036"/>
                    <a:pt x="7592277" y="355319"/>
                  </a:cubicBezTo>
                  <a:cubicBezTo>
                    <a:pt x="7484856" y="259884"/>
                    <a:pt x="7373308" y="168402"/>
                    <a:pt x="7257734" y="81062"/>
                  </a:cubicBezTo>
                  <a:close/>
                  <a:moveTo>
                    <a:pt x="1892109" y="0"/>
                  </a:moveTo>
                  <a:lnTo>
                    <a:pt x="2298402" y="0"/>
                  </a:lnTo>
                  <a:lnTo>
                    <a:pt x="2135542" y="121879"/>
                  </a:lnTo>
                  <a:cubicBezTo>
                    <a:pt x="2078998" y="166378"/>
                    <a:pt x="2023659" y="212143"/>
                    <a:pt x="1969576" y="259084"/>
                  </a:cubicBezTo>
                  <a:cubicBezTo>
                    <a:pt x="1861309" y="352918"/>
                    <a:pt x="1758064" y="451412"/>
                    <a:pt x="1659938" y="553953"/>
                  </a:cubicBezTo>
                  <a:cubicBezTo>
                    <a:pt x="1266987" y="964444"/>
                    <a:pt x="953820" y="1435593"/>
                    <a:pt x="729383" y="1940578"/>
                  </a:cubicBezTo>
                  <a:cubicBezTo>
                    <a:pt x="673260" y="2066459"/>
                    <a:pt x="622855" y="2195070"/>
                    <a:pt x="578465" y="2324905"/>
                  </a:cubicBezTo>
                  <a:cubicBezTo>
                    <a:pt x="534125" y="2454785"/>
                    <a:pt x="496147" y="2586314"/>
                    <a:pt x="465080" y="2718973"/>
                  </a:cubicBezTo>
                  <a:cubicBezTo>
                    <a:pt x="449769" y="2785089"/>
                    <a:pt x="435850" y="2852289"/>
                    <a:pt x="423820" y="2919535"/>
                  </a:cubicBezTo>
                  <a:cubicBezTo>
                    <a:pt x="411840" y="2986829"/>
                    <a:pt x="401054" y="3054358"/>
                    <a:pt x="392355" y="3122169"/>
                  </a:cubicBezTo>
                  <a:cubicBezTo>
                    <a:pt x="374509" y="3257744"/>
                    <a:pt x="363424" y="3393978"/>
                    <a:pt x="358801" y="3531013"/>
                  </a:cubicBezTo>
                  <a:cubicBezTo>
                    <a:pt x="349009" y="3804941"/>
                    <a:pt x="366357" y="4079668"/>
                    <a:pt x="410350" y="4352324"/>
                  </a:cubicBezTo>
                  <a:cubicBezTo>
                    <a:pt x="421286" y="4420230"/>
                    <a:pt x="434209" y="4487758"/>
                    <a:pt x="449022" y="4555147"/>
                  </a:cubicBezTo>
                  <a:cubicBezTo>
                    <a:pt x="463737" y="4622534"/>
                    <a:pt x="480389" y="4689686"/>
                    <a:pt x="498882" y="4756463"/>
                  </a:cubicBezTo>
                  <a:cubicBezTo>
                    <a:pt x="517373" y="4823239"/>
                    <a:pt x="537704" y="4889733"/>
                    <a:pt x="559775" y="4955755"/>
                  </a:cubicBezTo>
                  <a:cubicBezTo>
                    <a:pt x="581946" y="5021873"/>
                    <a:pt x="605358" y="5087473"/>
                    <a:pt x="631406" y="5152084"/>
                  </a:cubicBezTo>
                  <a:cubicBezTo>
                    <a:pt x="734055" y="5411706"/>
                    <a:pt x="865188" y="5662668"/>
                    <a:pt x="1023461" y="5898055"/>
                  </a:cubicBezTo>
                  <a:cubicBezTo>
                    <a:pt x="1181487" y="6133676"/>
                    <a:pt x="1367051" y="6353345"/>
                    <a:pt x="1575880" y="6551744"/>
                  </a:cubicBezTo>
                  <a:cubicBezTo>
                    <a:pt x="1680269" y="6651014"/>
                    <a:pt x="1790338" y="6745037"/>
                    <a:pt x="1905228" y="6833566"/>
                  </a:cubicBezTo>
                  <a:lnTo>
                    <a:pt x="1938629" y="6858000"/>
                  </a:lnTo>
                  <a:lnTo>
                    <a:pt x="1368607" y="6858000"/>
                  </a:lnTo>
                  <a:lnTo>
                    <a:pt x="1115251" y="6594103"/>
                  </a:lnTo>
                  <a:cubicBezTo>
                    <a:pt x="418530" y="5794890"/>
                    <a:pt x="0" y="4770280"/>
                    <a:pt x="0" y="3653129"/>
                  </a:cubicBezTo>
                  <a:cubicBezTo>
                    <a:pt x="0" y="2216793"/>
                    <a:pt x="691856" y="933432"/>
                    <a:pt x="1777294" y="85415"/>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grpSp>
      <p:sp>
        <p:nvSpPr>
          <p:cNvPr id="2" name="Title 1">
            <a:extLst>
              <a:ext uri="{FF2B5EF4-FFF2-40B4-BE49-F238E27FC236}">
                <a16:creationId xmlns:a16="http://schemas.microsoft.com/office/drawing/2014/main" id="{8FB44EAD-9809-7711-9716-CB8F557A1391}"/>
              </a:ext>
            </a:extLst>
          </p:cNvPr>
          <p:cNvSpPr>
            <a:spLocks noGrp="1"/>
          </p:cNvSpPr>
          <p:nvPr>
            <p:ph type="ctrTitle"/>
          </p:nvPr>
        </p:nvSpPr>
        <p:spPr>
          <a:xfrm>
            <a:off x="876300" y="45868"/>
            <a:ext cx="10263459" cy="923925"/>
          </a:xfrm>
        </p:spPr>
        <p:txBody>
          <a:bodyPr anchor="b">
            <a:normAutofit/>
          </a:bodyPr>
          <a:lstStyle/>
          <a:p>
            <a:r>
              <a:rPr lang="en-IN" sz="4000" dirty="0">
                <a:solidFill>
                  <a:schemeClr val="tx2"/>
                </a:solidFill>
                <a:latin typeface="Engravers MT" panose="02090707080505020304" pitchFamily="18" charset="0"/>
              </a:rPr>
              <a:t>History  of MISRA-C</a:t>
            </a:r>
            <a:endParaRPr lang="en-IN" sz="4000" dirty="0">
              <a:solidFill>
                <a:schemeClr val="tx2"/>
              </a:solidFill>
            </a:endParaRPr>
          </a:p>
        </p:txBody>
      </p:sp>
      <p:grpSp>
        <p:nvGrpSpPr>
          <p:cNvPr id="23" name="Group 22">
            <a:extLst>
              <a:ext uri="{FF2B5EF4-FFF2-40B4-BE49-F238E27FC236}">
                <a16:creationId xmlns:a16="http://schemas.microsoft.com/office/drawing/2014/main" id="{87F87F1B-42BA-4AC7-A4E2-41544DDB2CE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05" y="-4155"/>
            <a:ext cx="2514948" cy="2174333"/>
            <a:chOff x="-305" y="-4155"/>
            <a:chExt cx="2514948" cy="2174333"/>
          </a:xfrm>
        </p:grpSpPr>
        <p:sp>
          <p:nvSpPr>
            <p:cNvPr id="24" name="Freeform: Shape 23">
              <a:extLst>
                <a:ext uri="{FF2B5EF4-FFF2-40B4-BE49-F238E27FC236}">
                  <a16:creationId xmlns:a16="http://schemas.microsoft.com/office/drawing/2014/main" id="{68B53067-4E48-4E71-A6A9-A8CAABAFBF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Shape 24">
              <a:extLst>
                <a:ext uri="{FF2B5EF4-FFF2-40B4-BE49-F238E27FC236}">
                  <a16:creationId xmlns:a16="http://schemas.microsoft.com/office/drawing/2014/main" id="{06D1A0D3-4BB8-41D9-9CE7-2884C83F44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reeform: Shape 25">
              <a:extLst>
                <a:ext uri="{FF2B5EF4-FFF2-40B4-BE49-F238E27FC236}">
                  <a16:creationId xmlns:a16="http://schemas.microsoft.com/office/drawing/2014/main" id="{81E20F06-3B09-4B89-A36B-AB8BFBCCA5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27" name="Freeform: Shape 26">
              <a:extLst>
                <a:ext uri="{FF2B5EF4-FFF2-40B4-BE49-F238E27FC236}">
                  <a16:creationId xmlns:a16="http://schemas.microsoft.com/office/drawing/2014/main" id="{DAE6C3D7-7D5B-4926-877D-45F117BB6B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9" name="Group 28">
            <a:extLst>
              <a:ext uri="{FF2B5EF4-FFF2-40B4-BE49-F238E27FC236}">
                <a16:creationId xmlns:a16="http://schemas.microsoft.com/office/drawing/2014/main" id="{967346A5-7569-4F15-AB5D-BE3DADF192C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9685727" y="4683666"/>
            <a:ext cx="2514948" cy="2174333"/>
            <a:chOff x="-305" y="-4155"/>
            <a:chExt cx="2514948" cy="2174333"/>
          </a:xfrm>
        </p:grpSpPr>
        <p:sp>
          <p:nvSpPr>
            <p:cNvPr id="30" name="Freeform: Shape 29">
              <a:extLst>
                <a:ext uri="{FF2B5EF4-FFF2-40B4-BE49-F238E27FC236}">
                  <a16:creationId xmlns:a16="http://schemas.microsoft.com/office/drawing/2014/main" id="{E1951533-A568-4765-AB1F-F71D9AFDEA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reeform: Shape 30">
              <a:extLst>
                <a:ext uri="{FF2B5EF4-FFF2-40B4-BE49-F238E27FC236}">
                  <a16:creationId xmlns:a16="http://schemas.microsoft.com/office/drawing/2014/main" id="{A7214F52-4F3F-4C96-A62E-F1401D6C04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Freeform: Shape 31">
              <a:extLst>
                <a:ext uri="{FF2B5EF4-FFF2-40B4-BE49-F238E27FC236}">
                  <a16:creationId xmlns:a16="http://schemas.microsoft.com/office/drawing/2014/main" id="{023146A1-291C-4FA0-AB5B-EB04D42398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33" name="Freeform: Shape 32">
              <a:extLst>
                <a:ext uri="{FF2B5EF4-FFF2-40B4-BE49-F238E27FC236}">
                  <a16:creationId xmlns:a16="http://schemas.microsoft.com/office/drawing/2014/main" id="{62977932-2B03-4899-8306-5002CEE68E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5" name="Title 1">
            <a:extLst>
              <a:ext uri="{FF2B5EF4-FFF2-40B4-BE49-F238E27FC236}">
                <a16:creationId xmlns:a16="http://schemas.microsoft.com/office/drawing/2014/main" id="{D6EE584E-84BC-FC84-2A5F-A0E7AF1256B7}"/>
              </a:ext>
            </a:extLst>
          </p:cNvPr>
          <p:cNvSpPr txBox="1">
            <a:spLocks/>
          </p:cNvSpPr>
          <p:nvPr/>
        </p:nvSpPr>
        <p:spPr>
          <a:xfrm>
            <a:off x="10382250" y="3983"/>
            <a:ext cx="1809445" cy="44767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2000" dirty="0">
                <a:solidFill>
                  <a:schemeClr val="tx2"/>
                </a:solidFill>
              </a:rPr>
              <a:t>MISRA C -2012</a:t>
            </a:r>
          </a:p>
        </p:txBody>
      </p:sp>
      <p:sp>
        <p:nvSpPr>
          <p:cNvPr id="6" name="Subtitle 2">
            <a:extLst>
              <a:ext uri="{FF2B5EF4-FFF2-40B4-BE49-F238E27FC236}">
                <a16:creationId xmlns:a16="http://schemas.microsoft.com/office/drawing/2014/main" id="{C992C8E1-40D9-45CC-B67A-D8B86D2A381E}"/>
              </a:ext>
            </a:extLst>
          </p:cNvPr>
          <p:cNvSpPr txBox="1">
            <a:spLocks/>
          </p:cNvSpPr>
          <p:nvPr/>
        </p:nvSpPr>
        <p:spPr>
          <a:xfrm>
            <a:off x="3432265" y="853500"/>
            <a:ext cx="5188034" cy="682079"/>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115000"/>
              </a:lnSpc>
              <a:spcAft>
                <a:spcPts val="800"/>
              </a:spcAft>
            </a:pPr>
            <a:r>
              <a:rPr lang="en-IN" kern="100" dirty="0">
                <a:solidFill>
                  <a:srgbClr val="666666"/>
                </a:solidFill>
                <a:effectLst/>
                <a:highlight>
                  <a:srgbClr val="FFFF00"/>
                </a:highlight>
                <a:latin typeface="Times New Roman" panose="02020603050405020304" pitchFamily="18" charset="0"/>
                <a:ea typeface="Aptos" panose="020B0004020202020204" pitchFamily="34" charset="0"/>
                <a:cs typeface="Times New Roman" panose="02020603050405020304" pitchFamily="18" charset="0"/>
              </a:rPr>
              <a:t>Misra2012:Rule-8.1</a:t>
            </a:r>
          </a:p>
        </p:txBody>
      </p:sp>
      <p:sp>
        <p:nvSpPr>
          <p:cNvPr id="3" name="TextBox 2">
            <a:extLst>
              <a:ext uri="{FF2B5EF4-FFF2-40B4-BE49-F238E27FC236}">
                <a16:creationId xmlns:a16="http://schemas.microsoft.com/office/drawing/2014/main" id="{F52B51FF-E201-359D-4743-DA9B627F1CC1}"/>
              </a:ext>
            </a:extLst>
          </p:cNvPr>
          <p:cNvSpPr txBox="1"/>
          <p:nvPr/>
        </p:nvSpPr>
        <p:spPr>
          <a:xfrm>
            <a:off x="1014233" y="1297479"/>
            <a:ext cx="10263459" cy="369332"/>
          </a:xfrm>
          <a:prstGeom prst="rect">
            <a:avLst/>
          </a:prstGeom>
          <a:noFill/>
        </p:spPr>
        <p:txBody>
          <a:bodyPr wrap="square">
            <a:spAutoFit/>
          </a:bodyPr>
          <a:lstStyle/>
          <a:p>
            <a:pPr marL="285750" indent="-285750" algn="l">
              <a:buFont typeface="Wingdings" panose="05000000000000000000" pitchFamily="2" charset="2"/>
              <a:buChar char="q"/>
            </a:pPr>
            <a:r>
              <a:rPr lang="en-US" sz="1800" b="1" i="0" u="none" strike="noStrike" baseline="0" dirty="0">
                <a:latin typeface="Times New Roman" panose="02020603050405020304" pitchFamily="18" charset="0"/>
                <a:cs typeface="Times New Roman" panose="02020603050405020304" pitchFamily="18" charset="0"/>
              </a:rPr>
              <a:t>Types shall be explicitly specified</a:t>
            </a:r>
            <a:endParaRPr lang="en-IN" b="1" kern="100" dirty="0">
              <a:effectLst/>
              <a:highlight>
                <a:srgbClr val="FFFF00"/>
              </a:highlight>
              <a:latin typeface="Times New Roman" panose="02020603050405020304" pitchFamily="18" charset="0"/>
              <a:ea typeface="Aptos" panose="020B0004020202020204" pitchFamily="34" charset="0"/>
              <a:cs typeface="Times New Roman" panose="02020603050405020304" pitchFamily="18" charset="0"/>
            </a:endParaRPr>
          </a:p>
        </p:txBody>
      </p:sp>
      <p:sp>
        <p:nvSpPr>
          <p:cNvPr id="11" name="TextBox 10">
            <a:extLst>
              <a:ext uri="{FF2B5EF4-FFF2-40B4-BE49-F238E27FC236}">
                <a16:creationId xmlns:a16="http://schemas.microsoft.com/office/drawing/2014/main" id="{3BAF9C64-DAA2-791C-A360-DC870B79332D}"/>
              </a:ext>
            </a:extLst>
          </p:cNvPr>
          <p:cNvSpPr txBox="1"/>
          <p:nvPr/>
        </p:nvSpPr>
        <p:spPr>
          <a:xfrm>
            <a:off x="1298280" y="1651028"/>
            <a:ext cx="9642403" cy="369332"/>
          </a:xfrm>
          <a:prstGeom prst="rect">
            <a:avLst/>
          </a:prstGeom>
          <a:noFill/>
        </p:spPr>
        <p:txBody>
          <a:bodyPr wrap="square">
            <a:spAutoFit/>
          </a:bodyPr>
          <a:lstStyle/>
          <a:p>
            <a:pPr algn="l"/>
            <a:r>
              <a:rPr lang="en-IN" sz="1800" b="0" i="0" u="none" strike="noStrike" baseline="0" dirty="0">
                <a:latin typeface="OpenSans"/>
              </a:rPr>
              <a:t>Category –</a:t>
            </a:r>
            <a:r>
              <a:rPr lang="en-IN" sz="1800" b="0" i="0" u="none" strike="noStrike" baseline="0" dirty="0">
                <a:latin typeface="OpenSans-Light"/>
              </a:rPr>
              <a:t>Required    Analysis </a:t>
            </a:r>
            <a:r>
              <a:rPr lang="en-IN" sz="1800" b="0" i="0" u="none" strike="noStrike" baseline="0" dirty="0">
                <a:latin typeface="OpenSans"/>
              </a:rPr>
              <a:t> -</a:t>
            </a:r>
            <a:r>
              <a:rPr lang="en-IN" sz="1800" b="0" i="0" u="none" strike="noStrike" baseline="0" dirty="0">
                <a:latin typeface="OpenSans-Light"/>
              </a:rPr>
              <a:t> Decidable, Single Translation Unit </a:t>
            </a:r>
            <a:r>
              <a:rPr lang="en-IN" sz="1800" b="0" i="0" u="none" strike="noStrike" baseline="0" dirty="0">
                <a:latin typeface="OpenSans"/>
              </a:rPr>
              <a:t>Applies to -</a:t>
            </a:r>
            <a:r>
              <a:rPr lang="en-IN" sz="1800" b="0" i="0" u="none" strike="noStrike" baseline="0" dirty="0">
                <a:latin typeface="OpenSans-Light"/>
              </a:rPr>
              <a:t> C90</a:t>
            </a:r>
            <a:endParaRPr lang="en-IN" dirty="0"/>
          </a:p>
        </p:txBody>
      </p:sp>
      <p:sp>
        <p:nvSpPr>
          <p:cNvPr id="12" name="TextBox 11">
            <a:extLst>
              <a:ext uri="{FF2B5EF4-FFF2-40B4-BE49-F238E27FC236}">
                <a16:creationId xmlns:a16="http://schemas.microsoft.com/office/drawing/2014/main" id="{3B6B20D6-4372-E7FE-5B7C-3A5C456054FD}"/>
              </a:ext>
            </a:extLst>
          </p:cNvPr>
          <p:cNvSpPr txBox="1"/>
          <p:nvPr/>
        </p:nvSpPr>
        <p:spPr>
          <a:xfrm>
            <a:off x="2641222" y="2677335"/>
            <a:ext cx="7194317" cy="3693319"/>
          </a:xfrm>
          <a:prstGeom prst="rect">
            <a:avLst/>
          </a:prstGeom>
          <a:noFill/>
        </p:spPr>
        <p:txBody>
          <a:bodyPr wrap="square">
            <a:spAutoFit/>
          </a:bodyPr>
          <a:lstStyle/>
          <a:p>
            <a:pPr algn="l"/>
            <a:r>
              <a:rPr lang="en-US" sz="1800" b="0" i="0" u="none" strike="noStrike" baseline="0" dirty="0">
                <a:highlight>
                  <a:srgbClr val="FFFF00"/>
                </a:highlight>
                <a:latin typeface="Times New Roman" panose="02020603050405020304" pitchFamily="18" charset="0"/>
                <a:cs typeface="Times New Roman" panose="02020603050405020304" pitchFamily="18" charset="0"/>
              </a:rPr>
              <a:t>extern x; /* Non-compliant - implicit int type */</a:t>
            </a:r>
          </a:p>
          <a:p>
            <a:pPr algn="l"/>
            <a:r>
              <a:rPr lang="en-US" sz="1800" b="0" i="0" u="none" strike="noStrike" baseline="0" dirty="0">
                <a:latin typeface="Times New Roman" panose="02020603050405020304" pitchFamily="18" charset="0"/>
                <a:cs typeface="Times New Roman" panose="02020603050405020304" pitchFamily="18" charset="0"/>
              </a:rPr>
              <a:t>extern int16_t x; /* Compliant - explicit type */</a:t>
            </a:r>
          </a:p>
          <a:p>
            <a:pPr algn="l"/>
            <a:r>
              <a:rPr lang="en-US" sz="1800" b="0" i="0" u="none" strike="noStrike" baseline="0" dirty="0">
                <a:highlight>
                  <a:srgbClr val="FFFF00"/>
                </a:highlight>
                <a:latin typeface="Times New Roman" panose="02020603050405020304" pitchFamily="18" charset="0"/>
                <a:cs typeface="Times New Roman" panose="02020603050405020304" pitchFamily="18" charset="0"/>
              </a:rPr>
              <a:t>const y; /* Non-compliant - implicit int type */</a:t>
            </a:r>
          </a:p>
          <a:p>
            <a:pPr algn="l"/>
            <a:r>
              <a:rPr lang="en-US" sz="1800" b="0" i="0" u="none" strike="noStrike" baseline="0" dirty="0">
                <a:latin typeface="Times New Roman" panose="02020603050405020304" pitchFamily="18" charset="0"/>
                <a:cs typeface="Times New Roman" panose="02020603050405020304" pitchFamily="18" charset="0"/>
              </a:rPr>
              <a:t>const int16_t y; /* Compliant - explicit type */</a:t>
            </a:r>
          </a:p>
          <a:p>
            <a:pPr algn="l"/>
            <a:r>
              <a:rPr lang="en-US" sz="1800" b="0" i="0" u="none" strike="noStrike" baseline="0" dirty="0">
                <a:latin typeface="Times New Roman" panose="02020603050405020304" pitchFamily="18" charset="0"/>
                <a:cs typeface="Times New Roman" panose="02020603050405020304" pitchFamily="18" charset="0"/>
              </a:rPr>
              <a:t>The following examples show compliant and non-compliant function-type declarations:</a:t>
            </a:r>
          </a:p>
          <a:p>
            <a:pPr algn="l"/>
            <a:r>
              <a:rPr lang="en-US" sz="1800" b="0" i="0" u="none" strike="noStrike" baseline="0" dirty="0">
                <a:highlight>
                  <a:srgbClr val="FFFF00"/>
                </a:highlight>
                <a:latin typeface="Times New Roman" panose="02020603050405020304" pitchFamily="18" charset="0"/>
                <a:cs typeface="Times New Roman" panose="02020603050405020304" pitchFamily="18" charset="0"/>
              </a:rPr>
              <a:t>extern f ( void ); /* Non-compliant - implicit</a:t>
            </a:r>
          </a:p>
          <a:p>
            <a:pPr algn="l"/>
            <a:r>
              <a:rPr lang="en-US" sz="1800" b="0" i="0" u="none" strike="noStrike" baseline="0" dirty="0">
                <a:latin typeface="Times New Roman" panose="02020603050405020304" pitchFamily="18" charset="0"/>
                <a:cs typeface="Times New Roman" panose="02020603050405020304" pitchFamily="18" charset="0"/>
              </a:rPr>
              <a:t>* int return type */</a:t>
            </a:r>
          </a:p>
          <a:p>
            <a:pPr algn="l"/>
            <a:r>
              <a:rPr lang="en-US" sz="1800" b="0" i="0" u="none" strike="noStrike" baseline="0" dirty="0">
                <a:latin typeface="Times New Roman" panose="02020603050405020304" pitchFamily="18" charset="0"/>
                <a:cs typeface="Times New Roman" panose="02020603050405020304" pitchFamily="18" charset="0"/>
              </a:rPr>
              <a:t>extern int16_t f ( void ); /* Compliant */</a:t>
            </a:r>
          </a:p>
          <a:p>
            <a:pPr algn="l"/>
            <a:r>
              <a:rPr lang="en-US" sz="1800" i="0" u="none" strike="noStrike" baseline="0" dirty="0">
                <a:highlight>
                  <a:srgbClr val="FFFF00"/>
                </a:highlight>
                <a:latin typeface="Times New Roman" panose="02020603050405020304" pitchFamily="18" charset="0"/>
                <a:cs typeface="Times New Roman" panose="02020603050405020304" pitchFamily="18" charset="0"/>
              </a:rPr>
              <a:t>extern void g ( char c, const k ); /* Non-compliant - implicit</a:t>
            </a:r>
          </a:p>
          <a:p>
            <a:pPr algn="l"/>
            <a:r>
              <a:rPr lang="en-US" sz="1800" b="0" i="0" u="none" strike="noStrike" baseline="0" dirty="0">
                <a:latin typeface="Times New Roman" panose="02020603050405020304" pitchFamily="18" charset="0"/>
                <a:cs typeface="Times New Roman" panose="02020603050405020304" pitchFamily="18" charset="0"/>
              </a:rPr>
              <a:t>* int for parameter k */</a:t>
            </a:r>
          </a:p>
          <a:p>
            <a:pPr algn="l"/>
            <a:r>
              <a:rPr lang="en-US" sz="1800" b="0" i="0" u="none" strike="noStrike" baseline="0" dirty="0">
                <a:highlight>
                  <a:srgbClr val="FFFF00"/>
                </a:highlight>
                <a:latin typeface="Times New Roman" panose="02020603050405020304" pitchFamily="18" charset="0"/>
                <a:cs typeface="Times New Roman" panose="02020603050405020304" pitchFamily="18" charset="0"/>
              </a:rPr>
              <a:t>extern void g ( char c, const int16_t k ); /* Compliant */</a:t>
            </a:r>
          </a:p>
          <a:p>
            <a:pPr algn="l"/>
            <a:endParaRPr lang="en-US" sz="1800" b="0" i="0" u="none" strike="noStrike" baseline="0" dirty="0">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3BEBAFEE-B117-F80A-3238-35883C77E34C}"/>
              </a:ext>
            </a:extLst>
          </p:cNvPr>
          <p:cNvSpPr txBox="1"/>
          <p:nvPr/>
        </p:nvSpPr>
        <p:spPr>
          <a:xfrm>
            <a:off x="1247150" y="1939917"/>
            <a:ext cx="10650070" cy="646331"/>
          </a:xfrm>
          <a:prstGeom prst="rect">
            <a:avLst/>
          </a:prstGeom>
          <a:noFill/>
        </p:spPr>
        <p:txBody>
          <a:bodyPr wrap="square">
            <a:spAutoFit/>
          </a:bodyPr>
          <a:lstStyle/>
          <a:p>
            <a:pPr algn="l"/>
            <a:r>
              <a:rPr lang="en-US" sz="1800" b="0" i="0" u="none" strike="noStrike" baseline="0" dirty="0">
                <a:latin typeface="OpenSans-Light"/>
              </a:rPr>
              <a:t>The C90 standard permits types to be omitted in some circumstances, in which case the </a:t>
            </a:r>
            <a:r>
              <a:rPr lang="en-US" sz="1800" b="0" i="1" u="none" strike="noStrike" baseline="0" dirty="0">
                <a:latin typeface="OpenSansLight-Italic"/>
              </a:rPr>
              <a:t>int </a:t>
            </a:r>
            <a:r>
              <a:rPr lang="en-US" sz="1800" b="0" i="0" u="none" strike="noStrike" baseline="0" dirty="0">
                <a:latin typeface="OpenSans-Light"/>
              </a:rPr>
              <a:t>type is</a:t>
            </a:r>
          </a:p>
          <a:p>
            <a:pPr algn="l"/>
            <a:r>
              <a:rPr lang="en-IN" sz="1800" b="0" i="0" u="none" strike="noStrike" baseline="0" dirty="0">
                <a:latin typeface="OpenSans-Light"/>
              </a:rPr>
              <a:t>implicitly specified.</a:t>
            </a:r>
            <a:endParaRPr lang="en-IN"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C571CA19-A36B-7D93-981A-5F92A3EA59D7}"/>
              </a:ext>
            </a:extLst>
          </p:cNvPr>
          <p:cNvSpPr txBox="1"/>
          <p:nvPr/>
        </p:nvSpPr>
        <p:spPr>
          <a:xfrm>
            <a:off x="1302601" y="2677335"/>
            <a:ext cx="1046338" cy="369332"/>
          </a:xfrm>
          <a:prstGeom prst="rect">
            <a:avLst/>
          </a:prstGeom>
          <a:noFill/>
        </p:spPr>
        <p:txBody>
          <a:bodyPr wrap="square">
            <a:spAutoFit/>
          </a:bodyPr>
          <a:lstStyle/>
          <a:p>
            <a:pPr algn="l"/>
            <a:r>
              <a:rPr lang="en-IN" dirty="0">
                <a:highlight>
                  <a:srgbClr val="FFFF00"/>
                </a:highlight>
              </a:rPr>
              <a:t>Example</a:t>
            </a:r>
          </a:p>
        </p:txBody>
      </p:sp>
      <p:sp>
        <p:nvSpPr>
          <p:cNvPr id="9" name="Slide Number Placeholder 8">
            <a:extLst>
              <a:ext uri="{FF2B5EF4-FFF2-40B4-BE49-F238E27FC236}">
                <a16:creationId xmlns:a16="http://schemas.microsoft.com/office/drawing/2014/main" id="{90A61989-CC32-A9AD-CB29-06575E546F04}"/>
              </a:ext>
            </a:extLst>
          </p:cNvPr>
          <p:cNvSpPr>
            <a:spLocks noGrp="1"/>
          </p:cNvSpPr>
          <p:nvPr>
            <p:ph type="sldNum" sz="quarter" idx="12"/>
          </p:nvPr>
        </p:nvSpPr>
        <p:spPr/>
        <p:txBody>
          <a:bodyPr/>
          <a:lstStyle/>
          <a:p>
            <a:fld id="{91247CA1-BCEC-4DD4-9B23-E2AE1AEA27A6}" type="slidenum">
              <a:rPr lang="en-IN" smtClean="0"/>
              <a:t>41</a:t>
            </a:fld>
            <a:endParaRPr lang="en-IN"/>
          </a:p>
        </p:txBody>
      </p:sp>
      <p:sp>
        <p:nvSpPr>
          <p:cNvPr id="8" name="TextBox 7">
            <a:extLst>
              <a:ext uri="{FF2B5EF4-FFF2-40B4-BE49-F238E27FC236}">
                <a16:creationId xmlns:a16="http://schemas.microsoft.com/office/drawing/2014/main" id="{9979C71D-004D-488E-A3FC-31706C23803C}"/>
              </a:ext>
            </a:extLst>
          </p:cNvPr>
          <p:cNvSpPr txBox="1"/>
          <p:nvPr/>
        </p:nvSpPr>
        <p:spPr>
          <a:xfrm>
            <a:off x="10532532" y="526059"/>
            <a:ext cx="1451144" cy="369332"/>
          </a:xfrm>
          <a:prstGeom prst="rect">
            <a:avLst/>
          </a:prstGeom>
          <a:noFill/>
        </p:spPr>
        <p:txBody>
          <a:bodyPr wrap="square">
            <a:spAutoFit/>
          </a:bodyPr>
          <a:lstStyle/>
          <a:p>
            <a:r>
              <a:rPr lang="en-IN" dirty="0"/>
              <a:t>Session 1</a:t>
            </a:r>
          </a:p>
        </p:txBody>
      </p:sp>
    </p:spTree>
    <p:extLst>
      <p:ext uri="{BB962C8B-B14F-4D97-AF65-F5344CB8AC3E}">
        <p14:creationId xmlns:p14="http://schemas.microsoft.com/office/powerpoint/2010/main" val="379460041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MasterSp="0">
  <p:cSld>
    <p:bg>
      <p:bgPr>
        <a:pattFill prst="dkDnDiag">
          <a:fgClr>
            <a:schemeClr val="bg1"/>
          </a:fgClr>
          <a:bgClr>
            <a:schemeClr val="bg1"/>
          </a:bgClr>
        </a:patt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5A292AEA-2528-46C0-B426-95822B6141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D8B7B198-E4DF-43CD-AD8C-1998843237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34" name="Freeform: Shape 33">
            <a:extLst>
              <a:ext uri="{FF2B5EF4-FFF2-40B4-BE49-F238E27FC236}">
                <a16:creationId xmlns:a16="http://schemas.microsoft.com/office/drawing/2014/main" id="{2BE67753-EA0E-4819-8D22-0B6600CF7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96934" y="3984"/>
            <a:ext cx="9376632" cy="6858000"/>
          </a:xfrm>
          <a:custGeom>
            <a:avLst/>
            <a:gdLst>
              <a:gd name="connsiteX0" fmla="*/ 1691615 w 9376632"/>
              <a:gd name="connsiteY0" fmla="*/ 0 h 6858000"/>
              <a:gd name="connsiteX1" fmla="*/ 7685017 w 9376632"/>
              <a:gd name="connsiteY1" fmla="*/ 0 h 6858000"/>
              <a:gd name="connsiteX2" fmla="*/ 7840634 w 9376632"/>
              <a:gd name="connsiteY2" fmla="*/ 134799 h 6858000"/>
              <a:gd name="connsiteX3" fmla="*/ 9376632 w 9376632"/>
              <a:gd name="connsiteY3" fmla="*/ 3605175 h 6858000"/>
              <a:gd name="connsiteX4" fmla="*/ 8158692 w 9376632"/>
              <a:gd name="connsiteY4" fmla="*/ 6757493 h 6858000"/>
              <a:gd name="connsiteX5" fmla="*/ 8062868 w 9376632"/>
              <a:gd name="connsiteY5" fmla="*/ 6858000 h 6858000"/>
              <a:gd name="connsiteX6" fmla="*/ 1313765 w 9376632"/>
              <a:gd name="connsiteY6" fmla="*/ 6858000 h 6858000"/>
              <a:gd name="connsiteX7" fmla="*/ 1217940 w 9376632"/>
              <a:gd name="connsiteY7" fmla="*/ 6757493 h 6858000"/>
              <a:gd name="connsiteX8" fmla="*/ 0 w 9376632"/>
              <a:gd name="connsiteY8" fmla="*/ 3605175 h 6858000"/>
              <a:gd name="connsiteX9" fmla="*/ 1535999 w 9376632"/>
              <a:gd name="connsiteY9" fmla="*/ 13479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376632" h="6858000">
                <a:moveTo>
                  <a:pt x="1691615" y="0"/>
                </a:moveTo>
                <a:lnTo>
                  <a:pt x="7685017" y="0"/>
                </a:lnTo>
                <a:lnTo>
                  <a:pt x="7840634" y="134799"/>
                </a:lnTo>
                <a:cubicBezTo>
                  <a:pt x="8784230" y="992423"/>
                  <a:pt x="9376632" y="2229618"/>
                  <a:pt x="9376632" y="3605175"/>
                </a:cubicBezTo>
                <a:cubicBezTo>
                  <a:pt x="9376632" y="4818903"/>
                  <a:pt x="8915419" y="5924908"/>
                  <a:pt x="8158692" y="6757493"/>
                </a:cubicBezTo>
                <a:lnTo>
                  <a:pt x="8062868" y="6858000"/>
                </a:lnTo>
                <a:lnTo>
                  <a:pt x="1313765" y="6858000"/>
                </a:lnTo>
                <a:lnTo>
                  <a:pt x="1217940" y="6757493"/>
                </a:lnTo>
                <a:cubicBezTo>
                  <a:pt x="461213" y="5924908"/>
                  <a:pt x="0" y="4818903"/>
                  <a:pt x="0" y="3605175"/>
                </a:cubicBezTo>
                <a:cubicBezTo>
                  <a:pt x="0" y="2229618"/>
                  <a:pt x="592403" y="992423"/>
                  <a:pt x="1535999" y="134799"/>
                </a:cubicBezTo>
                <a:close/>
              </a:path>
            </a:pathLst>
          </a:cu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5" name="Group 34">
            <a:extLst>
              <a:ext uri="{FF2B5EF4-FFF2-40B4-BE49-F238E27FC236}">
                <a16:creationId xmlns:a16="http://schemas.microsoft.com/office/drawing/2014/main" id="{D76D63AC-0421-45EC-B383-E79A61A78C6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303402" y="3985"/>
            <a:ext cx="9772765" cy="6858000"/>
            <a:chOff x="1303402" y="36937"/>
            <a:chExt cx="9772765" cy="6858000"/>
          </a:xfrm>
          <a:solidFill>
            <a:schemeClr val="bg1">
              <a:alpha val="30000"/>
            </a:schemeClr>
          </a:solidFill>
        </p:grpSpPr>
        <p:sp>
          <p:nvSpPr>
            <p:cNvPr id="15" name="Freeform: Shape 14">
              <a:extLst>
                <a:ext uri="{FF2B5EF4-FFF2-40B4-BE49-F238E27FC236}">
                  <a16:creationId xmlns:a16="http://schemas.microsoft.com/office/drawing/2014/main" id="{B997A32E-7032-4107-9C8B-99DB59EDD5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6937"/>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Shape 15">
              <a:extLst>
                <a:ext uri="{FF2B5EF4-FFF2-40B4-BE49-F238E27FC236}">
                  <a16:creationId xmlns:a16="http://schemas.microsoft.com/office/drawing/2014/main" id="{943BB27F-1470-42CA-91FF-D94BC691C8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6937"/>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Freeform: Shape 16">
              <a:extLst>
                <a:ext uri="{FF2B5EF4-FFF2-40B4-BE49-F238E27FC236}">
                  <a16:creationId xmlns:a16="http://schemas.microsoft.com/office/drawing/2014/main" id="{E997B002-17FD-47B3-A06A-76802FE15C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6937"/>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Freeform: Shape 17">
              <a:extLst>
                <a:ext uri="{FF2B5EF4-FFF2-40B4-BE49-F238E27FC236}">
                  <a16:creationId xmlns:a16="http://schemas.microsoft.com/office/drawing/2014/main" id="{E401EA35-9D2E-43B7-860F-EBB8A6C3E0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6937"/>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Freeform: Shape 18">
              <a:extLst>
                <a:ext uri="{FF2B5EF4-FFF2-40B4-BE49-F238E27FC236}">
                  <a16:creationId xmlns:a16="http://schemas.microsoft.com/office/drawing/2014/main" id="{F8C44827-3D81-4FF9-B4A5-5650D1B20A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6937"/>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Freeform: Shape 19">
              <a:extLst>
                <a:ext uri="{FF2B5EF4-FFF2-40B4-BE49-F238E27FC236}">
                  <a16:creationId xmlns:a16="http://schemas.microsoft.com/office/drawing/2014/main" id="{F613D97F-F6DF-4D32-AD91-209A80E7A2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8320" y="36937"/>
              <a:ext cx="9767847" cy="6858000"/>
            </a:xfrm>
            <a:custGeom>
              <a:avLst/>
              <a:gdLst>
                <a:gd name="connsiteX0" fmla="*/ 7151367 w 9767847"/>
                <a:gd name="connsiteY0" fmla="*/ 0 h 6858000"/>
                <a:gd name="connsiteX1" fmla="*/ 7881247 w 9767847"/>
                <a:gd name="connsiteY1" fmla="*/ 0 h 6858000"/>
                <a:gd name="connsiteX2" fmla="*/ 7990553 w 9767847"/>
                <a:gd name="connsiteY2" fmla="*/ 81317 h 6858000"/>
                <a:gd name="connsiteX3" fmla="*/ 9767847 w 9767847"/>
                <a:gd name="connsiteY3" fmla="*/ 3649031 h 6858000"/>
                <a:gd name="connsiteX4" fmla="*/ 8652597 w 9767847"/>
                <a:gd name="connsiteY4" fmla="*/ 6590005 h 6858000"/>
                <a:gd name="connsiteX5" fmla="*/ 8395306 w 9767847"/>
                <a:gd name="connsiteY5" fmla="*/ 6858000 h 6858000"/>
                <a:gd name="connsiteX6" fmla="*/ 6762603 w 9767847"/>
                <a:gd name="connsiteY6" fmla="*/ 6858000 h 6858000"/>
                <a:gd name="connsiteX7" fmla="*/ 6765962 w 9767847"/>
                <a:gd name="connsiteY7" fmla="*/ 6854844 h 6858000"/>
                <a:gd name="connsiteX8" fmla="*/ 6804586 w 9767847"/>
                <a:gd name="connsiteY8" fmla="*/ 6817103 h 6858000"/>
                <a:gd name="connsiteX9" fmla="*/ 6881735 w 9767847"/>
                <a:gd name="connsiteY9" fmla="*/ 6741197 h 6858000"/>
                <a:gd name="connsiteX10" fmla="*/ 6958883 w 9767847"/>
                <a:gd name="connsiteY10" fmla="*/ 6664822 h 6858000"/>
                <a:gd name="connsiteX11" fmla="*/ 7267925 w 9767847"/>
                <a:gd name="connsiteY11" fmla="*/ 6355694 h 6858000"/>
                <a:gd name="connsiteX12" fmla="*/ 7424360 w 9767847"/>
                <a:gd name="connsiteY12" fmla="*/ 6200685 h 6858000"/>
                <a:gd name="connsiteX13" fmla="*/ 7504938 w 9767847"/>
                <a:gd name="connsiteY13" fmla="*/ 6122708 h 6858000"/>
                <a:gd name="connsiteX14" fmla="*/ 7546396 w 9767847"/>
                <a:gd name="connsiteY14" fmla="*/ 6083697 h 6858000"/>
                <a:gd name="connsiteX15" fmla="*/ 7588002 w 9767847"/>
                <a:gd name="connsiteY15" fmla="*/ 6045532 h 6858000"/>
                <a:gd name="connsiteX16" fmla="*/ 7631000 w 9767847"/>
                <a:gd name="connsiteY16" fmla="*/ 6006709 h 6858000"/>
                <a:gd name="connsiteX17" fmla="*/ 7675440 w 9767847"/>
                <a:gd name="connsiteY17" fmla="*/ 5968309 h 6858000"/>
                <a:gd name="connsiteX18" fmla="*/ 7720626 w 9767847"/>
                <a:gd name="connsiteY18" fmla="*/ 5930851 h 6858000"/>
                <a:gd name="connsiteX19" fmla="*/ 7766458 w 9767847"/>
                <a:gd name="connsiteY19" fmla="*/ 5894334 h 6858000"/>
                <a:gd name="connsiteX20" fmla="*/ 7955254 w 9767847"/>
                <a:gd name="connsiteY20" fmla="*/ 5756828 h 6858000"/>
                <a:gd name="connsiteX21" fmla="*/ 8352678 w 9767847"/>
                <a:gd name="connsiteY21" fmla="*/ 5517630 h 6858000"/>
                <a:gd name="connsiteX22" fmla="*/ 8451350 w 9767847"/>
                <a:gd name="connsiteY22" fmla="*/ 5465254 h 6858000"/>
                <a:gd name="connsiteX23" fmla="*/ 8548532 w 9767847"/>
                <a:gd name="connsiteY23" fmla="*/ 5413395 h 6858000"/>
                <a:gd name="connsiteX24" fmla="*/ 8729473 w 9767847"/>
                <a:gd name="connsiteY24" fmla="*/ 5309961 h 6858000"/>
                <a:gd name="connsiteX25" fmla="*/ 8770781 w 9767847"/>
                <a:gd name="connsiteY25" fmla="*/ 5283232 h 6858000"/>
                <a:gd name="connsiteX26" fmla="*/ 8790964 w 9767847"/>
                <a:gd name="connsiteY26" fmla="*/ 5269492 h 6858000"/>
                <a:gd name="connsiteX27" fmla="*/ 8810499 w 9767847"/>
                <a:gd name="connsiteY27" fmla="*/ 5255703 h 6858000"/>
                <a:gd name="connsiteX28" fmla="*/ 8883571 w 9767847"/>
                <a:gd name="connsiteY28" fmla="*/ 5198479 h 6858000"/>
                <a:gd name="connsiteX29" fmla="*/ 9006651 w 9767847"/>
                <a:gd name="connsiteY29" fmla="*/ 5070527 h 6858000"/>
                <a:gd name="connsiteX30" fmla="*/ 9033494 w 9767847"/>
                <a:gd name="connsiteY30" fmla="*/ 5034105 h 6858000"/>
                <a:gd name="connsiteX31" fmla="*/ 9040305 w 9767847"/>
                <a:gd name="connsiteY31" fmla="*/ 5024551 h 6858000"/>
                <a:gd name="connsiteX32" fmla="*/ 9046568 w 9767847"/>
                <a:gd name="connsiteY32" fmla="*/ 5015281 h 6858000"/>
                <a:gd name="connsiteX33" fmla="*/ 9058846 w 9767847"/>
                <a:gd name="connsiteY33" fmla="*/ 4996645 h 6858000"/>
                <a:gd name="connsiteX34" fmla="*/ 9104529 w 9767847"/>
                <a:gd name="connsiteY34" fmla="*/ 4918105 h 6858000"/>
                <a:gd name="connsiteX35" fmla="*/ 9181081 w 9767847"/>
                <a:gd name="connsiteY35" fmla="*/ 4744694 h 6858000"/>
                <a:gd name="connsiteX36" fmla="*/ 9240731 w 9767847"/>
                <a:gd name="connsiteY36" fmla="*/ 4557872 h 6858000"/>
                <a:gd name="connsiteX37" fmla="*/ 9265388 w 9767847"/>
                <a:gd name="connsiteY37" fmla="*/ 4461073 h 6858000"/>
                <a:gd name="connsiteX38" fmla="*/ 9276571 w 9767847"/>
                <a:gd name="connsiteY38" fmla="*/ 4411943 h 6858000"/>
                <a:gd name="connsiteX39" fmla="*/ 9281841 w 9767847"/>
                <a:gd name="connsiteY39" fmla="*/ 4387379 h 6858000"/>
                <a:gd name="connsiteX40" fmla="*/ 9286513 w 9767847"/>
                <a:gd name="connsiteY40" fmla="*/ 4364838 h 6858000"/>
                <a:gd name="connsiteX41" fmla="*/ 9296754 w 9767847"/>
                <a:gd name="connsiteY41" fmla="*/ 4312038 h 6858000"/>
                <a:gd name="connsiteX42" fmla="*/ 9301029 w 9767847"/>
                <a:gd name="connsiteY42" fmla="*/ 4289074 h 6858000"/>
                <a:gd name="connsiteX43" fmla="*/ 9302818 w 9767847"/>
                <a:gd name="connsiteY43" fmla="*/ 4278581 h 6858000"/>
                <a:gd name="connsiteX44" fmla="*/ 9304658 w 9767847"/>
                <a:gd name="connsiteY44" fmla="*/ 4266816 h 6858000"/>
                <a:gd name="connsiteX45" fmla="*/ 9312810 w 9767847"/>
                <a:gd name="connsiteY45" fmla="*/ 4215945 h 6858000"/>
                <a:gd name="connsiteX46" fmla="*/ 9316887 w 9767847"/>
                <a:gd name="connsiteY46" fmla="*/ 4190486 h 6858000"/>
                <a:gd name="connsiteX47" fmla="*/ 9318923 w 9767847"/>
                <a:gd name="connsiteY47" fmla="*/ 4177780 h 6858000"/>
                <a:gd name="connsiteX48" fmla="*/ 9320515 w 9767847"/>
                <a:gd name="connsiteY48" fmla="*/ 4164886 h 6858000"/>
                <a:gd name="connsiteX49" fmla="*/ 9332445 w 9767847"/>
                <a:gd name="connsiteY49" fmla="*/ 4064981 h 6858000"/>
                <a:gd name="connsiteX50" fmla="*/ 9336173 w 9767847"/>
                <a:gd name="connsiteY50" fmla="*/ 4018676 h 6858000"/>
                <a:gd name="connsiteX51" fmla="*/ 9340199 w 9767847"/>
                <a:gd name="connsiteY51" fmla="*/ 3965171 h 6858000"/>
                <a:gd name="connsiteX52" fmla="*/ 9347557 w 9767847"/>
                <a:gd name="connsiteY52" fmla="*/ 3765972 h 6858000"/>
                <a:gd name="connsiteX53" fmla="*/ 9346364 w 9767847"/>
                <a:gd name="connsiteY53" fmla="*/ 3664938 h 6858000"/>
                <a:gd name="connsiteX54" fmla="*/ 9344921 w 9767847"/>
                <a:gd name="connsiteY54" fmla="*/ 3615243 h 6858000"/>
                <a:gd name="connsiteX55" fmla="*/ 9344524 w 9767847"/>
                <a:gd name="connsiteY55" fmla="*/ 3603526 h 6858000"/>
                <a:gd name="connsiteX56" fmla="*/ 9343728 w 9767847"/>
                <a:gd name="connsiteY56" fmla="*/ 3590774 h 6858000"/>
                <a:gd name="connsiteX57" fmla="*/ 9342188 w 9767847"/>
                <a:gd name="connsiteY57" fmla="*/ 3565268 h 6858000"/>
                <a:gd name="connsiteX58" fmla="*/ 9339056 w 9767847"/>
                <a:gd name="connsiteY58" fmla="*/ 3514256 h 6858000"/>
                <a:gd name="connsiteX59" fmla="*/ 9334334 w 9767847"/>
                <a:gd name="connsiteY59" fmla="*/ 3463057 h 6858000"/>
                <a:gd name="connsiteX60" fmla="*/ 9329363 w 9767847"/>
                <a:gd name="connsiteY60" fmla="*/ 3411810 h 6858000"/>
                <a:gd name="connsiteX61" fmla="*/ 9328319 w 9767847"/>
                <a:gd name="connsiteY61" fmla="*/ 3400657 h 6858000"/>
                <a:gd name="connsiteX62" fmla="*/ 9327177 w 9767847"/>
                <a:gd name="connsiteY62" fmla="*/ 3390116 h 6858000"/>
                <a:gd name="connsiteX63" fmla="*/ 9324293 w 9767847"/>
                <a:gd name="connsiteY63" fmla="*/ 3366774 h 6858000"/>
                <a:gd name="connsiteX64" fmla="*/ 9320763 w 9767847"/>
                <a:gd name="connsiteY64" fmla="*/ 3340329 h 6858000"/>
                <a:gd name="connsiteX65" fmla="*/ 9317184 w 9767847"/>
                <a:gd name="connsiteY65" fmla="*/ 3311245 h 6858000"/>
                <a:gd name="connsiteX66" fmla="*/ 9311021 w 9767847"/>
                <a:gd name="connsiteY66" fmla="*/ 3266211 h 6858000"/>
                <a:gd name="connsiteX67" fmla="*/ 9302719 w 9767847"/>
                <a:gd name="connsiteY67" fmla="*/ 3215717 h 6858000"/>
                <a:gd name="connsiteX68" fmla="*/ 9293970 w 9767847"/>
                <a:gd name="connsiteY68" fmla="*/ 3165789 h 6858000"/>
                <a:gd name="connsiteX69" fmla="*/ 9252065 w 9767847"/>
                <a:gd name="connsiteY69" fmla="*/ 2967107 h 6858000"/>
                <a:gd name="connsiteX70" fmla="*/ 9227211 w 9767847"/>
                <a:gd name="connsiteY70" fmla="*/ 2868473 h 6858000"/>
                <a:gd name="connsiteX71" fmla="*/ 9220699 w 9767847"/>
                <a:gd name="connsiteY71" fmla="*/ 2844426 h 6858000"/>
                <a:gd name="connsiteX72" fmla="*/ 9213740 w 9767847"/>
                <a:gd name="connsiteY72" fmla="*/ 2820191 h 6858000"/>
                <a:gd name="connsiteX73" fmla="*/ 9199374 w 9767847"/>
                <a:gd name="connsiteY73" fmla="*/ 2771438 h 6858000"/>
                <a:gd name="connsiteX74" fmla="*/ 9061829 w 9767847"/>
                <a:gd name="connsiteY74" fmla="*/ 2385418 h 6858000"/>
                <a:gd name="connsiteX75" fmla="*/ 8978865 w 9767847"/>
                <a:gd name="connsiteY75" fmla="*/ 2196855 h 6858000"/>
                <a:gd name="connsiteX76" fmla="*/ 8956694 w 9767847"/>
                <a:gd name="connsiteY76" fmla="*/ 2150219 h 6858000"/>
                <a:gd name="connsiteX77" fmla="*/ 8934176 w 9767847"/>
                <a:gd name="connsiteY77" fmla="*/ 2103914 h 6858000"/>
                <a:gd name="connsiteX78" fmla="*/ 8887151 w 9767847"/>
                <a:gd name="connsiteY78" fmla="*/ 2011350 h 6858000"/>
                <a:gd name="connsiteX79" fmla="*/ 8787533 w 9767847"/>
                <a:gd name="connsiteY79" fmla="*/ 1828527 h 6858000"/>
                <a:gd name="connsiteX80" fmla="*/ 8761485 w 9767847"/>
                <a:gd name="connsiteY80" fmla="*/ 1783398 h 6858000"/>
                <a:gd name="connsiteX81" fmla="*/ 8734791 w 9767847"/>
                <a:gd name="connsiteY81" fmla="*/ 1737893 h 6858000"/>
                <a:gd name="connsiteX82" fmla="*/ 8680808 w 9767847"/>
                <a:gd name="connsiteY82" fmla="*/ 1648812 h 6858000"/>
                <a:gd name="connsiteX83" fmla="*/ 8567024 w 9767847"/>
                <a:gd name="connsiteY83" fmla="*/ 1472906 h 6858000"/>
                <a:gd name="connsiteX84" fmla="*/ 8537446 w 9767847"/>
                <a:gd name="connsiteY84" fmla="*/ 1429330 h 6858000"/>
                <a:gd name="connsiteX85" fmla="*/ 8507423 w 9767847"/>
                <a:gd name="connsiteY85" fmla="*/ 1385896 h 6858000"/>
                <a:gd name="connsiteX86" fmla="*/ 8446529 w 9767847"/>
                <a:gd name="connsiteY86" fmla="*/ 1300295 h 6858000"/>
                <a:gd name="connsiteX87" fmla="*/ 8319224 w 9767847"/>
                <a:gd name="connsiteY87" fmla="*/ 1131026 h 6858000"/>
                <a:gd name="connsiteX88" fmla="*/ 8286366 w 9767847"/>
                <a:gd name="connsiteY88" fmla="*/ 1089050 h 6858000"/>
                <a:gd name="connsiteX89" fmla="*/ 8270161 w 9767847"/>
                <a:gd name="connsiteY89" fmla="*/ 1068439 h 6858000"/>
                <a:gd name="connsiteX90" fmla="*/ 8253856 w 9767847"/>
                <a:gd name="connsiteY90" fmla="*/ 1048156 h 6858000"/>
                <a:gd name="connsiteX91" fmla="*/ 8186352 w 9767847"/>
                <a:gd name="connsiteY91" fmla="*/ 966275 h 6858000"/>
                <a:gd name="connsiteX92" fmla="*/ 8046768 w 9767847"/>
                <a:gd name="connsiteY92" fmla="*/ 805429 h 6858000"/>
                <a:gd name="connsiteX93" fmla="*/ 8010927 w 9767847"/>
                <a:gd name="connsiteY93" fmla="*/ 765853 h 6858000"/>
                <a:gd name="connsiteX94" fmla="*/ 7974788 w 9767847"/>
                <a:gd name="connsiteY94" fmla="*/ 726653 h 6858000"/>
                <a:gd name="connsiteX95" fmla="*/ 7901070 w 9767847"/>
                <a:gd name="connsiteY95" fmla="*/ 648724 h 6858000"/>
                <a:gd name="connsiteX96" fmla="*/ 7750054 w 9767847"/>
                <a:gd name="connsiteY96" fmla="*/ 497008 h 6858000"/>
                <a:gd name="connsiteX97" fmla="*/ 7592277 w 9767847"/>
                <a:gd name="connsiteY97" fmla="*/ 351221 h 6858000"/>
                <a:gd name="connsiteX98" fmla="*/ 7257734 w 9767847"/>
                <a:gd name="connsiteY98" fmla="*/ 76964 h 6858000"/>
                <a:gd name="connsiteX99" fmla="*/ 1886601 w 9767847"/>
                <a:gd name="connsiteY99" fmla="*/ 0 h 6858000"/>
                <a:gd name="connsiteX100" fmla="*/ 2292926 w 9767847"/>
                <a:gd name="connsiteY100" fmla="*/ 0 h 6858000"/>
                <a:gd name="connsiteX101" fmla="*/ 2135542 w 9767847"/>
                <a:gd name="connsiteY101" fmla="*/ 117781 h 6858000"/>
                <a:gd name="connsiteX102" fmla="*/ 1969576 w 9767847"/>
                <a:gd name="connsiteY102" fmla="*/ 254986 h 6858000"/>
                <a:gd name="connsiteX103" fmla="*/ 1659938 w 9767847"/>
                <a:gd name="connsiteY103" fmla="*/ 549855 h 6858000"/>
                <a:gd name="connsiteX104" fmla="*/ 729383 w 9767847"/>
                <a:gd name="connsiteY104" fmla="*/ 1936480 h 6858000"/>
                <a:gd name="connsiteX105" fmla="*/ 578465 w 9767847"/>
                <a:gd name="connsiteY105" fmla="*/ 2320807 h 6858000"/>
                <a:gd name="connsiteX106" fmla="*/ 465080 w 9767847"/>
                <a:gd name="connsiteY106" fmla="*/ 2714875 h 6858000"/>
                <a:gd name="connsiteX107" fmla="*/ 423820 w 9767847"/>
                <a:gd name="connsiteY107" fmla="*/ 2915436 h 6858000"/>
                <a:gd name="connsiteX108" fmla="*/ 392355 w 9767847"/>
                <a:gd name="connsiteY108" fmla="*/ 3118071 h 6858000"/>
                <a:gd name="connsiteX109" fmla="*/ 358801 w 9767847"/>
                <a:gd name="connsiteY109" fmla="*/ 3526915 h 6858000"/>
                <a:gd name="connsiteX110" fmla="*/ 410350 w 9767847"/>
                <a:gd name="connsiteY110" fmla="*/ 4348226 h 6858000"/>
                <a:gd name="connsiteX111" fmla="*/ 449022 w 9767847"/>
                <a:gd name="connsiteY111" fmla="*/ 4551049 h 6858000"/>
                <a:gd name="connsiteX112" fmla="*/ 498882 w 9767847"/>
                <a:gd name="connsiteY112" fmla="*/ 4752365 h 6858000"/>
                <a:gd name="connsiteX113" fmla="*/ 559775 w 9767847"/>
                <a:gd name="connsiteY113" fmla="*/ 4951657 h 6858000"/>
                <a:gd name="connsiteX114" fmla="*/ 631406 w 9767847"/>
                <a:gd name="connsiteY114" fmla="*/ 5147986 h 6858000"/>
                <a:gd name="connsiteX115" fmla="*/ 1023461 w 9767847"/>
                <a:gd name="connsiteY115" fmla="*/ 5893957 h 6858000"/>
                <a:gd name="connsiteX116" fmla="*/ 1575880 w 9767847"/>
                <a:gd name="connsiteY116" fmla="*/ 6547646 h 6858000"/>
                <a:gd name="connsiteX117" fmla="*/ 1905228 w 9767847"/>
                <a:gd name="connsiteY117" fmla="*/ 6829468 h 6858000"/>
                <a:gd name="connsiteX118" fmla="*/ 1944230 w 9767847"/>
                <a:gd name="connsiteY118" fmla="*/ 6858000 h 6858000"/>
                <a:gd name="connsiteX119" fmla="*/ 1372541 w 9767847"/>
                <a:gd name="connsiteY119" fmla="*/ 6858000 h 6858000"/>
                <a:gd name="connsiteX120" fmla="*/ 1115251 w 9767847"/>
                <a:gd name="connsiteY120" fmla="*/ 6590005 h 6858000"/>
                <a:gd name="connsiteX121" fmla="*/ 0 w 9767847"/>
                <a:gd name="connsiteY121" fmla="*/ 3649031 h 6858000"/>
                <a:gd name="connsiteX122" fmla="*/ 1777294 w 9767847"/>
                <a:gd name="connsiteY122" fmla="*/ 813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9767847" h="6858000">
                  <a:moveTo>
                    <a:pt x="7151367" y="0"/>
                  </a:moveTo>
                  <a:lnTo>
                    <a:pt x="7881247" y="0"/>
                  </a:lnTo>
                  <a:lnTo>
                    <a:pt x="7990553" y="81317"/>
                  </a:lnTo>
                  <a:cubicBezTo>
                    <a:pt x="9075991" y="929334"/>
                    <a:pt x="9767847" y="2212695"/>
                    <a:pt x="9767847" y="3649031"/>
                  </a:cubicBezTo>
                  <a:cubicBezTo>
                    <a:pt x="9767847" y="4766182"/>
                    <a:pt x="9349317" y="5790792"/>
                    <a:pt x="8652597" y="6590005"/>
                  </a:cubicBezTo>
                  <a:lnTo>
                    <a:pt x="8395306" y="6858000"/>
                  </a:lnTo>
                  <a:lnTo>
                    <a:pt x="6762603" y="6858000"/>
                  </a:lnTo>
                  <a:lnTo>
                    <a:pt x="6765962" y="6854844"/>
                  </a:lnTo>
                  <a:cubicBezTo>
                    <a:pt x="6779036" y="6842703"/>
                    <a:pt x="6791663" y="6829621"/>
                    <a:pt x="6804586" y="6817103"/>
                  </a:cubicBezTo>
                  <a:lnTo>
                    <a:pt x="6881735" y="6741197"/>
                  </a:lnTo>
                  <a:cubicBezTo>
                    <a:pt x="6907435" y="6715881"/>
                    <a:pt x="6933134" y="6690798"/>
                    <a:pt x="6958883" y="6664822"/>
                  </a:cubicBezTo>
                  <a:lnTo>
                    <a:pt x="7267925" y="6355694"/>
                  </a:lnTo>
                  <a:lnTo>
                    <a:pt x="7424360" y="6200685"/>
                  </a:lnTo>
                  <a:cubicBezTo>
                    <a:pt x="7450754" y="6174802"/>
                    <a:pt x="7477598" y="6148731"/>
                    <a:pt x="7504938" y="6122708"/>
                  </a:cubicBezTo>
                  <a:lnTo>
                    <a:pt x="7546396" y="6083697"/>
                  </a:lnTo>
                  <a:cubicBezTo>
                    <a:pt x="7560264" y="6070803"/>
                    <a:pt x="7574780" y="6057532"/>
                    <a:pt x="7588002" y="6045532"/>
                  </a:cubicBezTo>
                  <a:lnTo>
                    <a:pt x="7631000" y="6006709"/>
                  </a:lnTo>
                  <a:lnTo>
                    <a:pt x="7675440" y="5968309"/>
                  </a:lnTo>
                  <a:cubicBezTo>
                    <a:pt x="7690404" y="5955698"/>
                    <a:pt x="7705564" y="5943321"/>
                    <a:pt x="7720626" y="5930851"/>
                  </a:cubicBezTo>
                  <a:cubicBezTo>
                    <a:pt x="7735738" y="5918427"/>
                    <a:pt x="7751197" y="5906521"/>
                    <a:pt x="7766458" y="5894334"/>
                  </a:cubicBezTo>
                  <a:cubicBezTo>
                    <a:pt x="7827949" y="5846192"/>
                    <a:pt x="7890979" y="5800499"/>
                    <a:pt x="7955254" y="5756828"/>
                  </a:cubicBezTo>
                  <a:cubicBezTo>
                    <a:pt x="8083800" y="5669534"/>
                    <a:pt x="8216872" y="5590336"/>
                    <a:pt x="8352678" y="5517630"/>
                  </a:cubicBezTo>
                  <a:lnTo>
                    <a:pt x="8451350" y="5465254"/>
                  </a:lnTo>
                  <a:lnTo>
                    <a:pt x="8548532" y="5413395"/>
                  </a:lnTo>
                  <a:cubicBezTo>
                    <a:pt x="8612110" y="5379090"/>
                    <a:pt x="8673251" y="5345208"/>
                    <a:pt x="8729473" y="5309961"/>
                  </a:cubicBezTo>
                  <a:cubicBezTo>
                    <a:pt x="8743591" y="5301115"/>
                    <a:pt x="8757161" y="5292361"/>
                    <a:pt x="8770781" y="5283232"/>
                  </a:cubicBezTo>
                  <a:cubicBezTo>
                    <a:pt x="8777591" y="5278667"/>
                    <a:pt x="8784451" y="5274103"/>
                    <a:pt x="8790964" y="5269492"/>
                  </a:cubicBezTo>
                  <a:cubicBezTo>
                    <a:pt x="8797574" y="5264879"/>
                    <a:pt x="8804235" y="5260314"/>
                    <a:pt x="8810499" y="5255703"/>
                  </a:cubicBezTo>
                  <a:cubicBezTo>
                    <a:pt x="8835999" y="5237303"/>
                    <a:pt x="8860407" y="5218291"/>
                    <a:pt x="8883571" y="5198479"/>
                  </a:cubicBezTo>
                  <a:cubicBezTo>
                    <a:pt x="8929900" y="5158856"/>
                    <a:pt x="8971258" y="5116315"/>
                    <a:pt x="9006651" y="5070527"/>
                  </a:cubicBezTo>
                  <a:cubicBezTo>
                    <a:pt x="9015351" y="5059328"/>
                    <a:pt x="9024398" y="5046857"/>
                    <a:pt x="9033494" y="5034105"/>
                  </a:cubicBezTo>
                  <a:lnTo>
                    <a:pt x="9040305" y="5024551"/>
                  </a:lnTo>
                  <a:lnTo>
                    <a:pt x="9046568" y="5015281"/>
                  </a:lnTo>
                  <a:cubicBezTo>
                    <a:pt x="9050743" y="5009163"/>
                    <a:pt x="9054819" y="5002952"/>
                    <a:pt x="9058846" y="4996645"/>
                  </a:cubicBezTo>
                  <a:cubicBezTo>
                    <a:pt x="9075002" y="4971517"/>
                    <a:pt x="9090212" y="4945305"/>
                    <a:pt x="9104529" y="4918105"/>
                  </a:cubicBezTo>
                  <a:cubicBezTo>
                    <a:pt x="9133211" y="4863752"/>
                    <a:pt x="9158313" y="4805447"/>
                    <a:pt x="9181081" y="4744694"/>
                  </a:cubicBezTo>
                  <a:cubicBezTo>
                    <a:pt x="9203748" y="4684178"/>
                    <a:pt x="9223383" y="4621778"/>
                    <a:pt x="9240731" y="4557872"/>
                  </a:cubicBezTo>
                  <a:cubicBezTo>
                    <a:pt x="9249481" y="4525966"/>
                    <a:pt x="9257682" y="4493684"/>
                    <a:pt x="9265388" y="4461073"/>
                  </a:cubicBezTo>
                  <a:cubicBezTo>
                    <a:pt x="9269215" y="4444744"/>
                    <a:pt x="9272943" y="4428367"/>
                    <a:pt x="9276571" y="4411943"/>
                  </a:cubicBezTo>
                  <a:lnTo>
                    <a:pt x="9281841" y="4387379"/>
                  </a:lnTo>
                  <a:lnTo>
                    <a:pt x="9286513" y="4364838"/>
                  </a:lnTo>
                  <a:lnTo>
                    <a:pt x="9296754" y="4312038"/>
                  </a:lnTo>
                  <a:lnTo>
                    <a:pt x="9301029" y="4289074"/>
                  </a:lnTo>
                  <a:lnTo>
                    <a:pt x="9302818" y="4278581"/>
                  </a:lnTo>
                  <a:lnTo>
                    <a:pt x="9304658" y="4266816"/>
                  </a:lnTo>
                  <a:lnTo>
                    <a:pt x="9312810" y="4215945"/>
                  </a:lnTo>
                  <a:lnTo>
                    <a:pt x="9316887" y="4190486"/>
                  </a:lnTo>
                  <a:lnTo>
                    <a:pt x="9318923" y="4177780"/>
                  </a:lnTo>
                  <a:cubicBezTo>
                    <a:pt x="9319570" y="4173546"/>
                    <a:pt x="9319969" y="4169169"/>
                    <a:pt x="9320515" y="4164886"/>
                  </a:cubicBezTo>
                  <a:lnTo>
                    <a:pt x="9332445" y="4064981"/>
                  </a:lnTo>
                  <a:cubicBezTo>
                    <a:pt x="9333836" y="4052370"/>
                    <a:pt x="9334880" y="4036888"/>
                    <a:pt x="9336173" y="4018676"/>
                  </a:cubicBezTo>
                  <a:lnTo>
                    <a:pt x="9340199" y="3965171"/>
                  </a:lnTo>
                  <a:cubicBezTo>
                    <a:pt x="9345071" y="3899806"/>
                    <a:pt x="9347358" y="3832983"/>
                    <a:pt x="9347557" y="3765972"/>
                  </a:cubicBezTo>
                  <a:cubicBezTo>
                    <a:pt x="9347656" y="3732420"/>
                    <a:pt x="9347209" y="3698773"/>
                    <a:pt x="9346364" y="3664938"/>
                  </a:cubicBezTo>
                  <a:lnTo>
                    <a:pt x="9344921" y="3615243"/>
                  </a:lnTo>
                  <a:lnTo>
                    <a:pt x="9344524" y="3603526"/>
                  </a:lnTo>
                  <a:lnTo>
                    <a:pt x="9343728" y="3590774"/>
                  </a:lnTo>
                  <a:lnTo>
                    <a:pt x="9342188" y="3565268"/>
                  </a:lnTo>
                  <a:lnTo>
                    <a:pt x="9339056" y="3514256"/>
                  </a:lnTo>
                  <a:cubicBezTo>
                    <a:pt x="9337914" y="3497221"/>
                    <a:pt x="9335874" y="3480138"/>
                    <a:pt x="9334334" y="3463057"/>
                  </a:cubicBezTo>
                  <a:lnTo>
                    <a:pt x="9329363" y="3411810"/>
                  </a:lnTo>
                  <a:lnTo>
                    <a:pt x="9328319" y="3400657"/>
                  </a:lnTo>
                  <a:lnTo>
                    <a:pt x="9327177" y="3390116"/>
                  </a:lnTo>
                  <a:lnTo>
                    <a:pt x="9324293" y="3366774"/>
                  </a:lnTo>
                  <a:lnTo>
                    <a:pt x="9320763" y="3340329"/>
                  </a:lnTo>
                  <a:lnTo>
                    <a:pt x="9317184" y="3311245"/>
                  </a:lnTo>
                  <a:cubicBezTo>
                    <a:pt x="9315594" y="3296893"/>
                    <a:pt x="9313506" y="3282306"/>
                    <a:pt x="9311021" y="3266211"/>
                  </a:cubicBezTo>
                  <a:lnTo>
                    <a:pt x="9302719" y="3215717"/>
                  </a:lnTo>
                  <a:cubicBezTo>
                    <a:pt x="9299936" y="3199059"/>
                    <a:pt x="9297003" y="3182400"/>
                    <a:pt x="9293970" y="3165789"/>
                  </a:cubicBezTo>
                  <a:cubicBezTo>
                    <a:pt x="9281891" y="3099295"/>
                    <a:pt x="9267674" y="3033084"/>
                    <a:pt x="9252065" y="2967107"/>
                  </a:cubicBezTo>
                  <a:cubicBezTo>
                    <a:pt x="9244261" y="2934167"/>
                    <a:pt x="9235959" y="2901273"/>
                    <a:pt x="9227211" y="2868473"/>
                  </a:cubicBezTo>
                  <a:lnTo>
                    <a:pt x="9220699" y="2844426"/>
                  </a:lnTo>
                  <a:lnTo>
                    <a:pt x="9213740" y="2820191"/>
                  </a:lnTo>
                  <a:cubicBezTo>
                    <a:pt x="9209216" y="2804049"/>
                    <a:pt x="9204345" y="2787768"/>
                    <a:pt x="9199374" y="2771438"/>
                  </a:cubicBezTo>
                  <a:cubicBezTo>
                    <a:pt x="9159855" y="2641086"/>
                    <a:pt x="9114272" y="2512099"/>
                    <a:pt x="9061829" y="2385418"/>
                  </a:cubicBezTo>
                  <a:cubicBezTo>
                    <a:pt x="9035582" y="2322077"/>
                    <a:pt x="9008043" y="2259160"/>
                    <a:pt x="8978865" y="2196855"/>
                  </a:cubicBezTo>
                  <a:lnTo>
                    <a:pt x="8956694" y="2150219"/>
                  </a:lnTo>
                  <a:lnTo>
                    <a:pt x="8934176" y="2103914"/>
                  </a:lnTo>
                  <a:cubicBezTo>
                    <a:pt x="8918915" y="2073091"/>
                    <a:pt x="8903157" y="2042032"/>
                    <a:pt x="8887151" y="2011350"/>
                  </a:cubicBezTo>
                  <a:cubicBezTo>
                    <a:pt x="8854988" y="1949891"/>
                    <a:pt x="8822082" y="1888810"/>
                    <a:pt x="8787533" y="1828527"/>
                  </a:cubicBezTo>
                  <a:lnTo>
                    <a:pt x="8761485" y="1783398"/>
                  </a:lnTo>
                  <a:lnTo>
                    <a:pt x="8734791" y="1737893"/>
                  </a:lnTo>
                  <a:cubicBezTo>
                    <a:pt x="8717047" y="1707823"/>
                    <a:pt x="8699200" y="1678363"/>
                    <a:pt x="8680808" y="1648812"/>
                  </a:cubicBezTo>
                  <a:cubicBezTo>
                    <a:pt x="8644322" y="1589658"/>
                    <a:pt x="8606194" y="1531118"/>
                    <a:pt x="8567024" y="1472906"/>
                  </a:cubicBezTo>
                  <a:lnTo>
                    <a:pt x="8537446" y="1429330"/>
                  </a:lnTo>
                  <a:lnTo>
                    <a:pt x="8507423" y="1385896"/>
                  </a:lnTo>
                  <a:cubicBezTo>
                    <a:pt x="8487390" y="1357284"/>
                    <a:pt x="8467158" y="1328719"/>
                    <a:pt x="8446529" y="1300295"/>
                  </a:cubicBezTo>
                  <a:cubicBezTo>
                    <a:pt x="8405271" y="1243496"/>
                    <a:pt x="8362718" y="1187120"/>
                    <a:pt x="8319224" y="1131026"/>
                  </a:cubicBezTo>
                  <a:lnTo>
                    <a:pt x="8286366" y="1089050"/>
                  </a:lnTo>
                  <a:lnTo>
                    <a:pt x="8270161" y="1068439"/>
                  </a:lnTo>
                  <a:lnTo>
                    <a:pt x="8253856" y="1048156"/>
                  </a:lnTo>
                  <a:cubicBezTo>
                    <a:pt x="8231636" y="1020675"/>
                    <a:pt x="8209117" y="993381"/>
                    <a:pt x="8186352" y="966275"/>
                  </a:cubicBezTo>
                  <a:cubicBezTo>
                    <a:pt x="8140917" y="911922"/>
                    <a:pt x="8094240" y="858417"/>
                    <a:pt x="8046768" y="805429"/>
                  </a:cubicBezTo>
                  <a:lnTo>
                    <a:pt x="8010927" y="765853"/>
                  </a:lnTo>
                  <a:lnTo>
                    <a:pt x="7974788" y="726653"/>
                  </a:lnTo>
                  <a:cubicBezTo>
                    <a:pt x="7950382" y="700489"/>
                    <a:pt x="7925824" y="674465"/>
                    <a:pt x="7901070" y="648724"/>
                  </a:cubicBezTo>
                  <a:cubicBezTo>
                    <a:pt x="7851510" y="597289"/>
                    <a:pt x="7801404" y="546514"/>
                    <a:pt x="7750054" y="497008"/>
                  </a:cubicBezTo>
                  <a:cubicBezTo>
                    <a:pt x="7698902" y="447644"/>
                    <a:pt x="7645913" y="398938"/>
                    <a:pt x="7592277" y="351221"/>
                  </a:cubicBezTo>
                  <a:cubicBezTo>
                    <a:pt x="7484856" y="255786"/>
                    <a:pt x="7373308" y="164304"/>
                    <a:pt x="7257734" y="76964"/>
                  </a:cubicBezTo>
                  <a:close/>
                  <a:moveTo>
                    <a:pt x="1886601" y="0"/>
                  </a:moveTo>
                  <a:lnTo>
                    <a:pt x="2292926" y="0"/>
                  </a:lnTo>
                  <a:lnTo>
                    <a:pt x="2135542" y="117781"/>
                  </a:lnTo>
                  <a:cubicBezTo>
                    <a:pt x="2078998" y="162280"/>
                    <a:pt x="2023659" y="208045"/>
                    <a:pt x="1969576" y="254986"/>
                  </a:cubicBezTo>
                  <a:cubicBezTo>
                    <a:pt x="1861309" y="348820"/>
                    <a:pt x="1758064" y="447314"/>
                    <a:pt x="1659938" y="549855"/>
                  </a:cubicBezTo>
                  <a:cubicBezTo>
                    <a:pt x="1266987" y="960346"/>
                    <a:pt x="953820" y="1431495"/>
                    <a:pt x="729383" y="1936480"/>
                  </a:cubicBezTo>
                  <a:cubicBezTo>
                    <a:pt x="673260" y="2062362"/>
                    <a:pt x="622855" y="2190972"/>
                    <a:pt x="578465" y="2320807"/>
                  </a:cubicBezTo>
                  <a:cubicBezTo>
                    <a:pt x="534125" y="2450687"/>
                    <a:pt x="496147" y="2582216"/>
                    <a:pt x="465080" y="2714875"/>
                  </a:cubicBezTo>
                  <a:cubicBezTo>
                    <a:pt x="449769" y="2780991"/>
                    <a:pt x="435850" y="2848191"/>
                    <a:pt x="423820" y="2915436"/>
                  </a:cubicBezTo>
                  <a:cubicBezTo>
                    <a:pt x="411840" y="2982731"/>
                    <a:pt x="401054" y="3050260"/>
                    <a:pt x="392355" y="3118071"/>
                  </a:cubicBezTo>
                  <a:cubicBezTo>
                    <a:pt x="374509" y="3253646"/>
                    <a:pt x="363424" y="3389880"/>
                    <a:pt x="358801" y="3526915"/>
                  </a:cubicBezTo>
                  <a:cubicBezTo>
                    <a:pt x="349009" y="3800843"/>
                    <a:pt x="366357" y="4075570"/>
                    <a:pt x="410350" y="4348226"/>
                  </a:cubicBezTo>
                  <a:cubicBezTo>
                    <a:pt x="421286" y="4416132"/>
                    <a:pt x="434209" y="4483660"/>
                    <a:pt x="449022" y="4551049"/>
                  </a:cubicBezTo>
                  <a:cubicBezTo>
                    <a:pt x="463737" y="4618436"/>
                    <a:pt x="480389" y="4685588"/>
                    <a:pt x="498882" y="4752365"/>
                  </a:cubicBezTo>
                  <a:cubicBezTo>
                    <a:pt x="517373" y="4819141"/>
                    <a:pt x="537704" y="4885635"/>
                    <a:pt x="559775" y="4951657"/>
                  </a:cubicBezTo>
                  <a:cubicBezTo>
                    <a:pt x="581946" y="5017775"/>
                    <a:pt x="605358" y="5083375"/>
                    <a:pt x="631406" y="5147986"/>
                  </a:cubicBezTo>
                  <a:cubicBezTo>
                    <a:pt x="734055" y="5407608"/>
                    <a:pt x="865188" y="5658570"/>
                    <a:pt x="1023461" y="5893957"/>
                  </a:cubicBezTo>
                  <a:cubicBezTo>
                    <a:pt x="1181487" y="6129578"/>
                    <a:pt x="1367051" y="6349247"/>
                    <a:pt x="1575880" y="6547646"/>
                  </a:cubicBezTo>
                  <a:cubicBezTo>
                    <a:pt x="1680269" y="6646916"/>
                    <a:pt x="1790338" y="6740939"/>
                    <a:pt x="1905228" y="6829468"/>
                  </a:cubicBezTo>
                  <a:lnTo>
                    <a:pt x="1944230" y="6858000"/>
                  </a:lnTo>
                  <a:lnTo>
                    <a:pt x="1372541" y="6858000"/>
                  </a:lnTo>
                  <a:lnTo>
                    <a:pt x="1115251" y="6590005"/>
                  </a:lnTo>
                  <a:cubicBezTo>
                    <a:pt x="418530" y="5790792"/>
                    <a:pt x="0" y="4766182"/>
                    <a:pt x="0" y="3649031"/>
                  </a:cubicBezTo>
                  <a:cubicBezTo>
                    <a:pt x="0" y="2212695"/>
                    <a:pt x="691856" y="929334"/>
                    <a:pt x="1777294" y="81317"/>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1" name="Freeform: Shape 20">
              <a:extLst>
                <a:ext uri="{FF2B5EF4-FFF2-40B4-BE49-F238E27FC236}">
                  <a16:creationId xmlns:a16="http://schemas.microsoft.com/office/drawing/2014/main" id="{82B0ED5C-927D-4C5F-8F27-1B403820B9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3402" y="36937"/>
              <a:ext cx="9767847" cy="6858000"/>
            </a:xfrm>
            <a:custGeom>
              <a:avLst/>
              <a:gdLst>
                <a:gd name="connsiteX0" fmla="*/ 7145704 w 9767847"/>
                <a:gd name="connsiteY0" fmla="*/ 0 h 6858000"/>
                <a:gd name="connsiteX1" fmla="*/ 7875738 w 9767847"/>
                <a:gd name="connsiteY1" fmla="*/ 0 h 6858000"/>
                <a:gd name="connsiteX2" fmla="*/ 7990553 w 9767847"/>
                <a:gd name="connsiteY2" fmla="*/ 85415 h 6858000"/>
                <a:gd name="connsiteX3" fmla="*/ 9767847 w 9767847"/>
                <a:gd name="connsiteY3" fmla="*/ 3653129 h 6858000"/>
                <a:gd name="connsiteX4" fmla="*/ 8652597 w 9767847"/>
                <a:gd name="connsiteY4" fmla="*/ 6594103 h 6858000"/>
                <a:gd name="connsiteX5" fmla="*/ 8399240 w 9767847"/>
                <a:gd name="connsiteY5" fmla="*/ 6858000 h 6858000"/>
                <a:gd name="connsiteX6" fmla="*/ 6766926 w 9767847"/>
                <a:gd name="connsiteY6" fmla="*/ 6858000 h 6858000"/>
                <a:gd name="connsiteX7" fmla="*/ 6804586 w 9767847"/>
                <a:gd name="connsiteY7" fmla="*/ 6821201 h 6858000"/>
                <a:gd name="connsiteX8" fmla="*/ 6881735 w 9767847"/>
                <a:gd name="connsiteY8" fmla="*/ 6745295 h 6858000"/>
                <a:gd name="connsiteX9" fmla="*/ 6958883 w 9767847"/>
                <a:gd name="connsiteY9" fmla="*/ 6668920 h 6858000"/>
                <a:gd name="connsiteX10" fmla="*/ 7267925 w 9767847"/>
                <a:gd name="connsiteY10" fmla="*/ 6359792 h 6858000"/>
                <a:gd name="connsiteX11" fmla="*/ 7424360 w 9767847"/>
                <a:gd name="connsiteY11" fmla="*/ 6204783 h 6858000"/>
                <a:gd name="connsiteX12" fmla="*/ 7504938 w 9767847"/>
                <a:gd name="connsiteY12" fmla="*/ 6126806 h 6858000"/>
                <a:gd name="connsiteX13" fmla="*/ 7546396 w 9767847"/>
                <a:gd name="connsiteY13" fmla="*/ 6087795 h 6858000"/>
                <a:gd name="connsiteX14" fmla="*/ 7588002 w 9767847"/>
                <a:gd name="connsiteY14" fmla="*/ 6049630 h 6858000"/>
                <a:gd name="connsiteX15" fmla="*/ 7631000 w 9767847"/>
                <a:gd name="connsiteY15" fmla="*/ 6010807 h 6858000"/>
                <a:gd name="connsiteX16" fmla="*/ 7675440 w 9767847"/>
                <a:gd name="connsiteY16" fmla="*/ 5972407 h 6858000"/>
                <a:gd name="connsiteX17" fmla="*/ 7720626 w 9767847"/>
                <a:gd name="connsiteY17" fmla="*/ 5934949 h 6858000"/>
                <a:gd name="connsiteX18" fmla="*/ 7766458 w 9767847"/>
                <a:gd name="connsiteY18" fmla="*/ 5898432 h 6858000"/>
                <a:gd name="connsiteX19" fmla="*/ 7955254 w 9767847"/>
                <a:gd name="connsiteY19" fmla="*/ 5760926 h 6858000"/>
                <a:gd name="connsiteX20" fmla="*/ 8352678 w 9767847"/>
                <a:gd name="connsiteY20" fmla="*/ 5521728 h 6858000"/>
                <a:gd name="connsiteX21" fmla="*/ 8451350 w 9767847"/>
                <a:gd name="connsiteY21" fmla="*/ 5469352 h 6858000"/>
                <a:gd name="connsiteX22" fmla="*/ 8548532 w 9767847"/>
                <a:gd name="connsiteY22" fmla="*/ 5417493 h 6858000"/>
                <a:gd name="connsiteX23" fmla="*/ 8729473 w 9767847"/>
                <a:gd name="connsiteY23" fmla="*/ 5314059 h 6858000"/>
                <a:gd name="connsiteX24" fmla="*/ 8770781 w 9767847"/>
                <a:gd name="connsiteY24" fmla="*/ 5287330 h 6858000"/>
                <a:gd name="connsiteX25" fmla="*/ 8790964 w 9767847"/>
                <a:gd name="connsiteY25" fmla="*/ 5273590 h 6858000"/>
                <a:gd name="connsiteX26" fmla="*/ 8810499 w 9767847"/>
                <a:gd name="connsiteY26" fmla="*/ 5259801 h 6858000"/>
                <a:gd name="connsiteX27" fmla="*/ 8883571 w 9767847"/>
                <a:gd name="connsiteY27" fmla="*/ 5202577 h 6858000"/>
                <a:gd name="connsiteX28" fmla="*/ 9006651 w 9767847"/>
                <a:gd name="connsiteY28" fmla="*/ 5074625 h 6858000"/>
                <a:gd name="connsiteX29" fmla="*/ 9033494 w 9767847"/>
                <a:gd name="connsiteY29" fmla="*/ 5038203 h 6858000"/>
                <a:gd name="connsiteX30" fmla="*/ 9040305 w 9767847"/>
                <a:gd name="connsiteY30" fmla="*/ 5028649 h 6858000"/>
                <a:gd name="connsiteX31" fmla="*/ 9046568 w 9767847"/>
                <a:gd name="connsiteY31" fmla="*/ 5019379 h 6858000"/>
                <a:gd name="connsiteX32" fmla="*/ 9058846 w 9767847"/>
                <a:gd name="connsiteY32" fmla="*/ 5000743 h 6858000"/>
                <a:gd name="connsiteX33" fmla="*/ 9104529 w 9767847"/>
                <a:gd name="connsiteY33" fmla="*/ 4922203 h 6858000"/>
                <a:gd name="connsiteX34" fmla="*/ 9181081 w 9767847"/>
                <a:gd name="connsiteY34" fmla="*/ 4748792 h 6858000"/>
                <a:gd name="connsiteX35" fmla="*/ 9240731 w 9767847"/>
                <a:gd name="connsiteY35" fmla="*/ 4561970 h 6858000"/>
                <a:gd name="connsiteX36" fmla="*/ 9265388 w 9767847"/>
                <a:gd name="connsiteY36" fmla="*/ 4465171 h 6858000"/>
                <a:gd name="connsiteX37" fmla="*/ 9276571 w 9767847"/>
                <a:gd name="connsiteY37" fmla="*/ 4416041 h 6858000"/>
                <a:gd name="connsiteX38" fmla="*/ 9281841 w 9767847"/>
                <a:gd name="connsiteY38" fmla="*/ 4391477 h 6858000"/>
                <a:gd name="connsiteX39" fmla="*/ 9286513 w 9767847"/>
                <a:gd name="connsiteY39" fmla="*/ 4368936 h 6858000"/>
                <a:gd name="connsiteX40" fmla="*/ 9296754 w 9767847"/>
                <a:gd name="connsiteY40" fmla="*/ 4316136 h 6858000"/>
                <a:gd name="connsiteX41" fmla="*/ 9301029 w 9767847"/>
                <a:gd name="connsiteY41" fmla="*/ 4293172 h 6858000"/>
                <a:gd name="connsiteX42" fmla="*/ 9302818 w 9767847"/>
                <a:gd name="connsiteY42" fmla="*/ 4282679 h 6858000"/>
                <a:gd name="connsiteX43" fmla="*/ 9304658 w 9767847"/>
                <a:gd name="connsiteY43" fmla="*/ 4270914 h 6858000"/>
                <a:gd name="connsiteX44" fmla="*/ 9312810 w 9767847"/>
                <a:gd name="connsiteY44" fmla="*/ 4220043 h 6858000"/>
                <a:gd name="connsiteX45" fmla="*/ 9316887 w 9767847"/>
                <a:gd name="connsiteY45" fmla="*/ 4194584 h 6858000"/>
                <a:gd name="connsiteX46" fmla="*/ 9318923 w 9767847"/>
                <a:gd name="connsiteY46" fmla="*/ 4181878 h 6858000"/>
                <a:gd name="connsiteX47" fmla="*/ 9320515 w 9767847"/>
                <a:gd name="connsiteY47" fmla="*/ 4168984 h 6858000"/>
                <a:gd name="connsiteX48" fmla="*/ 9332445 w 9767847"/>
                <a:gd name="connsiteY48" fmla="*/ 4069079 h 6858000"/>
                <a:gd name="connsiteX49" fmla="*/ 9336173 w 9767847"/>
                <a:gd name="connsiteY49" fmla="*/ 4022774 h 6858000"/>
                <a:gd name="connsiteX50" fmla="*/ 9340199 w 9767847"/>
                <a:gd name="connsiteY50" fmla="*/ 3969269 h 6858000"/>
                <a:gd name="connsiteX51" fmla="*/ 9347557 w 9767847"/>
                <a:gd name="connsiteY51" fmla="*/ 3770070 h 6858000"/>
                <a:gd name="connsiteX52" fmla="*/ 9346364 w 9767847"/>
                <a:gd name="connsiteY52" fmla="*/ 3669036 h 6858000"/>
                <a:gd name="connsiteX53" fmla="*/ 9344921 w 9767847"/>
                <a:gd name="connsiteY53" fmla="*/ 3619341 h 6858000"/>
                <a:gd name="connsiteX54" fmla="*/ 9344524 w 9767847"/>
                <a:gd name="connsiteY54" fmla="*/ 3607624 h 6858000"/>
                <a:gd name="connsiteX55" fmla="*/ 9343728 w 9767847"/>
                <a:gd name="connsiteY55" fmla="*/ 3594872 h 6858000"/>
                <a:gd name="connsiteX56" fmla="*/ 9342188 w 9767847"/>
                <a:gd name="connsiteY56" fmla="*/ 3569366 h 6858000"/>
                <a:gd name="connsiteX57" fmla="*/ 9339056 w 9767847"/>
                <a:gd name="connsiteY57" fmla="*/ 3518354 h 6858000"/>
                <a:gd name="connsiteX58" fmla="*/ 9334334 w 9767847"/>
                <a:gd name="connsiteY58" fmla="*/ 3467155 h 6858000"/>
                <a:gd name="connsiteX59" fmla="*/ 9329363 w 9767847"/>
                <a:gd name="connsiteY59" fmla="*/ 3415908 h 6858000"/>
                <a:gd name="connsiteX60" fmla="*/ 9328319 w 9767847"/>
                <a:gd name="connsiteY60" fmla="*/ 3404755 h 6858000"/>
                <a:gd name="connsiteX61" fmla="*/ 9327177 w 9767847"/>
                <a:gd name="connsiteY61" fmla="*/ 3394214 h 6858000"/>
                <a:gd name="connsiteX62" fmla="*/ 9324293 w 9767847"/>
                <a:gd name="connsiteY62" fmla="*/ 3370872 h 6858000"/>
                <a:gd name="connsiteX63" fmla="*/ 9320763 w 9767847"/>
                <a:gd name="connsiteY63" fmla="*/ 3344427 h 6858000"/>
                <a:gd name="connsiteX64" fmla="*/ 9317184 w 9767847"/>
                <a:gd name="connsiteY64" fmla="*/ 3315343 h 6858000"/>
                <a:gd name="connsiteX65" fmla="*/ 9311021 w 9767847"/>
                <a:gd name="connsiteY65" fmla="*/ 3270309 h 6858000"/>
                <a:gd name="connsiteX66" fmla="*/ 9302719 w 9767847"/>
                <a:gd name="connsiteY66" fmla="*/ 3219815 h 6858000"/>
                <a:gd name="connsiteX67" fmla="*/ 9293970 w 9767847"/>
                <a:gd name="connsiteY67" fmla="*/ 3169887 h 6858000"/>
                <a:gd name="connsiteX68" fmla="*/ 9252065 w 9767847"/>
                <a:gd name="connsiteY68" fmla="*/ 2971205 h 6858000"/>
                <a:gd name="connsiteX69" fmla="*/ 9227211 w 9767847"/>
                <a:gd name="connsiteY69" fmla="*/ 2872571 h 6858000"/>
                <a:gd name="connsiteX70" fmla="*/ 9220699 w 9767847"/>
                <a:gd name="connsiteY70" fmla="*/ 2848524 h 6858000"/>
                <a:gd name="connsiteX71" fmla="*/ 9213740 w 9767847"/>
                <a:gd name="connsiteY71" fmla="*/ 2824289 h 6858000"/>
                <a:gd name="connsiteX72" fmla="*/ 9199374 w 9767847"/>
                <a:gd name="connsiteY72" fmla="*/ 2775536 h 6858000"/>
                <a:gd name="connsiteX73" fmla="*/ 9061829 w 9767847"/>
                <a:gd name="connsiteY73" fmla="*/ 2389515 h 6858000"/>
                <a:gd name="connsiteX74" fmla="*/ 8978865 w 9767847"/>
                <a:gd name="connsiteY74" fmla="*/ 2200953 h 6858000"/>
                <a:gd name="connsiteX75" fmla="*/ 8956694 w 9767847"/>
                <a:gd name="connsiteY75" fmla="*/ 2154317 h 6858000"/>
                <a:gd name="connsiteX76" fmla="*/ 8934176 w 9767847"/>
                <a:gd name="connsiteY76" fmla="*/ 2108012 h 6858000"/>
                <a:gd name="connsiteX77" fmla="*/ 8887151 w 9767847"/>
                <a:gd name="connsiteY77" fmla="*/ 2015448 h 6858000"/>
                <a:gd name="connsiteX78" fmla="*/ 8787533 w 9767847"/>
                <a:gd name="connsiteY78" fmla="*/ 1832625 h 6858000"/>
                <a:gd name="connsiteX79" fmla="*/ 8761485 w 9767847"/>
                <a:gd name="connsiteY79" fmla="*/ 1787496 h 6858000"/>
                <a:gd name="connsiteX80" fmla="*/ 8734791 w 9767847"/>
                <a:gd name="connsiteY80" fmla="*/ 1741991 h 6858000"/>
                <a:gd name="connsiteX81" fmla="*/ 8680808 w 9767847"/>
                <a:gd name="connsiteY81" fmla="*/ 1652910 h 6858000"/>
                <a:gd name="connsiteX82" fmla="*/ 8567024 w 9767847"/>
                <a:gd name="connsiteY82" fmla="*/ 1477004 h 6858000"/>
                <a:gd name="connsiteX83" fmla="*/ 8537446 w 9767847"/>
                <a:gd name="connsiteY83" fmla="*/ 1433428 h 6858000"/>
                <a:gd name="connsiteX84" fmla="*/ 8507423 w 9767847"/>
                <a:gd name="connsiteY84" fmla="*/ 1389994 h 6858000"/>
                <a:gd name="connsiteX85" fmla="*/ 8446529 w 9767847"/>
                <a:gd name="connsiteY85" fmla="*/ 1304393 h 6858000"/>
                <a:gd name="connsiteX86" fmla="*/ 8319224 w 9767847"/>
                <a:gd name="connsiteY86" fmla="*/ 1135124 h 6858000"/>
                <a:gd name="connsiteX87" fmla="*/ 8286366 w 9767847"/>
                <a:gd name="connsiteY87" fmla="*/ 1093148 h 6858000"/>
                <a:gd name="connsiteX88" fmla="*/ 8270161 w 9767847"/>
                <a:gd name="connsiteY88" fmla="*/ 1072538 h 6858000"/>
                <a:gd name="connsiteX89" fmla="*/ 8253856 w 9767847"/>
                <a:gd name="connsiteY89" fmla="*/ 1052254 h 6858000"/>
                <a:gd name="connsiteX90" fmla="*/ 8186352 w 9767847"/>
                <a:gd name="connsiteY90" fmla="*/ 970373 h 6858000"/>
                <a:gd name="connsiteX91" fmla="*/ 8046768 w 9767847"/>
                <a:gd name="connsiteY91" fmla="*/ 809527 h 6858000"/>
                <a:gd name="connsiteX92" fmla="*/ 8010927 w 9767847"/>
                <a:gd name="connsiteY92" fmla="*/ 769951 h 6858000"/>
                <a:gd name="connsiteX93" fmla="*/ 7974788 w 9767847"/>
                <a:gd name="connsiteY93" fmla="*/ 730751 h 6858000"/>
                <a:gd name="connsiteX94" fmla="*/ 7901070 w 9767847"/>
                <a:gd name="connsiteY94" fmla="*/ 652823 h 6858000"/>
                <a:gd name="connsiteX95" fmla="*/ 7750054 w 9767847"/>
                <a:gd name="connsiteY95" fmla="*/ 501106 h 6858000"/>
                <a:gd name="connsiteX96" fmla="*/ 7592277 w 9767847"/>
                <a:gd name="connsiteY96" fmla="*/ 355319 h 6858000"/>
                <a:gd name="connsiteX97" fmla="*/ 7257734 w 9767847"/>
                <a:gd name="connsiteY97" fmla="*/ 81062 h 6858000"/>
                <a:gd name="connsiteX98" fmla="*/ 1892109 w 9767847"/>
                <a:gd name="connsiteY98" fmla="*/ 0 h 6858000"/>
                <a:gd name="connsiteX99" fmla="*/ 2298402 w 9767847"/>
                <a:gd name="connsiteY99" fmla="*/ 0 h 6858000"/>
                <a:gd name="connsiteX100" fmla="*/ 2135542 w 9767847"/>
                <a:gd name="connsiteY100" fmla="*/ 121879 h 6858000"/>
                <a:gd name="connsiteX101" fmla="*/ 1969576 w 9767847"/>
                <a:gd name="connsiteY101" fmla="*/ 259084 h 6858000"/>
                <a:gd name="connsiteX102" fmla="*/ 1659938 w 9767847"/>
                <a:gd name="connsiteY102" fmla="*/ 553953 h 6858000"/>
                <a:gd name="connsiteX103" fmla="*/ 729383 w 9767847"/>
                <a:gd name="connsiteY103" fmla="*/ 1940578 h 6858000"/>
                <a:gd name="connsiteX104" fmla="*/ 578465 w 9767847"/>
                <a:gd name="connsiteY104" fmla="*/ 2324905 h 6858000"/>
                <a:gd name="connsiteX105" fmla="*/ 465080 w 9767847"/>
                <a:gd name="connsiteY105" fmla="*/ 2718973 h 6858000"/>
                <a:gd name="connsiteX106" fmla="*/ 423820 w 9767847"/>
                <a:gd name="connsiteY106" fmla="*/ 2919535 h 6858000"/>
                <a:gd name="connsiteX107" fmla="*/ 392355 w 9767847"/>
                <a:gd name="connsiteY107" fmla="*/ 3122169 h 6858000"/>
                <a:gd name="connsiteX108" fmla="*/ 358801 w 9767847"/>
                <a:gd name="connsiteY108" fmla="*/ 3531013 h 6858000"/>
                <a:gd name="connsiteX109" fmla="*/ 410350 w 9767847"/>
                <a:gd name="connsiteY109" fmla="*/ 4352324 h 6858000"/>
                <a:gd name="connsiteX110" fmla="*/ 449022 w 9767847"/>
                <a:gd name="connsiteY110" fmla="*/ 4555147 h 6858000"/>
                <a:gd name="connsiteX111" fmla="*/ 498882 w 9767847"/>
                <a:gd name="connsiteY111" fmla="*/ 4756463 h 6858000"/>
                <a:gd name="connsiteX112" fmla="*/ 559775 w 9767847"/>
                <a:gd name="connsiteY112" fmla="*/ 4955755 h 6858000"/>
                <a:gd name="connsiteX113" fmla="*/ 631406 w 9767847"/>
                <a:gd name="connsiteY113" fmla="*/ 5152084 h 6858000"/>
                <a:gd name="connsiteX114" fmla="*/ 1023461 w 9767847"/>
                <a:gd name="connsiteY114" fmla="*/ 5898055 h 6858000"/>
                <a:gd name="connsiteX115" fmla="*/ 1575880 w 9767847"/>
                <a:gd name="connsiteY115" fmla="*/ 6551744 h 6858000"/>
                <a:gd name="connsiteX116" fmla="*/ 1905228 w 9767847"/>
                <a:gd name="connsiteY116" fmla="*/ 6833566 h 6858000"/>
                <a:gd name="connsiteX117" fmla="*/ 1938629 w 9767847"/>
                <a:gd name="connsiteY117" fmla="*/ 6858000 h 6858000"/>
                <a:gd name="connsiteX118" fmla="*/ 1368607 w 9767847"/>
                <a:gd name="connsiteY118" fmla="*/ 6858000 h 6858000"/>
                <a:gd name="connsiteX119" fmla="*/ 1115251 w 9767847"/>
                <a:gd name="connsiteY119" fmla="*/ 6594103 h 6858000"/>
                <a:gd name="connsiteX120" fmla="*/ 0 w 9767847"/>
                <a:gd name="connsiteY120" fmla="*/ 3653129 h 6858000"/>
                <a:gd name="connsiteX121" fmla="*/ 1777294 w 9767847"/>
                <a:gd name="connsiteY121" fmla="*/ 854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9767847" h="6858000">
                  <a:moveTo>
                    <a:pt x="7145704" y="0"/>
                  </a:moveTo>
                  <a:lnTo>
                    <a:pt x="7875738" y="0"/>
                  </a:lnTo>
                  <a:lnTo>
                    <a:pt x="7990553" y="85415"/>
                  </a:lnTo>
                  <a:cubicBezTo>
                    <a:pt x="9075991" y="933432"/>
                    <a:pt x="9767847" y="2216793"/>
                    <a:pt x="9767847" y="3653129"/>
                  </a:cubicBezTo>
                  <a:cubicBezTo>
                    <a:pt x="9767847" y="4770280"/>
                    <a:pt x="9349317" y="5794890"/>
                    <a:pt x="8652597" y="6594103"/>
                  </a:cubicBezTo>
                  <a:lnTo>
                    <a:pt x="8399240" y="6858000"/>
                  </a:lnTo>
                  <a:lnTo>
                    <a:pt x="6766926" y="6858000"/>
                  </a:lnTo>
                  <a:lnTo>
                    <a:pt x="6804586" y="6821201"/>
                  </a:lnTo>
                  <a:lnTo>
                    <a:pt x="6881735" y="6745295"/>
                  </a:lnTo>
                  <a:cubicBezTo>
                    <a:pt x="6907435" y="6719979"/>
                    <a:pt x="6933134" y="6694896"/>
                    <a:pt x="6958883" y="6668920"/>
                  </a:cubicBezTo>
                  <a:lnTo>
                    <a:pt x="7267925" y="6359792"/>
                  </a:lnTo>
                  <a:lnTo>
                    <a:pt x="7424360" y="6204783"/>
                  </a:lnTo>
                  <a:cubicBezTo>
                    <a:pt x="7450754" y="6178900"/>
                    <a:pt x="7477598" y="6152829"/>
                    <a:pt x="7504938" y="6126806"/>
                  </a:cubicBezTo>
                  <a:lnTo>
                    <a:pt x="7546396" y="6087795"/>
                  </a:lnTo>
                  <a:cubicBezTo>
                    <a:pt x="7560264" y="6074901"/>
                    <a:pt x="7574780" y="6061630"/>
                    <a:pt x="7588002" y="6049630"/>
                  </a:cubicBezTo>
                  <a:lnTo>
                    <a:pt x="7631000" y="6010807"/>
                  </a:lnTo>
                  <a:lnTo>
                    <a:pt x="7675440" y="5972407"/>
                  </a:lnTo>
                  <a:cubicBezTo>
                    <a:pt x="7690404" y="5959796"/>
                    <a:pt x="7705564" y="5947419"/>
                    <a:pt x="7720626" y="5934949"/>
                  </a:cubicBezTo>
                  <a:cubicBezTo>
                    <a:pt x="7735738" y="5922525"/>
                    <a:pt x="7751197" y="5910619"/>
                    <a:pt x="7766458" y="5898432"/>
                  </a:cubicBezTo>
                  <a:cubicBezTo>
                    <a:pt x="7827949" y="5850290"/>
                    <a:pt x="7890979" y="5804597"/>
                    <a:pt x="7955254" y="5760926"/>
                  </a:cubicBezTo>
                  <a:cubicBezTo>
                    <a:pt x="8083800" y="5673632"/>
                    <a:pt x="8216872" y="5594434"/>
                    <a:pt x="8352678" y="5521728"/>
                  </a:cubicBezTo>
                  <a:lnTo>
                    <a:pt x="8451350" y="5469352"/>
                  </a:lnTo>
                  <a:lnTo>
                    <a:pt x="8548532" y="5417493"/>
                  </a:lnTo>
                  <a:cubicBezTo>
                    <a:pt x="8612110" y="5383188"/>
                    <a:pt x="8673251" y="5349306"/>
                    <a:pt x="8729473" y="5314059"/>
                  </a:cubicBezTo>
                  <a:cubicBezTo>
                    <a:pt x="8743591" y="5305213"/>
                    <a:pt x="8757161" y="5296459"/>
                    <a:pt x="8770781" y="5287330"/>
                  </a:cubicBezTo>
                  <a:cubicBezTo>
                    <a:pt x="8777591" y="5282765"/>
                    <a:pt x="8784451" y="5278201"/>
                    <a:pt x="8790964" y="5273590"/>
                  </a:cubicBezTo>
                  <a:cubicBezTo>
                    <a:pt x="8797574" y="5268977"/>
                    <a:pt x="8804235" y="5264412"/>
                    <a:pt x="8810499" y="5259801"/>
                  </a:cubicBezTo>
                  <a:cubicBezTo>
                    <a:pt x="8835999" y="5241401"/>
                    <a:pt x="8860407" y="5222389"/>
                    <a:pt x="8883571" y="5202577"/>
                  </a:cubicBezTo>
                  <a:cubicBezTo>
                    <a:pt x="8929900" y="5162954"/>
                    <a:pt x="8971258" y="5120413"/>
                    <a:pt x="9006651" y="5074625"/>
                  </a:cubicBezTo>
                  <a:cubicBezTo>
                    <a:pt x="9015351" y="5063426"/>
                    <a:pt x="9024398" y="5050955"/>
                    <a:pt x="9033494" y="5038203"/>
                  </a:cubicBezTo>
                  <a:lnTo>
                    <a:pt x="9040305" y="5028649"/>
                  </a:lnTo>
                  <a:lnTo>
                    <a:pt x="9046568" y="5019379"/>
                  </a:lnTo>
                  <a:cubicBezTo>
                    <a:pt x="9050743" y="5013261"/>
                    <a:pt x="9054819" y="5007050"/>
                    <a:pt x="9058846" y="5000743"/>
                  </a:cubicBezTo>
                  <a:cubicBezTo>
                    <a:pt x="9075002" y="4975615"/>
                    <a:pt x="9090212" y="4949403"/>
                    <a:pt x="9104529" y="4922203"/>
                  </a:cubicBezTo>
                  <a:cubicBezTo>
                    <a:pt x="9133211" y="4867850"/>
                    <a:pt x="9158313" y="4809545"/>
                    <a:pt x="9181081" y="4748792"/>
                  </a:cubicBezTo>
                  <a:cubicBezTo>
                    <a:pt x="9203748" y="4688276"/>
                    <a:pt x="9223383" y="4625876"/>
                    <a:pt x="9240731" y="4561970"/>
                  </a:cubicBezTo>
                  <a:cubicBezTo>
                    <a:pt x="9249481" y="4530064"/>
                    <a:pt x="9257682" y="4497782"/>
                    <a:pt x="9265388" y="4465171"/>
                  </a:cubicBezTo>
                  <a:cubicBezTo>
                    <a:pt x="9269215" y="4448842"/>
                    <a:pt x="9272943" y="4432465"/>
                    <a:pt x="9276571" y="4416041"/>
                  </a:cubicBezTo>
                  <a:lnTo>
                    <a:pt x="9281841" y="4391477"/>
                  </a:lnTo>
                  <a:lnTo>
                    <a:pt x="9286513" y="4368936"/>
                  </a:lnTo>
                  <a:lnTo>
                    <a:pt x="9296754" y="4316136"/>
                  </a:lnTo>
                  <a:lnTo>
                    <a:pt x="9301029" y="4293172"/>
                  </a:lnTo>
                  <a:lnTo>
                    <a:pt x="9302818" y="4282679"/>
                  </a:lnTo>
                  <a:lnTo>
                    <a:pt x="9304658" y="4270914"/>
                  </a:lnTo>
                  <a:lnTo>
                    <a:pt x="9312810" y="4220043"/>
                  </a:lnTo>
                  <a:lnTo>
                    <a:pt x="9316887" y="4194584"/>
                  </a:lnTo>
                  <a:lnTo>
                    <a:pt x="9318923" y="4181878"/>
                  </a:lnTo>
                  <a:cubicBezTo>
                    <a:pt x="9319570" y="4177644"/>
                    <a:pt x="9319969" y="4173267"/>
                    <a:pt x="9320515" y="4168984"/>
                  </a:cubicBezTo>
                  <a:lnTo>
                    <a:pt x="9332445" y="4069079"/>
                  </a:lnTo>
                  <a:cubicBezTo>
                    <a:pt x="9333836" y="4056468"/>
                    <a:pt x="9334880" y="4040986"/>
                    <a:pt x="9336173" y="4022774"/>
                  </a:cubicBezTo>
                  <a:lnTo>
                    <a:pt x="9340199" y="3969269"/>
                  </a:lnTo>
                  <a:cubicBezTo>
                    <a:pt x="9345071" y="3903904"/>
                    <a:pt x="9347358" y="3837081"/>
                    <a:pt x="9347557" y="3770070"/>
                  </a:cubicBezTo>
                  <a:cubicBezTo>
                    <a:pt x="9347656" y="3736518"/>
                    <a:pt x="9347209" y="3702871"/>
                    <a:pt x="9346364" y="3669036"/>
                  </a:cubicBezTo>
                  <a:lnTo>
                    <a:pt x="9344921" y="3619341"/>
                  </a:lnTo>
                  <a:lnTo>
                    <a:pt x="9344524" y="3607624"/>
                  </a:lnTo>
                  <a:lnTo>
                    <a:pt x="9343728" y="3594872"/>
                  </a:lnTo>
                  <a:lnTo>
                    <a:pt x="9342188" y="3569366"/>
                  </a:lnTo>
                  <a:lnTo>
                    <a:pt x="9339056" y="3518354"/>
                  </a:lnTo>
                  <a:cubicBezTo>
                    <a:pt x="9337914" y="3501319"/>
                    <a:pt x="9335874" y="3484236"/>
                    <a:pt x="9334334" y="3467155"/>
                  </a:cubicBezTo>
                  <a:lnTo>
                    <a:pt x="9329363" y="3415908"/>
                  </a:lnTo>
                  <a:lnTo>
                    <a:pt x="9328319" y="3404755"/>
                  </a:lnTo>
                  <a:lnTo>
                    <a:pt x="9327177" y="3394214"/>
                  </a:lnTo>
                  <a:lnTo>
                    <a:pt x="9324293" y="3370872"/>
                  </a:lnTo>
                  <a:lnTo>
                    <a:pt x="9320763" y="3344427"/>
                  </a:lnTo>
                  <a:lnTo>
                    <a:pt x="9317184" y="3315343"/>
                  </a:lnTo>
                  <a:cubicBezTo>
                    <a:pt x="9315594" y="3300991"/>
                    <a:pt x="9313506" y="3286404"/>
                    <a:pt x="9311021" y="3270309"/>
                  </a:cubicBezTo>
                  <a:lnTo>
                    <a:pt x="9302719" y="3219815"/>
                  </a:lnTo>
                  <a:cubicBezTo>
                    <a:pt x="9299936" y="3203157"/>
                    <a:pt x="9297003" y="3186498"/>
                    <a:pt x="9293970" y="3169887"/>
                  </a:cubicBezTo>
                  <a:cubicBezTo>
                    <a:pt x="9281891" y="3103393"/>
                    <a:pt x="9267674" y="3037182"/>
                    <a:pt x="9252065" y="2971205"/>
                  </a:cubicBezTo>
                  <a:cubicBezTo>
                    <a:pt x="9244261" y="2938265"/>
                    <a:pt x="9235959" y="2905371"/>
                    <a:pt x="9227211" y="2872571"/>
                  </a:cubicBezTo>
                  <a:lnTo>
                    <a:pt x="9220699" y="2848524"/>
                  </a:lnTo>
                  <a:lnTo>
                    <a:pt x="9213740" y="2824289"/>
                  </a:lnTo>
                  <a:cubicBezTo>
                    <a:pt x="9209216" y="2808147"/>
                    <a:pt x="9204345" y="2791866"/>
                    <a:pt x="9199374" y="2775536"/>
                  </a:cubicBezTo>
                  <a:cubicBezTo>
                    <a:pt x="9159855" y="2645184"/>
                    <a:pt x="9114272" y="2516197"/>
                    <a:pt x="9061829" y="2389515"/>
                  </a:cubicBezTo>
                  <a:cubicBezTo>
                    <a:pt x="9035582" y="2326175"/>
                    <a:pt x="9008043" y="2263258"/>
                    <a:pt x="8978865" y="2200953"/>
                  </a:cubicBezTo>
                  <a:lnTo>
                    <a:pt x="8956694" y="2154317"/>
                  </a:lnTo>
                  <a:lnTo>
                    <a:pt x="8934176" y="2108012"/>
                  </a:lnTo>
                  <a:cubicBezTo>
                    <a:pt x="8918915" y="2077189"/>
                    <a:pt x="8903157" y="2046130"/>
                    <a:pt x="8887151" y="2015448"/>
                  </a:cubicBezTo>
                  <a:cubicBezTo>
                    <a:pt x="8854988" y="1953989"/>
                    <a:pt x="8822082" y="1892908"/>
                    <a:pt x="8787533" y="1832625"/>
                  </a:cubicBezTo>
                  <a:lnTo>
                    <a:pt x="8761485" y="1787496"/>
                  </a:lnTo>
                  <a:lnTo>
                    <a:pt x="8734791" y="1741991"/>
                  </a:lnTo>
                  <a:cubicBezTo>
                    <a:pt x="8717047" y="1711921"/>
                    <a:pt x="8699200" y="1682461"/>
                    <a:pt x="8680808" y="1652910"/>
                  </a:cubicBezTo>
                  <a:cubicBezTo>
                    <a:pt x="8644322" y="1593756"/>
                    <a:pt x="8606194" y="1535216"/>
                    <a:pt x="8567024" y="1477004"/>
                  </a:cubicBezTo>
                  <a:lnTo>
                    <a:pt x="8537446" y="1433428"/>
                  </a:lnTo>
                  <a:lnTo>
                    <a:pt x="8507423" y="1389994"/>
                  </a:lnTo>
                  <a:cubicBezTo>
                    <a:pt x="8487390" y="1361382"/>
                    <a:pt x="8467158" y="1332817"/>
                    <a:pt x="8446529" y="1304393"/>
                  </a:cubicBezTo>
                  <a:cubicBezTo>
                    <a:pt x="8405271" y="1247595"/>
                    <a:pt x="8362718" y="1191218"/>
                    <a:pt x="8319224" y="1135124"/>
                  </a:cubicBezTo>
                  <a:lnTo>
                    <a:pt x="8286366" y="1093148"/>
                  </a:lnTo>
                  <a:lnTo>
                    <a:pt x="8270161" y="1072538"/>
                  </a:lnTo>
                  <a:lnTo>
                    <a:pt x="8253856" y="1052254"/>
                  </a:lnTo>
                  <a:cubicBezTo>
                    <a:pt x="8231636" y="1024773"/>
                    <a:pt x="8209117" y="997479"/>
                    <a:pt x="8186352" y="970373"/>
                  </a:cubicBezTo>
                  <a:cubicBezTo>
                    <a:pt x="8140917" y="916020"/>
                    <a:pt x="8094240" y="862515"/>
                    <a:pt x="8046768" y="809527"/>
                  </a:cubicBezTo>
                  <a:lnTo>
                    <a:pt x="8010927" y="769951"/>
                  </a:lnTo>
                  <a:lnTo>
                    <a:pt x="7974788" y="730751"/>
                  </a:lnTo>
                  <a:cubicBezTo>
                    <a:pt x="7950382" y="704587"/>
                    <a:pt x="7925824" y="678563"/>
                    <a:pt x="7901070" y="652823"/>
                  </a:cubicBezTo>
                  <a:cubicBezTo>
                    <a:pt x="7851510" y="601387"/>
                    <a:pt x="7801404" y="550612"/>
                    <a:pt x="7750054" y="501106"/>
                  </a:cubicBezTo>
                  <a:cubicBezTo>
                    <a:pt x="7698902" y="451742"/>
                    <a:pt x="7645913" y="403036"/>
                    <a:pt x="7592277" y="355319"/>
                  </a:cubicBezTo>
                  <a:cubicBezTo>
                    <a:pt x="7484856" y="259884"/>
                    <a:pt x="7373308" y="168402"/>
                    <a:pt x="7257734" y="81062"/>
                  </a:cubicBezTo>
                  <a:close/>
                  <a:moveTo>
                    <a:pt x="1892109" y="0"/>
                  </a:moveTo>
                  <a:lnTo>
                    <a:pt x="2298402" y="0"/>
                  </a:lnTo>
                  <a:lnTo>
                    <a:pt x="2135542" y="121879"/>
                  </a:lnTo>
                  <a:cubicBezTo>
                    <a:pt x="2078998" y="166378"/>
                    <a:pt x="2023659" y="212143"/>
                    <a:pt x="1969576" y="259084"/>
                  </a:cubicBezTo>
                  <a:cubicBezTo>
                    <a:pt x="1861309" y="352918"/>
                    <a:pt x="1758064" y="451412"/>
                    <a:pt x="1659938" y="553953"/>
                  </a:cubicBezTo>
                  <a:cubicBezTo>
                    <a:pt x="1266987" y="964444"/>
                    <a:pt x="953820" y="1435593"/>
                    <a:pt x="729383" y="1940578"/>
                  </a:cubicBezTo>
                  <a:cubicBezTo>
                    <a:pt x="673260" y="2066459"/>
                    <a:pt x="622855" y="2195070"/>
                    <a:pt x="578465" y="2324905"/>
                  </a:cubicBezTo>
                  <a:cubicBezTo>
                    <a:pt x="534125" y="2454785"/>
                    <a:pt x="496147" y="2586314"/>
                    <a:pt x="465080" y="2718973"/>
                  </a:cubicBezTo>
                  <a:cubicBezTo>
                    <a:pt x="449769" y="2785089"/>
                    <a:pt x="435850" y="2852289"/>
                    <a:pt x="423820" y="2919535"/>
                  </a:cubicBezTo>
                  <a:cubicBezTo>
                    <a:pt x="411840" y="2986829"/>
                    <a:pt x="401054" y="3054358"/>
                    <a:pt x="392355" y="3122169"/>
                  </a:cubicBezTo>
                  <a:cubicBezTo>
                    <a:pt x="374509" y="3257744"/>
                    <a:pt x="363424" y="3393978"/>
                    <a:pt x="358801" y="3531013"/>
                  </a:cubicBezTo>
                  <a:cubicBezTo>
                    <a:pt x="349009" y="3804941"/>
                    <a:pt x="366357" y="4079668"/>
                    <a:pt x="410350" y="4352324"/>
                  </a:cubicBezTo>
                  <a:cubicBezTo>
                    <a:pt x="421286" y="4420230"/>
                    <a:pt x="434209" y="4487758"/>
                    <a:pt x="449022" y="4555147"/>
                  </a:cubicBezTo>
                  <a:cubicBezTo>
                    <a:pt x="463737" y="4622534"/>
                    <a:pt x="480389" y="4689686"/>
                    <a:pt x="498882" y="4756463"/>
                  </a:cubicBezTo>
                  <a:cubicBezTo>
                    <a:pt x="517373" y="4823239"/>
                    <a:pt x="537704" y="4889733"/>
                    <a:pt x="559775" y="4955755"/>
                  </a:cubicBezTo>
                  <a:cubicBezTo>
                    <a:pt x="581946" y="5021873"/>
                    <a:pt x="605358" y="5087473"/>
                    <a:pt x="631406" y="5152084"/>
                  </a:cubicBezTo>
                  <a:cubicBezTo>
                    <a:pt x="734055" y="5411706"/>
                    <a:pt x="865188" y="5662668"/>
                    <a:pt x="1023461" y="5898055"/>
                  </a:cubicBezTo>
                  <a:cubicBezTo>
                    <a:pt x="1181487" y="6133676"/>
                    <a:pt x="1367051" y="6353345"/>
                    <a:pt x="1575880" y="6551744"/>
                  </a:cubicBezTo>
                  <a:cubicBezTo>
                    <a:pt x="1680269" y="6651014"/>
                    <a:pt x="1790338" y="6745037"/>
                    <a:pt x="1905228" y="6833566"/>
                  </a:cubicBezTo>
                  <a:lnTo>
                    <a:pt x="1938629" y="6858000"/>
                  </a:lnTo>
                  <a:lnTo>
                    <a:pt x="1368607" y="6858000"/>
                  </a:lnTo>
                  <a:lnTo>
                    <a:pt x="1115251" y="6594103"/>
                  </a:lnTo>
                  <a:cubicBezTo>
                    <a:pt x="418530" y="5794890"/>
                    <a:pt x="0" y="4770280"/>
                    <a:pt x="0" y="3653129"/>
                  </a:cubicBezTo>
                  <a:cubicBezTo>
                    <a:pt x="0" y="2216793"/>
                    <a:pt x="691856" y="933432"/>
                    <a:pt x="1777294" y="85415"/>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grpSp>
      <p:sp>
        <p:nvSpPr>
          <p:cNvPr id="2" name="Title 1">
            <a:extLst>
              <a:ext uri="{FF2B5EF4-FFF2-40B4-BE49-F238E27FC236}">
                <a16:creationId xmlns:a16="http://schemas.microsoft.com/office/drawing/2014/main" id="{8FB44EAD-9809-7711-9716-CB8F557A1391}"/>
              </a:ext>
            </a:extLst>
          </p:cNvPr>
          <p:cNvSpPr>
            <a:spLocks noGrp="1"/>
          </p:cNvSpPr>
          <p:nvPr>
            <p:ph type="ctrTitle"/>
          </p:nvPr>
        </p:nvSpPr>
        <p:spPr>
          <a:xfrm>
            <a:off x="876300" y="45868"/>
            <a:ext cx="10263459" cy="923925"/>
          </a:xfrm>
        </p:spPr>
        <p:txBody>
          <a:bodyPr anchor="b">
            <a:normAutofit/>
          </a:bodyPr>
          <a:lstStyle/>
          <a:p>
            <a:r>
              <a:rPr lang="en-IN" sz="4000" dirty="0">
                <a:solidFill>
                  <a:schemeClr val="tx2"/>
                </a:solidFill>
                <a:latin typeface="Engravers MT" panose="02090707080505020304" pitchFamily="18" charset="0"/>
              </a:rPr>
              <a:t>History  of MISRA-C</a:t>
            </a:r>
            <a:endParaRPr lang="en-IN" sz="4000" dirty="0">
              <a:solidFill>
                <a:schemeClr val="tx2"/>
              </a:solidFill>
            </a:endParaRPr>
          </a:p>
        </p:txBody>
      </p:sp>
      <p:grpSp>
        <p:nvGrpSpPr>
          <p:cNvPr id="23" name="Group 22">
            <a:extLst>
              <a:ext uri="{FF2B5EF4-FFF2-40B4-BE49-F238E27FC236}">
                <a16:creationId xmlns:a16="http://schemas.microsoft.com/office/drawing/2014/main" id="{87F87F1B-42BA-4AC7-A4E2-41544DDB2CE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05" y="-4155"/>
            <a:ext cx="2514948" cy="2174333"/>
            <a:chOff x="-305" y="-4155"/>
            <a:chExt cx="2514948" cy="2174333"/>
          </a:xfrm>
        </p:grpSpPr>
        <p:sp>
          <p:nvSpPr>
            <p:cNvPr id="24" name="Freeform: Shape 23">
              <a:extLst>
                <a:ext uri="{FF2B5EF4-FFF2-40B4-BE49-F238E27FC236}">
                  <a16:creationId xmlns:a16="http://schemas.microsoft.com/office/drawing/2014/main" id="{68B53067-4E48-4E71-A6A9-A8CAABAFBF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Shape 24">
              <a:extLst>
                <a:ext uri="{FF2B5EF4-FFF2-40B4-BE49-F238E27FC236}">
                  <a16:creationId xmlns:a16="http://schemas.microsoft.com/office/drawing/2014/main" id="{06D1A0D3-4BB8-41D9-9CE7-2884C83F44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reeform: Shape 25">
              <a:extLst>
                <a:ext uri="{FF2B5EF4-FFF2-40B4-BE49-F238E27FC236}">
                  <a16:creationId xmlns:a16="http://schemas.microsoft.com/office/drawing/2014/main" id="{81E20F06-3B09-4B89-A36B-AB8BFBCCA5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27" name="Freeform: Shape 26">
              <a:extLst>
                <a:ext uri="{FF2B5EF4-FFF2-40B4-BE49-F238E27FC236}">
                  <a16:creationId xmlns:a16="http://schemas.microsoft.com/office/drawing/2014/main" id="{DAE6C3D7-7D5B-4926-877D-45F117BB6B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9" name="Group 28">
            <a:extLst>
              <a:ext uri="{FF2B5EF4-FFF2-40B4-BE49-F238E27FC236}">
                <a16:creationId xmlns:a16="http://schemas.microsoft.com/office/drawing/2014/main" id="{967346A5-7569-4F15-AB5D-BE3DADF192C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9685727" y="4683666"/>
            <a:ext cx="2514948" cy="2174333"/>
            <a:chOff x="-305" y="-4155"/>
            <a:chExt cx="2514948" cy="2174333"/>
          </a:xfrm>
        </p:grpSpPr>
        <p:sp>
          <p:nvSpPr>
            <p:cNvPr id="30" name="Freeform: Shape 29">
              <a:extLst>
                <a:ext uri="{FF2B5EF4-FFF2-40B4-BE49-F238E27FC236}">
                  <a16:creationId xmlns:a16="http://schemas.microsoft.com/office/drawing/2014/main" id="{E1951533-A568-4765-AB1F-F71D9AFDEA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reeform: Shape 30">
              <a:extLst>
                <a:ext uri="{FF2B5EF4-FFF2-40B4-BE49-F238E27FC236}">
                  <a16:creationId xmlns:a16="http://schemas.microsoft.com/office/drawing/2014/main" id="{A7214F52-4F3F-4C96-A62E-F1401D6C04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Freeform: Shape 31">
              <a:extLst>
                <a:ext uri="{FF2B5EF4-FFF2-40B4-BE49-F238E27FC236}">
                  <a16:creationId xmlns:a16="http://schemas.microsoft.com/office/drawing/2014/main" id="{023146A1-291C-4FA0-AB5B-EB04D42398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33" name="Freeform: Shape 32">
              <a:extLst>
                <a:ext uri="{FF2B5EF4-FFF2-40B4-BE49-F238E27FC236}">
                  <a16:creationId xmlns:a16="http://schemas.microsoft.com/office/drawing/2014/main" id="{62977932-2B03-4899-8306-5002CEE68E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5" name="Title 1">
            <a:extLst>
              <a:ext uri="{FF2B5EF4-FFF2-40B4-BE49-F238E27FC236}">
                <a16:creationId xmlns:a16="http://schemas.microsoft.com/office/drawing/2014/main" id="{D6EE584E-84BC-FC84-2A5F-A0E7AF1256B7}"/>
              </a:ext>
            </a:extLst>
          </p:cNvPr>
          <p:cNvSpPr txBox="1">
            <a:spLocks/>
          </p:cNvSpPr>
          <p:nvPr/>
        </p:nvSpPr>
        <p:spPr>
          <a:xfrm>
            <a:off x="10382250" y="3983"/>
            <a:ext cx="1809445" cy="44767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2000" dirty="0">
                <a:solidFill>
                  <a:schemeClr val="tx2"/>
                </a:solidFill>
              </a:rPr>
              <a:t>MISRA C -2012</a:t>
            </a:r>
          </a:p>
        </p:txBody>
      </p:sp>
      <p:sp>
        <p:nvSpPr>
          <p:cNvPr id="6" name="Subtitle 2">
            <a:extLst>
              <a:ext uri="{FF2B5EF4-FFF2-40B4-BE49-F238E27FC236}">
                <a16:creationId xmlns:a16="http://schemas.microsoft.com/office/drawing/2014/main" id="{C992C8E1-40D9-45CC-B67A-D8B86D2A381E}"/>
              </a:ext>
            </a:extLst>
          </p:cNvPr>
          <p:cNvSpPr txBox="1">
            <a:spLocks/>
          </p:cNvSpPr>
          <p:nvPr/>
        </p:nvSpPr>
        <p:spPr>
          <a:xfrm>
            <a:off x="3432265" y="853500"/>
            <a:ext cx="5188034" cy="682079"/>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115000"/>
              </a:lnSpc>
              <a:spcAft>
                <a:spcPts val="800"/>
              </a:spcAft>
            </a:pPr>
            <a:r>
              <a:rPr lang="en-IN" kern="100" dirty="0">
                <a:solidFill>
                  <a:srgbClr val="666666"/>
                </a:solidFill>
                <a:effectLst/>
                <a:highlight>
                  <a:srgbClr val="FFFF00"/>
                </a:highlight>
                <a:latin typeface="Times New Roman" panose="02020603050405020304" pitchFamily="18" charset="0"/>
                <a:ea typeface="Aptos" panose="020B0004020202020204" pitchFamily="34" charset="0"/>
                <a:cs typeface="Times New Roman" panose="02020603050405020304" pitchFamily="18" charset="0"/>
              </a:rPr>
              <a:t>Misra2012:Rule-8.2</a:t>
            </a:r>
          </a:p>
        </p:txBody>
      </p:sp>
      <p:sp>
        <p:nvSpPr>
          <p:cNvPr id="3" name="TextBox 2">
            <a:extLst>
              <a:ext uri="{FF2B5EF4-FFF2-40B4-BE49-F238E27FC236}">
                <a16:creationId xmlns:a16="http://schemas.microsoft.com/office/drawing/2014/main" id="{F52B51FF-E201-359D-4743-DA9B627F1CC1}"/>
              </a:ext>
            </a:extLst>
          </p:cNvPr>
          <p:cNvSpPr txBox="1"/>
          <p:nvPr/>
        </p:nvSpPr>
        <p:spPr>
          <a:xfrm>
            <a:off x="1015608" y="1295529"/>
            <a:ext cx="10263459" cy="369332"/>
          </a:xfrm>
          <a:prstGeom prst="rect">
            <a:avLst/>
          </a:prstGeom>
          <a:noFill/>
        </p:spPr>
        <p:txBody>
          <a:bodyPr wrap="square">
            <a:spAutoFit/>
          </a:bodyPr>
          <a:lstStyle/>
          <a:p>
            <a:pPr marL="285750" indent="-285750" algn="l">
              <a:buFont typeface="Wingdings" panose="05000000000000000000" pitchFamily="2" charset="2"/>
              <a:buChar char="q"/>
            </a:pPr>
            <a:r>
              <a:rPr lang="en-US" sz="1800" b="1" i="0" u="none" strike="noStrike" baseline="0" dirty="0">
                <a:latin typeface="Times New Roman" panose="02020603050405020304" pitchFamily="18" charset="0"/>
                <a:cs typeface="Times New Roman" panose="02020603050405020304" pitchFamily="18" charset="0"/>
              </a:rPr>
              <a:t>Function types shall be in prototype form with named parameters</a:t>
            </a:r>
            <a:endParaRPr lang="en-IN" b="1" kern="100" dirty="0">
              <a:effectLst/>
              <a:highlight>
                <a:srgbClr val="FFFF00"/>
              </a:highlight>
              <a:latin typeface="Times New Roman" panose="02020603050405020304" pitchFamily="18" charset="0"/>
              <a:ea typeface="Aptos" panose="020B0004020202020204" pitchFamily="34" charset="0"/>
              <a:cs typeface="Times New Roman" panose="02020603050405020304" pitchFamily="18" charset="0"/>
            </a:endParaRPr>
          </a:p>
        </p:txBody>
      </p:sp>
      <p:sp>
        <p:nvSpPr>
          <p:cNvPr id="11" name="TextBox 10">
            <a:extLst>
              <a:ext uri="{FF2B5EF4-FFF2-40B4-BE49-F238E27FC236}">
                <a16:creationId xmlns:a16="http://schemas.microsoft.com/office/drawing/2014/main" id="{3BAF9C64-DAA2-791C-A360-DC870B79332D}"/>
              </a:ext>
            </a:extLst>
          </p:cNvPr>
          <p:cNvSpPr txBox="1"/>
          <p:nvPr/>
        </p:nvSpPr>
        <p:spPr>
          <a:xfrm>
            <a:off x="1296648" y="1647691"/>
            <a:ext cx="9642403" cy="369332"/>
          </a:xfrm>
          <a:prstGeom prst="rect">
            <a:avLst/>
          </a:prstGeom>
          <a:noFill/>
        </p:spPr>
        <p:txBody>
          <a:bodyPr wrap="square">
            <a:spAutoFit/>
          </a:bodyPr>
          <a:lstStyle/>
          <a:p>
            <a:pPr algn="l"/>
            <a:r>
              <a:rPr lang="en-IN" sz="1800" b="0" i="0" u="none" strike="noStrike" baseline="0" dirty="0">
                <a:latin typeface="OpenSans"/>
              </a:rPr>
              <a:t>Category –</a:t>
            </a:r>
            <a:r>
              <a:rPr lang="en-IN" sz="1800" b="0" i="0" u="none" strike="noStrike" baseline="0" dirty="0">
                <a:latin typeface="OpenSans-Light"/>
              </a:rPr>
              <a:t>Required    Analysis </a:t>
            </a:r>
            <a:r>
              <a:rPr lang="en-IN" sz="1800" b="0" i="0" u="none" strike="noStrike" baseline="0" dirty="0">
                <a:latin typeface="OpenSans"/>
              </a:rPr>
              <a:t> -</a:t>
            </a:r>
            <a:r>
              <a:rPr lang="en-IN" sz="1800" b="0" i="0" u="none" strike="noStrike" baseline="0" dirty="0">
                <a:latin typeface="OpenSans-Light"/>
              </a:rPr>
              <a:t> Decidable, Single Translation Unit </a:t>
            </a:r>
            <a:r>
              <a:rPr lang="en-IN" sz="1800" b="0" i="0" u="none" strike="noStrike" baseline="0" dirty="0">
                <a:latin typeface="OpenSans"/>
              </a:rPr>
              <a:t>Applies to -</a:t>
            </a:r>
            <a:r>
              <a:rPr lang="en-IN" sz="1800" b="0" i="0" u="none" strike="noStrike" baseline="0" dirty="0">
                <a:latin typeface="OpenSans-Light"/>
              </a:rPr>
              <a:t> C90,C99</a:t>
            </a:r>
            <a:endParaRPr lang="en-IN" dirty="0"/>
          </a:p>
        </p:txBody>
      </p:sp>
      <p:sp>
        <p:nvSpPr>
          <p:cNvPr id="12" name="TextBox 11">
            <a:extLst>
              <a:ext uri="{FF2B5EF4-FFF2-40B4-BE49-F238E27FC236}">
                <a16:creationId xmlns:a16="http://schemas.microsoft.com/office/drawing/2014/main" id="{3B6B20D6-4372-E7FE-5B7C-3A5C456054FD}"/>
              </a:ext>
            </a:extLst>
          </p:cNvPr>
          <p:cNvSpPr txBox="1"/>
          <p:nvPr/>
        </p:nvSpPr>
        <p:spPr>
          <a:xfrm>
            <a:off x="2697037" y="2929565"/>
            <a:ext cx="7194317" cy="3693319"/>
          </a:xfrm>
          <a:prstGeom prst="rect">
            <a:avLst/>
          </a:prstGeom>
          <a:noFill/>
        </p:spPr>
        <p:txBody>
          <a:bodyPr wrap="square">
            <a:spAutoFit/>
          </a:bodyPr>
          <a:lstStyle/>
          <a:p>
            <a:pPr algn="l"/>
            <a:r>
              <a:rPr lang="en-US" b="0" i="0" u="none" strike="noStrike" baseline="0" dirty="0">
                <a:latin typeface="Times New Roman" panose="02020603050405020304" pitchFamily="18" charset="0"/>
                <a:cs typeface="Times New Roman" panose="02020603050405020304" pitchFamily="18" charset="0"/>
              </a:rPr>
              <a:t>/* Compliant */</a:t>
            </a:r>
          </a:p>
          <a:p>
            <a:pPr algn="l"/>
            <a:r>
              <a:rPr lang="en-US" b="0" i="0" u="none" strike="noStrike" baseline="0" dirty="0">
                <a:latin typeface="Times New Roman" panose="02020603050405020304" pitchFamily="18" charset="0"/>
                <a:cs typeface="Times New Roman" panose="02020603050405020304" pitchFamily="18" charset="0"/>
              </a:rPr>
              <a:t>extern int16_t func1 ( </a:t>
            </a:r>
            <a:r>
              <a:rPr lang="en-US" b="0" i="0" u="none" strike="noStrike" baseline="0" dirty="0">
                <a:highlight>
                  <a:srgbClr val="FFFF00"/>
                </a:highlight>
                <a:latin typeface="Times New Roman" panose="02020603050405020304" pitchFamily="18" charset="0"/>
                <a:cs typeface="Times New Roman" panose="02020603050405020304" pitchFamily="18" charset="0"/>
              </a:rPr>
              <a:t>int16_t n </a:t>
            </a:r>
            <a:r>
              <a:rPr lang="en-US" b="0" i="0" u="none" strike="noStrike" baseline="0" dirty="0">
                <a:latin typeface="Times New Roman" panose="02020603050405020304" pitchFamily="18" charset="0"/>
                <a:cs typeface="Times New Roman" panose="02020603050405020304" pitchFamily="18" charset="0"/>
              </a:rPr>
              <a:t>);</a:t>
            </a:r>
          </a:p>
          <a:p>
            <a:pPr algn="l"/>
            <a:r>
              <a:rPr lang="en-US" b="0" i="0" u="none" strike="noStrike" baseline="0" dirty="0">
                <a:latin typeface="Times New Roman" panose="02020603050405020304" pitchFamily="18" charset="0"/>
                <a:cs typeface="Times New Roman" panose="02020603050405020304" pitchFamily="18" charset="0"/>
              </a:rPr>
              <a:t>/* Non-compliant - parameter name not specified */</a:t>
            </a:r>
          </a:p>
          <a:p>
            <a:pPr algn="l"/>
            <a:r>
              <a:rPr lang="en-US" b="0" i="0" u="none" strike="noStrike" baseline="0" dirty="0">
                <a:latin typeface="Times New Roman" panose="02020603050405020304" pitchFamily="18" charset="0"/>
                <a:cs typeface="Times New Roman" panose="02020603050405020304" pitchFamily="18" charset="0"/>
              </a:rPr>
              <a:t>extern void func2 ( </a:t>
            </a:r>
            <a:r>
              <a:rPr lang="en-US" b="0" i="0" u="none" strike="noStrike" baseline="0" dirty="0">
                <a:highlight>
                  <a:srgbClr val="FFFF00"/>
                </a:highlight>
                <a:latin typeface="Times New Roman" panose="02020603050405020304" pitchFamily="18" charset="0"/>
                <a:cs typeface="Times New Roman" panose="02020603050405020304" pitchFamily="18" charset="0"/>
              </a:rPr>
              <a:t>int16_t </a:t>
            </a:r>
            <a:r>
              <a:rPr lang="en-US" b="0" i="0" u="none" strike="noStrike" baseline="0" dirty="0">
                <a:latin typeface="Times New Roman" panose="02020603050405020304" pitchFamily="18" charset="0"/>
                <a:cs typeface="Times New Roman" panose="02020603050405020304" pitchFamily="18" charset="0"/>
              </a:rPr>
              <a:t>);</a:t>
            </a:r>
          </a:p>
          <a:p>
            <a:pPr algn="l"/>
            <a:r>
              <a:rPr lang="en-US" b="0" i="0" u="none" strike="noStrike" baseline="0" dirty="0">
                <a:latin typeface="Times New Roman" panose="02020603050405020304" pitchFamily="18" charset="0"/>
                <a:cs typeface="Times New Roman" panose="02020603050405020304" pitchFamily="18" charset="0"/>
              </a:rPr>
              <a:t>/* Non-compliant - not in prototype form */</a:t>
            </a:r>
          </a:p>
          <a:p>
            <a:pPr algn="l"/>
            <a:r>
              <a:rPr lang="en-US" b="0" i="0" u="none" strike="noStrike" baseline="0" dirty="0">
                <a:latin typeface="Times New Roman" panose="02020603050405020304" pitchFamily="18" charset="0"/>
                <a:cs typeface="Times New Roman" panose="02020603050405020304" pitchFamily="18" charset="0"/>
              </a:rPr>
              <a:t>static int16_t func3 (</a:t>
            </a:r>
            <a:r>
              <a:rPr lang="en-US" b="0" i="0" u="none" strike="noStrike" baseline="0" dirty="0">
                <a:highlight>
                  <a:srgbClr val="FFFF00"/>
                </a:highlight>
                <a:latin typeface="Times New Roman" panose="02020603050405020304" pitchFamily="18" charset="0"/>
                <a:cs typeface="Times New Roman" panose="02020603050405020304" pitchFamily="18" charset="0"/>
              </a:rPr>
              <a:t> </a:t>
            </a:r>
            <a:r>
              <a:rPr lang="en-US" b="0" i="0" u="none" strike="noStrike" baseline="0" dirty="0">
                <a:latin typeface="Times New Roman" panose="02020603050405020304" pitchFamily="18" charset="0"/>
                <a:cs typeface="Times New Roman" panose="02020603050405020304" pitchFamily="18" charset="0"/>
              </a:rPr>
              <a:t>);</a:t>
            </a:r>
          </a:p>
          <a:p>
            <a:pPr algn="l"/>
            <a:r>
              <a:rPr lang="en-US" b="0" i="0" u="none" strike="noStrike" baseline="0" dirty="0">
                <a:latin typeface="Times New Roman" panose="02020603050405020304" pitchFamily="18" charset="0"/>
                <a:cs typeface="Times New Roman" panose="02020603050405020304" pitchFamily="18" charset="0"/>
              </a:rPr>
              <a:t>/* Compliant - prototype specifies 0 parameters */</a:t>
            </a:r>
          </a:p>
          <a:p>
            <a:pPr algn="l"/>
            <a:r>
              <a:rPr lang="en-US" b="0" i="0" u="none" strike="noStrike" baseline="0" dirty="0">
                <a:latin typeface="Times New Roman" panose="02020603050405020304" pitchFamily="18" charset="0"/>
                <a:cs typeface="Times New Roman" panose="02020603050405020304" pitchFamily="18" charset="0"/>
              </a:rPr>
              <a:t>static int16_t func4 ( void );</a:t>
            </a:r>
          </a:p>
          <a:p>
            <a:pPr algn="l"/>
            <a:r>
              <a:rPr lang="en-US" b="0" i="0" u="none" strike="noStrike" baseline="0" dirty="0">
                <a:latin typeface="Times New Roman" panose="02020603050405020304" pitchFamily="18" charset="0"/>
                <a:cs typeface="Times New Roman" panose="02020603050405020304" pitchFamily="18" charset="0"/>
              </a:rPr>
              <a:t>/* Compliant */</a:t>
            </a:r>
          </a:p>
          <a:p>
            <a:pPr algn="l"/>
            <a:r>
              <a:rPr lang="en-US" b="0" i="0" u="none" strike="noStrike" baseline="0" dirty="0">
                <a:latin typeface="Times New Roman" panose="02020603050405020304" pitchFamily="18" charset="0"/>
                <a:cs typeface="Times New Roman" panose="02020603050405020304" pitchFamily="18" charset="0"/>
              </a:rPr>
              <a:t>int16_t func1 ( int16_t n )</a:t>
            </a:r>
          </a:p>
          <a:p>
            <a:pPr algn="l"/>
            <a:r>
              <a:rPr lang="en-US" b="0" i="0" u="none" strike="noStrike" baseline="0" dirty="0">
                <a:latin typeface="Times New Roman" panose="02020603050405020304" pitchFamily="18" charset="0"/>
                <a:cs typeface="Times New Roman" panose="02020603050405020304" pitchFamily="18" charset="0"/>
              </a:rPr>
              <a:t>{</a:t>
            </a:r>
          </a:p>
          <a:p>
            <a:pPr algn="l"/>
            <a:r>
              <a:rPr lang="en-US" b="0" i="0" u="none" strike="noStrike" baseline="0" dirty="0">
                <a:latin typeface="Times New Roman" panose="02020603050405020304" pitchFamily="18" charset="0"/>
                <a:cs typeface="Times New Roman" panose="02020603050405020304" pitchFamily="18" charset="0"/>
              </a:rPr>
              <a:t>return n;</a:t>
            </a:r>
          </a:p>
          <a:p>
            <a:pPr algn="l"/>
            <a:r>
              <a:rPr lang="en-US" b="0" i="0" u="none" strike="noStrike" baseline="0" dirty="0">
                <a:latin typeface="Times New Roman" panose="02020603050405020304" pitchFamily="18" charset="0"/>
                <a:cs typeface="Times New Roman" panose="02020603050405020304" pitchFamily="18" charset="0"/>
              </a:rPr>
              <a:t>}</a:t>
            </a:r>
          </a:p>
        </p:txBody>
      </p:sp>
      <p:sp>
        <p:nvSpPr>
          <p:cNvPr id="7" name="TextBox 6">
            <a:extLst>
              <a:ext uri="{FF2B5EF4-FFF2-40B4-BE49-F238E27FC236}">
                <a16:creationId xmlns:a16="http://schemas.microsoft.com/office/drawing/2014/main" id="{C571CA19-A36B-7D93-981A-5F92A3EA59D7}"/>
              </a:ext>
            </a:extLst>
          </p:cNvPr>
          <p:cNvSpPr txBox="1"/>
          <p:nvPr/>
        </p:nvSpPr>
        <p:spPr>
          <a:xfrm>
            <a:off x="1293242" y="2912759"/>
            <a:ext cx="1046338" cy="369332"/>
          </a:xfrm>
          <a:prstGeom prst="rect">
            <a:avLst/>
          </a:prstGeom>
          <a:noFill/>
        </p:spPr>
        <p:txBody>
          <a:bodyPr wrap="square">
            <a:spAutoFit/>
          </a:bodyPr>
          <a:lstStyle/>
          <a:p>
            <a:pPr algn="l"/>
            <a:r>
              <a:rPr lang="en-IN" dirty="0">
                <a:highlight>
                  <a:srgbClr val="FFFF00"/>
                </a:highlight>
              </a:rPr>
              <a:t>Example</a:t>
            </a:r>
          </a:p>
        </p:txBody>
      </p:sp>
      <p:sp>
        <p:nvSpPr>
          <p:cNvPr id="9" name="TextBox 8">
            <a:extLst>
              <a:ext uri="{FF2B5EF4-FFF2-40B4-BE49-F238E27FC236}">
                <a16:creationId xmlns:a16="http://schemas.microsoft.com/office/drawing/2014/main" id="{A1C10BB1-4F83-D378-D4F9-52DAFEF79F5D}"/>
              </a:ext>
            </a:extLst>
          </p:cNvPr>
          <p:cNvSpPr txBox="1"/>
          <p:nvPr/>
        </p:nvSpPr>
        <p:spPr>
          <a:xfrm>
            <a:off x="1273283" y="1973945"/>
            <a:ext cx="10402467" cy="923330"/>
          </a:xfrm>
          <a:prstGeom prst="rect">
            <a:avLst/>
          </a:prstGeom>
          <a:noFill/>
        </p:spPr>
        <p:txBody>
          <a:bodyPr wrap="square">
            <a:spAutoFit/>
          </a:bodyPr>
          <a:lstStyle/>
          <a:p>
            <a:r>
              <a:rPr lang="en-US" b="0" i="0" dirty="0">
                <a:solidFill>
                  <a:srgbClr val="0D0D0D"/>
                </a:solidFill>
                <a:effectLst/>
                <a:latin typeface="Times New Roman" panose="02020603050405020304" pitchFamily="18" charset="0"/>
                <a:cs typeface="Times New Roman" panose="02020603050405020304" pitchFamily="18" charset="0"/>
              </a:rPr>
              <a:t>A function prototype provides information about the function's interface, including its return type, name, and parameter types. Prototypes with named parameters specify the parameter types and names, making the function declaration clearer and more self-explanatory.</a:t>
            </a:r>
            <a:endParaRPr lang="en-IN" dirty="0">
              <a:latin typeface="Times New Roman" panose="02020603050405020304" pitchFamily="18" charset="0"/>
              <a:cs typeface="Times New Roman" panose="02020603050405020304" pitchFamily="18" charset="0"/>
            </a:endParaRPr>
          </a:p>
        </p:txBody>
      </p:sp>
      <p:sp>
        <p:nvSpPr>
          <p:cNvPr id="10" name="Slide Number Placeholder 9">
            <a:extLst>
              <a:ext uri="{FF2B5EF4-FFF2-40B4-BE49-F238E27FC236}">
                <a16:creationId xmlns:a16="http://schemas.microsoft.com/office/drawing/2014/main" id="{D5D8D5AA-ED2F-5404-2566-AC2A80A0021A}"/>
              </a:ext>
            </a:extLst>
          </p:cNvPr>
          <p:cNvSpPr>
            <a:spLocks noGrp="1"/>
          </p:cNvSpPr>
          <p:nvPr>
            <p:ph type="sldNum" sz="quarter" idx="12"/>
          </p:nvPr>
        </p:nvSpPr>
        <p:spPr/>
        <p:txBody>
          <a:bodyPr/>
          <a:lstStyle/>
          <a:p>
            <a:fld id="{91247CA1-BCEC-4DD4-9B23-E2AE1AEA27A6}" type="slidenum">
              <a:rPr lang="en-IN" smtClean="0"/>
              <a:t>42</a:t>
            </a:fld>
            <a:endParaRPr lang="en-IN"/>
          </a:p>
        </p:txBody>
      </p:sp>
      <p:sp>
        <p:nvSpPr>
          <p:cNvPr id="8" name="TextBox 7">
            <a:extLst>
              <a:ext uri="{FF2B5EF4-FFF2-40B4-BE49-F238E27FC236}">
                <a16:creationId xmlns:a16="http://schemas.microsoft.com/office/drawing/2014/main" id="{CADDEB8C-A61E-4F99-1DBA-6938F9A40290}"/>
              </a:ext>
            </a:extLst>
          </p:cNvPr>
          <p:cNvSpPr txBox="1"/>
          <p:nvPr/>
        </p:nvSpPr>
        <p:spPr>
          <a:xfrm>
            <a:off x="10532532" y="526059"/>
            <a:ext cx="1451144" cy="369332"/>
          </a:xfrm>
          <a:prstGeom prst="rect">
            <a:avLst/>
          </a:prstGeom>
          <a:noFill/>
        </p:spPr>
        <p:txBody>
          <a:bodyPr wrap="square">
            <a:spAutoFit/>
          </a:bodyPr>
          <a:lstStyle/>
          <a:p>
            <a:r>
              <a:rPr lang="en-IN" dirty="0"/>
              <a:t>Session 1</a:t>
            </a:r>
          </a:p>
        </p:txBody>
      </p:sp>
    </p:spTree>
    <p:extLst>
      <p:ext uri="{BB962C8B-B14F-4D97-AF65-F5344CB8AC3E}">
        <p14:creationId xmlns:p14="http://schemas.microsoft.com/office/powerpoint/2010/main" val="328173888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5A292AEA-2528-46C0-B426-95822B6141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D8B7B198-E4DF-43CD-AD8C-1998843237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34" name="Freeform: Shape 33">
            <a:extLst>
              <a:ext uri="{FF2B5EF4-FFF2-40B4-BE49-F238E27FC236}">
                <a16:creationId xmlns:a16="http://schemas.microsoft.com/office/drawing/2014/main" id="{2BE67753-EA0E-4819-8D22-0B6600CF7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96934" y="3984"/>
            <a:ext cx="9376632" cy="6858000"/>
          </a:xfrm>
          <a:custGeom>
            <a:avLst/>
            <a:gdLst>
              <a:gd name="connsiteX0" fmla="*/ 1691615 w 9376632"/>
              <a:gd name="connsiteY0" fmla="*/ 0 h 6858000"/>
              <a:gd name="connsiteX1" fmla="*/ 7685017 w 9376632"/>
              <a:gd name="connsiteY1" fmla="*/ 0 h 6858000"/>
              <a:gd name="connsiteX2" fmla="*/ 7840634 w 9376632"/>
              <a:gd name="connsiteY2" fmla="*/ 134799 h 6858000"/>
              <a:gd name="connsiteX3" fmla="*/ 9376632 w 9376632"/>
              <a:gd name="connsiteY3" fmla="*/ 3605175 h 6858000"/>
              <a:gd name="connsiteX4" fmla="*/ 8158692 w 9376632"/>
              <a:gd name="connsiteY4" fmla="*/ 6757493 h 6858000"/>
              <a:gd name="connsiteX5" fmla="*/ 8062868 w 9376632"/>
              <a:gd name="connsiteY5" fmla="*/ 6858000 h 6858000"/>
              <a:gd name="connsiteX6" fmla="*/ 1313765 w 9376632"/>
              <a:gd name="connsiteY6" fmla="*/ 6858000 h 6858000"/>
              <a:gd name="connsiteX7" fmla="*/ 1217940 w 9376632"/>
              <a:gd name="connsiteY7" fmla="*/ 6757493 h 6858000"/>
              <a:gd name="connsiteX8" fmla="*/ 0 w 9376632"/>
              <a:gd name="connsiteY8" fmla="*/ 3605175 h 6858000"/>
              <a:gd name="connsiteX9" fmla="*/ 1535999 w 9376632"/>
              <a:gd name="connsiteY9" fmla="*/ 13479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376632" h="6858000">
                <a:moveTo>
                  <a:pt x="1691615" y="0"/>
                </a:moveTo>
                <a:lnTo>
                  <a:pt x="7685017" y="0"/>
                </a:lnTo>
                <a:lnTo>
                  <a:pt x="7840634" y="134799"/>
                </a:lnTo>
                <a:cubicBezTo>
                  <a:pt x="8784230" y="992423"/>
                  <a:pt x="9376632" y="2229618"/>
                  <a:pt x="9376632" y="3605175"/>
                </a:cubicBezTo>
                <a:cubicBezTo>
                  <a:pt x="9376632" y="4818903"/>
                  <a:pt x="8915419" y="5924908"/>
                  <a:pt x="8158692" y="6757493"/>
                </a:cubicBezTo>
                <a:lnTo>
                  <a:pt x="8062868" y="6858000"/>
                </a:lnTo>
                <a:lnTo>
                  <a:pt x="1313765" y="6858000"/>
                </a:lnTo>
                <a:lnTo>
                  <a:pt x="1217940" y="6757493"/>
                </a:lnTo>
                <a:cubicBezTo>
                  <a:pt x="461213" y="5924908"/>
                  <a:pt x="0" y="4818903"/>
                  <a:pt x="0" y="3605175"/>
                </a:cubicBezTo>
                <a:cubicBezTo>
                  <a:pt x="0" y="2229618"/>
                  <a:pt x="592403" y="992423"/>
                  <a:pt x="1535999" y="134799"/>
                </a:cubicBezTo>
                <a:close/>
              </a:path>
            </a:pathLst>
          </a:cu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5" name="Group 34">
            <a:extLst>
              <a:ext uri="{FF2B5EF4-FFF2-40B4-BE49-F238E27FC236}">
                <a16:creationId xmlns:a16="http://schemas.microsoft.com/office/drawing/2014/main" id="{D76D63AC-0421-45EC-B383-E79A61A78C6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303402" y="3985"/>
            <a:ext cx="9772765" cy="6858000"/>
            <a:chOff x="1303402" y="36937"/>
            <a:chExt cx="9772765" cy="6858000"/>
          </a:xfrm>
          <a:solidFill>
            <a:schemeClr val="bg1">
              <a:alpha val="30000"/>
            </a:schemeClr>
          </a:solidFill>
        </p:grpSpPr>
        <p:sp>
          <p:nvSpPr>
            <p:cNvPr id="15" name="Freeform: Shape 14">
              <a:extLst>
                <a:ext uri="{FF2B5EF4-FFF2-40B4-BE49-F238E27FC236}">
                  <a16:creationId xmlns:a16="http://schemas.microsoft.com/office/drawing/2014/main" id="{B997A32E-7032-4107-9C8B-99DB59EDD5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6937"/>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Shape 15">
              <a:extLst>
                <a:ext uri="{FF2B5EF4-FFF2-40B4-BE49-F238E27FC236}">
                  <a16:creationId xmlns:a16="http://schemas.microsoft.com/office/drawing/2014/main" id="{943BB27F-1470-42CA-91FF-D94BC691C8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6937"/>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Freeform: Shape 16">
              <a:extLst>
                <a:ext uri="{FF2B5EF4-FFF2-40B4-BE49-F238E27FC236}">
                  <a16:creationId xmlns:a16="http://schemas.microsoft.com/office/drawing/2014/main" id="{E997B002-17FD-47B3-A06A-76802FE15C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6937"/>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Freeform: Shape 17">
              <a:extLst>
                <a:ext uri="{FF2B5EF4-FFF2-40B4-BE49-F238E27FC236}">
                  <a16:creationId xmlns:a16="http://schemas.microsoft.com/office/drawing/2014/main" id="{E401EA35-9D2E-43B7-860F-EBB8A6C3E0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6937"/>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Freeform: Shape 18">
              <a:extLst>
                <a:ext uri="{FF2B5EF4-FFF2-40B4-BE49-F238E27FC236}">
                  <a16:creationId xmlns:a16="http://schemas.microsoft.com/office/drawing/2014/main" id="{F8C44827-3D81-4FF9-B4A5-5650D1B20A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6937"/>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Freeform: Shape 19">
              <a:extLst>
                <a:ext uri="{FF2B5EF4-FFF2-40B4-BE49-F238E27FC236}">
                  <a16:creationId xmlns:a16="http://schemas.microsoft.com/office/drawing/2014/main" id="{F613D97F-F6DF-4D32-AD91-209A80E7A2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8320" y="36937"/>
              <a:ext cx="9767847" cy="6858000"/>
            </a:xfrm>
            <a:custGeom>
              <a:avLst/>
              <a:gdLst>
                <a:gd name="connsiteX0" fmla="*/ 7151367 w 9767847"/>
                <a:gd name="connsiteY0" fmla="*/ 0 h 6858000"/>
                <a:gd name="connsiteX1" fmla="*/ 7881247 w 9767847"/>
                <a:gd name="connsiteY1" fmla="*/ 0 h 6858000"/>
                <a:gd name="connsiteX2" fmla="*/ 7990553 w 9767847"/>
                <a:gd name="connsiteY2" fmla="*/ 81317 h 6858000"/>
                <a:gd name="connsiteX3" fmla="*/ 9767847 w 9767847"/>
                <a:gd name="connsiteY3" fmla="*/ 3649031 h 6858000"/>
                <a:gd name="connsiteX4" fmla="*/ 8652597 w 9767847"/>
                <a:gd name="connsiteY4" fmla="*/ 6590005 h 6858000"/>
                <a:gd name="connsiteX5" fmla="*/ 8395306 w 9767847"/>
                <a:gd name="connsiteY5" fmla="*/ 6858000 h 6858000"/>
                <a:gd name="connsiteX6" fmla="*/ 6762603 w 9767847"/>
                <a:gd name="connsiteY6" fmla="*/ 6858000 h 6858000"/>
                <a:gd name="connsiteX7" fmla="*/ 6765962 w 9767847"/>
                <a:gd name="connsiteY7" fmla="*/ 6854844 h 6858000"/>
                <a:gd name="connsiteX8" fmla="*/ 6804586 w 9767847"/>
                <a:gd name="connsiteY8" fmla="*/ 6817103 h 6858000"/>
                <a:gd name="connsiteX9" fmla="*/ 6881735 w 9767847"/>
                <a:gd name="connsiteY9" fmla="*/ 6741197 h 6858000"/>
                <a:gd name="connsiteX10" fmla="*/ 6958883 w 9767847"/>
                <a:gd name="connsiteY10" fmla="*/ 6664822 h 6858000"/>
                <a:gd name="connsiteX11" fmla="*/ 7267925 w 9767847"/>
                <a:gd name="connsiteY11" fmla="*/ 6355694 h 6858000"/>
                <a:gd name="connsiteX12" fmla="*/ 7424360 w 9767847"/>
                <a:gd name="connsiteY12" fmla="*/ 6200685 h 6858000"/>
                <a:gd name="connsiteX13" fmla="*/ 7504938 w 9767847"/>
                <a:gd name="connsiteY13" fmla="*/ 6122708 h 6858000"/>
                <a:gd name="connsiteX14" fmla="*/ 7546396 w 9767847"/>
                <a:gd name="connsiteY14" fmla="*/ 6083697 h 6858000"/>
                <a:gd name="connsiteX15" fmla="*/ 7588002 w 9767847"/>
                <a:gd name="connsiteY15" fmla="*/ 6045532 h 6858000"/>
                <a:gd name="connsiteX16" fmla="*/ 7631000 w 9767847"/>
                <a:gd name="connsiteY16" fmla="*/ 6006709 h 6858000"/>
                <a:gd name="connsiteX17" fmla="*/ 7675440 w 9767847"/>
                <a:gd name="connsiteY17" fmla="*/ 5968309 h 6858000"/>
                <a:gd name="connsiteX18" fmla="*/ 7720626 w 9767847"/>
                <a:gd name="connsiteY18" fmla="*/ 5930851 h 6858000"/>
                <a:gd name="connsiteX19" fmla="*/ 7766458 w 9767847"/>
                <a:gd name="connsiteY19" fmla="*/ 5894334 h 6858000"/>
                <a:gd name="connsiteX20" fmla="*/ 7955254 w 9767847"/>
                <a:gd name="connsiteY20" fmla="*/ 5756828 h 6858000"/>
                <a:gd name="connsiteX21" fmla="*/ 8352678 w 9767847"/>
                <a:gd name="connsiteY21" fmla="*/ 5517630 h 6858000"/>
                <a:gd name="connsiteX22" fmla="*/ 8451350 w 9767847"/>
                <a:gd name="connsiteY22" fmla="*/ 5465254 h 6858000"/>
                <a:gd name="connsiteX23" fmla="*/ 8548532 w 9767847"/>
                <a:gd name="connsiteY23" fmla="*/ 5413395 h 6858000"/>
                <a:gd name="connsiteX24" fmla="*/ 8729473 w 9767847"/>
                <a:gd name="connsiteY24" fmla="*/ 5309961 h 6858000"/>
                <a:gd name="connsiteX25" fmla="*/ 8770781 w 9767847"/>
                <a:gd name="connsiteY25" fmla="*/ 5283232 h 6858000"/>
                <a:gd name="connsiteX26" fmla="*/ 8790964 w 9767847"/>
                <a:gd name="connsiteY26" fmla="*/ 5269492 h 6858000"/>
                <a:gd name="connsiteX27" fmla="*/ 8810499 w 9767847"/>
                <a:gd name="connsiteY27" fmla="*/ 5255703 h 6858000"/>
                <a:gd name="connsiteX28" fmla="*/ 8883571 w 9767847"/>
                <a:gd name="connsiteY28" fmla="*/ 5198479 h 6858000"/>
                <a:gd name="connsiteX29" fmla="*/ 9006651 w 9767847"/>
                <a:gd name="connsiteY29" fmla="*/ 5070527 h 6858000"/>
                <a:gd name="connsiteX30" fmla="*/ 9033494 w 9767847"/>
                <a:gd name="connsiteY30" fmla="*/ 5034105 h 6858000"/>
                <a:gd name="connsiteX31" fmla="*/ 9040305 w 9767847"/>
                <a:gd name="connsiteY31" fmla="*/ 5024551 h 6858000"/>
                <a:gd name="connsiteX32" fmla="*/ 9046568 w 9767847"/>
                <a:gd name="connsiteY32" fmla="*/ 5015281 h 6858000"/>
                <a:gd name="connsiteX33" fmla="*/ 9058846 w 9767847"/>
                <a:gd name="connsiteY33" fmla="*/ 4996645 h 6858000"/>
                <a:gd name="connsiteX34" fmla="*/ 9104529 w 9767847"/>
                <a:gd name="connsiteY34" fmla="*/ 4918105 h 6858000"/>
                <a:gd name="connsiteX35" fmla="*/ 9181081 w 9767847"/>
                <a:gd name="connsiteY35" fmla="*/ 4744694 h 6858000"/>
                <a:gd name="connsiteX36" fmla="*/ 9240731 w 9767847"/>
                <a:gd name="connsiteY36" fmla="*/ 4557872 h 6858000"/>
                <a:gd name="connsiteX37" fmla="*/ 9265388 w 9767847"/>
                <a:gd name="connsiteY37" fmla="*/ 4461073 h 6858000"/>
                <a:gd name="connsiteX38" fmla="*/ 9276571 w 9767847"/>
                <a:gd name="connsiteY38" fmla="*/ 4411943 h 6858000"/>
                <a:gd name="connsiteX39" fmla="*/ 9281841 w 9767847"/>
                <a:gd name="connsiteY39" fmla="*/ 4387379 h 6858000"/>
                <a:gd name="connsiteX40" fmla="*/ 9286513 w 9767847"/>
                <a:gd name="connsiteY40" fmla="*/ 4364838 h 6858000"/>
                <a:gd name="connsiteX41" fmla="*/ 9296754 w 9767847"/>
                <a:gd name="connsiteY41" fmla="*/ 4312038 h 6858000"/>
                <a:gd name="connsiteX42" fmla="*/ 9301029 w 9767847"/>
                <a:gd name="connsiteY42" fmla="*/ 4289074 h 6858000"/>
                <a:gd name="connsiteX43" fmla="*/ 9302818 w 9767847"/>
                <a:gd name="connsiteY43" fmla="*/ 4278581 h 6858000"/>
                <a:gd name="connsiteX44" fmla="*/ 9304658 w 9767847"/>
                <a:gd name="connsiteY44" fmla="*/ 4266816 h 6858000"/>
                <a:gd name="connsiteX45" fmla="*/ 9312810 w 9767847"/>
                <a:gd name="connsiteY45" fmla="*/ 4215945 h 6858000"/>
                <a:gd name="connsiteX46" fmla="*/ 9316887 w 9767847"/>
                <a:gd name="connsiteY46" fmla="*/ 4190486 h 6858000"/>
                <a:gd name="connsiteX47" fmla="*/ 9318923 w 9767847"/>
                <a:gd name="connsiteY47" fmla="*/ 4177780 h 6858000"/>
                <a:gd name="connsiteX48" fmla="*/ 9320515 w 9767847"/>
                <a:gd name="connsiteY48" fmla="*/ 4164886 h 6858000"/>
                <a:gd name="connsiteX49" fmla="*/ 9332445 w 9767847"/>
                <a:gd name="connsiteY49" fmla="*/ 4064981 h 6858000"/>
                <a:gd name="connsiteX50" fmla="*/ 9336173 w 9767847"/>
                <a:gd name="connsiteY50" fmla="*/ 4018676 h 6858000"/>
                <a:gd name="connsiteX51" fmla="*/ 9340199 w 9767847"/>
                <a:gd name="connsiteY51" fmla="*/ 3965171 h 6858000"/>
                <a:gd name="connsiteX52" fmla="*/ 9347557 w 9767847"/>
                <a:gd name="connsiteY52" fmla="*/ 3765972 h 6858000"/>
                <a:gd name="connsiteX53" fmla="*/ 9346364 w 9767847"/>
                <a:gd name="connsiteY53" fmla="*/ 3664938 h 6858000"/>
                <a:gd name="connsiteX54" fmla="*/ 9344921 w 9767847"/>
                <a:gd name="connsiteY54" fmla="*/ 3615243 h 6858000"/>
                <a:gd name="connsiteX55" fmla="*/ 9344524 w 9767847"/>
                <a:gd name="connsiteY55" fmla="*/ 3603526 h 6858000"/>
                <a:gd name="connsiteX56" fmla="*/ 9343728 w 9767847"/>
                <a:gd name="connsiteY56" fmla="*/ 3590774 h 6858000"/>
                <a:gd name="connsiteX57" fmla="*/ 9342188 w 9767847"/>
                <a:gd name="connsiteY57" fmla="*/ 3565268 h 6858000"/>
                <a:gd name="connsiteX58" fmla="*/ 9339056 w 9767847"/>
                <a:gd name="connsiteY58" fmla="*/ 3514256 h 6858000"/>
                <a:gd name="connsiteX59" fmla="*/ 9334334 w 9767847"/>
                <a:gd name="connsiteY59" fmla="*/ 3463057 h 6858000"/>
                <a:gd name="connsiteX60" fmla="*/ 9329363 w 9767847"/>
                <a:gd name="connsiteY60" fmla="*/ 3411810 h 6858000"/>
                <a:gd name="connsiteX61" fmla="*/ 9328319 w 9767847"/>
                <a:gd name="connsiteY61" fmla="*/ 3400657 h 6858000"/>
                <a:gd name="connsiteX62" fmla="*/ 9327177 w 9767847"/>
                <a:gd name="connsiteY62" fmla="*/ 3390116 h 6858000"/>
                <a:gd name="connsiteX63" fmla="*/ 9324293 w 9767847"/>
                <a:gd name="connsiteY63" fmla="*/ 3366774 h 6858000"/>
                <a:gd name="connsiteX64" fmla="*/ 9320763 w 9767847"/>
                <a:gd name="connsiteY64" fmla="*/ 3340329 h 6858000"/>
                <a:gd name="connsiteX65" fmla="*/ 9317184 w 9767847"/>
                <a:gd name="connsiteY65" fmla="*/ 3311245 h 6858000"/>
                <a:gd name="connsiteX66" fmla="*/ 9311021 w 9767847"/>
                <a:gd name="connsiteY66" fmla="*/ 3266211 h 6858000"/>
                <a:gd name="connsiteX67" fmla="*/ 9302719 w 9767847"/>
                <a:gd name="connsiteY67" fmla="*/ 3215717 h 6858000"/>
                <a:gd name="connsiteX68" fmla="*/ 9293970 w 9767847"/>
                <a:gd name="connsiteY68" fmla="*/ 3165789 h 6858000"/>
                <a:gd name="connsiteX69" fmla="*/ 9252065 w 9767847"/>
                <a:gd name="connsiteY69" fmla="*/ 2967107 h 6858000"/>
                <a:gd name="connsiteX70" fmla="*/ 9227211 w 9767847"/>
                <a:gd name="connsiteY70" fmla="*/ 2868473 h 6858000"/>
                <a:gd name="connsiteX71" fmla="*/ 9220699 w 9767847"/>
                <a:gd name="connsiteY71" fmla="*/ 2844426 h 6858000"/>
                <a:gd name="connsiteX72" fmla="*/ 9213740 w 9767847"/>
                <a:gd name="connsiteY72" fmla="*/ 2820191 h 6858000"/>
                <a:gd name="connsiteX73" fmla="*/ 9199374 w 9767847"/>
                <a:gd name="connsiteY73" fmla="*/ 2771438 h 6858000"/>
                <a:gd name="connsiteX74" fmla="*/ 9061829 w 9767847"/>
                <a:gd name="connsiteY74" fmla="*/ 2385418 h 6858000"/>
                <a:gd name="connsiteX75" fmla="*/ 8978865 w 9767847"/>
                <a:gd name="connsiteY75" fmla="*/ 2196855 h 6858000"/>
                <a:gd name="connsiteX76" fmla="*/ 8956694 w 9767847"/>
                <a:gd name="connsiteY76" fmla="*/ 2150219 h 6858000"/>
                <a:gd name="connsiteX77" fmla="*/ 8934176 w 9767847"/>
                <a:gd name="connsiteY77" fmla="*/ 2103914 h 6858000"/>
                <a:gd name="connsiteX78" fmla="*/ 8887151 w 9767847"/>
                <a:gd name="connsiteY78" fmla="*/ 2011350 h 6858000"/>
                <a:gd name="connsiteX79" fmla="*/ 8787533 w 9767847"/>
                <a:gd name="connsiteY79" fmla="*/ 1828527 h 6858000"/>
                <a:gd name="connsiteX80" fmla="*/ 8761485 w 9767847"/>
                <a:gd name="connsiteY80" fmla="*/ 1783398 h 6858000"/>
                <a:gd name="connsiteX81" fmla="*/ 8734791 w 9767847"/>
                <a:gd name="connsiteY81" fmla="*/ 1737893 h 6858000"/>
                <a:gd name="connsiteX82" fmla="*/ 8680808 w 9767847"/>
                <a:gd name="connsiteY82" fmla="*/ 1648812 h 6858000"/>
                <a:gd name="connsiteX83" fmla="*/ 8567024 w 9767847"/>
                <a:gd name="connsiteY83" fmla="*/ 1472906 h 6858000"/>
                <a:gd name="connsiteX84" fmla="*/ 8537446 w 9767847"/>
                <a:gd name="connsiteY84" fmla="*/ 1429330 h 6858000"/>
                <a:gd name="connsiteX85" fmla="*/ 8507423 w 9767847"/>
                <a:gd name="connsiteY85" fmla="*/ 1385896 h 6858000"/>
                <a:gd name="connsiteX86" fmla="*/ 8446529 w 9767847"/>
                <a:gd name="connsiteY86" fmla="*/ 1300295 h 6858000"/>
                <a:gd name="connsiteX87" fmla="*/ 8319224 w 9767847"/>
                <a:gd name="connsiteY87" fmla="*/ 1131026 h 6858000"/>
                <a:gd name="connsiteX88" fmla="*/ 8286366 w 9767847"/>
                <a:gd name="connsiteY88" fmla="*/ 1089050 h 6858000"/>
                <a:gd name="connsiteX89" fmla="*/ 8270161 w 9767847"/>
                <a:gd name="connsiteY89" fmla="*/ 1068439 h 6858000"/>
                <a:gd name="connsiteX90" fmla="*/ 8253856 w 9767847"/>
                <a:gd name="connsiteY90" fmla="*/ 1048156 h 6858000"/>
                <a:gd name="connsiteX91" fmla="*/ 8186352 w 9767847"/>
                <a:gd name="connsiteY91" fmla="*/ 966275 h 6858000"/>
                <a:gd name="connsiteX92" fmla="*/ 8046768 w 9767847"/>
                <a:gd name="connsiteY92" fmla="*/ 805429 h 6858000"/>
                <a:gd name="connsiteX93" fmla="*/ 8010927 w 9767847"/>
                <a:gd name="connsiteY93" fmla="*/ 765853 h 6858000"/>
                <a:gd name="connsiteX94" fmla="*/ 7974788 w 9767847"/>
                <a:gd name="connsiteY94" fmla="*/ 726653 h 6858000"/>
                <a:gd name="connsiteX95" fmla="*/ 7901070 w 9767847"/>
                <a:gd name="connsiteY95" fmla="*/ 648724 h 6858000"/>
                <a:gd name="connsiteX96" fmla="*/ 7750054 w 9767847"/>
                <a:gd name="connsiteY96" fmla="*/ 497008 h 6858000"/>
                <a:gd name="connsiteX97" fmla="*/ 7592277 w 9767847"/>
                <a:gd name="connsiteY97" fmla="*/ 351221 h 6858000"/>
                <a:gd name="connsiteX98" fmla="*/ 7257734 w 9767847"/>
                <a:gd name="connsiteY98" fmla="*/ 76964 h 6858000"/>
                <a:gd name="connsiteX99" fmla="*/ 1886601 w 9767847"/>
                <a:gd name="connsiteY99" fmla="*/ 0 h 6858000"/>
                <a:gd name="connsiteX100" fmla="*/ 2292926 w 9767847"/>
                <a:gd name="connsiteY100" fmla="*/ 0 h 6858000"/>
                <a:gd name="connsiteX101" fmla="*/ 2135542 w 9767847"/>
                <a:gd name="connsiteY101" fmla="*/ 117781 h 6858000"/>
                <a:gd name="connsiteX102" fmla="*/ 1969576 w 9767847"/>
                <a:gd name="connsiteY102" fmla="*/ 254986 h 6858000"/>
                <a:gd name="connsiteX103" fmla="*/ 1659938 w 9767847"/>
                <a:gd name="connsiteY103" fmla="*/ 549855 h 6858000"/>
                <a:gd name="connsiteX104" fmla="*/ 729383 w 9767847"/>
                <a:gd name="connsiteY104" fmla="*/ 1936480 h 6858000"/>
                <a:gd name="connsiteX105" fmla="*/ 578465 w 9767847"/>
                <a:gd name="connsiteY105" fmla="*/ 2320807 h 6858000"/>
                <a:gd name="connsiteX106" fmla="*/ 465080 w 9767847"/>
                <a:gd name="connsiteY106" fmla="*/ 2714875 h 6858000"/>
                <a:gd name="connsiteX107" fmla="*/ 423820 w 9767847"/>
                <a:gd name="connsiteY107" fmla="*/ 2915436 h 6858000"/>
                <a:gd name="connsiteX108" fmla="*/ 392355 w 9767847"/>
                <a:gd name="connsiteY108" fmla="*/ 3118071 h 6858000"/>
                <a:gd name="connsiteX109" fmla="*/ 358801 w 9767847"/>
                <a:gd name="connsiteY109" fmla="*/ 3526915 h 6858000"/>
                <a:gd name="connsiteX110" fmla="*/ 410350 w 9767847"/>
                <a:gd name="connsiteY110" fmla="*/ 4348226 h 6858000"/>
                <a:gd name="connsiteX111" fmla="*/ 449022 w 9767847"/>
                <a:gd name="connsiteY111" fmla="*/ 4551049 h 6858000"/>
                <a:gd name="connsiteX112" fmla="*/ 498882 w 9767847"/>
                <a:gd name="connsiteY112" fmla="*/ 4752365 h 6858000"/>
                <a:gd name="connsiteX113" fmla="*/ 559775 w 9767847"/>
                <a:gd name="connsiteY113" fmla="*/ 4951657 h 6858000"/>
                <a:gd name="connsiteX114" fmla="*/ 631406 w 9767847"/>
                <a:gd name="connsiteY114" fmla="*/ 5147986 h 6858000"/>
                <a:gd name="connsiteX115" fmla="*/ 1023461 w 9767847"/>
                <a:gd name="connsiteY115" fmla="*/ 5893957 h 6858000"/>
                <a:gd name="connsiteX116" fmla="*/ 1575880 w 9767847"/>
                <a:gd name="connsiteY116" fmla="*/ 6547646 h 6858000"/>
                <a:gd name="connsiteX117" fmla="*/ 1905228 w 9767847"/>
                <a:gd name="connsiteY117" fmla="*/ 6829468 h 6858000"/>
                <a:gd name="connsiteX118" fmla="*/ 1944230 w 9767847"/>
                <a:gd name="connsiteY118" fmla="*/ 6858000 h 6858000"/>
                <a:gd name="connsiteX119" fmla="*/ 1372541 w 9767847"/>
                <a:gd name="connsiteY119" fmla="*/ 6858000 h 6858000"/>
                <a:gd name="connsiteX120" fmla="*/ 1115251 w 9767847"/>
                <a:gd name="connsiteY120" fmla="*/ 6590005 h 6858000"/>
                <a:gd name="connsiteX121" fmla="*/ 0 w 9767847"/>
                <a:gd name="connsiteY121" fmla="*/ 3649031 h 6858000"/>
                <a:gd name="connsiteX122" fmla="*/ 1777294 w 9767847"/>
                <a:gd name="connsiteY122" fmla="*/ 813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9767847" h="6858000">
                  <a:moveTo>
                    <a:pt x="7151367" y="0"/>
                  </a:moveTo>
                  <a:lnTo>
                    <a:pt x="7881247" y="0"/>
                  </a:lnTo>
                  <a:lnTo>
                    <a:pt x="7990553" y="81317"/>
                  </a:lnTo>
                  <a:cubicBezTo>
                    <a:pt x="9075991" y="929334"/>
                    <a:pt x="9767847" y="2212695"/>
                    <a:pt x="9767847" y="3649031"/>
                  </a:cubicBezTo>
                  <a:cubicBezTo>
                    <a:pt x="9767847" y="4766182"/>
                    <a:pt x="9349317" y="5790792"/>
                    <a:pt x="8652597" y="6590005"/>
                  </a:cubicBezTo>
                  <a:lnTo>
                    <a:pt x="8395306" y="6858000"/>
                  </a:lnTo>
                  <a:lnTo>
                    <a:pt x="6762603" y="6858000"/>
                  </a:lnTo>
                  <a:lnTo>
                    <a:pt x="6765962" y="6854844"/>
                  </a:lnTo>
                  <a:cubicBezTo>
                    <a:pt x="6779036" y="6842703"/>
                    <a:pt x="6791663" y="6829621"/>
                    <a:pt x="6804586" y="6817103"/>
                  </a:cubicBezTo>
                  <a:lnTo>
                    <a:pt x="6881735" y="6741197"/>
                  </a:lnTo>
                  <a:cubicBezTo>
                    <a:pt x="6907435" y="6715881"/>
                    <a:pt x="6933134" y="6690798"/>
                    <a:pt x="6958883" y="6664822"/>
                  </a:cubicBezTo>
                  <a:lnTo>
                    <a:pt x="7267925" y="6355694"/>
                  </a:lnTo>
                  <a:lnTo>
                    <a:pt x="7424360" y="6200685"/>
                  </a:lnTo>
                  <a:cubicBezTo>
                    <a:pt x="7450754" y="6174802"/>
                    <a:pt x="7477598" y="6148731"/>
                    <a:pt x="7504938" y="6122708"/>
                  </a:cubicBezTo>
                  <a:lnTo>
                    <a:pt x="7546396" y="6083697"/>
                  </a:lnTo>
                  <a:cubicBezTo>
                    <a:pt x="7560264" y="6070803"/>
                    <a:pt x="7574780" y="6057532"/>
                    <a:pt x="7588002" y="6045532"/>
                  </a:cubicBezTo>
                  <a:lnTo>
                    <a:pt x="7631000" y="6006709"/>
                  </a:lnTo>
                  <a:lnTo>
                    <a:pt x="7675440" y="5968309"/>
                  </a:lnTo>
                  <a:cubicBezTo>
                    <a:pt x="7690404" y="5955698"/>
                    <a:pt x="7705564" y="5943321"/>
                    <a:pt x="7720626" y="5930851"/>
                  </a:cubicBezTo>
                  <a:cubicBezTo>
                    <a:pt x="7735738" y="5918427"/>
                    <a:pt x="7751197" y="5906521"/>
                    <a:pt x="7766458" y="5894334"/>
                  </a:cubicBezTo>
                  <a:cubicBezTo>
                    <a:pt x="7827949" y="5846192"/>
                    <a:pt x="7890979" y="5800499"/>
                    <a:pt x="7955254" y="5756828"/>
                  </a:cubicBezTo>
                  <a:cubicBezTo>
                    <a:pt x="8083800" y="5669534"/>
                    <a:pt x="8216872" y="5590336"/>
                    <a:pt x="8352678" y="5517630"/>
                  </a:cubicBezTo>
                  <a:lnTo>
                    <a:pt x="8451350" y="5465254"/>
                  </a:lnTo>
                  <a:lnTo>
                    <a:pt x="8548532" y="5413395"/>
                  </a:lnTo>
                  <a:cubicBezTo>
                    <a:pt x="8612110" y="5379090"/>
                    <a:pt x="8673251" y="5345208"/>
                    <a:pt x="8729473" y="5309961"/>
                  </a:cubicBezTo>
                  <a:cubicBezTo>
                    <a:pt x="8743591" y="5301115"/>
                    <a:pt x="8757161" y="5292361"/>
                    <a:pt x="8770781" y="5283232"/>
                  </a:cubicBezTo>
                  <a:cubicBezTo>
                    <a:pt x="8777591" y="5278667"/>
                    <a:pt x="8784451" y="5274103"/>
                    <a:pt x="8790964" y="5269492"/>
                  </a:cubicBezTo>
                  <a:cubicBezTo>
                    <a:pt x="8797574" y="5264879"/>
                    <a:pt x="8804235" y="5260314"/>
                    <a:pt x="8810499" y="5255703"/>
                  </a:cubicBezTo>
                  <a:cubicBezTo>
                    <a:pt x="8835999" y="5237303"/>
                    <a:pt x="8860407" y="5218291"/>
                    <a:pt x="8883571" y="5198479"/>
                  </a:cubicBezTo>
                  <a:cubicBezTo>
                    <a:pt x="8929900" y="5158856"/>
                    <a:pt x="8971258" y="5116315"/>
                    <a:pt x="9006651" y="5070527"/>
                  </a:cubicBezTo>
                  <a:cubicBezTo>
                    <a:pt x="9015351" y="5059328"/>
                    <a:pt x="9024398" y="5046857"/>
                    <a:pt x="9033494" y="5034105"/>
                  </a:cubicBezTo>
                  <a:lnTo>
                    <a:pt x="9040305" y="5024551"/>
                  </a:lnTo>
                  <a:lnTo>
                    <a:pt x="9046568" y="5015281"/>
                  </a:lnTo>
                  <a:cubicBezTo>
                    <a:pt x="9050743" y="5009163"/>
                    <a:pt x="9054819" y="5002952"/>
                    <a:pt x="9058846" y="4996645"/>
                  </a:cubicBezTo>
                  <a:cubicBezTo>
                    <a:pt x="9075002" y="4971517"/>
                    <a:pt x="9090212" y="4945305"/>
                    <a:pt x="9104529" y="4918105"/>
                  </a:cubicBezTo>
                  <a:cubicBezTo>
                    <a:pt x="9133211" y="4863752"/>
                    <a:pt x="9158313" y="4805447"/>
                    <a:pt x="9181081" y="4744694"/>
                  </a:cubicBezTo>
                  <a:cubicBezTo>
                    <a:pt x="9203748" y="4684178"/>
                    <a:pt x="9223383" y="4621778"/>
                    <a:pt x="9240731" y="4557872"/>
                  </a:cubicBezTo>
                  <a:cubicBezTo>
                    <a:pt x="9249481" y="4525966"/>
                    <a:pt x="9257682" y="4493684"/>
                    <a:pt x="9265388" y="4461073"/>
                  </a:cubicBezTo>
                  <a:cubicBezTo>
                    <a:pt x="9269215" y="4444744"/>
                    <a:pt x="9272943" y="4428367"/>
                    <a:pt x="9276571" y="4411943"/>
                  </a:cubicBezTo>
                  <a:lnTo>
                    <a:pt x="9281841" y="4387379"/>
                  </a:lnTo>
                  <a:lnTo>
                    <a:pt x="9286513" y="4364838"/>
                  </a:lnTo>
                  <a:lnTo>
                    <a:pt x="9296754" y="4312038"/>
                  </a:lnTo>
                  <a:lnTo>
                    <a:pt x="9301029" y="4289074"/>
                  </a:lnTo>
                  <a:lnTo>
                    <a:pt x="9302818" y="4278581"/>
                  </a:lnTo>
                  <a:lnTo>
                    <a:pt x="9304658" y="4266816"/>
                  </a:lnTo>
                  <a:lnTo>
                    <a:pt x="9312810" y="4215945"/>
                  </a:lnTo>
                  <a:lnTo>
                    <a:pt x="9316887" y="4190486"/>
                  </a:lnTo>
                  <a:lnTo>
                    <a:pt x="9318923" y="4177780"/>
                  </a:lnTo>
                  <a:cubicBezTo>
                    <a:pt x="9319570" y="4173546"/>
                    <a:pt x="9319969" y="4169169"/>
                    <a:pt x="9320515" y="4164886"/>
                  </a:cubicBezTo>
                  <a:lnTo>
                    <a:pt x="9332445" y="4064981"/>
                  </a:lnTo>
                  <a:cubicBezTo>
                    <a:pt x="9333836" y="4052370"/>
                    <a:pt x="9334880" y="4036888"/>
                    <a:pt x="9336173" y="4018676"/>
                  </a:cubicBezTo>
                  <a:lnTo>
                    <a:pt x="9340199" y="3965171"/>
                  </a:lnTo>
                  <a:cubicBezTo>
                    <a:pt x="9345071" y="3899806"/>
                    <a:pt x="9347358" y="3832983"/>
                    <a:pt x="9347557" y="3765972"/>
                  </a:cubicBezTo>
                  <a:cubicBezTo>
                    <a:pt x="9347656" y="3732420"/>
                    <a:pt x="9347209" y="3698773"/>
                    <a:pt x="9346364" y="3664938"/>
                  </a:cubicBezTo>
                  <a:lnTo>
                    <a:pt x="9344921" y="3615243"/>
                  </a:lnTo>
                  <a:lnTo>
                    <a:pt x="9344524" y="3603526"/>
                  </a:lnTo>
                  <a:lnTo>
                    <a:pt x="9343728" y="3590774"/>
                  </a:lnTo>
                  <a:lnTo>
                    <a:pt x="9342188" y="3565268"/>
                  </a:lnTo>
                  <a:lnTo>
                    <a:pt x="9339056" y="3514256"/>
                  </a:lnTo>
                  <a:cubicBezTo>
                    <a:pt x="9337914" y="3497221"/>
                    <a:pt x="9335874" y="3480138"/>
                    <a:pt x="9334334" y="3463057"/>
                  </a:cubicBezTo>
                  <a:lnTo>
                    <a:pt x="9329363" y="3411810"/>
                  </a:lnTo>
                  <a:lnTo>
                    <a:pt x="9328319" y="3400657"/>
                  </a:lnTo>
                  <a:lnTo>
                    <a:pt x="9327177" y="3390116"/>
                  </a:lnTo>
                  <a:lnTo>
                    <a:pt x="9324293" y="3366774"/>
                  </a:lnTo>
                  <a:lnTo>
                    <a:pt x="9320763" y="3340329"/>
                  </a:lnTo>
                  <a:lnTo>
                    <a:pt x="9317184" y="3311245"/>
                  </a:lnTo>
                  <a:cubicBezTo>
                    <a:pt x="9315594" y="3296893"/>
                    <a:pt x="9313506" y="3282306"/>
                    <a:pt x="9311021" y="3266211"/>
                  </a:cubicBezTo>
                  <a:lnTo>
                    <a:pt x="9302719" y="3215717"/>
                  </a:lnTo>
                  <a:cubicBezTo>
                    <a:pt x="9299936" y="3199059"/>
                    <a:pt x="9297003" y="3182400"/>
                    <a:pt x="9293970" y="3165789"/>
                  </a:cubicBezTo>
                  <a:cubicBezTo>
                    <a:pt x="9281891" y="3099295"/>
                    <a:pt x="9267674" y="3033084"/>
                    <a:pt x="9252065" y="2967107"/>
                  </a:cubicBezTo>
                  <a:cubicBezTo>
                    <a:pt x="9244261" y="2934167"/>
                    <a:pt x="9235959" y="2901273"/>
                    <a:pt x="9227211" y="2868473"/>
                  </a:cubicBezTo>
                  <a:lnTo>
                    <a:pt x="9220699" y="2844426"/>
                  </a:lnTo>
                  <a:lnTo>
                    <a:pt x="9213740" y="2820191"/>
                  </a:lnTo>
                  <a:cubicBezTo>
                    <a:pt x="9209216" y="2804049"/>
                    <a:pt x="9204345" y="2787768"/>
                    <a:pt x="9199374" y="2771438"/>
                  </a:cubicBezTo>
                  <a:cubicBezTo>
                    <a:pt x="9159855" y="2641086"/>
                    <a:pt x="9114272" y="2512099"/>
                    <a:pt x="9061829" y="2385418"/>
                  </a:cubicBezTo>
                  <a:cubicBezTo>
                    <a:pt x="9035582" y="2322077"/>
                    <a:pt x="9008043" y="2259160"/>
                    <a:pt x="8978865" y="2196855"/>
                  </a:cubicBezTo>
                  <a:lnTo>
                    <a:pt x="8956694" y="2150219"/>
                  </a:lnTo>
                  <a:lnTo>
                    <a:pt x="8934176" y="2103914"/>
                  </a:lnTo>
                  <a:cubicBezTo>
                    <a:pt x="8918915" y="2073091"/>
                    <a:pt x="8903157" y="2042032"/>
                    <a:pt x="8887151" y="2011350"/>
                  </a:cubicBezTo>
                  <a:cubicBezTo>
                    <a:pt x="8854988" y="1949891"/>
                    <a:pt x="8822082" y="1888810"/>
                    <a:pt x="8787533" y="1828527"/>
                  </a:cubicBezTo>
                  <a:lnTo>
                    <a:pt x="8761485" y="1783398"/>
                  </a:lnTo>
                  <a:lnTo>
                    <a:pt x="8734791" y="1737893"/>
                  </a:lnTo>
                  <a:cubicBezTo>
                    <a:pt x="8717047" y="1707823"/>
                    <a:pt x="8699200" y="1678363"/>
                    <a:pt x="8680808" y="1648812"/>
                  </a:cubicBezTo>
                  <a:cubicBezTo>
                    <a:pt x="8644322" y="1589658"/>
                    <a:pt x="8606194" y="1531118"/>
                    <a:pt x="8567024" y="1472906"/>
                  </a:cubicBezTo>
                  <a:lnTo>
                    <a:pt x="8537446" y="1429330"/>
                  </a:lnTo>
                  <a:lnTo>
                    <a:pt x="8507423" y="1385896"/>
                  </a:lnTo>
                  <a:cubicBezTo>
                    <a:pt x="8487390" y="1357284"/>
                    <a:pt x="8467158" y="1328719"/>
                    <a:pt x="8446529" y="1300295"/>
                  </a:cubicBezTo>
                  <a:cubicBezTo>
                    <a:pt x="8405271" y="1243496"/>
                    <a:pt x="8362718" y="1187120"/>
                    <a:pt x="8319224" y="1131026"/>
                  </a:cubicBezTo>
                  <a:lnTo>
                    <a:pt x="8286366" y="1089050"/>
                  </a:lnTo>
                  <a:lnTo>
                    <a:pt x="8270161" y="1068439"/>
                  </a:lnTo>
                  <a:lnTo>
                    <a:pt x="8253856" y="1048156"/>
                  </a:lnTo>
                  <a:cubicBezTo>
                    <a:pt x="8231636" y="1020675"/>
                    <a:pt x="8209117" y="993381"/>
                    <a:pt x="8186352" y="966275"/>
                  </a:cubicBezTo>
                  <a:cubicBezTo>
                    <a:pt x="8140917" y="911922"/>
                    <a:pt x="8094240" y="858417"/>
                    <a:pt x="8046768" y="805429"/>
                  </a:cubicBezTo>
                  <a:lnTo>
                    <a:pt x="8010927" y="765853"/>
                  </a:lnTo>
                  <a:lnTo>
                    <a:pt x="7974788" y="726653"/>
                  </a:lnTo>
                  <a:cubicBezTo>
                    <a:pt x="7950382" y="700489"/>
                    <a:pt x="7925824" y="674465"/>
                    <a:pt x="7901070" y="648724"/>
                  </a:cubicBezTo>
                  <a:cubicBezTo>
                    <a:pt x="7851510" y="597289"/>
                    <a:pt x="7801404" y="546514"/>
                    <a:pt x="7750054" y="497008"/>
                  </a:cubicBezTo>
                  <a:cubicBezTo>
                    <a:pt x="7698902" y="447644"/>
                    <a:pt x="7645913" y="398938"/>
                    <a:pt x="7592277" y="351221"/>
                  </a:cubicBezTo>
                  <a:cubicBezTo>
                    <a:pt x="7484856" y="255786"/>
                    <a:pt x="7373308" y="164304"/>
                    <a:pt x="7257734" y="76964"/>
                  </a:cubicBezTo>
                  <a:close/>
                  <a:moveTo>
                    <a:pt x="1886601" y="0"/>
                  </a:moveTo>
                  <a:lnTo>
                    <a:pt x="2292926" y="0"/>
                  </a:lnTo>
                  <a:lnTo>
                    <a:pt x="2135542" y="117781"/>
                  </a:lnTo>
                  <a:cubicBezTo>
                    <a:pt x="2078998" y="162280"/>
                    <a:pt x="2023659" y="208045"/>
                    <a:pt x="1969576" y="254986"/>
                  </a:cubicBezTo>
                  <a:cubicBezTo>
                    <a:pt x="1861309" y="348820"/>
                    <a:pt x="1758064" y="447314"/>
                    <a:pt x="1659938" y="549855"/>
                  </a:cubicBezTo>
                  <a:cubicBezTo>
                    <a:pt x="1266987" y="960346"/>
                    <a:pt x="953820" y="1431495"/>
                    <a:pt x="729383" y="1936480"/>
                  </a:cubicBezTo>
                  <a:cubicBezTo>
                    <a:pt x="673260" y="2062362"/>
                    <a:pt x="622855" y="2190972"/>
                    <a:pt x="578465" y="2320807"/>
                  </a:cubicBezTo>
                  <a:cubicBezTo>
                    <a:pt x="534125" y="2450687"/>
                    <a:pt x="496147" y="2582216"/>
                    <a:pt x="465080" y="2714875"/>
                  </a:cubicBezTo>
                  <a:cubicBezTo>
                    <a:pt x="449769" y="2780991"/>
                    <a:pt x="435850" y="2848191"/>
                    <a:pt x="423820" y="2915436"/>
                  </a:cubicBezTo>
                  <a:cubicBezTo>
                    <a:pt x="411840" y="2982731"/>
                    <a:pt x="401054" y="3050260"/>
                    <a:pt x="392355" y="3118071"/>
                  </a:cubicBezTo>
                  <a:cubicBezTo>
                    <a:pt x="374509" y="3253646"/>
                    <a:pt x="363424" y="3389880"/>
                    <a:pt x="358801" y="3526915"/>
                  </a:cubicBezTo>
                  <a:cubicBezTo>
                    <a:pt x="349009" y="3800843"/>
                    <a:pt x="366357" y="4075570"/>
                    <a:pt x="410350" y="4348226"/>
                  </a:cubicBezTo>
                  <a:cubicBezTo>
                    <a:pt x="421286" y="4416132"/>
                    <a:pt x="434209" y="4483660"/>
                    <a:pt x="449022" y="4551049"/>
                  </a:cubicBezTo>
                  <a:cubicBezTo>
                    <a:pt x="463737" y="4618436"/>
                    <a:pt x="480389" y="4685588"/>
                    <a:pt x="498882" y="4752365"/>
                  </a:cubicBezTo>
                  <a:cubicBezTo>
                    <a:pt x="517373" y="4819141"/>
                    <a:pt x="537704" y="4885635"/>
                    <a:pt x="559775" y="4951657"/>
                  </a:cubicBezTo>
                  <a:cubicBezTo>
                    <a:pt x="581946" y="5017775"/>
                    <a:pt x="605358" y="5083375"/>
                    <a:pt x="631406" y="5147986"/>
                  </a:cubicBezTo>
                  <a:cubicBezTo>
                    <a:pt x="734055" y="5407608"/>
                    <a:pt x="865188" y="5658570"/>
                    <a:pt x="1023461" y="5893957"/>
                  </a:cubicBezTo>
                  <a:cubicBezTo>
                    <a:pt x="1181487" y="6129578"/>
                    <a:pt x="1367051" y="6349247"/>
                    <a:pt x="1575880" y="6547646"/>
                  </a:cubicBezTo>
                  <a:cubicBezTo>
                    <a:pt x="1680269" y="6646916"/>
                    <a:pt x="1790338" y="6740939"/>
                    <a:pt x="1905228" y="6829468"/>
                  </a:cubicBezTo>
                  <a:lnTo>
                    <a:pt x="1944230" y="6858000"/>
                  </a:lnTo>
                  <a:lnTo>
                    <a:pt x="1372541" y="6858000"/>
                  </a:lnTo>
                  <a:lnTo>
                    <a:pt x="1115251" y="6590005"/>
                  </a:lnTo>
                  <a:cubicBezTo>
                    <a:pt x="418530" y="5790792"/>
                    <a:pt x="0" y="4766182"/>
                    <a:pt x="0" y="3649031"/>
                  </a:cubicBezTo>
                  <a:cubicBezTo>
                    <a:pt x="0" y="2212695"/>
                    <a:pt x="691856" y="929334"/>
                    <a:pt x="1777294" y="81317"/>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1" name="Freeform: Shape 20">
              <a:extLst>
                <a:ext uri="{FF2B5EF4-FFF2-40B4-BE49-F238E27FC236}">
                  <a16:creationId xmlns:a16="http://schemas.microsoft.com/office/drawing/2014/main" id="{82B0ED5C-927D-4C5F-8F27-1B403820B9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3402" y="36937"/>
              <a:ext cx="9767847" cy="6858000"/>
            </a:xfrm>
            <a:custGeom>
              <a:avLst/>
              <a:gdLst>
                <a:gd name="connsiteX0" fmla="*/ 7145704 w 9767847"/>
                <a:gd name="connsiteY0" fmla="*/ 0 h 6858000"/>
                <a:gd name="connsiteX1" fmla="*/ 7875738 w 9767847"/>
                <a:gd name="connsiteY1" fmla="*/ 0 h 6858000"/>
                <a:gd name="connsiteX2" fmla="*/ 7990553 w 9767847"/>
                <a:gd name="connsiteY2" fmla="*/ 85415 h 6858000"/>
                <a:gd name="connsiteX3" fmla="*/ 9767847 w 9767847"/>
                <a:gd name="connsiteY3" fmla="*/ 3653129 h 6858000"/>
                <a:gd name="connsiteX4" fmla="*/ 8652597 w 9767847"/>
                <a:gd name="connsiteY4" fmla="*/ 6594103 h 6858000"/>
                <a:gd name="connsiteX5" fmla="*/ 8399240 w 9767847"/>
                <a:gd name="connsiteY5" fmla="*/ 6858000 h 6858000"/>
                <a:gd name="connsiteX6" fmla="*/ 6766926 w 9767847"/>
                <a:gd name="connsiteY6" fmla="*/ 6858000 h 6858000"/>
                <a:gd name="connsiteX7" fmla="*/ 6804586 w 9767847"/>
                <a:gd name="connsiteY7" fmla="*/ 6821201 h 6858000"/>
                <a:gd name="connsiteX8" fmla="*/ 6881735 w 9767847"/>
                <a:gd name="connsiteY8" fmla="*/ 6745295 h 6858000"/>
                <a:gd name="connsiteX9" fmla="*/ 6958883 w 9767847"/>
                <a:gd name="connsiteY9" fmla="*/ 6668920 h 6858000"/>
                <a:gd name="connsiteX10" fmla="*/ 7267925 w 9767847"/>
                <a:gd name="connsiteY10" fmla="*/ 6359792 h 6858000"/>
                <a:gd name="connsiteX11" fmla="*/ 7424360 w 9767847"/>
                <a:gd name="connsiteY11" fmla="*/ 6204783 h 6858000"/>
                <a:gd name="connsiteX12" fmla="*/ 7504938 w 9767847"/>
                <a:gd name="connsiteY12" fmla="*/ 6126806 h 6858000"/>
                <a:gd name="connsiteX13" fmla="*/ 7546396 w 9767847"/>
                <a:gd name="connsiteY13" fmla="*/ 6087795 h 6858000"/>
                <a:gd name="connsiteX14" fmla="*/ 7588002 w 9767847"/>
                <a:gd name="connsiteY14" fmla="*/ 6049630 h 6858000"/>
                <a:gd name="connsiteX15" fmla="*/ 7631000 w 9767847"/>
                <a:gd name="connsiteY15" fmla="*/ 6010807 h 6858000"/>
                <a:gd name="connsiteX16" fmla="*/ 7675440 w 9767847"/>
                <a:gd name="connsiteY16" fmla="*/ 5972407 h 6858000"/>
                <a:gd name="connsiteX17" fmla="*/ 7720626 w 9767847"/>
                <a:gd name="connsiteY17" fmla="*/ 5934949 h 6858000"/>
                <a:gd name="connsiteX18" fmla="*/ 7766458 w 9767847"/>
                <a:gd name="connsiteY18" fmla="*/ 5898432 h 6858000"/>
                <a:gd name="connsiteX19" fmla="*/ 7955254 w 9767847"/>
                <a:gd name="connsiteY19" fmla="*/ 5760926 h 6858000"/>
                <a:gd name="connsiteX20" fmla="*/ 8352678 w 9767847"/>
                <a:gd name="connsiteY20" fmla="*/ 5521728 h 6858000"/>
                <a:gd name="connsiteX21" fmla="*/ 8451350 w 9767847"/>
                <a:gd name="connsiteY21" fmla="*/ 5469352 h 6858000"/>
                <a:gd name="connsiteX22" fmla="*/ 8548532 w 9767847"/>
                <a:gd name="connsiteY22" fmla="*/ 5417493 h 6858000"/>
                <a:gd name="connsiteX23" fmla="*/ 8729473 w 9767847"/>
                <a:gd name="connsiteY23" fmla="*/ 5314059 h 6858000"/>
                <a:gd name="connsiteX24" fmla="*/ 8770781 w 9767847"/>
                <a:gd name="connsiteY24" fmla="*/ 5287330 h 6858000"/>
                <a:gd name="connsiteX25" fmla="*/ 8790964 w 9767847"/>
                <a:gd name="connsiteY25" fmla="*/ 5273590 h 6858000"/>
                <a:gd name="connsiteX26" fmla="*/ 8810499 w 9767847"/>
                <a:gd name="connsiteY26" fmla="*/ 5259801 h 6858000"/>
                <a:gd name="connsiteX27" fmla="*/ 8883571 w 9767847"/>
                <a:gd name="connsiteY27" fmla="*/ 5202577 h 6858000"/>
                <a:gd name="connsiteX28" fmla="*/ 9006651 w 9767847"/>
                <a:gd name="connsiteY28" fmla="*/ 5074625 h 6858000"/>
                <a:gd name="connsiteX29" fmla="*/ 9033494 w 9767847"/>
                <a:gd name="connsiteY29" fmla="*/ 5038203 h 6858000"/>
                <a:gd name="connsiteX30" fmla="*/ 9040305 w 9767847"/>
                <a:gd name="connsiteY30" fmla="*/ 5028649 h 6858000"/>
                <a:gd name="connsiteX31" fmla="*/ 9046568 w 9767847"/>
                <a:gd name="connsiteY31" fmla="*/ 5019379 h 6858000"/>
                <a:gd name="connsiteX32" fmla="*/ 9058846 w 9767847"/>
                <a:gd name="connsiteY32" fmla="*/ 5000743 h 6858000"/>
                <a:gd name="connsiteX33" fmla="*/ 9104529 w 9767847"/>
                <a:gd name="connsiteY33" fmla="*/ 4922203 h 6858000"/>
                <a:gd name="connsiteX34" fmla="*/ 9181081 w 9767847"/>
                <a:gd name="connsiteY34" fmla="*/ 4748792 h 6858000"/>
                <a:gd name="connsiteX35" fmla="*/ 9240731 w 9767847"/>
                <a:gd name="connsiteY35" fmla="*/ 4561970 h 6858000"/>
                <a:gd name="connsiteX36" fmla="*/ 9265388 w 9767847"/>
                <a:gd name="connsiteY36" fmla="*/ 4465171 h 6858000"/>
                <a:gd name="connsiteX37" fmla="*/ 9276571 w 9767847"/>
                <a:gd name="connsiteY37" fmla="*/ 4416041 h 6858000"/>
                <a:gd name="connsiteX38" fmla="*/ 9281841 w 9767847"/>
                <a:gd name="connsiteY38" fmla="*/ 4391477 h 6858000"/>
                <a:gd name="connsiteX39" fmla="*/ 9286513 w 9767847"/>
                <a:gd name="connsiteY39" fmla="*/ 4368936 h 6858000"/>
                <a:gd name="connsiteX40" fmla="*/ 9296754 w 9767847"/>
                <a:gd name="connsiteY40" fmla="*/ 4316136 h 6858000"/>
                <a:gd name="connsiteX41" fmla="*/ 9301029 w 9767847"/>
                <a:gd name="connsiteY41" fmla="*/ 4293172 h 6858000"/>
                <a:gd name="connsiteX42" fmla="*/ 9302818 w 9767847"/>
                <a:gd name="connsiteY42" fmla="*/ 4282679 h 6858000"/>
                <a:gd name="connsiteX43" fmla="*/ 9304658 w 9767847"/>
                <a:gd name="connsiteY43" fmla="*/ 4270914 h 6858000"/>
                <a:gd name="connsiteX44" fmla="*/ 9312810 w 9767847"/>
                <a:gd name="connsiteY44" fmla="*/ 4220043 h 6858000"/>
                <a:gd name="connsiteX45" fmla="*/ 9316887 w 9767847"/>
                <a:gd name="connsiteY45" fmla="*/ 4194584 h 6858000"/>
                <a:gd name="connsiteX46" fmla="*/ 9318923 w 9767847"/>
                <a:gd name="connsiteY46" fmla="*/ 4181878 h 6858000"/>
                <a:gd name="connsiteX47" fmla="*/ 9320515 w 9767847"/>
                <a:gd name="connsiteY47" fmla="*/ 4168984 h 6858000"/>
                <a:gd name="connsiteX48" fmla="*/ 9332445 w 9767847"/>
                <a:gd name="connsiteY48" fmla="*/ 4069079 h 6858000"/>
                <a:gd name="connsiteX49" fmla="*/ 9336173 w 9767847"/>
                <a:gd name="connsiteY49" fmla="*/ 4022774 h 6858000"/>
                <a:gd name="connsiteX50" fmla="*/ 9340199 w 9767847"/>
                <a:gd name="connsiteY50" fmla="*/ 3969269 h 6858000"/>
                <a:gd name="connsiteX51" fmla="*/ 9347557 w 9767847"/>
                <a:gd name="connsiteY51" fmla="*/ 3770070 h 6858000"/>
                <a:gd name="connsiteX52" fmla="*/ 9346364 w 9767847"/>
                <a:gd name="connsiteY52" fmla="*/ 3669036 h 6858000"/>
                <a:gd name="connsiteX53" fmla="*/ 9344921 w 9767847"/>
                <a:gd name="connsiteY53" fmla="*/ 3619341 h 6858000"/>
                <a:gd name="connsiteX54" fmla="*/ 9344524 w 9767847"/>
                <a:gd name="connsiteY54" fmla="*/ 3607624 h 6858000"/>
                <a:gd name="connsiteX55" fmla="*/ 9343728 w 9767847"/>
                <a:gd name="connsiteY55" fmla="*/ 3594872 h 6858000"/>
                <a:gd name="connsiteX56" fmla="*/ 9342188 w 9767847"/>
                <a:gd name="connsiteY56" fmla="*/ 3569366 h 6858000"/>
                <a:gd name="connsiteX57" fmla="*/ 9339056 w 9767847"/>
                <a:gd name="connsiteY57" fmla="*/ 3518354 h 6858000"/>
                <a:gd name="connsiteX58" fmla="*/ 9334334 w 9767847"/>
                <a:gd name="connsiteY58" fmla="*/ 3467155 h 6858000"/>
                <a:gd name="connsiteX59" fmla="*/ 9329363 w 9767847"/>
                <a:gd name="connsiteY59" fmla="*/ 3415908 h 6858000"/>
                <a:gd name="connsiteX60" fmla="*/ 9328319 w 9767847"/>
                <a:gd name="connsiteY60" fmla="*/ 3404755 h 6858000"/>
                <a:gd name="connsiteX61" fmla="*/ 9327177 w 9767847"/>
                <a:gd name="connsiteY61" fmla="*/ 3394214 h 6858000"/>
                <a:gd name="connsiteX62" fmla="*/ 9324293 w 9767847"/>
                <a:gd name="connsiteY62" fmla="*/ 3370872 h 6858000"/>
                <a:gd name="connsiteX63" fmla="*/ 9320763 w 9767847"/>
                <a:gd name="connsiteY63" fmla="*/ 3344427 h 6858000"/>
                <a:gd name="connsiteX64" fmla="*/ 9317184 w 9767847"/>
                <a:gd name="connsiteY64" fmla="*/ 3315343 h 6858000"/>
                <a:gd name="connsiteX65" fmla="*/ 9311021 w 9767847"/>
                <a:gd name="connsiteY65" fmla="*/ 3270309 h 6858000"/>
                <a:gd name="connsiteX66" fmla="*/ 9302719 w 9767847"/>
                <a:gd name="connsiteY66" fmla="*/ 3219815 h 6858000"/>
                <a:gd name="connsiteX67" fmla="*/ 9293970 w 9767847"/>
                <a:gd name="connsiteY67" fmla="*/ 3169887 h 6858000"/>
                <a:gd name="connsiteX68" fmla="*/ 9252065 w 9767847"/>
                <a:gd name="connsiteY68" fmla="*/ 2971205 h 6858000"/>
                <a:gd name="connsiteX69" fmla="*/ 9227211 w 9767847"/>
                <a:gd name="connsiteY69" fmla="*/ 2872571 h 6858000"/>
                <a:gd name="connsiteX70" fmla="*/ 9220699 w 9767847"/>
                <a:gd name="connsiteY70" fmla="*/ 2848524 h 6858000"/>
                <a:gd name="connsiteX71" fmla="*/ 9213740 w 9767847"/>
                <a:gd name="connsiteY71" fmla="*/ 2824289 h 6858000"/>
                <a:gd name="connsiteX72" fmla="*/ 9199374 w 9767847"/>
                <a:gd name="connsiteY72" fmla="*/ 2775536 h 6858000"/>
                <a:gd name="connsiteX73" fmla="*/ 9061829 w 9767847"/>
                <a:gd name="connsiteY73" fmla="*/ 2389515 h 6858000"/>
                <a:gd name="connsiteX74" fmla="*/ 8978865 w 9767847"/>
                <a:gd name="connsiteY74" fmla="*/ 2200953 h 6858000"/>
                <a:gd name="connsiteX75" fmla="*/ 8956694 w 9767847"/>
                <a:gd name="connsiteY75" fmla="*/ 2154317 h 6858000"/>
                <a:gd name="connsiteX76" fmla="*/ 8934176 w 9767847"/>
                <a:gd name="connsiteY76" fmla="*/ 2108012 h 6858000"/>
                <a:gd name="connsiteX77" fmla="*/ 8887151 w 9767847"/>
                <a:gd name="connsiteY77" fmla="*/ 2015448 h 6858000"/>
                <a:gd name="connsiteX78" fmla="*/ 8787533 w 9767847"/>
                <a:gd name="connsiteY78" fmla="*/ 1832625 h 6858000"/>
                <a:gd name="connsiteX79" fmla="*/ 8761485 w 9767847"/>
                <a:gd name="connsiteY79" fmla="*/ 1787496 h 6858000"/>
                <a:gd name="connsiteX80" fmla="*/ 8734791 w 9767847"/>
                <a:gd name="connsiteY80" fmla="*/ 1741991 h 6858000"/>
                <a:gd name="connsiteX81" fmla="*/ 8680808 w 9767847"/>
                <a:gd name="connsiteY81" fmla="*/ 1652910 h 6858000"/>
                <a:gd name="connsiteX82" fmla="*/ 8567024 w 9767847"/>
                <a:gd name="connsiteY82" fmla="*/ 1477004 h 6858000"/>
                <a:gd name="connsiteX83" fmla="*/ 8537446 w 9767847"/>
                <a:gd name="connsiteY83" fmla="*/ 1433428 h 6858000"/>
                <a:gd name="connsiteX84" fmla="*/ 8507423 w 9767847"/>
                <a:gd name="connsiteY84" fmla="*/ 1389994 h 6858000"/>
                <a:gd name="connsiteX85" fmla="*/ 8446529 w 9767847"/>
                <a:gd name="connsiteY85" fmla="*/ 1304393 h 6858000"/>
                <a:gd name="connsiteX86" fmla="*/ 8319224 w 9767847"/>
                <a:gd name="connsiteY86" fmla="*/ 1135124 h 6858000"/>
                <a:gd name="connsiteX87" fmla="*/ 8286366 w 9767847"/>
                <a:gd name="connsiteY87" fmla="*/ 1093148 h 6858000"/>
                <a:gd name="connsiteX88" fmla="*/ 8270161 w 9767847"/>
                <a:gd name="connsiteY88" fmla="*/ 1072538 h 6858000"/>
                <a:gd name="connsiteX89" fmla="*/ 8253856 w 9767847"/>
                <a:gd name="connsiteY89" fmla="*/ 1052254 h 6858000"/>
                <a:gd name="connsiteX90" fmla="*/ 8186352 w 9767847"/>
                <a:gd name="connsiteY90" fmla="*/ 970373 h 6858000"/>
                <a:gd name="connsiteX91" fmla="*/ 8046768 w 9767847"/>
                <a:gd name="connsiteY91" fmla="*/ 809527 h 6858000"/>
                <a:gd name="connsiteX92" fmla="*/ 8010927 w 9767847"/>
                <a:gd name="connsiteY92" fmla="*/ 769951 h 6858000"/>
                <a:gd name="connsiteX93" fmla="*/ 7974788 w 9767847"/>
                <a:gd name="connsiteY93" fmla="*/ 730751 h 6858000"/>
                <a:gd name="connsiteX94" fmla="*/ 7901070 w 9767847"/>
                <a:gd name="connsiteY94" fmla="*/ 652823 h 6858000"/>
                <a:gd name="connsiteX95" fmla="*/ 7750054 w 9767847"/>
                <a:gd name="connsiteY95" fmla="*/ 501106 h 6858000"/>
                <a:gd name="connsiteX96" fmla="*/ 7592277 w 9767847"/>
                <a:gd name="connsiteY96" fmla="*/ 355319 h 6858000"/>
                <a:gd name="connsiteX97" fmla="*/ 7257734 w 9767847"/>
                <a:gd name="connsiteY97" fmla="*/ 81062 h 6858000"/>
                <a:gd name="connsiteX98" fmla="*/ 1892109 w 9767847"/>
                <a:gd name="connsiteY98" fmla="*/ 0 h 6858000"/>
                <a:gd name="connsiteX99" fmla="*/ 2298402 w 9767847"/>
                <a:gd name="connsiteY99" fmla="*/ 0 h 6858000"/>
                <a:gd name="connsiteX100" fmla="*/ 2135542 w 9767847"/>
                <a:gd name="connsiteY100" fmla="*/ 121879 h 6858000"/>
                <a:gd name="connsiteX101" fmla="*/ 1969576 w 9767847"/>
                <a:gd name="connsiteY101" fmla="*/ 259084 h 6858000"/>
                <a:gd name="connsiteX102" fmla="*/ 1659938 w 9767847"/>
                <a:gd name="connsiteY102" fmla="*/ 553953 h 6858000"/>
                <a:gd name="connsiteX103" fmla="*/ 729383 w 9767847"/>
                <a:gd name="connsiteY103" fmla="*/ 1940578 h 6858000"/>
                <a:gd name="connsiteX104" fmla="*/ 578465 w 9767847"/>
                <a:gd name="connsiteY104" fmla="*/ 2324905 h 6858000"/>
                <a:gd name="connsiteX105" fmla="*/ 465080 w 9767847"/>
                <a:gd name="connsiteY105" fmla="*/ 2718973 h 6858000"/>
                <a:gd name="connsiteX106" fmla="*/ 423820 w 9767847"/>
                <a:gd name="connsiteY106" fmla="*/ 2919535 h 6858000"/>
                <a:gd name="connsiteX107" fmla="*/ 392355 w 9767847"/>
                <a:gd name="connsiteY107" fmla="*/ 3122169 h 6858000"/>
                <a:gd name="connsiteX108" fmla="*/ 358801 w 9767847"/>
                <a:gd name="connsiteY108" fmla="*/ 3531013 h 6858000"/>
                <a:gd name="connsiteX109" fmla="*/ 410350 w 9767847"/>
                <a:gd name="connsiteY109" fmla="*/ 4352324 h 6858000"/>
                <a:gd name="connsiteX110" fmla="*/ 449022 w 9767847"/>
                <a:gd name="connsiteY110" fmla="*/ 4555147 h 6858000"/>
                <a:gd name="connsiteX111" fmla="*/ 498882 w 9767847"/>
                <a:gd name="connsiteY111" fmla="*/ 4756463 h 6858000"/>
                <a:gd name="connsiteX112" fmla="*/ 559775 w 9767847"/>
                <a:gd name="connsiteY112" fmla="*/ 4955755 h 6858000"/>
                <a:gd name="connsiteX113" fmla="*/ 631406 w 9767847"/>
                <a:gd name="connsiteY113" fmla="*/ 5152084 h 6858000"/>
                <a:gd name="connsiteX114" fmla="*/ 1023461 w 9767847"/>
                <a:gd name="connsiteY114" fmla="*/ 5898055 h 6858000"/>
                <a:gd name="connsiteX115" fmla="*/ 1575880 w 9767847"/>
                <a:gd name="connsiteY115" fmla="*/ 6551744 h 6858000"/>
                <a:gd name="connsiteX116" fmla="*/ 1905228 w 9767847"/>
                <a:gd name="connsiteY116" fmla="*/ 6833566 h 6858000"/>
                <a:gd name="connsiteX117" fmla="*/ 1938629 w 9767847"/>
                <a:gd name="connsiteY117" fmla="*/ 6858000 h 6858000"/>
                <a:gd name="connsiteX118" fmla="*/ 1368607 w 9767847"/>
                <a:gd name="connsiteY118" fmla="*/ 6858000 h 6858000"/>
                <a:gd name="connsiteX119" fmla="*/ 1115251 w 9767847"/>
                <a:gd name="connsiteY119" fmla="*/ 6594103 h 6858000"/>
                <a:gd name="connsiteX120" fmla="*/ 0 w 9767847"/>
                <a:gd name="connsiteY120" fmla="*/ 3653129 h 6858000"/>
                <a:gd name="connsiteX121" fmla="*/ 1777294 w 9767847"/>
                <a:gd name="connsiteY121" fmla="*/ 854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9767847" h="6858000">
                  <a:moveTo>
                    <a:pt x="7145704" y="0"/>
                  </a:moveTo>
                  <a:lnTo>
                    <a:pt x="7875738" y="0"/>
                  </a:lnTo>
                  <a:lnTo>
                    <a:pt x="7990553" y="85415"/>
                  </a:lnTo>
                  <a:cubicBezTo>
                    <a:pt x="9075991" y="933432"/>
                    <a:pt x="9767847" y="2216793"/>
                    <a:pt x="9767847" y="3653129"/>
                  </a:cubicBezTo>
                  <a:cubicBezTo>
                    <a:pt x="9767847" y="4770280"/>
                    <a:pt x="9349317" y="5794890"/>
                    <a:pt x="8652597" y="6594103"/>
                  </a:cubicBezTo>
                  <a:lnTo>
                    <a:pt x="8399240" y="6858000"/>
                  </a:lnTo>
                  <a:lnTo>
                    <a:pt x="6766926" y="6858000"/>
                  </a:lnTo>
                  <a:lnTo>
                    <a:pt x="6804586" y="6821201"/>
                  </a:lnTo>
                  <a:lnTo>
                    <a:pt x="6881735" y="6745295"/>
                  </a:lnTo>
                  <a:cubicBezTo>
                    <a:pt x="6907435" y="6719979"/>
                    <a:pt x="6933134" y="6694896"/>
                    <a:pt x="6958883" y="6668920"/>
                  </a:cubicBezTo>
                  <a:lnTo>
                    <a:pt x="7267925" y="6359792"/>
                  </a:lnTo>
                  <a:lnTo>
                    <a:pt x="7424360" y="6204783"/>
                  </a:lnTo>
                  <a:cubicBezTo>
                    <a:pt x="7450754" y="6178900"/>
                    <a:pt x="7477598" y="6152829"/>
                    <a:pt x="7504938" y="6126806"/>
                  </a:cubicBezTo>
                  <a:lnTo>
                    <a:pt x="7546396" y="6087795"/>
                  </a:lnTo>
                  <a:cubicBezTo>
                    <a:pt x="7560264" y="6074901"/>
                    <a:pt x="7574780" y="6061630"/>
                    <a:pt x="7588002" y="6049630"/>
                  </a:cubicBezTo>
                  <a:lnTo>
                    <a:pt x="7631000" y="6010807"/>
                  </a:lnTo>
                  <a:lnTo>
                    <a:pt x="7675440" y="5972407"/>
                  </a:lnTo>
                  <a:cubicBezTo>
                    <a:pt x="7690404" y="5959796"/>
                    <a:pt x="7705564" y="5947419"/>
                    <a:pt x="7720626" y="5934949"/>
                  </a:cubicBezTo>
                  <a:cubicBezTo>
                    <a:pt x="7735738" y="5922525"/>
                    <a:pt x="7751197" y="5910619"/>
                    <a:pt x="7766458" y="5898432"/>
                  </a:cubicBezTo>
                  <a:cubicBezTo>
                    <a:pt x="7827949" y="5850290"/>
                    <a:pt x="7890979" y="5804597"/>
                    <a:pt x="7955254" y="5760926"/>
                  </a:cubicBezTo>
                  <a:cubicBezTo>
                    <a:pt x="8083800" y="5673632"/>
                    <a:pt x="8216872" y="5594434"/>
                    <a:pt x="8352678" y="5521728"/>
                  </a:cubicBezTo>
                  <a:lnTo>
                    <a:pt x="8451350" y="5469352"/>
                  </a:lnTo>
                  <a:lnTo>
                    <a:pt x="8548532" y="5417493"/>
                  </a:lnTo>
                  <a:cubicBezTo>
                    <a:pt x="8612110" y="5383188"/>
                    <a:pt x="8673251" y="5349306"/>
                    <a:pt x="8729473" y="5314059"/>
                  </a:cubicBezTo>
                  <a:cubicBezTo>
                    <a:pt x="8743591" y="5305213"/>
                    <a:pt x="8757161" y="5296459"/>
                    <a:pt x="8770781" y="5287330"/>
                  </a:cubicBezTo>
                  <a:cubicBezTo>
                    <a:pt x="8777591" y="5282765"/>
                    <a:pt x="8784451" y="5278201"/>
                    <a:pt x="8790964" y="5273590"/>
                  </a:cubicBezTo>
                  <a:cubicBezTo>
                    <a:pt x="8797574" y="5268977"/>
                    <a:pt x="8804235" y="5264412"/>
                    <a:pt x="8810499" y="5259801"/>
                  </a:cubicBezTo>
                  <a:cubicBezTo>
                    <a:pt x="8835999" y="5241401"/>
                    <a:pt x="8860407" y="5222389"/>
                    <a:pt x="8883571" y="5202577"/>
                  </a:cubicBezTo>
                  <a:cubicBezTo>
                    <a:pt x="8929900" y="5162954"/>
                    <a:pt x="8971258" y="5120413"/>
                    <a:pt x="9006651" y="5074625"/>
                  </a:cubicBezTo>
                  <a:cubicBezTo>
                    <a:pt x="9015351" y="5063426"/>
                    <a:pt x="9024398" y="5050955"/>
                    <a:pt x="9033494" y="5038203"/>
                  </a:cubicBezTo>
                  <a:lnTo>
                    <a:pt x="9040305" y="5028649"/>
                  </a:lnTo>
                  <a:lnTo>
                    <a:pt x="9046568" y="5019379"/>
                  </a:lnTo>
                  <a:cubicBezTo>
                    <a:pt x="9050743" y="5013261"/>
                    <a:pt x="9054819" y="5007050"/>
                    <a:pt x="9058846" y="5000743"/>
                  </a:cubicBezTo>
                  <a:cubicBezTo>
                    <a:pt x="9075002" y="4975615"/>
                    <a:pt x="9090212" y="4949403"/>
                    <a:pt x="9104529" y="4922203"/>
                  </a:cubicBezTo>
                  <a:cubicBezTo>
                    <a:pt x="9133211" y="4867850"/>
                    <a:pt x="9158313" y="4809545"/>
                    <a:pt x="9181081" y="4748792"/>
                  </a:cubicBezTo>
                  <a:cubicBezTo>
                    <a:pt x="9203748" y="4688276"/>
                    <a:pt x="9223383" y="4625876"/>
                    <a:pt x="9240731" y="4561970"/>
                  </a:cubicBezTo>
                  <a:cubicBezTo>
                    <a:pt x="9249481" y="4530064"/>
                    <a:pt x="9257682" y="4497782"/>
                    <a:pt x="9265388" y="4465171"/>
                  </a:cubicBezTo>
                  <a:cubicBezTo>
                    <a:pt x="9269215" y="4448842"/>
                    <a:pt x="9272943" y="4432465"/>
                    <a:pt x="9276571" y="4416041"/>
                  </a:cubicBezTo>
                  <a:lnTo>
                    <a:pt x="9281841" y="4391477"/>
                  </a:lnTo>
                  <a:lnTo>
                    <a:pt x="9286513" y="4368936"/>
                  </a:lnTo>
                  <a:lnTo>
                    <a:pt x="9296754" y="4316136"/>
                  </a:lnTo>
                  <a:lnTo>
                    <a:pt x="9301029" y="4293172"/>
                  </a:lnTo>
                  <a:lnTo>
                    <a:pt x="9302818" y="4282679"/>
                  </a:lnTo>
                  <a:lnTo>
                    <a:pt x="9304658" y="4270914"/>
                  </a:lnTo>
                  <a:lnTo>
                    <a:pt x="9312810" y="4220043"/>
                  </a:lnTo>
                  <a:lnTo>
                    <a:pt x="9316887" y="4194584"/>
                  </a:lnTo>
                  <a:lnTo>
                    <a:pt x="9318923" y="4181878"/>
                  </a:lnTo>
                  <a:cubicBezTo>
                    <a:pt x="9319570" y="4177644"/>
                    <a:pt x="9319969" y="4173267"/>
                    <a:pt x="9320515" y="4168984"/>
                  </a:cubicBezTo>
                  <a:lnTo>
                    <a:pt x="9332445" y="4069079"/>
                  </a:lnTo>
                  <a:cubicBezTo>
                    <a:pt x="9333836" y="4056468"/>
                    <a:pt x="9334880" y="4040986"/>
                    <a:pt x="9336173" y="4022774"/>
                  </a:cubicBezTo>
                  <a:lnTo>
                    <a:pt x="9340199" y="3969269"/>
                  </a:lnTo>
                  <a:cubicBezTo>
                    <a:pt x="9345071" y="3903904"/>
                    <a:pt x="9347358" y="3837081"/>
                    <a:pt x="9347557" y="3770070"/>
                  </a:cubicBezTo>
                  <a:cubicBezTo>
                    <a:pt x="9347656" y="3736518"/>
                    <a:pt x="9347209" y="3702871"/>
                    <a:pt x="9346364" y="3669036"/>
                  </a:cubicBezTo>
                  <a:lnTo>
                    <a:pt x="9344921" y="3619341"/>
                  </a:lnTo>
                  <a:lnTo>
                    <a:pt x="9344524" y="3607624"/>
                  </a:lnTo>
                  <a:lnTo>
                    <a:pt x="9343728" y="3594872"/>
                  </a:lnTo>
                  <a:lnTo>
                    <a:pt x="9342188" y="3569366"/>
                  </a:lnTo>
                  <a:lnTo>
                    <a:pt x="9339056" y="3518354"/>
                  </a:lnTo>
                  <a:cubicBezTo>
                    <a:pt x="9337914" y="3501319"/>
                    <a:pt x="9335874" y="3484236"/>
                    <a:pt x="9334334" y="3467155"/>
                  </a:cubicBezTo>
                  <a:lnTo>
                    <a:pt x="9329363" y="3415908"/>
                  </a:lnTo>
                  <a:lnTo>
                    <a:pt x="9328319" y="3404755"/>
                  </a:lnTo>
                  <a:lnTo>
                    <a:pt x="9327177" y="3394214"/>
                  </a:lnTo>
                  <a:lnTo>
                    <a:pt x="9324293" y="3370872"/>
                  </a:lnTo>
                  <a:lnTo>
                    <a:pt x="9320763" y="3344427"/>
                  </a:lnTo>
                  <a:lnTo>
                    <a:pt x="9317184" y="3315343"/>
                  </a:lnTo>
                  <a:cubicBezTo>
                    <a:pt x="9315594" y="3300991"/>
                    <a:pt x="9313506" y="3286404"/>
                    <a:pt x="9311021" y="3270309"/>
                  </a:cubicBezTo>
                  <a:lnTo>
                    <a:pt x="9302719" y="3219815"/>
                  </a:lnTo>
                  <a:cubicBezTo>
                    <a:pt x="9299936" y="3203157"/>
                    <a:pt x="9297003" y="3186498"/>
                    <a:pt x="9293970" y="3169887"/>
                  </a:cubicBezTo>
                  <a:cubicBezTo>
                    <a:pt x="9281891" y="3103393"/>
                    <a:pt x="9267674" y="3037182"/>
                    <a:pt x="9252065" y="2971205"/>
                  </a:cubicBezTo>
                  <a:cubicBezTo>
                    <a:pt x="9244261" y="2938265"/>
                    <a:pt x="9235959" y="2905371"/>
                    <a:pt x="9227211" y="2872571"/>
                  </a:cubicBezTo>
                  <a:lnTo>
                    <a:pt x="9220699" y="2848524"/>
                  </a:lnTo>
                  <a:lnTo>
                    <a:pt x="9213740" y="2824289"/>
                  </a:lnTo>
                  <a:cubicBezTo>
                    <a:pt x="9209216" y="2808147"/>
                    <a:pt x="9204345" y="2791866"/>
                    <a:pt x="9199374" y="2775536"/>
                  </a:cubicBezTo>
                  <a:cubicBezTo>
                    <a:pt x="9159855" y="2645184"/>
                    <a:pt x="9114272" y="2516197"/>
                    <a:pt x="9061829" y="2389515"/>
                  </a:cubicBezTo>
                  <a:cubicBezTo>
                    <a:pt x="9035582" y="2326175"/>
                    <a:pt x="9008043" y="2263258"/>
                    <a:pt x="8978865" y="2200953"/>
                  </a:cubicBezTo>
                  <a:lnTo>
                    <a:pt x="8956694" y="2154317"/>
                  </a:lnTo>
                  <a:lnTo>
                    <a:pt x="8934176" y="2108012"/>
                  </a:lnTo>
                  <a:cubicBezTo>
                    <a:pt x="8918915" y="2077189"/>
                    <a:pt x="8903157" y="2046130"/>
                    <a:pt x="8887151" y="2015448"/>
                  </a:cubicBezTo>
                  <a:cubicBezTo>
                    <a:pt x="8854988" y="1953989"/>
                    <a:pt x="8822082" y="1892908"/>
                    <a:pt x="8787533" y="1832625"/>
                  </a:cubicBezTo>
                  <a:lnTo>
                    <a:pt x="8761485" y="1787496"/>
                  </a:lnTo>
                  <a:lnTo>
                    <a:pt x="8734791" y="1741991"/>
                  </a:lnTo>
                  <a:cubicBezTo>
                    <a:pt x="8717047" y="1711921"/>
                    <a:pt x="8699200" y="1682461"/>
                    <a:pt x="8680808" y="1652910"/>
                  </a:cubicBezTo>
                  <a:cubicBezTo>
                    <a:pt x="8644322" y="1593756"/>
                    <a:pt x="8606194" y="1535216"/>
                    <a:pt x="8567024" y="1477004"/>
                  </a:cubicBezTo>
                  <a:lnTo>
                    <a:pt x="8537446" y="1433428"/>
                  </a:lnTo>
                  <a:lnTo>
                    <a:pt x="8507423" y="1389994"/>
                  </a:lnTo>
                  <a:cubicBezTo>
                    <a:pt x="8487390" y="1361382"/>
                    <a:pt x="8467158" y="1332817"/>
                    <a:pt x="8446529" y="1304393"/>
                  </a:cubicBezTo>
                  <a:cubicBezTo>
                    <a:pt x="8405271" y="1247595"/>
                    <a:pt x="8362718" y="1191218"/>
                    <a:pt x="8319224" y="1135124"/>
                  </a:cubicBezTo>
                  <a:lnTo>
                    <a:pt x="8286366" y="1093148"/>
                  </a:lnTo>
                  <a:lnTo>
                    <a:pt x="8270161" y="1072538"/>
                  </a:lnTo>
                  <a:lnTo>
                    <a:pt x="8253856" y="1052254"/>
                  </a:lnTo>
                  <a:cubicBezTo>
                    <a:pt x="8231636" y="1024773"/>
                    <a:pt x="8209117" y="997479"/>
                    <a:pt x="8186352" y="970373"/>
                  </a:cubicBezTo>
                  <a:cubicBezTo>
                    <a:pt x="8140917" y="916020"/>
                    <a:pt x="8094240" y="862515"/>
                    <a:pt x="8046768" y="809527"/>
                  </a:cubicBezTo>
                  <a:lnTo>
                    <a:pt x="8010927" y="769951"/>
                  </a:lnTo>
                  <a:lnTo>
                    <a:pt x="7974788" y="730751"/>
                  </a:lnTo>
                  <a:cubicBezTo>
                    <a:pt x="7950382" y="704587"/>
                    <a:pt x="7925824" y="678563"/>
                    <a:pt x="7901070" y="652823"/>
                  </a:cubicBezTo>
                  <a:cubicBezTo>
                    <a:pt x="7851510" y="601387"/>
                    <a:pt x="7801404" y="550612"/>
                    <a:pt x="7750054" y="501106"/>
                  </a:cubicBezTo>
                  <a:cubicBezTo>
                    <a:pt x="7698902" y="451742"/>
                    <a:pt x="7645913" y="403036"/>
                    <a:pt x="7592277" y="355319"/>
                  </a:cubicBezTo>
                  <a:cubicBezTo>
                    <a:pt x="7484856" y="259884"/>
                    <a:pt x="7373308" y="168402"/>
                    <a:pt x="7257734" y="81062"/>
                  </a:cubicBezTo>
                  <a:close/>
                  <a:moveTo>
                    <a:pt x="1892109" y="0"/>
                  </a:moveTo>
                  <a:lnTo>
                    <a:pt x="2298402" y="0"/>
                  </a:lnTo>
                  <a:lnTo>
                    <a:pt x="2135542" y="121879"/>
                  </a:lnTo>
                  <a:cubicBezTo>
                    <a:pt x="2078998" y="166378"/>
                    <a:pt x="2023659" y="212143"/>
                    <a:pt x="1969576" y="259084"/>
                  </a:cubicBezTo>
                  <a:cubicBezTo>
                    <a:pt x="1861309" y="352918"/>
                    <a:pt x="1758064" y="451412"/>
                    <a:pt x="1659938" y="553953"/>
                  </a:cubicBezTo>
                  <a:cubicBezTo>
                    <a:pt x="1266987" y="964444"/>
                    <a:pt x="953820" y="1435593"/>
                    <a:pt x="729383" y="1940578"/>
                  </a:cubicBezTo>
                  <a:cubicBezTo>
                    <a:pt x="673260" y="2066459"/>
                    <a:pt x="622855" y="2195070"/>
                    <a:pt x="578465" y="2324905"/>
                  </a:cubicBezTo>
                  <a:cubicBezTo>
                    <a:pt x="534125" y="2454785"/>
                    <a:pt x="496147" y="2586314"/>
                    <a:pt x="465080" y="2718973"/>
                  </a:cubicBezTo>
                  <a:cubicBezTo>
                    <a:pt x="449769" y="2785089"/>
                    <a:pt x="435850" y="2852289"/>
                    <a:pt x="423820" y="2919535"/>
                  </a:cubicBezTo>
                  <a:cubicBezTo>
                    <a:pt x="411840" y="2986829"/>
                    <a:pt x="401054" y="3054358"/>
                    <a:pt x="392355" y="3122169"/>
                  </a:cubicBezTo>
                  <a:cubicBezTo>
                    <a:pt x="374509" y="3257744"/>
                    <a:pt x="363424" y="3393978"/>
                    <a:pt x="358801" y="3531013"/>
                  </a:cubicBezTo>
                  <a:cubicBezTo>
                    <a:pt x="349009" y="3804941"/>
                    <a:pt x="366357" y="4079668"/>
                    <a:pt x="410350" y="4352324"/>
                  </a:cubicBezTo>
                  <a:cubicBezTo>
                    <a:pt x="421286" y="4420230"/>
                    <a:pt x="434209" y="4487758"/>
                    <a:pt x="449022" y="4555147"/>
                  </a:cubicBezTo>
                  <a:cubicBezTo>
                    <a:pt x="463737" y="4622534"/>
                    <a:pt x="480389" y="4689686"/>
                    <a:pt x="498882" y="4756463"/>
                  </a:cubicBezTo>
                  <a:cubicBezTo>
                    <a:pt x="517373" y="4823239"/>
                    <a:pt x="537704" y="4889733"/>
                    <a:pt x="559775" y="4955755"/>
                  </a:cubicBezTo>
                  <a:cubicBezTo>
                    <a:pt x="581946" y="5021873"/>
                    <a:pt x="605358" y="5087473"/>
                    <a:pt x="631406" y="5152084"/>
                  </a:cubicBezTo>
                  <a:cubicBezTo>
                    <a:pt x="734055" y="5411706"/>
                    <a:pt x="865188" y="5662668"/>
                    <a:pt x="1023461" y="5898055"/>
                  </a:cubicBezTo>
                  <a:cubicBezTo>
                    <a:pt x="1181487" y="6133676"/>
                    <a:pt x="1367051" y="6353345"/>
                    <a:pt x="1575880" y="6551744"/>
                  </a:cubicBezTo>
                  <a:cubicBezTo>
                    <a:pt x="1680269" y="6651014"/>
                    <a:pt x="1790338" y="6745037"/>
                    <a:pt x="1905228" y="6833566"/>
                  </a:cubicBezTo>
                  <a:lnTo>
                    <a:pt x="1938629" y="6858000"/>
                  </a:lnTo>
                  <a:lnTo>
                    <a:pt x="1368607" y="6858000"/>
                  </a:lnTo>
                  <a:lnTo>
                    <a:pt x="1115251" y="6594103"/>
                  </a:lnTo>
                  <a:cubicBezTo>
                    <a:pt x="418530" y="5794890"/>
                    <a:pt x="0" y="4770280"/>
                    <a:pt x="0" y="3653129"/>
                  </a:cubicBezTo>
                  <a:cubicBezTo>
                    <a:pt x="0" y="2216793"/>
                    <a:pt x="691856" y="933432"/>
                    <a:pt x="1777294" y="85415"/>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grpSp>
      <p:sp>
        <p:nvSpPr>
          <p:cNvPr id="2" name="Title 1">
            <a:extLst>
              <a:ext uri="{FF2B5EF4-FFF2-40B4-BE49-F238E27FC236}">
                <a16:creationId xmlns:a16="http://schemas.microsoft.com/office/drawing/2014/main" id="{8FB44EAD-9809-7711-9716-CB8F557A1391}"/>
              </a:ext>
            </a:extLst>
          </p:cNvPr>
          <p:cNvSpPr>
            <a:spLocks noGrp="1"/>
          </p:cNvSpPr>
          <p:nvPr>
            <p:ph type="ctrTitle"/>
          </p:nvPr>
        </p:nvSpPr>
        <p:spPr>
          <a:xfrm>
            <a:off x="876300" y="45868"/>
            <a:ext cx="10263459" cy="923925"/>
          </a:xfrm>
        </p:spPr>
        <p:txBody>
          <a:bodyPr anchor="b">
            <a:normAutofit/>
          </a:bodyPr>
          <a:lstStyle/>
          <a:p>
            <a:r>
              <a:rPr lang="en-IN" sz="4000" dirty="0">
                <a:solidFill>
                  <a:schemeClr val="tx2"/>
                </a:solidFill>
                <a:latin typeface="Engravers MT" panose="02090707080505020304" pitchFamily="18" charset="0"/>
              </a:rPr>
              <a:t>History  of MISRA-C</a:t>
            </a:r>
            <a:endParaRPr lang="en-IN" sz="4000" dirty="0">
              <a:solidFill>
                <a:schemeClr val="tx2"/>
              </a:solidFill>
            </a:endParaRPr>
          </a:p>
        </p:txBody>
      </p:sp>
      <p:grpSp>
        <p:nvGrpSpPr>
          <p:cNvPr id="23" name="Group 22">
            <a:extLst>
              <a:ext uri="{FF2B5EF4-FFF2-40B4-BE49-F238E27FC236}">
                <a16:creationId xmlns:a16="http://schemas.microsoft.com/office/drawing/2014/main" id="{87F87F1B-42BA-4AC7-A4E2-41544DDB2CE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05" y="-4155"/>
            <a:ext cx="2514948" cy="2174333"/>
            <a:chOff x="-305" y="-4155"/>
            <a:chExt cx="2514948" cy="2174333"/>
          </a:xfrm>
        </p:grpSpPr>
        <p:sp>
          <p:nvSpPr>
            <p:cNvPr id="24" name="Freeform: Shape 23">
              <a:extLst>
                <a:ext uri="{FF2B5EF4-FFF2-40B4-BE49-F238E27FC236}">
                  <a16:creationId xmlns:a16="http://schemas.microsoft.com/office/drawing/2014/main" id="{68B53067-4E48-4E71-A6A9-A8CAABAFBF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Shape 24">
              <a:extLst>
                <a:ext uri="{FF2B5EF4-FFF2-40B4-BE49-F238E27FC236}">
                  <a16:creationId xmlns:a16="http://schemas.microsoft.com/office/drawing/2014/main" id="{06D1A0D3-4BB8-41D9-9CE7-2884C83F44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reeform: Shape 25">
              <a:extLst>
                <a:ext uri="{FF2B5EF4-FFF2-40B4-BE49-F238E27FC236}">
                  <a16:creationId xmlns:a16="http://schemas.microsoft.com/office/drawing/2014/main" id="{81E20F06-3B09-4B89-A36B-AB8BFBCCA5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27" name="Freeform: Shape 26">
              <a:extLst>
                <a:ext uri="{FF2B5EF4-FFF2-40B4-BE49-F238E27FC236}">
                  <a16:creationId xmlns:a16="http://schemas.microsoft.com/office/drawing/2014/main" id="{DAE6C3D7-7D5B-4926-877D-45F117BB6B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9" name="Group 28">
            <a:extLst>
              <a:ext uri="{FF2B5EF4-FFF2-40B4-BE49-F238E27FC236}">
                <a16:creationId xmlns:a16="http://schemas.microsoft.com/office/drawing/2014/main" id="{967346A5-7569-4F15-AB5D-BE3DADF192C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9685727" y="4683666"/>
            <a:ext cx="2514948" cy="2174333"/>
            <a:chOff x="-305" y="-4155"/>
            <a:chExt cx="2514948" cy="2174333"/>
          </a:xfrm>
        </p:grpSpPr>
        <p:sp>
          <p:nvSpPr>
            <p:cNvPr id="30" name="Freeform: Shape 29">
              <a:extLst>
                <a:ext uri="{FF2B5EF4-FFF2-40B4-BE49-F238E27FC236}">
                  <a16:creationId xmlns:a16="http://schemas.microsoft.com/office/drawing/2014/main" id="{E1951533-A568-4765-AB1F-F71D9AFDEA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reeform: Shape 30">
              <a:extLst>
                <a:ext uri="{FF2B5EF4-FFF2-40B4-BE49-F238E27FC236}">
                  <a16:creationId xmlns:a16="http://schemas.microsoft.com/office/drawing/2014/main" id="{A7214F52-4F3F-4C96-A62E-F1401D6C04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Freeform: Shape 31">
              <a:extLst>
                <a:ext uri="{FF2B5EF4-FFF2-40B4-BE49-F238E27FC236}">
                  <a16:creationId xmlns:a16="http://schemas.microsoft.com/office/drawing/2014/main" id="{023146A1-291C-4FA0-AB5B-EB04D42398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33" name="Freeform: Shape 32">
              <a:extLst>
                <a:ext uri="{FF2B5EF4-FFF2-40B4-BE49-F238E27FC236}">
                  <a16:creationId xmlns:a16="http://schemas.microsoft.com/office/drawing/2014/main" id="{62977932-2B03-4899-8306-5002CEE68E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5" name="Title 1">
            <a:extLst>
              <a:ext uri="{FF2B5EF4-FFF2-40B4-BE49-F238E27FC236}">
                <a16:creationId xmlns:a16="http://schemas.microsoft.com/office/drawing/2014/main" id="{D6EE584E-84BC-FC84-2A5F-A0E7AF1256B7}"/>
              </a:ext>
            </a:extLst>
          </p:cNvPr>
          <p:cNvSpPr txBox="1">
            <a:spLocks/>
          </p:cNvSpPr>
          <p:nvPr/>
        </p:nvSpPr>
        <p:spPr>
          <a:xfrm>
            <a:off x="10382250" y="3983"/>
            <a:ext cx="1809445" cy="44767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2000" dirty="0">
                <a:solidFill>
                  <a:schemeClr val="tx2"/>
                </a:solidFill>
              </a:rPr>
              <a:t>MISRA C -2012</a:t>
            </a:r>
          </a:p>
        </p:txBody>
      </p:sp>
      <p:sp>
        <p:nvSpPr>
          <p:cNvPr id="6" name="Subtitle 2">
            <a:extLst>
              <a:ext uri="{FF2B5EF4-FFF2-40B4-BE49-F238E27FC236}">
                <a16:creationId xmlns:a16="http://schemas.microsoft.com/office/drawing/2014/main" id="{C992C8E1-40D9-45CC-B67A-D8B86D2A381E}"/>
              </a:ext>
            </a:extLst>
          </p:cNvPr>
          <p:cNvSpPr txBox="1">
            <a:spLocks/>
          </p:cNvSpPr>
          <p:nvPr/>
        </p:nvSpPr>
        <p:spPr>
          <a:xfrm>
            <a:off x="3432265" y="853500"/>
            <a:ext cx="5188034" cy="682079"/>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115000"/>
              </a:lnSpc>
              <a:spcAft>
                <a:spcPts val="800"/>
              </a:spcAft>
            </a:pPr>
            <a:r>
              <a:rPr lang="en-IN" kern="100" dirty="0">
                <a:solidFill>
                  <a:srgbClr val="666666"/>
                </a:solidFill>
                <a:effectLst/>
                <a:highlight>
                  <a:srgbClr val="FFFF00"/>
                </a:highlight>
                <a:latin typeface="Times New Roman" panose="02020603050405020304" pitchFamily="18" charset="0"/>
                <a:ea typeface="Aptos" panose="020B0004020202020204" pitchFamily="34" charset="0"/>
                <a:cs typeface="Times New Roman" panose="02020603050405020304" pitchFamily="18" charset="0"/>
              </a:rPr>
              <a:t>Misra2012:Rule-8.3</a:t>
            </a:r>
          </a:p>
        </p:txBody>
      </p:sp>
      <p:sp>
        <p:nvSpPr>
          <p:cNvPr id="3" name="TextBox 2">
            <a:extLst>
              <a:ext uri="{FF2B5EF4-FFF2-40B4-BE49-F238E27FC236}">
                <a16:creationId xmlns:a16="http://schemas.microsoft.com/office/drawing/2014/main" id="{F52B51FF-E201-359D-4743-DA9B627F1CC1}"/>
              </a:ext>
            </a:extLst>
          </p:cNvPr>
          <p:cNvSpPr txBox="1"/>
          <p:nvPr/>
        </p:nvSpPr>
        <p:spPr>
          <a:xfrm>
            <a:off x="1018539" y="1292603"/>
            <a:ext cx="10263459" cy="369332"/>
          </a:xfrm>
          <a:prstGeom prst="rect">
            <a:avLst/>
          </a:prstGeom>
          <a:noFill/>
        </p:spPr>
        <p:txBody>
          <a:bodyPr wrap="square">
            <a:spAutoFit/>
          </a:bodyPr>
          <a:lstStyle/>
          <a:p>
            <a:pPr marL="285750" indent="-285750" algn="l">
              <a:buFont typeface="Wingdings" panose="05000000000000000000" pitchFamily="2" charset="2"/>
              <a:buChar char="q"/>
            </a:pPr>
            <a:r>
              <a:rPr lang="en-US" sz="1800" b="1" i="0" u="none" strike="noStrike" baseline="0" dirty="0">
                <a:latin typeface="Times New Roman" panose="02020603050405020304" pitchFamily="18" charset="0"/>
                <a:cs typeface="Times New Roman" panose="02020603050405020304" pitchFamily="18" charset="0"/>
              </a:rPr>
              <a:t>All declarations of an object or function shall use the same names and type qualifiers</a:t>
            </a:r>
            <a:endParaRPr lang="en-IN" b="1" kern="100" dirty="0">
              <a:effectLst/>
              <a:highlight>
                <a:srgbClr val="FFFF00"/>
              </a:highlight>
              <a:latin typeface="Times New Roman" panose="02020603050405020304" pitchFamily="18" charset="0"/>
              <a:ea typeface="Aptos" panose="020B0004020202020204" pitchFamily="34" charset="0"/>
              <a:cs typeface="Times New Roman" panose="02020603050405020304" pitchFamily="18" charset="0"/>
            </a:endParaRPr>
          </a:p>
        </p:txBody>
      </p:sp>
      <p:sp>
        <p:nvSpPr>
          <p:cNvPr id="11" name="TextBox 10">
            <a:extLst>
              <a:ext uri="{FF2B5EF4-FFF2-40B4-BE49-F238E27FC236}">
                <a16:creationId xmlns:a16="http://schemas.microsoft.com/office/drawing/2014/main" id="{3BAF9C64-DAA2-791C-A360-DC870B79332D}"/>
              </a:ext>
            </a:extLst>
          </p:cNvPr>
          <p:cNvSpPr txBox="1"/>
          <p:nvPr/>
        </p:nvSpPr>
        <p:spPr>
          <a:xfrm>
            <a:off x="1306461" y="1622780"/>
            <a:ext cx="9642403" cy="369332"/>
          </a:xfrm>
          <a:prstGeom prst="rect">
            <a:avLst/>
          </a:prstGeom>
          <a:noFill/>
        </p:spPr>
        <p:txBody>
          <a:bodyPr wrap="square">
            <a:spAutoFit/>
          </a:bodyPr>
          <a:lstStyle/>
          <a:p>
            <a:pPr algn="l"/>
            <a:r>
              <a:rPr lang="en-IN" sz="1800" b="0" i="0" u="none" strike="noStrike" baseline="0" dirty="0">
                <a:latin typeface="OpenSans"/>
              </a:rPr>
              <a:t>Category –</a:t>
            </a:r>
            <a:r>
              <a:rPr lang="en-IN" sz="1800" b="0" i="0" u="none" strike="noStrike" baseline="0" dirty="0">
                <a:latin typeface="OpenSans-Light"/>
              </a:rPr>
              <a:t>Required    Analysis </a:t>
            </a:r>
            <a:r>
              <a:rPr lang="en-IN" sz="1800" b="0" i="0" u="none" strike="noStrike" baseline="0" dirty="0">
                <a:latin typeface="OpenSans"/>
              </a:rPr>
              <a:t> -</a:t>
            </a:r>
            <a:r>
              <a:rPr lang="en-IN" sz="1800" b="0" i="0" u="none" strike="noStrike" baseline="0" dirty="0">
                <a:latin typeface="OpenSans-Light"/>
              </a:rPr>
              <a:t> Decidable, System   </a:t>
            </a:r>
            <a:r>
              <a:rPr lang="en-IN" sz="1800" b="0" i="0" u="none" strike="noStrike" baseline="0" dirty="0">
                <a:latin typeface="OpenSans"/>
              </a:rPr>
              <a:t>Applies to -</a:t>
            </a:r>
            <a:r>
              <a:rPr lang="en-IN" sz="1800" b="0" i="0" u="none" strike="noStrike" baseline="0" dirty="0">
                <a:latin typeface="OpenSans-Light"/>
              </a:rPr>
              <a:t> C90, C99</a:t>
            </a:r>
            <a:endParaRPr lang="en-IN" dirty="0"/>
          </a:p>
        </p:txBody>
      </p:sp>
      <p:sp>
        <p:nvSpPr>
          <p:cNvPr id="12" name="TextBox 11">
            <a:extLst>
              <a:ext uri="{FF2B5EF4-FFF2-40B4-BE49-F238E27FC236}">
                <a16:creationId xmlns:a16="http://schemas.microsoft.com/office/drawing/2014/main" id="{3B6B20D6-4372-E7FE-5B7C-3A5C456054FD}"/>
              </a:ext>
            </a:extLst>
          </p:cNvPr>
          <p:cNvSpPr txBox="1"/>
          <p:nvPr/>
        </p:nvSpPr>
        <p:spPr>
          <a:xfrm>
            <a:off x="2587938" y="2792821"/>
            <a:ext cx="7194317" cy="1754326"/>
          </a:xfrm>
          <a:prstGeom prst="rect">
            <a:avLst/>
          </a:prstGeom>
          <a:noFill/>
        </p:spPr>
        <p:txBody>
          <a:bodyPr wrap="square">
            <a:spAutoFit/>
          </a:bodyPr>
          <a:lstStyle/>
          <a:p>
            <a:pPr algn="l"/>
            <a:r>
              <a:rPr lang="en-US" sz="1800" b="0" i="0" u="none" strike="noStrike" baseline="0" dirty="0">
                <a:latin typeface="Times New Roman" panose="02020603050405020304" pitchFamily="18" charset="0"/>
                <a:cs typeface="Times New Roman" panose="02020603050405020304" pitchFamily="18" charset="0"/>
              </a:rPr>
              <a:t>extern int16_t </a:t>
            </a:r>
            <a:r>
              <a:rPr lang="en-US" sz="1800" b="0" i="0" u="none" strike="noStrike" baseline="0" dirty="0" err="1">
                <a:latin typeface="Times New Roman" panose="02020603050405020304" pitchFamily="18" charset="0"/>
                <a:cs typeface="Times New Roman" panose="02020603050405020304" pitchFamily="18" charset="0"/>
              </a:rPr>
              <a:t>func</a:t>
            </a:r>
            <a:r>
              <a:rPr lang="en-US" sz="1800" b="0" i="0" u="none" strike="noStrike" baseline="0" dirty="0">
                <a:latin typeface="Times New Roman" panose="02020603050405020304" pitchFamily="18" charset="0"/>
                <a:cs typeface="Times New Roman" panose="02020603050405020304" pitchFamily="18" charset="0"/>
              </a:rPr>
              <a:t> ( </a:t>
            </a:r>
            <a:r>
              <a:rPr lang="en-US" sz="1800" b="0" i="0" u="none" strike="noStrike" baseline="0" dirty="0">
                <a:highlight>
                  <a:srgbClr val="FFFF00"/>
                </a:highlight>
                <a:latin typeface="Times New Roman" panose="02020603050405020304" pitchFamily="18" charset="0"/>
                <a:cs typeface="Times New Roman" panose="02020603050405020304" pitchFamily="18" charset="0"/>
              </a:rPr>
              <a:t>int16_t num, int16_t den </a:t>
            </a:r>
            <a:r>
              <a:rPr lang="en-US" sz="1800" b="0" i="0" u="none" strike="noStrike" baseline="0" dirty="0">
                <a:latin typeface="Times New Roman" panose="02020603050405020304" pitchFamily="18" charset="0"/>
                <a:cs typeface="Times New Roman" panose="02020603050405020304" pitchFamily="18" charset="0"/>
              </a:rPr>
              <a:t>);</a:t>
            </a:r>
          </a:p>
          <a:p>
            <a:pPr algn="l"/>
            <a:r>
              <a:rPr lang="en-US" sz="1800" b="0" i="0" u="none" strike="noStrike" baseline="0" dirty="0">
                <a:latin typeface="Times New Roman" panose="02020603050405020304" pitchFamily="18" charset="0"/>
                <a:cs typeface="Times New Roman" panose="02020603050405020304" pitchFamily="18" charset="0"/>
              </a:rPr>
              <a:t>/* Non-compliant - parameter names do not match */</a:t>
            </a:r>
          </a:p>
          <a:p>
            <a:pPr algn="l"/>
            <a:r>
              <a:rPr lang="en-US" sz="1800" b="0" i="0" u="none" strike="noStrike" baseline="0" dirty="0">
                <a:latin typeface="Times New Roman" panose="02020603050405020304" pitchFamily="18" charset="0"/>
                <a:cs typeface="Times New Roman" panose="02020603050405020304" pitchFamily="18" charset="0"/>
              </a:rPr>
              <a:t>int16_t </a:t>
            </a:r>
            <a:r>
              <a:rPr lang="en-US" sz="1800" b="0" i="0" u="none" strike="noStrike" baseline="0" dirty="0" err="1">
                <a:latin typeface="Times New Roman" panose="02020603050405020304" pitchFamily="18" charset="0"/>
                <a:cs typeface="Times New Roman" panose="02020603050405020304" pitchFamily="18" charset="0"/>
              </a:rPr>
              <a:t>func</a:t>
            </a:r>
            <a:r>
              <a:rPr lang="en-US" sz="1800" b="0" i="0" u="none" strike="noStrike" baseline="0" dirty="0">
                <a:latin typeface="Times New Roman" panose="02020603050405020304" pitchFamily="18" charset="0"/>
                <a:cs typeface="Times New Roman" panose="02020603050405020304" pitchFamily="18" charset="0"/>
              </a:rPr>
              <a:t> ( </a:t>
            </a:r>
            <a:r>
              <a:rPr lang="en-US" sz="1800" b="0" i="0" u="none" strike="noStrike" baseline="0" dirty="0">
                <a:highlight>
                  <a:srgbClr val="FFFF00"/>
                </a:highlight>
                <a:latin typeface="Times New Roman" panose="02020603050405020304" pitchFamily="18" charset="0"/>
                <a:cs typeface="Times New Roman" panose="02020603050405020304" pitchFamily="18" charset="0"/>
              </a:rPr>
              <a:t>int16_t den, int16_t num </a:t>
            </a:r>
            <a:r>
              <a:rPr lang="en-US" sz="1800" b="0" i="0" u="none" strike="noStrike" baseline="0" dirty="0">
                <a:latin typeface="Times New Roman" panose="02020603050405020304" pitchFamily="18" charset="0"/>
                <a:cs typeface="Times New Roman" panose="02020603050405020304" pitchFamily="18" charset="0"/>
              </a:rPr>
              <a:t>)</a:t>
            </a:r>
          </a:p>
          <a:p>
            <a:pPr algn="l"/>
            <a:r>
              <a:rPr lang="en-US" sz="1800" b="0" i="0" u="none" strike="noStrike" baseline="0" dirty="0">
                <a:latin typeface="Times New Roman" panose="02020603050405020304" pitchFamily="18" charset="0"/>
                <a:cs typeface="Times New Roman" panose="02020603050405020304" pitchFamily="18" charset="0"/>
              </a:rPr>
              <a:t>{</a:t>
            </a:r>
          </a:p>
          <a:p>
            <a:pPr algn="l"/>
            <a:r>
              <a:rPr lang="en-US" sz="1800" b="0" i="0" u="none" strike="noStrike" baseline="0" dirty="0">
                <a:latin typeface="Times New Roman" panose="02020603050405020304" pitchFamily="18" charset="0"/>
                <a:cs typeface="Times New Roman" panose="02020603050405020304" pitchFamily="18" charset="0"/>
              </a:rPr>
              <a:t>return num / den;</a:t>
            </a:r>
          </a:p>
          <a:p>
            <a:pPr algn="l"/>
            <a:r>
              <a:rPr lang="en-US" sz="1800" b="0" i="0" u="none" strike="noStrike" baseline="0" dirty="0">
                <a:latin typeface="Times New Roman" panose="02020603050405020304" pitchFamily="18" charset="0"/>
                <a:cs typeface="Times New Roman" panose="02020603050405020304" pitchFamily="18" charset="0"/>
              </a:rPr>
              <a:t>}</a:t>
            </a:r>
            <a:endParaRPr lang="en-US" sz="1800" b="0" i="0" u="none" strike="noStrike" baseline="0" dirty="0">
              <a:highlight>
                <a:srgbClr val="FFFF00"/>
              </a:highlight>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3BEBAFEE-B117-F80A-3238-35883C77E34C}"/>
              </a:ext>
            </a:extLst>
          </p:cNvPr>
          <p:cNvSpPr txBox="1"/>
          <p:nvPr/>
        </p:nvSpPr>
        <p:spPr>
          <a:xfrm>
            <a:off x="1292041" y="1961496"/>
            <a:ext cx="10650070" cy="646331"/>
          </a:xfrm>
          <a:prstGeom prst="rect">
            <a:avLst/>
          </a:prstGeom>
          <a:noFill/>
        </p:spPr>
        <p:txBody>
          <a:bodyPr wrap="square">
            <a:spAutoFit/>
          </a:bodyPr>
          <a:lstStyle/>
          <a:p>
            <a:pPr algn="l"/>
            <a:r>
              <a:rPr lang="en-US" b="0" i="0" dirty="0">
                <a:solidFill>
                  <a:srgbClr val="0D0D0D"/>
                </a:solidFill>
                <a:effectLst/>
                <a:latin typeface="Söhne"/>
              </a:rPr>
              <a:t>A violation of Rule 8.3 would occur </a:t>
            </a:r>
            <a:r>
              <a:rPr lang="en-US" b="0" i="0" dirty="0">
                <a:solidFill>
                  <a:srgbClr val="0D0D0D"/>
                </a:solidFill>
                <a:effectLst/>
                <a:latin typeface="Times New Roman" panose="02020603050405020304" pitchFamily="18" charset="0"/>
                <a:cs typeface="Times New Roman" panose="02020603050405020304" pitchFamily="18" charset="0"/>
              </a:rPr>
              <a:t>if there is inconsistency in the names or type qualifiers between different declarations of the same object or function</a:t>
            </a:r>
            <a:endParaRPr lang="en-IN"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C571CA19-A36B-7D93-981A-5F92A3EA59D7}"/>
              </a:ext>
            </a:extLst>
          </p:cNvPr>
          <p:cNvSpPr txBox="1"/>
          <p:nvPr/>
        </p:nvSpPr>
        <p:spPr>
          <a:xfrm>
            <a:off x="1296626" y="2816793"/>
            <a:ext cx="1046338" cy="369332"/>
          </a:xfrm>
          <a:prstGeom prst="rect">
            <a:avLst/>
          </a:prstGeom>
          <a:noFill/>
        </p:spPr>
        <p:txBody>
          <a:bodyPr wrap="square">
            <a:spAutoFit/>
          </a:bodyPr>
          <a:lstStyle/>
          <a:p>
            <a:pPr algn="l"/>
            <a:r>
              <a:rPr lang="en-IN" dirty="0">
                <a:highlight>
                  <a:srgbClr val="FFFF00"/>
                </a:highlight>
              </a:rPr>
              <a:t>Example</a:t>
            </a:r>
          </a:p>
        </p:txBody>
      </p:sp>
      <p:sp>
        <p:nvSpPr>
          <p:cNvPr id="9" name="Slide Number Placeholder 8">
            <a:extLst>
              <a:ext uri="{FF2B5EF4-FFF2-40B4-BE49-F238E27FC236}">
                <a16:creationId xmlns:a16="http://schemas.microsoft.com/office/drawing/2014/main" id="{1A47D938-CF64-B194-BCA0-622F48C61DF6}"/>
              </a:ext>
            </a:extLst>
          </p:cNvPr>
          <p:cNvSpPr>
            <a:spLocks noGrp="1"/>
          </p:cNvSpPr>
          <p:nvPr>
            <p:ph type="sldNum" sz="quarter" idx="12"/>
          </p:nvPr>
        </p:nvSpPr>
        <p:spPr/>
        <p:txBody>
          <a:bodyPr/>
          <a:lstStyle/>
          <a:p>
            <a:fld id="{91247CA1-BCEC-4DD4-9B23-E2AE1AEA27A6}" type="slidenum">
              <a:rPr lang="en-IN" smtClean="0"/>
              <a:t>43</a:t>
            </a:fld>
            <a:endParaRPr lang="en-IN"/>
          </a:p>
        </p:txBody>
      </p:sp>
      <p:sp>
        <p:nvSpPr>
          <p:cNvPr id="8" name="TextBox 7">
            <a:extLst>
              <a:ext uri="{FF2B5EF4-FFF2-40B4-BE49-F238E27FC236}">
                <a16:creationId xmlns:a16="http://schemas.microsoft.com/office/drawing/2014/main" id="{824E1882-0A52-5ACB-9289-617D6A5F9751}"/>
              </a:ext>
            </a:extLst>
          </p:cNvPr>
          <p:cNvSpPr txBox="1"/>
          <p:nvPr/>
        </p:nvSpPr>
        <p:spPr>
          <a:xfrm>
            <a:off x="10532532" y="526059"/>
            <a:ext cx="1451144" cy="369332"/>
          </a:xfrm>
          <a:prstGeom prst="rect">
            <a:avLst/>
          </a:prstGeom>
          <a:noFill/>
        </p:spPr>
        <p:txBody>
          <a:bodyPr wrap="square">
            <a:spAutoFit/>
          </a:bodyPr>
          <a:lstStyle/>
          <a:p>
            <a:r>
              <a:rPr lang="en-IN" dirty="0"/>
              <a:t>Session 1</a:t>
            </a:r>
          </a:p>
        </p:txBody>
      </p:sp>
    </p:spTree>
    <p:extLst>
      <p:ext uri="{BB962C8B-B14F-4D97-AF65-F5344CB8AC3E}">
        <p14:creationId xmlns:p14="http://schemas.microsoft.com/office/powerpoint/2010/main" val="394236826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5A292AEA-2528-46C0-B426-95822B6141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D8B7B198-E4DF-43CD-AD8C-1998843237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34" name="Freeform: Shape 33">
            <a:extLst>
              <a:ext uri="{FF2B5EF4-FFF2-40B4-BE49-F238E27FC236}">
                <a16:creationId xmlns:a16="http://schemas.microsoft.com/office/drawing/2014/main" id="{2BE67753-EA0E-4819-8D22-0B6600CF7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96934" y="3984"/>
            <a:ext cx="9376632" cy="6858000"/>
          </a:xfrm>
          <a:custGeom>
            <a:avLst/>
            <a:gdLst>
              <a:gd name="connsiteX0" fmla="*/ 1691615 w 9376632"/>
              <a:gd name="connsiteY0" fmla="*/ 0 h 6858000"/>
              <a:gd name="connsiteX1" fmla="*/ 7685017 w 9376632"/>
              <a:gd name="connsiteY1" fmla="*/ 0 h 6858000"/>
              <a:gd name="connsiteX2" fmla="*/ 7840634 w 9376632"/>
              <a:gd name="connsiteY2" fmla="*/ 134799 h 6858000"/>
              <a:gd name="connsiteX3" fmla="*/ 9376632 w 9376632"/>
              <a:gd name="connsiteY3" fmla="*/ 3605175 h 6858000"/>
              <a:gd name="connsiteX4" fmla="*/ 8158692 w 9376632"/>
              <a:gd name="connsiteY4" fmla="*/ 6757493 h 6858000"/>
              <a:gd name="connsiteX5" fmla="*/ 8062868 w 9376632"/>
              <a:gd name="connsiteY5" fmla="*/ 6858000 h 6858000"/>
              <a:gd name="connsiteX6" fmla="*/ 1313765 w 9376632"/>
              <a:gd name="connsiteY6" fmla="*/ 6858000 h 6858000"/>
              <a:gd name="connsiteX7" fmla="*/ 1217940 w 9376632"/>
              <a:gd name="connsiteY7" fmla="*/ 6757493 h 6858000"/>
              <a:gd name="connsiteX8" fmla="*/ 0 w 9376632"/>
              <a:gd name="connsiteY8" fmla="*/ 3605175 h 6858000"/>
              <a:gd name="connsiteX9" fmla="*/ 1535999 w 9376632"/>
              <a:gd name="connsiteY9" fmla="*/ 13479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376632" h="6858000">
                <a:moveTo>
                  <a:pt x="1691615" y="0"/>
                </a:moveTo>
                <a:lnTo>
                  <a:pt x="7685017" y="0"/>
                </a:lnTo>
                <a:lnTo>
                  <a:pt x="7840634" y="134799"/>
                </a:lnTo>
                <a:cubicBezTo>
                  <a:pt x="8784230" y="992423"/>
                  <a:pt x="9376632" y="2229618"/>
                  <a:pt x="9376632" y="3605175"/>
                </a:cubicBezTo>
                <a:cubicBezTo>
                  <a:pt x="9376632" y="4818903"/>
                  <a:pt x="8915419" y="5924908"/>
                  <a:pt x="8158692" y="6757493"/>
                </a:cubicBezTo>
                <a:lnTo>
                  <a:pt x="8062868" y="6858000"/>
                </a:lnTo>
                <a:lnTo>
                  <a:pt x="1313765" y="6858000"/>
                </a:lnTo>
                <a:lnTo>
                  <a:pt x="1217940" y="6757493"/>
                </a:lnTo>
                <a:cubicBezTo>
                  <a:pt x="461213" y="5924908"/>
                  <a:pt x="0" y="4818903"/>
                  <a:pt x="0" y="3605175"/>
                </a:cubicBezTo>
                <a:cubicBezTo>
                  <a:pt x="0" y="2229618"/>
                  <a:pt x="592403" y="992423"/>
                  <a:pt x="1535999" y="134799"/>
                </a:cubicBezTo>
                <a:close/>
              </a:path>
            </a:pathLst>
          </a:cu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5" name="Group 34">
            <a:extLst>
              <a:ext uri="{FF2B5EF4-FFF2-40B4-BE49-F238E27FC236}">
                <a16:creationId xmlns:a16="http://schemas.microsoft.com/office/drawing/2014/main" id="{D76D63AC-0421-45EC-B383-E79A61A78C6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303402" y="3985"/>
            <a:ext cx="9772765" cy="6858000"/>
            <a:chOff x="1303402" y="36937"/>
            <a:chExt cx="9772765" cy="6858000"/>
          </a:xfrm>
          <a:solidFill>
            <a:schemeClr val="bg1">
              <a:alpha val="30000"/>
            </a:schemeClr>
          </a:solidFill>
        </p:grpSpPr>
        <p:sp>
          <p:nvSpPr>
            <p:cNvPr id="15" name="Freeform: Shape 14">
              <a:extLst>
                <a:ext uri="{FF2B5EF4-FFF2-40B4-BE49-F238E27FC236}">
                  <a16:creationId xmlns:a16="http://schemas.microsoft.com/office/drawing/2014/main" id="{B997A32E-7032-4107-9C8B-99DB59EDD5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6937"/>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Shape 15">
              <a:extLst>
                <a:ext uri="{FF2B5EF4-FFF2-40B4-BE49-F238E27FC236}">
                  <a16:creationId xmlns:a16="http://schemas.microsoft.com/office/drawing/2014/main" id="{943BB27F-1470-42CA-91FF-D94BC691C8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6937"/>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Freeform: Shape 16">
              <a:extLst>
                <a:ext uri="{FF2B5EF4-FFF2-40B4-BE49-F238E27FC236}">
                  <a16:creationId xmlns:a16="http://schemas.microsoft.com/office/drawing/2014/main" id="{E997B002-17FD-47B3-A06A-76802FE15C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6937"/>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Freeform: Shape 17">
              <a:extLst>
                <a:ext uri="{FF2B5EF4-FFF2-40B4-BE49-F238E27FC236}">
                  <a16:creationId xmlns:a16="http://schemas.microsoft.com/office/drawing/2014/main" id="{E401EA35-9D2E-43B7-860F-EBB8A6C3E0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6937"/>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Freeform: Shape 18">
              <a:extLst>
                <a:ext uri="{FF2B5EF4-FFF2-40B4-BE49-F238E27FC236}">
                  <a16:creationId xmlns:a16="http://schemas.microsoft.com/office/drawing/2014/main" id="{F8C44827-3D81-4FF9-B4A5-5650D1B20A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6937"/>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Freeform: Shape 19">
              <a:extLst>
                <a:ext uri="{FF2B5EF4-FFF2-40B4-BE49-F238E27FC236}">
                  <a16:creationId xmlns:a16="http://schemas.microsoft.com/office/drawing/2014/main" id="{F613D97F-F6DF-4D32-AD91-209A80E7A2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8320" y="36937"/>
              <a:ext cx="9767847" cy="6858000"/>
            </a:xfrm>
            <a:custGeom>
              <a:avLst/>
              <a:gdLst>
                <a:gd name="connsiteX0" fmla="*/ 7151367 w 9767847"/>
                <a:gd name="connsiteY0" fmla="*/ 0 h 6858000"/>
                <a:gd name="connsiteX1" fmla="*/ 7881247 w 9767847"/>
                <a:gd name="connsiteY1" fmla="*/ 0 h 6858000"/>
                <a:gd name="connsiteX2" fmla="*/ 7990553 w 9767847"/>
                <a:gd name="connsiteY2" fmla="*/ 81317 h 6858000"/>
                <a:gd name="connsiteX3" fmla="*/ 9767847 w 9767847"/>
                <a:gd name="connsiteY3" fmla="*/ 3649031 h 6858000"/>
                <a:gd name="connsiteX4" fmla="*/ 8652597 w 9767847"/>
                <a:gd name="connsiteY4" fmla="*/ 6590005 h 6858000"/>
                <a:gd name="connsiteX5" fmla="*/ 8395306 w 9767847"/>
                <a:gd name="connsiteY5" fmla="*/ 6858000 h 6858000"/>
                <a:gd name="connsiteX6" fmla="*/ 6762603 w 9767847"/>
                <a:gd name="connsiteY6" fmla="*/ 6858000 h 6858000"/>
                <a:gd name="connsiteX7" fmla="*/ 6765962 w 9767847"/>
                <a:gd name="connsiteY7" fmla="*/ 6854844 h 6858000"/>
                <a:gd name="connsiteX8" fmla="*/ 6804586 w 9767847"/>
                <a:gd name="connsiteY8" fmla="*/ 6817103 h 6858000"/>
                <a:gd name="connsiteX9" fmla="*/ 6881735 w 9767847"/>
                <a:gd name="connsiteY9" fmla="*/ 6741197 h 6858000"/>
                <a:gd name="connsiteX10" fmla="*/ 6958883 w 9767847"/>
                <a:gd name="connsiteY10" fmla="*/ 6664822 h 6858000"/>
                <a:gd name="connsiteX11" fmla="*/ 7267925 w 9767847"/>
                <a:gd name="connsiteY11" fmla="*/ 6355694 h 6858000"/>
                <a:gd name="connsiteX12" fmla="*/ 7424360 w 9767847"/>
                <a:gd name="connsiteY12" fmla="*/ 6200685 h 6858000"/>
                <a:gd name="connsiteX13" fmla="*/ 7504938 w 9767847"/>
                <a:gd name="connsiteY13" fmla="*/ 6122708 h 6858000"/>
                <a:gd name="connsiteX14" fmla="*/ 7546396 w 9767847"/>
                <a:gd name="connsiteY14" fmla="*/ 6083697 h 6858000"/>
                <a:gd name="connsiteX15" fmla="*/ 7588002 w 9767847"/>
                <a:gd name="connsiteY15" fmla="*/ 6045532 h 6858000"/>
                <a:gd name="connsiteX16" fmla="*/ 7631000 w 9767847"/>
                <a:gd name="connsiteY16" fmla="*/ 6006709 h 6858000"/>
                <a:gd name="connsiteX17" fmla="*/ 7675440 w 9767847"/>
                <a:gd name="connsiteY17" fmla="*/ 5968309 h 6858000"/>
                <a:gd name="connsiteX18" fmla="*/ 7720626 w 9767847"/>
                <a:gd name="connsiteY18" fmla="*/ 5930851 h 6858000"/>
                <a:gd name="connsiteX19" fmla="*/ 7766458 w 9767847"/>
                <a:gd name="connsiteY19" fmla="*/ 5894334 h 6858000"/>
                <a:gd name="connsiteX20" fmla="*/ 7955254 w 9767847"/>
                <a:gd name="connsiteY20" fmla="*/ 5756828 h 6858000"/>
                <a:gd name="connsiteX21" fmla="*/ 8352678 w 9767847"/>
                <a:gd name="connsiteY21" fmla="*/ 5517630 h 6858000"/>
                <a:gd name="connsiteX22" fmla="*/ 8451350 w 9767847"/>
                <a:gd name="connsiteY22" fmla="*/ 5465254 h 6858000"/>
                <a:gd name="connsiteX23" fmla="*/ 8548532 w 9767847"/>
                <a:gd name="connsiteY23" fmla="*/ 5413395 h 6858000"/>
                <a:gd name="connsiteX24" fmla="*/ 8729473 w 9767847"/>
                <a:gd name="connsiteY24" fmla="*/ 5309961 h 6858000"/>
                <a:gd name="connsiteX25" fmla="*/ 8770781 w 9767847"/>
                <a:gd name="connsiteY25" fmla="*/ 5283232 h 6858000"/>
                <a:gd name="connsiteX26" fmla="*/ 8790964 w 9767847"/>
                <a:gd name="connsiteY26" fmla="*/ 5269492 h 6858000"/>
                <a:gd name="connsiteX27" fmla="*/ 8810499 w 9767847"/>
                <a:gd name="connsiteY27" fmla="*/ 5255703 h 6858000"/>
                <a:gd name="connsiteX28" fmla="*/ 8883571 w 9767847"/>
                <a:gd name="connsiteY28" fmla="*/ 5198479 h 6858000"/>
                <a:gd name="connsiteX29" fmla="*/ 9006651 w 9767847"/>
                <a:gd name="connsiteY29" fmla="*/ 5070527 h 6858000"/>
                <a:gd name="connsiteX30" fmla="*/ 9033494 w 9767847"/>
                <a:gd name="connsiteY30" fmla="*/ 5034105 h 6858000"/>
                <a:gd name="connsiteX31" fmla="*/ 9040305 w 9767847"/>
                <a:gd name="connsiteY31" fmla="*/ 5024551 h 6858000"/>
                <a:gd name="connsiteX32" fmla="*/ 9046568 w 9767847"/>
                <a:gd name="connsiteY32" fmla="*/ 5015281 h 6858000"/>
                <a:gd name="connsiteX33" fmla="*/ 9058846 w 9767847"/>
                <a:gd name="connsiteY33" fmla="*/ 4996645 h 6858000"/>
                <a:gd name="connsiteX34" fmla="*/ 9104529 w 9767847"/>
                <a:gd name="connsiteY34" fmla="*/ 4918105 h 6858000"/>
                <a:gd name="connsiteX35" fmla="*/ 9181081 w 9767847"/>
                <a:gd name="connsiteY35" fmla="*/ 4744694 h 6858000"/>
                <a:gd name="connsiteX36" fmla="*/ 9240731 w 9767847"/>
                <a:gd name="connsiteY36" fmla="*/ 4557872 h 6858000"/>
                <a:gd name="connsiteX37" fmla="*/ 9265388 w 9767847"/>
                <a:gd name="connsiteY37" fmla="*/ 4461073 h 6858000"/>
                <a:gd name="connsiteX38" fmla="*/ 9276571 w 9767847"/>
                <a:gd name="connsiteY38" fmla="*/ 4411943 h 6858000"/>
                <a:gd name="connsiteX39" fmla="*/ 9281841 w 9767847"/>
                <a:gd name="connsiteY39" fmla="*/ 4387379 h 6858000"/>
                <a:gd name="connsiteX40" fmla="*/ 9286513 w 9767847"/>
                <a:gd name="connsiteY40" fmla="*/ 4364838 h 6858000"/>
                <a:gd name="connsiteX41" fmla="*/ 9296754 w 9767847"/>
                <a:gd name="connsiteY41" fmla="*/ 4312038 h 6858000"/>
                <a:gd name="connsiteX42" fmla="*/ 9301029 w 9767847"/>
                <a:gd name="connsiteY42" fmla="*/ 4289074 h 6858000"/>
                <a:gd name="connsiteX43" fmla="*/ 9302818 w 9767847"/>
                <a:gd name="connsiteY43" fmla="*/ 4278581 h 6858000"/>
                <a:gd name="connsiteX44" fmla="*/ 9304658 w 9767847"/>
                <a:gd name="connsiteY44" fmla="*/ 4266816 h 6858000"/>
                <a:gd name="connsiteX45" fmla="*/ 9312810 w 9767847"/>
                <a:gd name="connsiteY45" fmla="*/ 4215945 h 6858000"/>
                <a:gd name="connsiteX46" fmla="*/ 9316887 w 9767847"/>
                <a:gd name="connsiteY46" fmla="*/ 4190486 h 6858000"/>
                <a:gd name="connsiteX47" fmla="*/ 9318923 w 9767847"/>
                <a:gd name="connsiteY47" fmla="*/ 4177780 h 6858000"/>
                <a:gd name="connsiteX48" fmla="*/ 9320515 w 9767847"/>
                <a:gd name="connsiteY48" fmla="*/ 4164886 h 6858000"/>
                <a:gd name="connsiteX49" fmla="*/ 9332445 w 9767847"/>
                <a:gd name="connsiteY49" fmla="*/ 4064981 h 6858000"/>
                <a:gd name="connsiteX50" fmla="*/ 9336173 w 9767847"/>
                <a:gd name="connsiteY50" fmla="*/ 4018676 h 6858000"/>
                <a:gd name="connsiteX51" fmla="*/ 9340199 w 9767847"/>
                <a:gd name="connsiteY51" fmla="*/ 3965171 h 6858000"/>
                <a:gd name="connsiteX52" fmla="*/ 9347557 w 9767847"/>
                <a:gd name="connsiteY52" fmla="*/ 3765972 h 6858000"/>
                <a:gd name="connsiteX53" fmla="*/ 9346364 w 9767847"/>
                <a:gd name="connsiteY53" fmla="*/ 3664938 h 6858000"/>
                <a:gd name="connsiteX54" fmla="*/ 9344921 w 9767847"/>
                <a:gd name="connsiteY54" fmla="*/ 3615243 h 6858000"/>
                <a:gd name="connsiteX55" fmla="*/ 9344524 w 9767847"/>
                <a:gd name="connsiteY55" fmla="*/ 3603526 h 6858000"/>
                <a:gd name="connsiteX56" fmla="*/ 9343728 w 9767847"/>
                <a:gd name="connsiteY56" fmla="*/ 3590774 h 6858000"/>
                <a:gd name="connsiteX57" fmla="*/ 9342188 w 9767847"/>
                <a:gd name="connsiteY57" fmla="*/ 3565268 h 6858000"/>
                <a:gd name="connsiteX58" fmla="*/ 9339056 w 9767847"/>
                <a:gd name="connsiteY58" fmla="*/ 3514256 h 6858000"/>
                <a:gd name="connsiteX59" fmla="*/ 9334334 w 9767847"/>
                <a:gd name="connsiteY59" fmla="*/ 3463057 h 6858000"/>
                <a:gd name="connsiteX60" fmla="*/ 9329363 w 9767847"/>
                <a:gd name="connsiteY60" fmla="*/ 3411810 h 6858000"/>
                <a:gd name="connsiteX61" fmla="*/ 9328319 w 9767847"/>
                <a:gd name="connsiteY61" fmla="*/ 3400657 h 6858000"/>
                <a:gd name="connsiteX62" fmla="*/ 9327177 w 9767847"/>
                <a:gd name="connsiteY62" fmla="*/ 3390116 h 6858000"/>
                <a:gd name="connsiteX63" fmla="*/ 9324293 w 9767847"/>
                <a:gd name="connsiteY63" fmla="*/ 3366774 h 6858000"/>
                <a:gd name="connsiteX64" fmla="*/ 9320763 w 9767847"/>
                <a:gd name="connsiteY64" fmla="*/ 3340329 h 6858000"/>
                <a:gd name="connsiteX65" fmla="*/ 9317184 w 9767847"/>
                <a:gd name="connsiteY65" fmla="*/ 3311245 h 6858000"/>
                <a:gd name="connsiteX66" fmla="*/ 9311021 w 9767847"/>
                <a:gd name="connsiteY66" fmla="*/ 3266211 h 6858000"/>
                <a:gd name="connsiteX67" fmla="*/ 9302719 w 9767847"/>
                <a:gd name="connsiteY67" fmla="*/ 3215717 h 6858000"/>
                <a:gd name="connsiteX68" fmla="*/ 9293970 w 9767847"/>
                <a:gd name="connsiteY68" fmla="*/ 3165789 h 6858000"/>
                <a:gd name="connsiteX69" fmla="*/ 9252065 w 9767847"/>
                <a:gd name="connsiteY69" fmla="*/ 2967107 h 6858000"/>
                <a:gd name="connsiteX70" fmla="*/ 9227211 w 9767847"/>
                <a:gd name="connsiteY70" fmla="*/ 2868473 h 6858000"/>
                <a:gd name="connsiteX71" fmla="*/ 9220699 w 9767847"/>
                <a:gd name="connsiteY71" fmla="*/ 2844426 h 6858000"/>
                <a:gd name="connsiteX72" fmla="*/ 9213740 w 9767847"/>
                <a:gd name="connsiteY72" fmla="*/ 2820191 h 6858000"/>
                <a:gd name="connsiteX73" fmla="*/ 9199374 w 9767847"/>
                <a:gd name="connsiteY73" fmla="*/ 2771438 h 6858000"/>
                <a:gd name="connsiteX74" fmla="*/ 9061829 w 9767847"/>
                <a:gd name="connsiteY74" fmla="*/ 2385418 h 6858000"/>
                <a:gd name="connsiteX75" fmla="*/ 8978865 w 9767847"/>
                <a:gd name="connsiteY75" fmla="*/ 2196855 h 6858000"/>
                <a:gd name="connsiteX76" fmla="*/ 8956694 w 9767847"/>
                <a:gd name="connsiteY76" fmla="*/ 2150219 h 6858000"/>
                <a:gd name="connsiteX77" fmla="*/ 8934176 w 9767847"/>
                <a:gd name="connsiteY77" fmla="*/ 2103914 h 6858000"/>
                <a:gd name="connsiteX78" fmla="*/ 8887151 w 9767847"/>
                <a:gd name="connsiteY78" fmla="*/ 2011350 h 6858000"/>
                <a:gd name="connsiteX79" fmla="*/ 8787533 w 9767847"/>
                <a:gd name="connsiteY79" fmla="*/ 1828527 h 6858000"/>
                <a:gd name="connsiteX80" fmla="*/ 8761485 w 9767847"/>
                <a:gd name="connsiteY80" fmla="*/ 1783398 h 6858000"/>
                <a:gd name="connsiteX81" fmla="*/ 8734791 w 9767847"/>
                <a:gd name="connsiteY81" fmla="*/ 1737893 h 6858000"/>
                <a:gd name="connsiteX82" fmla="*/ 8680808 w 9767847"/>
                <a:gd name="connsiteY82" fmla="*/ 1648812 h 6858000"/>
                <a:gd name="connsiteX83" fmla="*/ 8567024 w 9767847"/>
                <a:gd name="connsiteY83" fmla="*/ 1472906 h 6858000"/>
                <a:gd name="connsiteX84" fmla="*/ 8537446 w 9767847"/>
                <a:gd name="connsiteY84" fmla="*/ 1429330 h 6858000"/>
                <a:gd name="connsiteX85" fmla="*/ 8507423 w 9767847"/>
                <a:gd name="connsiteY85" fmla="*/ 1385896 h 6858000"/>
                <a:gd name="connsiteX86" fmla="*/ 8446529 w 9767847"/>
                <a:gd name="connsiteY86" fmla="*/ 1300295 h 6858000"/>
                <a:gd name="connsiteX87" fmla="*/ 8319224 w 9767847"/>
                <a:gd name="connsiteY87" fmla="*/ 1131026 h 6858000"/>
                <a:gd name="connsiteX88" fmla="*/ 8286366 w 9767847"/>
                <a:gd name="connsiteY88" fmla="*/ 1089050 h 6858000"/>
                <a:gd name="connsiteX89" fmla="*/ 8270161 w 9767847"/>
                <a:gd name="connsiteY89" fmla="*/ 1068439 h 6858000"/>
                <a:gd name="connsiteX90" fmla="*/ 8253856 w 9767847"/>
                <a:gd name="connsiteY90" fmla="*/ 1048156 h 6858000"/>
                <a:gd name="connsiteX91" fmla="*/ 8186352 w 9767847"/>
                <a:gd name="connsiteY91" fmla="*/ 966275 h 6858000"/>
                <a:gd name="connsiteX92" fmla="*/ 8046768 w 9767847"/>
                <a:gd name="connsiteY92" fmla="*/ 805429 h 6858000"/>
                <a:gd name="connsiteX93" fmla="*/ 8010927 w 9767847"/>
                <a:gd name="connsiteY93" fmla="*/ 765853 h 6858000"/>
                <a:gd name="connsiteX94" fmla="*/ 7974788 w 9767847"/>
                <a:gd name="connsiteY94" fmla="*/ 726653 h 6858000"/>
                <a:gd name="connsiteX95" fmla="*/ 7901070 w 9767847"/>
                <a:gd name="connsiteY95" fmla="*/ 648724 h 6858000"/>
                <a:gd name="connsiteX96" fmla="*/ 7750054 w 9767847"/>
                <a:gd name="connsiteY96" fmla="*/ 497008 h 6858000"/>
                <a:gd name="connsiteX97" fmla="*/ 7592277 w 9767847"/>
                <a:gd name="connsiteY97" fmla="*/ 351221 h 6858000"/>
                <a:gd name="connsiteX98" fmla="*/ 7257734 w 9767847"/>
                <a:gd name="connsiteY98" fmla="*/ 76964 h 6858000"/>
                <a:gd name="connsiteX99" fmla="*/ 1886601 w 9767847"/>
                <a:gd name="connsiteY99" fmla="*/ 0 h 6858000"/>
                <a:gd name="connsiteX100" fmla="*/ 2292926 w 9767847"/>
                <a:gd name="connsiteY100" fmla="*/ 0 h 6858000"/>
                <a:gd name="connsiteX101" fmla="*/ 2135542 w 9767847"/>
                <a:gd name="connsiteY101" fmla="*/ 117781 h 6858000"/>
                <a:gd name="connsiteX102" fmla="*/ 1969576 w 9767847"/>
                <a:gd name="connsiteY102" fmla="*/ 254986 h 6858000"/>
                <a:gd name="connsiteX103" fmla="*/ 1659938 w 9767847"/>
                <a:gd name="connsiteY103" fmla="*/ 549855 h 6858000"/>
                <a:gd name="connsiteX104" fmla="*/ 729383 w 9767847"/>
                <a:gd name="connsiteY104" fmla="*/ 1936480 h 6858000"/>
                <a:gd name="connsiteX105" fmla="*/ 578465 w 9767847"/>
                <a:gd name="connsiteY105" fmla="*/ 2320807 h 6858000"/>
                <a:gd name="connsiteX106" fmla="*/ 465080 w 9767847"/>
                <a:gd name="connsiteY106" fmla="*/ 2714875 h 6858000"/>
                <a:gd name="connsiteX107" fmla="*/ 423820 w 9767847"/>
                <a:gd name="connsiteY107" fmla="*/ 2915436 h 6858000"/>
                <a:gd name="connsiteX108" fmla="*/ 392355 w 9767847"/>
                <a:gd name="connsiteY108" fmla="*/ 3118071 h 6858000"/>
                <a:gd name="connsiteX109" fmla="*/ 358801 w 9767847"/>
                <a:gd name="connsiteY109" fmla="*/ 3526915 h 6858000"/>
                <a:gd name="connsiteX110" fmla="*/ 410350 w 9767847"/>
                <a:gd name="connsiteY110" fmla="*/ 4348226 h 6858000"/>
                <a:gd name="connsiteX111" fmla="*/ 449022 w 9767847"/>
                <a:gd name="connsiteY111" fmla="*/ 4551049 h 6858000"/>
                <a:gd name="connsiteX112" fmla="*/ 498882 w 9767847"/>
                <a:gd name="connsiteY112" fmla="*/ 4752365 h 6858000"/>
                <a:gd name="connsiteX113" fmla="*/ 559775 w 9767847"/>
                <a:gd name="connsiteY113" fmla="*/ 4951657 h 6858000"/>
                <a:gd name="connsiteX114" fmla="*/ 631406 w 9767847"/>
                <a:gd name="connsiteY114" fmla="*/ 5147986 h 6858000"/>
                <a:gd name="connsiteX115" fmla="*/ 1023461 w 9767847"/>
                <a:gd name="connsiteY115" fmla="*/ 5893957 h 6858000"/>
                <a:gd name="connsiteX116" fmla="*/ 1575880 w 9767847"/>
                <a:gd name="connsiteY116" fmla="*/ 6547646 h 6858000"/>
                <a:gd name="connsiteX117" fmla="*/ 1905228 w 9767847"/>
                <a:gd name="connsiteY117" fmla="*/ 6829468 h 6858000"/>
                <a:gd name="connsiteX118" fmla="*/ 1944230 w 9767847"/>
                <a:gd name="connsiteY118" fmla="*/ 6858000 h 6858000"/>
                <a:gd name="connsiteX119" fmla="*/ 1372541 w 9767847"/>
                <a:gd name="connsiteY119" fmla="*/ 6858000 h 6858000"/>
                <a:gd name="connsiteX120" fmla="*/ 1115251 w 9767847"/>
                <a:gd name="connsiteY120" fmla="*/ 6590005 h 6858000"/>
                <a:gd name="connsiteX121" fmla="*/ 0 w 9767847"/>
                <a:gd name="connsiteY121" fmla="*/ 3649031 h 6858000"/>
                <a:gd name="connsiteX122" fmla="*/ 1777294 w 9767847"/>
                <a:gd name="connsiteY122" fmla="*/ 813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9767847" h="6858000">
                  <a:moveTo>
                    <a:pt x="7151367" y="0"/>
                  </a:moveTo>
                  <a:lnTo>
                    <a:pt x="7881247" y="0"/>
                  </a:lnTo>
                  <a:lnTo>
                    <a:pt x="7990553" y="81317"/>
                  </a:lnTo>
                  <a:cubicBezTo>
                    <a:pt x="9075991" y="929334"/>
                    <a:pt x="9767847" y="2212695"/>
                    <a:pt x="9767847" y="3649031"/>
                  </a:cubicBezTo>
                  <a:cubicBezTo>
                    <a:pt x="9767847" y="4766182"/>
                    <a:pt x="9349317" y="5790792"/>
                    <a:pt x="8652597" y="6590005"/>
                  </a:cubicBezTo>
                  <a:lnTo>
                    <a:pt x="8395306" y="6858000"/>
                  </a:lnTo>
                  <a:lnTo>
                    <a:pt x="6762603" y="6858000"/>
                  </a:lnTo>
                  <a:lnTo>
                    <a:pt x="6765962" y="6854844"/>
                  </a:lnTo>
                  <a:cubicBezTo>
                    <a:pt x="6779036" y="6842703"/>
                    <a:pt x="6791663" y="6829621"/>
                    <a:pt x="6804586" y="6817103"/>
                  </a:cubicBezTo>
                  <a:lnTo>
                    <a:pt x="6881735" y="6741197"/>
                  </a:lnTo>
                  <a:cubicBezTo>
                    <a:pt x="6907435" y="6715881"/>
                    <a:pt x="6933134" y="6690798"/>
                    <a:pt x="6958883" y="6664822"/>
                  </a:cubicBezTo>
                  <a:lnTo>
                    <a:pt x="7267925" y="6355694"/>
                  </a:lnTo>
                  <a:lnTo>
                    <a:pt x="7424360" y="6200685"/>
                  </a:lnTo>
                  <a:cubicBezTo>
                    <a:pt x="7450754" y="6174802"/>
                    <a:pt x="7477598" y="6148731"/>
                    <a:pt x="7504938" y="6122708"/>
                  </a:cubicBezTo>
                  <a:lnTo>
                    <a:pt x="7546396" y="6083697"/>
                  </a:lnTo>
                  <a:cubicBezTo>
                    <a:pt x="7560264" y="6070803"/>
                    <a:pt x="7574780" y="6057532"/>
                    <a:pt x="7588002" y="6045532"/>
                  </a:cubicBezTo>
                  <a:lnTo>
                    <a:pt x="7631000" y="6006709"/>
                  </a:lnTo>
                  <a:lnTo>
                    <a:pt x="7675440" y="5968309"/>
                  </a:lnTo>
                  <a:cubicBezTo>
                    <a:pt x="7690404" y="5955698"/>
                    <a:pt x="7705564" y="5943321"/>
                    <a:pt x="7720626" y="5930851"/>
                  </a:cubicBezTo>
                  <a:cubicBezTo>
                    <a:pt x="7735738" y="5918427"/>
                    <a:pt x="7751197" y="5906521"/>
                    <a:pt x="7766458" y="5894334"/>
                  </a:cubicBezTo>
                  <a:cubicBezTo>
                    <a:pt x="7827949" y="5846192"/>
                    <a:pt x="7890979" y="5800499"/>
                    <a:pt x="7955254" y="5756828"/>
                  </a:cubicBezTo>
                  <a:cubicBezTo>
                    <a:pt x="8083800" y="5669534"/>
                    <a:pt x="8216872" y="5590336"/>
                    <a:pt x="8352678" y="5517630"/>
                  </a:cubicBezTo>
                  <a:lnTo>
                    <a:pt x="8451350" y="5465254"/>
                  </a:lnTo>
                  <a:lnTo>
                    <a:pt x="8548532" y="5413395"/>
                  </a:lnTo>
                  <a:cubicBezTo>
                    <a:pt x="8612110" y="5379090"/>
                    <a:pt x="8673251" y="5345208"/>
                    <a:pt x="8729473" y="5309961"/>
                  </a:cubicBezTo>
                  <a:cubicBezTo>
                    <a:pt x="8743591" y="5301115"/>
                    <a:pt x="8757161" y="5292361"/>
                    <a:pt x="8770781" y="5283232"/>
                  </a:cubicBezTo>
                  <a:cubicBezTo>
                    <a:pt x="8777591" y="5278667"/>
                    <a:pt x="8784451" y="5274103"/>
                    <a:pt x="8790964" y="5269492"/>
                  </a:cubicBezTo>
                  <a:cubicBezTo>
                    <a:pt x="8797574" y="5264879"/>
                    <a:pt x="8804235" y="5260314"/>
                    <a:pt x="8810499" y="5255703"/>
                  </a:cubicBezTo>
                  <a:cubicBezTo>
                    <a:pt x="8835999" y="5237303"/>
                    <a:pt x="8860407" y="5218291"/>
                    <a:pt x="8883571" y="5198479"/>
                  </a:cubicBezTo>
                  <a:cubicBezTo>
                    <a:pt x="8929900" y="5158856"/>
                    <a:pt x="8971258" y="5116315"/>
                    <a:pt x="9006651" y="5070527"/>
                  </a:cubicBezTo>
                  <a:cubicBezTo>
                    <a:pt x="9015351" y="5059328"/>
                    <a:pt x="9024398" y="5046857"/>
                    <a:pt x="9033494" y="5034105"/>
                  </a:cubicBezTo>
                  <a:lnTo>
                    <a:pt x="9040305" y="5024551"/>
                  </a:lnTo>
                  <a:lnTo>
                    <a:pt x="9046568" y="5015281"/>
                  </a:lnTo>
                  <a:cubicBezTo>
                    <a:pt x="9050743" y="5009163"/>
                    <a:pt x="9054819" y="5002952"/>
                    <a:pt x="9058846" y="4996645"/>
                  </a:cubicBezTo>
                  <a:cubicBezTo>
                    <a:pt x="9075002" y="4971517"/>
                    <a:pt x="9090212" y="4945305"/>
                    <a:pt x="9104529" y="4918105"/>
                  </a:cubicBezTo>
                  <a:cubicBezTo>
                    <a:pt x="9133211" y="4863752"/>
                    <a:pt x="9158313" y="4805447"/>
                    <a:pt x="9181081" y="4744694"/>
                  </a:cubicBezTo>
                  <a:cubicBezTo>
                    <a:pt x="9203748" y="4684178"/>
                    <a:pt x="9223383" y="4621778"/>
                    <a:pt x="9240731" y="4557872"/>
                  </a:cubicBezTo>
                  <a:cubicBezTo>
                    <a:pt x="9249481" y="4525966"/>
                    <a:pt x="9257682" y="4493684"/>
                    <a:pt x="9265388" y="4461073"/>
                  </a:cubicBezTo>
                  <a:cubicBezTo>
                    <a:pt x="9269215" y="4444744"/>
                    <a:pt x="9272943" y="4428367"/>
                    <a:pt x="9276571" y="4411943"/>
                  </a:cubicBezTo>
                  <a:lnTo>
                    <a:pt x="9281841" y="4387379"/>
                  </a:lnTo>
                  <a:lnTo>
                    <a:pt x="9286513" y="4364838"/>
                  </a:lnTo>
                  <a:lnTo>
                    <a:pt x="9296754" y="4312038"/>
                  </a:lnTo>
                  <a:lnTo>
                    <a:pt x="9301029" y="4289074"/>
                  </a:lnTo>
                  <a:lnTo>
                    <a:pt x="9302818" y="4278581"/>
                  </a:lnTo>
                  <a:lnTo>
                    <a:pt x="9304658" y="4266816"/>
                  </a:lnTo>
                  <a:lnTo>
                    <a:pt x="9312810" y="4215945"/>
                  </a:lnTo>
                  <a:lnTo>
                    <a:pt x="9316887" y="4190486"/>
                  </a:lnTo>
                  <a:lnTo>
                    <a:pt x="9318923" y="4177780"/>
                  </a:lnTo>
                  <a:cubicBezTo>
                    <a:pt x="9319570" y="4173546"/>
                    <a:pt x="9319969" y="4169169"/>
                    <a:pt x="9320515" y="4164886"/>
                  </a:cubicBezTo>
                  <a:lnTo>
                    <a:pt x="9332445" y="4064981"/>
                  </a:lnTo>
                  <a:cubicBezTo>
                    <a:pt x="9333836" y="4052370"/>
                    <a:pt x="9334880" y="4036888"/>
                    <a:pt x="9336173" y="4018676"/>
                  </a:cubicBezTo>
                  <a:lnTo>
                    <a:pt x="9340199" y="3965171"/>
                  </a:lnTo>
                  <a:cubicBezTo>
                    <a:pt x="9345071" y="3899806"/>
                    <a:pt x="9347358" y="3832983"/>
                    <a:pt x="9347557" y="3765972"/>
                  </a:cubicBezTo>
                  <a:cubicBezTo>
                    <a:pt x="9347656" y="3732420"/>
                    <a:pt x="9347209" y="3698773"/>
                    <a:pt x="9346364" y="3664938"/>
                  </a:cubicBezTo>
                  <a:lnTo>
                    <a:pt x="9344921" y="3615243"/>
                  </a:lnTo>
                  <a:lnTo>
                    <a:pt x="9344524" y="3603526"/>
                  </a:lnTo>
                  <a:lnTo>
                    <a:pt x="9343728" y="3590774"/>
                  </a:lnTo>
                  <a:lnTo>
                    <a:pt x="9342188" y="3565268"/>
                  </a:lnTo>
                  <a:lnTo>
                    <a:pt x="9339056" y="3514256"/>
                  </a:lnTo>
                  <a:cubicBezTo>
                    <a:pt x="9337914" y="3497221"/>
                    <a:pt x="9335874" y="3480138"/>
                    <a:pt x="9334334" y="3463057"/>
                  </a:cubicBezTo>
                  <a:lnTo>
                    <a:pt x="9329363" y="3411810"/>
                  </a:lnTo>
                  <a:lnTo>
                    <a:pt x="9328319" y="3400657"/>
                  </a:lnTo>
                  <a:lnTo>
                    <a:pt x="9327177" y="3390116"/>
                  </a:lnTo>
                  <a:lnTo>
                    <a:pt x="9324293" y="3366774"/>
                  </a:lnTo>
                  <a:lnTo>
                    <a:pt x="9320763" y="3340329"/>
                  </a:lnTo>
                  <a:lnTo>
                    <a:pt x="9317184" y="3311245"/>
                  </a:lnTo>
                  <a:cubicBezTo>
                    <a:pt x="9315594" y="3296893"/>
                    <a:pt x="9313506" y="3282306"/>
                    <a:pt x="9311021" y="3266211"/>
                  </a:cubicBezTo>
                  <a:lnTo>
                    <a:pt x="9302719" y="3215717"/>
                  </a:lnTo>
                  <a:cubicBezTo>
                    <a:pt x="9299936" y="3199059"/>
                    <a:pt x="9297003" y="3182400"/>
                    <a:pt x="9293970" y="3165789"/>
                  </a:cubicBezTo>
                  <a:cubicBezTo>
                    <a:pt x="9281891" y="3099295"/>
                    <a:pt x="9267674" y="3033084"/>
                    <a:pt x="9252065" y="2967107"/>
                  </a:cubicBezTo>
                  <a:cubicBezTo>
                    <a:pt x="9244261" y="2934167"/>
                    <a:pt x="9235959" y="2901273"/>
                    <a:pt x="9227211" y="2868473"/>
                  </a:cubicBezTo>
                  <a:lnTo>
                    <a:pt x="9220699" y="2844426"/>
                  </a:lnTo>
                  <a:lnTo>
                    <a:pt x="9213740" y="2820191"/>
                  </a:lnTo>
                  <a:cubicBezTo>
                    <a:pt x="9209216" y="2804049"/>
                    <a:pt x="9204345" y="2787768"/>
                    <a:pt x="9199374" y="2771438"/>
                  </a:cubicBezTo>
                  <a:cubicBezTo>
                    <a:pt x="9159855" y="2641086"/>
                    <a:pt x="9114272" y="2512099"/>
                    <a:pt x="9061829" y="2385418"/>
                  </a:cubicBezTo>
                  <a:cubicBezTo>
                    <a:pt x="9035582" y="2322077"/>
                    <a:pt x="9008043" y="2259160"/>
                    <a:pt x="8978865" y="2196855"/>
                  </a:cubicBezTo>
                  <a:lnTo>
                    <a:pt x="8956694" y="2150219"/>
                  </a:lnTo>
                  <a:lnTo>
                    <a:pt x="8934176" y="2103914"/>
                  </a:lnTo>
                  <a:cubicBezTo>
                    <a:pt x="8918915" y="2073091"/>
                    <a:pt x="8903157" y="2042032"/>
                    <a:pt x="8887151" y="2011350"/>
                  </a:cubicBezTo>
                  <a:cubicBezTo>
                    <a:pt x="8854988" y="1949891"/>
                    <a:pt x="8822082" y="1888810"/>
                    <a:pt x="8787533" y="1828527"/>
                  </a:cubicBezTo>
                  <a:lnTo>
                    <a:pt x="8761485" y="1783398"/>
                  </a:lnTo>
                  <a:lnTo>
                    <a:pt x="8734791" y="1737893"/>
                  </a:lnTo>
                  <a:cubicBezTo>
                    <a:pt x="8717047" y="1707823"/>
                    <a:pt x="8699200" y="1678363"/>
                    <a:pt x="8680808" y="1648812"/>
                  </a:cubicBezTo>
                  <a:cubicBezTo>
                    <a:pt x="8644322" y="1589658"/>
                    <a:pt x="8606194" y="1531118"/>
                    <a:pt x="8567024" y="1472906"/>
                  </a:cubicBezTo>
                  <a:lnTo>
                    <a:pt x="8537446" y="1429330"/>
                  </a:lnTo>
                  <a:lnTo>
                    <a:pt x="8507423" y="1385896"/>
                  </a:lnTo>
                  <a:cubicBezTo>
                    <a:pt x="8487390" y="1357284"/>
                    <a:pt x="8467158" y="1328719"/>
                    <a:pt x="8446529" y="1300295"/>
                  </a:cubicBezTo>
                  <a:cubicBezTo>
                    <a:pt x="8405271" y="1243496"/>
                    <a:pt x="8362718" y="1187120"/>
                    <a:pt x="8319224" y="1131026"/>
                  </a:cubicBezTo>
                  <a:lnTo>
                    <a:pt x="8286366" y="1089050"/>
                  </a:lnTo>
                  <a:lnTo>
                    <a:pt x="8270161" y="1068439"/>
                  </a:lnTo>
                  <a:lnTo>
                    <a:pt x="8253856" y="1048156"/>
                  </a:lnTo>
                  <a:cubicBezTo>
                    <a:pt x="8231636" y="1020675"/>
                    <a:pt x="8209117" y="993381"/>
                    <a:pt x="8186352" y="966275"/>
                  </a:cubicBezTo>
                  <a:cubicBezTo>
                    <a:pt x="8140917" y="911922"/>
                    <a:pt x="8094240" y="858417"/>
                    <a:pt x="8046768" y="805429"/>
                  </a:cubicBezTo>
                  <a:lnTo>
                    <a:pt x="8010927" y="765853"/>
                  </a:lnTo>
                  <a:lnTo>
                    <a:pt x="7974788" y="726653"/>
                  </a:lnTo>
                  <a:cubicBezTo>
                    <a:pt x="7950382" y="700489"/>
                    <a:pt x="7925824" y="674465"/>
                    <a:pt x="7901070" y="648724"/>
                  </a:cubicBezTo>
                  <a:cubicBezTo>
                    <a:pt x="7851510" y="597289"/>
                    <a:pt x="7801404" y="546514"/>
                    <a:pt x="7750054" y="497008"/>
                  </a:cubicBezTo>
                  <a:cubicBezTo>
                    <a:pt x="7698902" y="447644"/>
                    <a:pt x="7645913" y="398938"/>
                    <a:pt x="7592277" y="351221"/>
                  </a:cubicBezTo>
                  <a:cubicBezTo>
                    <a:pt x="7484856" y="255786"/>
                    <a:pt x="7373308" y="164304"/>
                    <a:pt x="7257734" y="76964"/>
                  </a:cubicBezTo>
                  <a:close/>
                  <a:moveTo>
                    <a:pt x="1886601" y="0"/>
                  </a:moveTo>
                  <a:lnTo>
                    <a:pt x="2292926" y="0"/>
                  </a:lnTo>
                  <a:lnTo>
                    <a:pt x="2135542" y="117781"/>
                  </a:lnTo>
                  <a:cubicBezTo>
                    <a:pt x="2078998" y="162280"/>
                    <a:pt x="2023659" y="208045"/>
                    <a:pt x="1969576" y="254986"/>
                  </a:cubicBezTo>
                  <a:cubicBezTo>
                    <a:pt x="1861309" y="348820"/>
                    <a:pt x="1758064" y="447314"/>
                    <a:pt x="1659938" y="549855"/>
                  </a:cubicBezTo>
                  <a:cubicBezTo>
                    <a:pt x="1266987" y="960346"/>
                    <a:pt x="953820" y="1431495"/>
                    <a:pt x="729383" y="1936480"/>
                  </a:cubicBezTo>
                  <a:cubicBezTo>
                    <a:pt x="673260" y="2062362"/>
                    <a:pt x="622855" y="2190972"/>
                    <a:pt x="578465" y="2320807"/>
                  </a:cubicBezTo>
                  <a:cubicBezTo>
                    <a:pt x="534125" y="2450687"/>
                    <a:pt x="496147" y="2582216"/>
                    <a:pt x="465080" y="2714875"/>
                  </a:cubicBezTo>
                  <a:cubicBezTo>
                    <a:pt x="449769" y="2780991"/>
                    <a:pt x="435850" y="2848191"/>
                    <a:pt x="423820" y="2915436"/>
                  </a:cubicBezTo>
                  <a:cubicBezTo>
                    <a:pt x="411840" y="2982731"/>
                    <a:pt x="401054" y="3050260"/>
                    <a:pt x="392355" y="3118071"/>
                  </a:cubicBezTo>
                  <a:cubicBezTo>
                    <a:pt x="374509" y="3253646"/>
                    <a:pt x="363424" y="3389880"/>
                    <a:pt x="358801" y="3526915"/>
                  </a:cubicBezTo>
                  <a:cubicBezTo>
                    <a:pt x="349009" y="3800843"/>
                    <a:pt x="366357" y="4075570"/>
                    <a:pt x="410350" y="4348226"/>
                  </a:cubicBezTo>
                  <a:cubicBezTo>
                    <a:pt x="421286" y="4416132"/>
                    <a:pt x="434209" y="4483660"/>
                    <a:pt x="449022" y="4551049"/>
                  </a:cubicBezTo>
                  <a:cubicBezTo>
                    <a:pt x="463737" y="4618436"/>
                    <a:pt x="480389" y="4685588"/>
                    <a:pt x="498882" y="4752365"/>
                  </a:cubicBezTo>
                  <a:cubicBezTo>
                    <a:pt x="517373" y="4819141"/>
                    <a:pt x="537704" y="4885635"/>
                    <a:pt x="559775" y="4951657"/>
                  </a:cubicBezTo>
                  <a:cubicBezTo>
                    <a:pt x="581946" y="5017775"/>
                    <a:pt x="605358" y="5083375"/>
                    <a:pt x="631406" y="5147986"/>
                  </a:cubicBezTo>
                  <a:cubicBezTo>
                    <a:pt x="734055" y="5407608"/>
                    <a:pt x="865188" y="5658570"/>
                    <a:pt x="1023461" y="5893957"/>
                  </a:cubicBezTo>
                  <a:cubicBezTo>
                    <a:pt x="1181487" y="6129578"/>
                    <a:pt x="1367051" y="6349247"/>
                    <a:pt x="1575880" y="6547646"/>
                  </a:cubicBezTo>
                  <a:cubicBezTo>
                    <a:pt x="1680269" y="6646916"/>
                    <a:pt x="1790338" y="6740939"/>
                    <a:pt x="1905228" y="6829468"/>
                  </a:cubicBezTo>
                  <a:lnTo>
                    <a:pt x="1944230" y="6858000"/>
                  </a:lnTo>
                  <a:lnTo>
                    <a:pt x="1372541" y="6858000"/>
                  </a:lnTo>
                  <a:lnTo>
                    <a:pt x="1115251" y="6590005"/>
                  </a:lnTo>
                  <a:cubicBezTo>
                    <a:pt x="418530" y="5790792"/>
                    <a:pt x="0" y="4766182"/>
                    <a:pt x="0" y="3649031"/>
                  </a:cubicBezTo>
                  <a:cubicBezTo>
                    <a:pt x="0" y="2212695"/>
                    <a:pt x="691856" y="929334"/>
                    <a:pt x="1777294" y="81317"/>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1" name="Freeform: Shape 20">
              <a:extLst>
                <a:ext uri="{FF2B5EF4-FFF2-40B4-BE49-F238E27FC236}">
                  <a16:creationId xmlns:a16="http://schemas.microsoft.com/office/drawing/2014/main" id="{82B0ED5C-927D-4C5F-8F27-1B403820B9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3402" y="36937"/>
              <a:ext cx="9767847" cy="6858000"/>
            </a:xfrm>
            <a:custGeom>
              <a:avLst/>
              <a:gdLst>
                <a:gd name="connsiteX0" fmla="*/ 7145704 w 9767847"/>
                <a:gd name="connsiteY0" fmla="*/ 0 h 6858000"/>
                <a:gd name="connsiteX1" fmla="*/ 7875738 w 9767847"/>
                <a:gd name="connsiteY1" fmla="*/ 0 h 6858000"/>
                <a:gd name="connsiteX2" fmla="*/ 7990553 w 9767847"/>
                <a:gd name="connsiteY2" fmla="*/ 85415 h 6858000"/>
                <a:gd name="connsiteX3" fmla="*/ 9767847 w 9767847"/>
                <a:gd name="connsiteY3" fmla="*/ 3653129 h 6858000"/>
                <a:gd name="connsiteX4" fmla="*/ 8652597 w 9767847"/>
                <a:gd name="connsiteY4" fmla="*/ 6594103 h 6858000"/>
                <a:gd name="connsiteX5" fmla="*/ 8399240 w 9767847"/>
                <a:gd name="connsiteY5" fmla="*/ 6858000 h 6858000"/>
                <a:gd name="connsiteX6" fmla="*/ 6766926 w 9767847"/>
                <a:gd name="connsiteY6" fmla="*/ 6858000 h 6858000"/>
                <a:gd name="connsiteX7" fmla="*/ 6804586 w 9767847"/>
                <a:gd name="connsiteY7" fmla="*/ 6821201 h 6858000"/>
                <a:gd name="connsiteX8" fmla="*/ 6881735 w 9767847"/>
                <a:gd name="connsiteY8" fmla="*/ 6745295 h 6858000"/>
                <a:gd name="connsiteX9" fmla="*/ 6958883 w 9767847"/>
                <a:gd name="connsiteY9" fmla="*/ 6668920 h 6858000"/>
                <a:gd name="connsiteX10" fmla="*/ 7267925 w 9767847"/>
                <a:gd name="connsiteY10" fmla="*/ 6359792 h 6858000"/>
                <a:gd name="connsiteX11" fmla="*/ 7424360 w 9767847"/>
                <a:gd name="connsiteY11" fmla="*/ 6204783 h 6858000"/>
                <a:gd name="connsiteX12" fmla="*/ 7504938 w 9767847"/>
                <a:gd name="connsiteY12" fmla="*/ 6126806 h 6858000"/>
                <a:gd name="connsiteX13" fmla="*/ 7546396 w 9767847"/>
                <a:gd name="connsiteY13" fmla="*/ 6087795 h 6858000"/>
                <a:gd name="connsiteX14" fmla="*/ 7588002 w 9767847"/>
                <a:gd name="connsiteY14" fmla="*/ 6049630 h 6858000"/>
                <a:gd name="connsiteX15" fmla="*/ 7631000 w 9767847"/>
                <a:gd name="connsiteY15" fmla="*/ 6010807 h 6858000"/>
                <a:gd name="connsiteX16" fmla="*/ 7675440 w 9767847"/>
                <a:gd name="connsiteY16" fmla="*/ 5972407 h 6858000"/>
                <a:gd name="connsiteX17" fmla="*/ 7720626 w 9767847"/>
                <a:gd name="connsiteY17" fmla="*/ 5934949 h 6858000"/>
                <a:gd name="connsiteX18" fmla="*/ 7766458 w 9767847"/>
                <a:gd name="connsiteY18" fmla="*/ 5898432 h 6858000"/>
                <a:gd name="connsiteX19" fmla="*/ 7955254 w 9767847"/>
                <a:gd name="connsiteY19" fmla="*/ 5760926 h 6858000"/>
                <a:gd name="connsiteX20" fmla="*/ 8352678 w 9767847"/>
                <a:gd name="connsiteY20" fmla="*/ 5521728 h 6858000"/>
                <a:gd name="connsiteX21" fmla="*/ 8451350 w 9767847"/>
                <a:gd name="connsiteY21" fmla="*/ 5469352 h 6858000"/>
                <a:gd name="connsiteX22" fmla="*/ 8548532 w 9767847"/>
                <a:gd name="connsiteY22" fmla="*/ 5417493 h 6858000"/>
                <a:gd name="connsiteX23" fmla="*/ 8729473 w 9767847"/>
                <a:gd name="connsiteY23" fmla="*/ 5314059 h 6858000"/>
                <a:gd name="connsiteX24" fmla="*/ 8770781 w 9767847"/>
                <a:gd name="connsiteY24" fmla="*/ 5287330 h 6858000"/>
                <a:gd name="connsiteX25" fmla="*/ 8790964 w 9767847"/>
                <a:gd name="connsiteY25" fmla="*/ 5273590 h 6858000"/>
                <a:gd name="connsiteX26" fmla="*/ 8810499 w 9767847"/>
                <a:gd name="connsiteY26" fmla="*/ 5259801 h 6858000"/>
                <a:gd name="connsiteX27" fmla="*/ 8883571 w 9767847"/>
                <a:gd name="connsiteY27" fmla="*/ 5202577 h 6858000"/>
                <a:gd name="connsiteX28" fmla="*/ 9006651 w 9767847"/>
                <a:gd name="connsiteY28" fmla="*/ 5074625 h 6858000"/>
                <a:gd name="connsiteX29" fmla="*/ 9033494 w 9767847"/>
                <a:gd name="connsiteY29" fmla="*/ 5038203 h 6858000"/>
                <a:gd name="connsiteX30" fmla="*/ 9040305 w 9767847"/>
                <a:gd name="connsiteY30" fmla="*/ 5028649 h 6858000"/>
                <a:gd name="connsiteX31" fmla="*/ 9046568 w 9767847"/>
                <a:gd name="connsiteY31" fmla="*/ 5019379 h 6858000"/>
                <a:gd name="connsiteX32" fmla="*/ 9058846 w 9767847"/>
                <a:gd name="connsiteY32" fmla="*/ 5000743 h 6858000"/>
                <a:gd name="connsiteX33" fmla="*/ 9104529 w 9767847"/>
                <a:gd name="connsiteY33" fmla="*/ 4922203 h 6858000"/>
                <a:gd name="connsiteX34" fmla="*/ 9181081 w 9767847"/>
                <a:gd name="connsiteY34" fmla="*/ 4748792 h 6858000"/>
                <a:gd name="connsiteX35" fmla="*/ 9240731 w 9767847"/>
                <a:gd name="connsiteY35" fmla="*/ 4561970 h 6858000"/>
                <a:gd name="connsiteX36" fmla="*/ 9265388 w 9767847"/>
                <a:gd name="connsiteY36" fmla="*/ 4465171 h 6858000"/>
                <a:gd name="connsiteX37" fmla="*/ 9276571 w 9767847"/>
                <a:gd name="connsiteY37" fmla="*/ 4416041 h 6858000"/>
                <a:gd name="connsiteX38" fmla="*/ 9281841 w 9767847"/>
                <a:gd name="connsiteY38" fmla="*/ 4391477 h 6858000"/>
                <a:gd name="connsiteX39" fmla="*/ 9286513 w 9767847"/>
                <a:gd name="connsiteY39" fmla="*/ 4368936 h 6858000"/>
                <a:gd name="connsiteX40" fmla="*/ 9296754 w 9767847"/>
                <a:gd name="connsiteY40" fmla="*/ 4316136 h 6858000"/>
                <a:gd name="connsiteX41" fmla="*/ 9301029 w 9767847"/>
                <a:gd name="connsiteY41" fmla="*/ 4293172 h 6858000"/>
                <a:gd name="connsiteX42" fmla="*/ 9302818 w 9767847"/>
                <a:gd name="connsiteY42" fmla="*/ 4282679 h 6858000"/>
                <a:gd name="connsiteX43" fmla="*/ 9304658 w 9767847"/>
                <a:gd name="connsiteY43" fmla="*/ 4270914 h 6858000"/>
                <a:gd name="connsiteX44" fmla="*/ 9312810 w 9767847"/>
                <a:gd name="connsiteY44" fmla="*/ 4220043 h 6858000"/>
                <a:gd name="connsiteX45" fmla="*/ 9316887 w 9767847"/>
                <a:gd name="connsiteY45" fmla="*/ 4194584 h 6858000"/>
                <a:gd name="connsiteX46" fmla="*/ 9318923 w 9767847"/>
                <a:gd name="connsiteY46" fmla="*/ 4181878 h 6858000"/>
                <a:gd name="connsiteX47" fmla="*/ 9320515 w 9767847"/>
                <a:gd name="connsiteY47" fmla="*/ 4168984 h 6858000"/>
                <a:gd name="connsiteX48" fmla="*/ 9332445 w 9767847"/>
                <a:gd name="connsiteY48" fmla="*/ 4069079 h 6858000"/>
                <a:gd name="connsiteX49" fmla="*/ 9336173 w 9767847"/>
                <a:gd name="connsiteY49" fmla="*/ 4022774 h 6858000"/>
                <a:gd name="connsiteX50" fmla="*/ 9340199 w 9767847"/>
                <a:gd name="connsiteY50" fmla="*/ 3969269 h 6858000"/>
                <a:gd name="connsiteX51" fmla="*/ 9347557 w 9767847"/>
                <a:gd name="connsiteY51" fmla="*/ 3770070 h 6858000"/>
                <a:gd name="connsiteX52" fmla="*/ 9346364 w 9767847"/>
                <a:gd name="connsiteY52" fmla="*/ 3669036 h 6858000"/>
                <a:gd name="connsiteX53" fmla="*/ 9344921 w 9767847"/>
                <a:gd name="connsiteY53" fmla="*/ 3619341 h 6858000"/>
                <a:gd name="connsiteX54" fmla="*/ 9344524 w 9767847"/>
                <a:gd name="connsiteY54" fmla="*/ 3607624 h 6858000"/>
                <a:gd name="connsiteX55" fmla="*/ 9343728 w 9767847"/>
                <a:gd name="connsiteY55" fmla="*/ 3594872 h 6858000"/>
                <a:gd name="connsiteX56" fmla="*/ 9342188 w 9767847"/>
                <a:gd name="connsiteY56" fmla="*/ 3569366 h 6858000"/>
                <a:gd name="connsiteX57" fmla="*/ 9339056 w 9767847"/>
                <a:gd name="connsiteY57" fmla="*/ 3518354 h 6858000"/>
                <a:gd name="connsiteX58" fmla="*/ 9334334 w 9767847"/>
                <a:gd name="connsiteY58" fmla="*/ 3467155 h 6858000"/>
                <a:gd name="connsiteX59" fmla="*/ 9329363 w 9767847"/>
                <a:gd name="connsiteY59" fmla="*/ 3415908 h 6858000"/>
                <a:gd name="connsiteX60" fmla="*/ 9328319 w 9767847"/>
                <a:gd name="connsiteY60" fmla="*/ 3404755 h 6858000"/>
                <a:gd name="connsiteX61" fmla="*/ 9327177 w 9767847"/>
                <a:gd name="connsiteY61" fmla="*/ 3394214 h 6858000"/>
                <a:gd name="connsiteX62" fmla="*/ 9324293 w 9767847"/>
                <a:gd name="connsiteY62" fmla="*/ 3370872 h 6858000"/>
                <a:gd name="connsiteX63" fmla="*/ 9320763 w 9767847"/>
                <a:gd name="connsiteY63" fmla="*/ 3344427 h 6858000"/>
                <a:gd name="connsiteX64" fmla="*/ 9317184 w 9767847"/>
                <a:gd name="connsiteY64" fmla="*/ 3315343 h 6858000"/>
                <a:gd name="connsiteX65" fmla="*/ 9311021 w 9767847"/>
                <a:gd name="connsiteY65" fmla="*/ 3270309 h 6858000"/>
                <a:gd name="connsiteX66" fmla="*/ 9302719 w 9767847"/>
                <a:gd name="connsiteY66" fmla="*/ 3219815 h 6858000"/>
                <a:gd name="connsiteX67" fmla="*/ 9293970 w 9767847"/>
                <a:gd name="connsiteY67" fmla="*/ 3169887 h 6858000"/>
                <a:gd name="connsiteX68" fmla="*/ 9252065 w 9767847"/>
                <a:gd name="connsiteY68" fmla="*/ 2971205 h 6858000"/>
                <a:gd name="connsiteX69" fmla="*/ 9227211 w 9767847"/>
                <a:gd name="connsiteY69" fmla="*/ 2872571 h 6858000"/>
                <a:gd name="connsiteX70" fmla="*/ 9220699 w 9767847"/>
                <a:gd name="connsiteY70" fmla="*/ 2848524 h 6858000"/>
                <a:gd name="connsiteX71" fmla="*/ 9213740 w 9767847"/>
                <a:gd name="connsiteY71" fmla="*/ 2824289 h 6858000"/>
                <a:gd name="connsiteX72" fmla="*/ 9199374 w 9767847"/>
                <a:gd name="connsiteY72" fmla="*/ 2775536 h 6858000"/>
                <a:gd name="connsiteX73" fmla="*/ 9061829 w 9767847"/>
                <a:gd name="connsiteY73" fmla="*/ 2389515 h 6858000"/>
                <a:gd name="connsiteX74" fmla="*/ 8978865 w 9767847"/>
                <a:gd name="connsiteY74" fmla="*/ 2200953 h 6858000"/>
                <a:gd name="connsiteX75" fmla="*/ 8956694 w 9767847"/>
                <a:gd name="connsiteY75" fmla="*/ 2154317 h 6858000"/>
                <a:gd name="connsiteX76" fmla="*/ 8934176 w 9767847"/>
                <a:gd name="connsiteY76" fmla="*/ 2108012 h 6858000"/>
                <a:gd name="connsiteX77" fmla="*/ 8887151 w 9767847"/>
                <a:gd name="connsiteY77" fmla="*/ 2015448 h 6858000"/>
                <a:gd name="connsiteX78" fmla="*/ 8787533 w 9767847"/>
                <a:gd name="connsiteY78" fmla="*/ 1832625 h 6858000"/>
                <a:gd name="connsiteX79" fmla="*/ 8761485 w 9767847"/>
                <a:gd name="connsiteY79" fmla="*/ 1787496 h 6858000"/>
                <a:gd name="connsiteX80" fmla="*/ 8734791 w 9767847"/>
                <a:gd name="connsiteY80" fmla="*/ 1741991 h 6858000"/>
                <a:gd name="connsiteX81" fmla="*/ 8680808 w 9767847"/>
                <a:gd name="connsiteY81" fmla="*/ 1652910 h 6858000"/>
                <a:gd name="connsiteX82" fmla="*/ 8567024 w 9767847"/>
                <a:gd name="connsiteY82" fmla="*/ 1477004 h 6858000"/>
                <a:gd name="connsiteX83" fmla="*/ 8537446 w 9767847"/>
                <a:gd name="connsiteY83" fmla="*/ 1433428 h 6858000"/>
                <a:gd name="connsiteX84" fmla="*/ 8507423 w 9767847"/>
                <a:gd name="connsiteY84" fmla="*/ 1389994 h 6858000"/>
                <a:gd name="connsiteX85" fmla="*/ 8446529 w 9767847"/>
                <a:gd name="connsiteY85" fmla="*/ 1304393 h 6858000"/>
                <a:gd name="connsiteX86" fmla="*/ 8319224 w 9767847"/>
                <a:gd name="connsiteY86" fmla="*/ 1135124 h 6858000"/>
                <a:gd name="connsiteX87" fmla="*/ 8286366 w 9767847"/>
                <a:gd name="connsiteY87" fmla="*/ 1093148 h 6858000"/>
                <a:gd name="connsiteX88" fmla="*/ 8270161 w 9767847"/>
                <a:gd name="connsiteY88" fmla="*/ 1072538 h 6858000"/>
                <a:gd name="connsiteX89" fmla="*/ 8253856 w 9767847"/>
                <a:gd name="connsiteY89" fmla="*/ 1052254 h 6858000"/>
                <a:gd name="connsiteX90" fmla="*/ 8186352 w 9767847"/>
                <a:gd name="connsiteY90" fmla="*/ 970373 h 6858000"/>
                <a:gd name="connsiteX91" fmla="*/ 8046768 w 9767847"/>
                <a:gd name="connsiteY91" fmla="*/ 809527 h 6858000"/>
                <a:gd name="connsiteX92" fmla="*/ 8010927 w 9767847"/>
                <a:gd name="connsiteY92" fmla="*/ 769951 h 6858000"/>
                <a:gd name="connsiteX93" fmla="*/ 7974788 w 9767847"/>
                <a:gd name="connsiteY93" fmla="*/ 730751 h 6858000"/>
                <a:gd name="connsiteX94" fmla="*/ 7901070 w 9767847"/>
                <a:gd name="connsiteY94" fmla="*/ 652823 h 6858000"/>
                <a:gd name="connsiteX95" fmla="*/ 7750054 w 9767847"/>
                <a:gd name="connsiteY95" fmla="*/ 501106 h 6858000"/>
                <a:gd name="connsiteX96" fmla="*/ 7592277 w 9767847"/>
                <a:gd name="connsiteY96" fmla="*/ 355319 h 6858000"/>
                <a:gd name="connsiteX97" fmla="*/ 7257734 w 9767847"/>
                <a:gd name="connsiteY97" fmla="*/ 81062 h 6858000"/>
                <a:gd name="connsiteX98" fmla="*/ 1892109 w 9767847"/>
                <a:gd name="connsiteY98" fmla="*/ 0 h 6858000"/>
                <a:gd name="connsiteX99" fmla="*/ 2298402 w 9767847"/>
                <a:gd name="connsiteY99" fmla="*/ 0 h 6858000"/>
                <a:gd name="connsiteX100" fmla="*/ 2135542 w 9767847"/>
                <a:gd name="connsiteY100" fmla="*/ 121879 h 6858000"/>
                <a:gd name="connsiteX101" fmla="*/ 1969576 w 9767847"/>
                <a:gd name="connsiteY101" fmla="*/ 259084 h 6858000"/>
                <a:gd name="connsiteX102" fmla="*/ 1659938 w 9767847"/>
                <a:gd name="connsiteY102" fmla="*/ 553953 h 6858000"/>
                <a:gd name="connsiteX103" fmla="*/ 729383 w 9767847"/>
                <a:gd name="connsiteY103" fmla="*/ 1940578 h 6858000"/>
                <a:gd name="connsiteX104" fmla="*/ 578465 w 9767847"/>
                <a:gd name="connsiteY104" fmla="*/ 2324905 h 6858000"/>
                <a:gd name="connsiteX105" fmla="*/ 465080 w 9767847"/>
                <a:gd name="connsiteY105" fmla="*/ 2718973 h 6858000"/>
                <a:gd name="connsiteX106" fmla="*/ 423820 w 9767847"/>
                <a:gd name="connsiteY106" fmla="*/ 2919535 h 6858000"/>
                <a:gd name="connsiteX107" fmla="*/ 392355 w 9767847"/>
                <a:gd name="connsiteY107" fmla="*/ 3122169 h 6858000"/>
                <a:gd name="connsiteX108" fmla="*/ 358801 w 9767847"/>
                <a:gd name="connsiteY108" fmla="*/ 3531013 h 6858000"/>
                <a:gd name="connsiteX109" fmla="*/ 410350 w 9767847"/>
                <a:gd name="connsiteY109" fmla="*/ 4352324 h 6858000"/>
                <a:gd name="connsiteX110" fmla="*/ 449022 w 9767847"/>
                <a:gd name="connsiteY110" fmla="*/ 4555147 h 6858000"/>
                <a:gd name="connsiteX111" fmla="*/ 498882 w 9767847"/>
                <a:gd name="connsiteY111" fmla="*/ 4756463 h 6858000"/>
                <a:gd name="connsiteX112" fmla="*/ 559775 w 9767847"/>
                <a:gd name="connsiteY112" fmla="*/ 4955755 h 6858000"/>
                <a:gd name="connsiteX113" fmla="*/ 631406 w 9767847"/>
                <a:gd name="connsiteY113" fmla="*/ 5152084 h 6858000"/>
                <a:gd name="connsiteX114" fmla="*/ 1023461 w 9767847"/>
                <a:gd name="connsiteY114" fmla="*/ 5898055 h 6858000"/>
                <a:gd name="connsiteX115" fmla="*/ 1575880 w 9767847"/>
                <a:gd name="connsiteY115" fmla="*/ 6551744 h 6858000"/>
                <a:gd name="connsiteX116" fmla="*/ 1905228 w 9767847"/>
                <a:gd name="connsiteY116" fmla="*/ 6833566 h 6858000"/>
                <a:gd name="connsiteX117" fmla="*/ 1938629 w 9767847"/>
                <a:gd name="connsiteY117" fmla="*/ 6858000 h 6858000"/>
                <a:gd name="connsiteX118" fmla="*/ 1368607 w 9767847"/>
                <a:gd name="connsiteY118" fmla="*/ 6858000 h 6858000"/>
                <a:gd name="connsiteX119" fmla="*/ 1115251 w 9767847"/>
                <a:gd name="connsiteY119" fmla="*/ 6594103 h 6858000"/>
                <a:gd name="connsiteX120" fmla="*/ 0 w 9767847"/>
                <a:gd name="connsiteY120" fmla="*/ 3653129 h 6858000"/>
                <a:gd name="connsiteX121" fmla="*/ 1777294 w 9767847"/>
                <a:gd name="connsiteY121" fmla="*/ 854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9767847" h="6858000">
                  <a:moveTo>
                    <a:pt x="7145704" y="0"/>
                  </a:moveTo>
                  <a:lnTo>
                    <a:pt x="7875738" y="0"/>
                  </a:lnTo>
                  <a:lnTo>
                    <a:pt x="7990553" y="85415"/>
                  </a:lnTo>
                  <a:cubicBezTo>
                    <a:pt x="9075991" y="933432"/>
                    <a:pt x="9767847" y="2216793"/>
                    <a:pt x="9767847" y="3653129"/>
                  </a:cubicBezTo>
                  <a:cubicBezTo>
                    <a:pt x="9767847" y="4770280"/>
                    <a:pt x="9349317" y="5794890"/>
                    <a:pt x="8652597" y="6594103"/>
                  </a:cubicBezTo>
                  <a:lnTo>
                    <a:pt x="8399240" y="6858000"/>
                  </a:lnTo>
                  <a:lnTo>
                    <a:pt x="6766926" y="6858000"/>
                  </a:lnTo>
                  <a:lnTo>
                    <a:pt x="6804586" y="6821201"/>
                  </a:lnTo>
                  <a:lnTo>
                    <a:pt x="6881735" y="6745295"/>
                  </a:lnTo>
                  <a:cubicBezTo>
                    <a:pt x="6907435" y="6719979"/>
                    <a:pt x="6933134" y="6694896"/>
                    <a:pt x="6958883" y="6668920"/>
                  </a:cubicBezTo>
                  <a:lnTo>
                    <a:pt x="7267925" y="6359792"/>
                  </a:lnTo>
                  <a:lnTo>
                    <a:pt x="7424360" y="6204783"/>
                  </a:lnTo>
                  <a:cubicBezTo>
                    <a:pt x="7450754" y="6178900"/>
                    <a:pt x="7477598" y="6152829"/>
                    <a:pt x="7504938" y="6126806"/>
                  </a:cubicBezTo>
                  <a:lnTo>
                    <a:pt x="7546396" y="6087795"/>
                  </a:lnTo>
                  <a:cubicBezTo>
                    <a:pt x="7560264" y="6074901"/>
                    <a:pt x="7574780" y="6061630"/>
                    <a:pt x="7588002" y="6049630"/>
                  </a:cubicBezTo>
                  <a:lnTo>
                    <a:pt x="7631000" y="6010807"/>
                  </a:lnTo>
                  <a:lnTo>
                    <a:pt x="7675440" y="5972407"/>
                  </a:lnTo>
                  <a:cubicBezTo>
                    <a:pt x="7690404" y="5959796"/>
                    <a:pt x="7705564" y="5947419"/>
                    <a:pt x="7720626" y="5934949"/>
                  </a:cubicBezTo>
                  <a:cubicBezTo>
                    <a:pt x="7735738" y="5922525"/>
                    <a:pt x="7751197" y="5910619"/>
                    <a:pt x="7766458" y="5898432"/>
                  </a:cubicBezTo>
                  <a:cubicBezTo>
                    <a:pt x="7827949" y="5850290"/>
                    <a:pt x="7890979" y="5804597"/>
                    <a:pt x="7955254" y="5760926"/>
                  </a:cubicBezTo>
                  <a:cubicBezTo>
                    <a:pt x="8083800" y="5673632"/>
                    <a:pt x="8216872" y="5594434"/>
                    <a:pt x="8352678" y="5521728"/>
                  </a:cubicBezTo>
                  <a:lnTo>
                    <a:pt x="8451350" y="5469352"/>
                  </a:lnTo>
                  <a:lnTo>
                    <a:pt x="8548532" y="5417493"/>
                  </a:lnTo>
                  <a:cubicBezTo>
                    <a:pt x="8612110" y="5383188"/>
                    <a:pt x="8673251" y="5349306"/>
                    <a:pt x="8729473" y="5314059"/>
                  </a:cubicBezTo>
                  <a:cubicBezTo>
                    <a:pt x="8743591" y="5305213"/>
                    <a:pt x="8757161" y="5296459"/>
                    <a:pt x="8770781" y="5287330"/>
                  </a:cubicBezTo>
                  <a:cubicBezTo>
                    <a:pt x="8777591" y="5282765"/>
                    <a:pt x="8784451" y="5278201"/>
                    <a:pt x="8790964" y="5273590"/>
                  </a:cubicBezTo>
                  <a:cubicBezTo>
                    <a:pt x="8797574" y="5268977"/>
                    <a:pt x="8804235" y="5264412"/>
                    <a:pt x="8810499" y="5259801"/>
                  </a:cubicBezTo>
                  <a:cubicBezTo>
                    <a:pt x="8835999" y="5241401"/>
                    <a:pt x="8860407" y="5222389"/>
                    <a:pt x="8883571" y="5202577"/>
                  </a:cubicBezTo>
                  <a:cubicBezTo>
                    <a:pt x="8929900" y="5162954"/>
                    <a:pt x="8971258" y="5120413"/>
                    <a:pt x="9006651" y="5074625"/>
                  </a:cubicBezTo>
                  <a:cubicBezTo>
                    <a:pt x="9015351" y="5063426"/>
                    <a:pt x="9024398" y="5050955"/>
                    <a:pt x="9033494" y="5038203"/>
                  </a:cubicBezTo>
                  <a:lnTo>
                    <a:pt x="9040305" y="5028649"/>
                  </a:lnTo>
                  <a:lnTo>
                    <a:pt x="9046568" y="5019379"/>
                  </a:lnTo>
                  <a:cubicBezTo>
                    <a:pt x="9050743" y="5013261"/>
                    <a:pt x="9054819" y="5007050"/>
                    <a:pt x="9058846" y="5000743"/>
                  </a:cubicBezTo>
                  <a:cubicBezTo>
                    <a:pt x="9075002" y="4975615"/>
                    <a:pt x="9090212" y="4949403"/>
                    <a:pt x="9104529" y="4922203"/>
                  </a:cubicBezTo>
                  <a:cubicBezTo>
                    <a:pt x="9133211" y="4867850"/>
                    <a:pt x="9158313" y="4809545"/>
                    <a:pt x="9181081" y="4748792"/>
                  </a:cubicBezTo>
                  <a:cubicBezTo>
                    <a:pt x="9203748" y="4688276"/>
                    <a:pt x="9223383" y="4625876"/>
                    <a:pt x="9240731" y="4561970"/>
                  </a:cubicBezTo>
                  <a:cubicBezTo>
                    <a:pt x="9249481" y="4530064"/>
                    <a:pt x="9257682" y="4497782"/>
                    <a:pt x="9265388" y="4465171"/>
                  </a:cubicBezTo>
                  <a:cubicBezTo>
                    <a:pt x="9269215" y="4448842"/>
                    <a:pt x="9272943" y="4432465"/>
                    <a:pt x="9276571" y="4416041"/>
                  </a:cubicBezTo>
                  <a:lnTo>
                    <a:pt x="9281841" y="4391477"/>
                  </a:lnTo>
                  <a:lnTo>
                    <a:pt x="9286513" y="4368936"/>
                  </a:lnTo>
                  <a:lnTo>
                    <a:pt x="9296754" y="4316136"/>
                  </a:lnTo>
                  <a:lnTo>
                    <a:pt x="9301029" y="4293172"/>
                  </a:lnTo>
                  <a:lnTo>
                    <a:pt x="9302818" y="4282679"/>
                  </a:lnTo>
                  <a:lnTo>
                    <a:pt x="9304658" y="4270914"/>
                  </a:lnTo>
                  <a:lnTo>
                    <a:pt x="9312810" y="4220043"/>
                  </a:lnTo>
                  <a:lnTo>
                    <a:pt x="9316887" y="4194584"/>
                  </a:lnTo>
                  <a:lnTo>
                    <a:pt x="9318923" y="4181878"/>
                  </a:lnTo>
                  <a:cubicBezTo>
                    <a:pt x="9319570" y="4177644"/>
                    <a:pt x="9319969" y="4173267"/>
                    <a:pt x="9320515" y="4168984"/>
                  </a:cubicBezTo>
                  <a:lnTo>
                    <a:pt x="9332445" y="4069079"/>
                  </a:lnTo>
                  <a:cubicBezTo>
                    <a:pt x="9333836" y="4056468"/>
                    <a:pt x="9334880" y="4040986"/>
                    <a:pt x="9336173" y="4022774"/>
                  </a:cubicBezTo>
                  <a:lnTo>
                    <a:pt x="9340199" y="3969269"/>
                  </a:lnTo>
                  <a:cubicBezTo>
                    <a:pt x="9345071" y="3903904"/>
                    <a:pt x="9347358" y="3837081"/>
                    <a:pt x="9347557" y="3770070"/>
                  </a:cubicBezTo>
                  <a:cubicBezTo>
                    <a:pt x="9347656" y="3736518"/>
                    <a:pt x="9347209" y="3702871"/>
                    <a:pt x="9346364" y="3669036"/>
                  </a:cubicBezTo>
                  <a:lnTo>
                    <a:pt x="9344921" y="3619341"/>
                  </a:lnTo>
                  <a:lnTo>
                    <a:pt x="9344524" y="3607624"/>
                  </a:lnTo>
                  <a:lnTo>
                    <a:pt x="9343728" y="3594872"/>
                  </a:lnTo>
                  <a:lnTo>
                    <a:pt x="9342188" y="3569366"/>
                  </a:lnTo>
                  <a:lnTo>
                    <a:pt x="9339056" y="3518354"/>
                  </a:lnTo>
                  <a:cubicBezTo>
                    <a:pt x="9337914" y="3501319"/>
                    <a:pt x="9335874" y="3484236"/>
                    <a:pt x="9334334" y="3467155"/>
                  </a:cubicBezTo>
                  <a:lnTo>
                    <a:pt x="9329363" y="3415908"/>
                  </a:lnTo>
                  <a:lnTo>
                    <a:pt x="9328319" y="3404755"/>
                  </a:lnTo>
                  <a:lnTo>
                    <a:pt x="9327177" y="3394214"/>
                  </a:lnTo>
                  <a:lnTo>
                    <a:pt x="9324293" y="3370872"/>
                  </a:lnTo>
                  <a:lnTo>
                    <a:pt x="9320763" y="3344427"/>
                  </a:lnTo>
                  <a:lnTo>
                    <a:pt x="9317184" y="3315343"/>
                  </a:lnTo>
                  <a:cubicBezTo>
                    <a:pt x="9315594" y="3300991"/>
                    <a:pt x="9313506" y="3286404"/>
                    <a:pt x="9311021" y="3270309"/>
                  </a:cubicBezTo>
                  <a:lnTo>
                    <a:pt x="9302719" y="3219815"/>
                  </a:lnTo>
                  <a:cubicBezTo>
                    <a:pt x="9299936" y="3203157"/>
                    <a:pt x="9297003" y="3186498"/>
                    <a:pt x="9293970" y="3169887"/>
                  </a:cubicBezTo>
                  <a:cubicBezTo>
                    <a:pt x="9281891" y="3103393"/>
                    <a:pt x="9267674" y="3037182"/>
                    <a:pt x="9252065" y="2971205"/>
                  </a:cubicBezTo>
                  <a:cubicBezTo>
                    <a:pt x="9244261" y="2938265"/>
                    <a:pt x="9235959" y="2905371"/>
                    <a:pt x="9227211" y="2872571"/>
                  </a:cubicBezTo>
                  <a:lnTo>
                    <a:pt x="9220699" y="2848524"/>
                  </a:lnTo>
                  <a:lnTo>
                    <a:pt x="9213740" y="2824289"/>
                  </a:lnTo>
                  <a:cubicBezTo>
                    <a:pt x="9209216" y="2808147"/>
                    <a:pt x="9204345" y="2791866"/>
                    <a:pt x="9199374" y="2775536"/>
                  </a:cubicBezTo>
                  <a:cubicBezTo>
                    <a:pt x="9159855" y="2645184"/>
                    <a:pt x="9114272" y="2516197"/>
                    <a:pt x="9061829" y="2389515"/>
                  </a:cubicBezTo>
                  <a:cubicBezTo>
                    <a:pt x="9035582" y="2326175"/>
                    <a:pt x="9008043" y="2263258"/>
                    <a:pt x="8978865" y="2200953"/>
                  </a:cubicBezTo>
                  <a:lnTo>
                    <a:pt x="8956694" y="2154317"/>
                  </a:lnTo>
                  <a:lnTo>
                    <a:pt x="8934176" y="2108012"/>
                  </a:lnTo>
                  <a:cubicBezTo>
                    <a:pt x="8918915" y="2077189"/>
                    <a:pt x="8903157" y="2046130"/>
                    <a:pt x="8887151" y="2015448"/>
                  </a:cubicBezTo>
                  <a:cubicBezTo>
                    <a:pt x="8854988" y="1953989"/>
                    <a:pt x="8822082" y="1892908"/>
                    <a:pt x="8787533" y="1832625"/>
                  </a:cubicBezTo>
                  <a:lnTo>
                    <a:pt x="8761485" y="1787496"/>
                  </a:lnTo>
                  <a:lnTo>
                    <a:pt x="8734791" y="1741991"/>
                  </a:lnTo>
                  <a:cubicBezTo>
                    <a:pt x="8717047" y="1711921"/>
                    <a:pt x="8699200" y="1682461"/>
                    <a:pt x="8680808" y="1652910"/>
                  </a:cubicBezTo>
                  <a:cubicBezTo>
                    <a:pt x="8644322" y="1593756"/>
                    <a:pt x="8606194" y="1535216"/>
                    <a:pt x="8567024" y="1477004"/>
                  </a:cubicBezTo>
                  <a:lnTo>
                    <a:pt x="8537446" y="1433428"/>
                  </a:lnTo>
                  <a:lnTo>
                    <a:pt x="8507423" y="1389994"/>
                  </a:lnTo>
                  <a:cubicBezTo>
                    <a:pt x="8487390" y="1361382"/>
                    <a:pt x="8467158" y="1332817"/>
                    <a:pt x="8446529" y="1304393"/>
                  </a:cubicBezTo>
                  <a:cubicBezTo>
                    <a:pt x="8405271" y="1247595"/>
                    <a:pt x="8362718" y="1191218"/>
                    <a:pt x="8319224" y="1135124"/>
                  </a:cubicBezTo>
                  <a:lnTo>
                    <a:pt x="8286366" y="1093148"/>
                  </a:lnTo>
                  <a:lnTo>
                    <a:pt x="8270161" y="1072538"/>
                  </a:lnTo>
                  <a:lnTo>
                    <a:pt x="8253856" y="1052254"/>
                  </a:lnTo>
                  <a:cubicBezTo>
                    <a:pt x="8231636" y="1024773"/>
                    <a:pt x="8209117" y="997479"/>
                    <a:pt x="8186352" y="970373"/>
                  </a:cubicBezTo>
                  <a:cubicBezTo>
                    <a:pt x="8140917" y="916020"/>
                    <a:pt x="8094240" y="862515"/>
                    <a:pt x="8046768" y="809527"/>
                  </a:cubicBezTo>
                  <a:lnTo>
                    <a:pt x="8010927" y="769951"/>
                  </a:lnTo>
                  <a:lnTo>
                    <a:pt x="7974788" y="730751"/>
                  </a:lnTo>
                  <a:cubicBezTo>
                    <a:pt x="7950382" y="704587"/>
                    <a:pt x="7925824" y="678563"/>
                    <a:pt x="7901070" y="652823"/>
                  </a:cubicBezTo>
                  <a:cubicBezTo>
                    <a:pt x="7851510" y="601387"/>
                    <a:pt x="7801404" y="550612"/>
                    <a:pt x="7750054" y="501106"/>
                  </a:cubicBezTo>
                  <a:cubicBezTo>
                    <a:pt x="7698902" y="451742"/>
                    <a:pt x="7645913" y="403036"/>
                    <a:pt x="7592277" y="355319"/>
                  </a:cubicBezTo>
                  <a:cubicBezTo>
                    <a:pt x="7484856" y="259884"/>
                    <a:pt x="7373308" y="168402"/>
                    <a:pt x="7257734" y="81062"/>
                  </a:cubicBezTo>
                  <a:close/>
                  <a:moveTo>
                    <a:pt x="1892109" y="0"/>
                  </a:moveTo>
                  <a:lnTo>
                    <a:pt x="2298402" y="0"/>
                  </a:lnTo>
                  <a:lnTo>
                    <a:pt x="2135542" y="121879"/>
                  </a:lnTo>
                  <a:cubicBezTo>
                    <a:pt x="2078998" y="166378"/>
                    <a:pt x="2023659" y="212143"/>
                    <a:pt x="1969576" y="259084"/>
                  </a:cubicBezTo>
                  <a:cubicBezTo>
                    <a:pt x="1861309" y="352918"/>
                    <a:pt x="1758064" y="451412"/>
                    <a:pt x="1659938" y="553953"/>
                  </a:cubicBezTo>
                  <a:cubicBezTo>
                    <a:pt x="1266987" y="964444"/>
                    <a:pt x="953820" y="1435593"/>
                    <a:pt x="729383" y="1940578"/>
                  </a:cubicBezTo>
                  <a:cubicBezTo>
                    <a:pt x="673260" y="2066459"/>
                    <a:pt x="622855" y="2195070"/>
                    <a:pt x="578465" y="2324905"/>
                  </a:cubicBezTo>
                  <a:cubicBezTo>
                    <a:pt x="534125" y="2454785"/>
                    <a:pt x="496147" y="2586314"/>
                    <a:pt x="465080" y="2718973"/>
                  </a:cubicBezTo>
                  <a:cubicBezTo>
                    <a:pt x="449769" y="2785089"/>
                    <a:pt x="435850" y="2852289"/>
                    <a:pt x="423820" y="2919535"/>
                  </a:cubicBezTo>
                  <a:cubicBezTo>
                    <a:pt x="411840" y="2986829"/>
                    <a:pt x="401054" y="3054358"/>
                    <a:pt x="392355" y="3122169"/>
                  </a:cubicBezTo>
                  <a:cubicBezTo>
                    <a:pt x="374509" y="3257744"/>
                    <a:pt x="363424" y="3393978"/>
                    <a:pt x="358801" y="3531013"/>
                  </a:cubicBezTo>
                  <a:cubicBezTo>
                    <a:pt x="349009" y="3804941"/>
                    <a:pt x="366357" y="4079668"/>
                    <a:pt x="410350" y="4352324"/>
                  </a:cubicBezTo>
                  <a:cubicBezTo>
                    <a:pt x="421286" y="4420230"/>
                    <a:pt x="434209" y="4487758"/>
                    <a:pt x="449022" y="4555147"/>
                  </a:cubicBezTo>
                  <a:cubicBezTo>
                    <a:pt x="463737" y="4622534"/>
                    <a:pt x="480389" y="4689686"/>
                    <a:pt x="498882" y="4756463"/>
                  </a:cubicBezTo>
                  <a:cubicBezTo>
                    <a:pt x="517373" y="4823239"/>
                    <a:pt x="537704" y="4889733"/>
                    <a:pt x="559775" y="4955755"/>
                  </a:cubicBezTo>
                  <a:cubicBezTo>
                    <a:pt x="581946" y="5021873"/>
                    <a:pt x="605358" y="5087473"/>
                    <a:pt x="631406" y="5152084"/>
                  </a:cubicBezTo>
                  <a:cubicBezTo>
                    <a:pt x="734055" y="5411706"/>
                    <a:pt x="865188" y="5662668"/>
                    <a:pt x="1023461" y="5898055"/>
                  </a:cubicBezTo>
                  <a:cubicBezTo>
                    <a:pt x="1181487" y="6133676"/>
                    <a:pt x="1367051" y="6353345"/>
                    <a:pt x="1575880" y="6551744"/>
                  </a:cubicBezTo>
                  <a:cubicBezTo>
                    <a:pt x="1680269" y="6651014"/>
                    <a:pt x="1790338" y="6745037"/>
                    <a:pt x="1905228" y="6833566"/>
                  </a:cubicBezTo>
                  <a:lnTo>
                    <a:pt x="1938629" y="6858000"/>
                  </a:lnTo>
                  <a:lnTo>
                    <a:pt x="1368607" y="6858000"/>
                  </a:lnTo>
                  <a:lnTo>
                    <a:pt x="1115251" y="6594103"/>
                  </a:lnTo>
                  <a:cubicBezTo>
                    <a:pt x="418530" y="5794890"/>
                    <a:pt x="0" y="4770280"/>
                    <a:pt x="0" y="3653129"/>
                  </a:cubicBezTo>
                  <a:cubicBezTo>
                    <a:pt x="0" y="2216793"/>
                    <a:pt x="691856" y="933432"/>
                    <a:pt x="1777294" y="85415"/>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grpSp>
      <p:sp>
        <p:nvSpPr>
          <p:cNvPr id="2" name="Title 1">
            <a:extLst>
              <a:ext uri="{FF2B5EF4-FFF2-40B4-BE49-F238E27FC236}">
                <a16:creationId xmlns:a16="http://schemas.microsoft.com/office/drawing/2014/main" id="{8FB44EAD-9809-7711-9716-CB8F557A1391}"/>
              </a:ext>
            </a:extLst>
          </p:cNvPr>
          <p:cNvSpPr>
            <a:spLocks noGrp="1"/>
          </p:cNvSpPr>
          <p:nvPr>
            <p:ph type="ctrTitle"/>
          </p:nvPr>
        </p:nvSpPr>
        <p:spPr>
          <a:xfrm>
            <a:off x="876300" y="45868"/>
            <a:ext cx="10263459" cy="923925"/>
          </a:xfrm>
        </p:spPr>
        <p:txBody>
          <a:bodyPr anchor="b">
            <a:normAutofit/>
          </a:bodyPr>
          <a:lstStyle/>
          <a:p>
            <a:r>
              <a:rPr lang="en-IN" sz="4000" dirty="0">
                <a:solidFill>
                  <a:schemeClr val="tx2"/>
                </a:solidFill>
                <a:latin typeface="Engravers MT" panose="02090707080505020304" pitchFamily="18" charset="0"/>
              </a:rPr>
              <a:t>History  of MISRA-C</a:t>
            </a:r>
            <a:endParaRPr lang="en-IN" sz="4000" dirty="0">
              <a:solidFill>
                <a:schemeClr val="tx2"/>
              </a:solidFill>
            </a:endParaRPr>
          </a:p>
        </p:txBody>
      </p:sp>
      <p:grpSp>
        <p:nvGrpSpPr>
          <p:cNvPr id="23" name="Group 22">
            <a:extLst>
              <a:ext uri="{FF2B5EF4-FFF2-40B4-BE49-F238E27FC236}">
                <a16:creationId xmlns:a16="http://schemas.microsoft.com/office/drawing/2014/main" id="{87F87F1B-42BA-4AC7-A4E2-41544DDB2CE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05" y="-4155"/>
            <a:ext cx="2514948" cy="2174333"/>
            <a:chOff x="-305" y="-4155"/>
            <a:chExt cx="2514948" cy="2174333"/>
          </a:xfrm>
        </p:grpSpPr>
        <p:sp>
          <p:nvSpPr>
            <p:cNvPr id="24" name="Freeform: Shape 23">
              <a:extLst>
                <a:ext uri="{FF2B5EF4-FFF2-40B4-BE49-F238E27FC236}">
                  <a16:creationId xmlns:a16="http://schemas.microsoft.com/office/drawing/2014/main" id="{68B53067-4E48-4E71-A6A9-A8CAABAFBF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Shape 24">
              <a:extLst>
                <a:ext uri="{FF2B5EF4-FFF2-40B4-BE49-F238E27FC236}">
                  <a16:creationId xmlns:a16="http://schemas.microsoft.com/office/drawing/2014/main" id="{06D1A0D3-4BB8-41D9-9CE7-2884C83F44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reeform: Shape 25">
              <a:extLst>
                <a:ext uri="{FF2B5EF4-FFF2-40B4-BE49-F238E27FC236}">
                  <a16:creationId xmlns:a16="http://schemas.microsoft.com/office/drawing/2014/main" id="{81E20F06-3B09-4B89-A36B-AB8BFBCCA5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27" name="Freeform: Shape 26">
              <a:extLst>
                <a:ext uri="{FF2B5EF4-FFF2-40B4-BE49-F238E27FC236}">
                  <a16:creationId xmlns:a16="http://schemas.microsoft.com/office/drawing/2014/main" id="{DAE6C3D7-7D5B-4926-877D-45F117BB6B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9" name="Group 28">
            <a:extLst>
              <a:ext uri="{FF2B5EF4-FFF2-40B4-BE49-F238E27FC236}">
                <a16:creationId xmlns:a16="http://schemas.microsoft.com/office/drawing/2014/main" id="{967346A5-7569-4F15-AB5D-BE3DADF192C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9685727" y="4683666"/>
            <a:ext cx="2514948" cy="2174333"/>
            <a:chOff x="-305" y="-4155"/>
            <a:chExt cx="2514948" cy="2174333"/>
          </a:xfrm>
        </p:grpSpPr>
        <p:sp>
          <p:nvSpPr>
            <p:cNvPr id="30" name="Freeform: Shape 29">
              <a:extLst>
                <a:ext uri="{FF2B5EF4-FFF2-40B4-BE49-F238E27FC236}">
                  <a16:creationId xmlns:a16="http://schemas.microsoft.com/office/drawing/2014/main" id="{E1951533-A568-4765-AB1F-F71D9AFDEA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reeform: Shape 30">
              <a:extLst>
                <a:ext uri="{FF2B5EF4-FFF2-40B4-BE49-F238E27FC236}">
                  <a16:creationId xmlns:a16="http://schemas.microsoft.com/office/drawing/2014/main" id="{A7214F52-4F3F-4C96-A62E-F1401D6C04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Freeform: Shape 31">
              <a:extLst>
                <a:ext uri="{FF2B5EF4-FFF2-40B4-BE49-F238E27FC236}">
                  <a16:creationId xmlns:a16="http://schemas.microsoft.com/office/drawing/2014/main" id="{023146A1-291C-4FA0-AB5B-EB04D42398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33" name="Freeform: Shape 32">
              <a:extLst>
                <a:ext uri="{FF2B5EF4-FFF2-40B4-BE49-F238E27FC236}">
                  <a16:creationId xmlns:a16="http://schemas.microsoft.com/office/drawing/2014/main" id="{62977932-2B03-4899-8306-5002CEE68E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5" name="Title 1">
            <a:extLst>
              <a:ext uri="{FF2B5EF4-FFF2-40B4-BE49-F238E27FC236}">
                <a16:creationId xmlns:a16="http://schemas.microsoft.com/office/drawing/2014/main" id="{D6EE584E-84BC-FC84-2A5F-A0E7AF1256B7}"/>
              </a:ext>
            </a:extLst>
          </p:cNvPr>
          <p:cNvSpPr txBox="1">
            <a:spLocks/>
          </p:cNvSpPr>
          <p:nvPr/>
        </p:nvSpPr>
        <p:spPr>
          <a:xfrm>
            <a:off x="10382250" y="3983"/>
            <a:ext cx="1809445" cy="44767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2000" dirty="0">
                <a:solidFill>
                  <a:schemeClr val="tx2"/>
                </a:solidFill>
              </a:rPr>
              <a:t>MISRA C -2012</a:t>
            </a:r>
          </a:p>
        </p:txBody>
      </p:sp>
      <p:sp>
        <p:nvSpPr>
          <p:cNvPr id="6" name="Subtitle 2">
            <a:extLst>
              <a:ext uri="{FF2B5EF4-FFF2-40B4-BE49-F238E27FC236}">
                <a16:creationId xmlns:a16="http://schemas.microsoft.com/office/drawing/2014/main" id="{C992C8E1-40D9-45CC-B67A-D8B86D2A381E}"/>
              </a:ext>
            </a:extLst>
          </p:cNvPr>
          <p:cNvSpPr txBox="1">
            <a:spLocks/>
          </p:cNvSpPr>
          <p:nvPr/>
        </p:nvSpPr>
        <p:spPr>
          <a:xfrm>
            <a:off x="3432265" y="853500"/>
            <a:ext cx="5188034" cy="682079"/>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115000"/>
              </a:lnSpc>
              <a:spcAft>
                <a:spcPts val="800"/>
              </a:spcAft>
            </a:pPr>
            <a:r>
              <a:rPr lang="en-IN" kern="100" dirty="0">
                <a:solidFill>
                  <a:srgbClr val="666666"/>
                </a:solidFill>
                <a:effectLst/>
                <a:highlight>
                  <a:srgbClr val="FFFF00"/>
                </a:highlight>
                <a:latin typeface="Times New Roman" panose="02020603050405020304" pitchFamily="18" charset="0"/>
                <a:ea typeface="Aptos" panose="020B0004020202020204" pitchFamily="34" charset="0"/>
                <a:cs typeface="Times New Roman" panose="02020603050405020304" pitchFamily="18" charset="0"/>
              </a:rPr>
              <a:t>Misra2012:Rule-8.4</a:t>
            </a:r>
          </a:p>
        </p:txBody>
      </p:sp>
      <p:sp>
        <p:nvSpPr>
          <p:cNvPr id="3" name="TextBox 2">
            <a:extLst>
              <a:ext uri="{FF2B5EF4-FFF2-40B4-BE49-F238E27FC236}">
                <a16:creationId xmlns:a16="http://schemas.microsoft.com/office/drawing/2014/main" id="{F52B51FF-E201-359D-4743-DA9B627F1CC1}"/>
              </a:ext>
            </a:extLst>
          </p:cNvPr>
          <p:cNvSpPr txBox="1"/>
          <p:nvPr/>
        </p:nvSpPr>
        <p:spPr>
          <a:xfrm>
            <a:off x="1017798" y="1309665"/>
            <a:ext cx="10263459" cy="369332"/>
          </a:xfrm>
          <a:prstGeom prst="rect">
            <a:avLst/>
          </a:prstGeom>
          <a:noFill/>
        </p:spPr>
        <p:txBody>
          <a:bodyPr wrap="square">
            <a:spAutoFit/>
          </a:bodyPr>
          <a:lstStyle/>
          <a:p>
            <a:pPr marL="285750" indent="-285750" algn="l">
              <a:buFont typeface="Wingdings" panose="05000000000000000000" pitchFamily="2" charset="2"/>
              <a:buChar char="q"/>
            </a:pPr>
            <a:r>
              <a:rPr lang="en-US" sz="1800" b="1" i="0" u="none" strike="noStrike" baseline="0" dirty="0">
                <a:latin typeface="Times New Roman" panose="02020603050405020304" pitchFamily="18" charset="0"/>
                <a:cs typeface="Times New Roman" panose="02020603050405020304" pitchFamily="18" charset="0"/>
              </a:rPr>
              <a:t>A compatible declaration shall be visible when an object or function with external linkage is defined</a:t>
            </a:r>
            <a:endParaRPr lang="en-IN" b="1" kern="100" dirty="0">
              <a:effectLst/>
              <a:highlight>
                <a:srgbClr val="FFFF00"/>
              </a:highlight>
              <a:latin typeface="Times New Roman" panose="02020603050405020304" pitchFamily="18" charset="0"/>
              <a:ea typeface="Aptos" panose="020B0004020202020204" pitchFamily="34" charset="0"/>
              <a:cs typeface="Times New Roman" panose="02020603050405020304" pitchFamily="18" charset="0"/>
            </a:endParaRPr>
          </a:p>
        </p:txBody>
      </p:sp>
      <p:sp>
        <p:nvSpPr>
          <p:cNvPr id="11" name="TextBox 10">
            <a:extLst>
              <a:ext uri="{FF2B5EF4-FFF2-40B4-BE49-F238E27FC236}">
                <a16:creationId xmlns:a16="http://schemas.microsoft.com/office/drawing/2014/main" id="{3BAF9C64-DAA2-791C-A360-DC870B79332D}"/>
              </a:ext>
            </a:extLst>
          </p:cNvPr>
          <p:cNvSpPr txBox="1"/>
          <p:nvPr/>
        </p:nvSpPr>
        <p:spPr>
          <a:xfrm>
            <a:off x="1297026" y="1673293"/>
            <a:ext cx="9642403" cy="369332"/>
          </a:xfrm>
          <a:prstGeom prst="rect">
            <a:avLst/>
          </a:prstGeom>
          <a:noFill/>
        </p:spPr>
        <p:txBody>
          <a:bodyPr wrap="square">
            <a:spAutoFit/>
          </a:bodyPr>
          <a:lstStyle/>
          <a:p>
            <a:pPr algn="l"/>
            <a:r>
              <a:rPr lang="en-IN" sz="1800" b="0" i="0" u="none" strike="noStrike" baseline="0" dirty="0">
                <a:latin typeface="OpenSans"/>
              </a:rPr>
              <a:t>Category –</a:t>
            </a:r>
            <a:r>
              <a:rPr lang="en-IN" sz="1800" b="0" i="0" u="none" strike="noStrike" baseline="0" dirty="0">
                <a:latin typeface="OpenSans-Light"/>
              </a:rPr>
              <a:t>Required    Analysis </a:t>
            </a:r>
            <a:r>
              <a:rPr lang="en-IN" sz="1800" b="0" i="0" u="none" strike="noStrike" baseline="0" dirty="0">
                <a:latin typeface="OpenSans"/>
              </a:rPr>
              <a:t> -</a:t>
            </a:r>
            <a:r>
              <a:rPr lang="en-IN" sz="1800" b="0" i="0" u="none" strike="noStrike" baseline="0" dirty="0">
                <a:latin typeface="OpenSans-Light"/>
              </a:rPr>
              <a:t> Decidable, Single Translation Unit    </a:t>
            </a:r>
            <a:r>
              <a:rPr lang="en-IN" sz="1800" b="0" i="0" u="none" strike="noStrike" baseline="0" dirty="0">
                <a:latin typeface="OpenSans"/>
              </a:rPr>
              <a:t>Applies to -</a:t>
            </a:r>
            <a:r>
              <a:rPr lang="en-IN" sz="1800" b="0" i="0" u="none" strike="noStrike" baseline="0" dirty="0">
                <a:latin typeface="OpenSans-Light"/>
              </a:rPr>
              <a:t> C90, C99</a:t>
            </a:r>
            <a:endParaRPr lang="en-IN" dirty="0"/>
          </a:p>
        </p:txBody>
      </p:sp>
      <p:sp>
        <p:nvSpPr>
          <p:cNvPr id="12" name="TextBox 11">
            <a:extLst>
              <a:ext uri="{FF2B5EF4-FFF2-40B4-BE49-F238E27FC236}">
                <a16:creationId xmlns:a16="http://schemas.microsoft.com/office/drawing/2014/main" id="{3B6B20D6-4372-E7FE-5B7C-3A5C456054FD}"/>
              </a:ext>
            </a:extLst>
          </p:cNvPr>
          <p:cNvSpPr txBox="1"/>
          <p:nvPr/>
        </p:nvSpPr>
        <p:spPr>
          <a:xfrm>
            <a:off x="2657988" y="2627326"/>
            <a:ext cx="7194317" cy="3693319"/>
          </a:xfrm>
          <a:prstGeom prst="rect">
            <a:avLst/>
          </a:prstGeom>
          <a:noFill/>
        </p:spPr>
        <p:txBody>
          <a:bodyPr wrap="square">
            <a:spAutoFit/>
          </a:bodyPr>
          <a:lstStyle/>
          <a:p>
            <a:pPr algn="l"/>
            <a:r>
              <a:rPr lang="en-IN" sz="1800" b="0" i="0" u="none" strike="noStrike" baseline="0" dirty="0">
                <a:latin typeface="Times New Roman" panose="02020603050405020304" pitchFamily="18" charset="0"/>
                <a:cs typeface="Times New Roman" panose="02020603050405020304" pitchFamily="18" charset="0"/>
              </a:rPr>
              <a:t>extern int16_t count;</a:t>
            </a:r>
          </a:p>
          <a:p>
            <a:pPr algn="l"/>
            <a:r>
              <a:rPr lang="fr-FR" sz="1800" b="0" i="0" u="none" strike="noStrike" baseline="0" dirty="0">
                <a:latin typeface="Times New Roman" panose="02020603050405020304" pitchFamily="18" charset="0"/>
                <a:cs typeface="Times New Roman" panose="02020603050405020304" pitchFamily="18" charset="0"/>
              </a:rPr>
              <a:t>int16_t count = 0; /* Compliant */</a:t>
            </a:r>
          </a:p>
          <a:p>
            <a:pPr algn="l"/>
            <a:r>
              <a:rPr lang="en-IN" sz="1800" b="0" i="0" u="none" strike="noStrike" baseline="0" dirty="0">
                <a:highlight>
                  <a:srgbClr val="FFFF00"/>
                </a:highlight>
                <a:latin typeface="Times New Roman" panose="02020603050405020304" pitchFamily="18" charset="0"/>
                <a:cs typeface="Times New Roman" panose="02020603050405020304" pitchFamily="18" charset="0"/>
              </a:rPr>
              <a:t>extern uint16_t speed = 6000u;</a:t>
            </a:r>
            <a:r>
              <a:rPr lang="en-IN" sz="1800" b="0" i="0" u="none" strike="noStrike" baseline="0" dirty="0">
                <a:latin typeface="Times New Roman" panose="02020603050405020304" pitchFamily="18" charset="0"/>
                <a:cs typeface="Times New Roman" panose="02020603050405020304" pitchFamily="18" charset="0"/>
              </a:rPr>
              <a:t> /* Non-compliant - no declaration</a:t>
            </a:r>
          </a:p>
          <a:p>
            <a:pPr algn="l"/>
            <a:r>
              <a:rPr lang="en-IN" sz="1800" b="0" i="0" u="none" strike="noStrike" baseline="0" dirty="0">
                <a:latin typeface="Times New Roman" panose="02020603050405020304" pitchFamily="18" charset="0"/>
                <a:cs typeface="Times New Roman" panose="02020603050405020304" pitchFamily="18" charset="0"/>
              </a:rPr>
              <a:t>* prior to this definition */</a:t>
            </a:r>
          </a:p>
          <a:p>
            <a:pPr algn="l"/>
            <a:r>
              <a:rPr lang="fr-FR" sz="1800" b="0" i="0" u="none" strike="noStrike" baseline="0" dirty="0">
                <a:highlight>
                  <a:srgbClr val="FFFF00"/>
                </a:highlight>
                <a:latin typeface="Times New Roman" panose="02020603050405020304" pitchFamily="18" charset="0"/>
                <a:cs typeface="Times New Roman" panose="02020603050405020304" pitchFamily="18" charset="0"/>
              </a:rPr>
              <a:t>uint8_t pressure = 101u;</a:t>
            </a:r>
            <a:r>
              <a:rPr lang="fr-FR" sz="1800" b="0" i="0" u="none" strike="noStrike" baseline="0" dirty="0">
                <a:latin typeface="Times New Roman" panose="02020603050405020304" pitchFamily="18" charset="0"/>
                <a:cs typeface="Times New Roman" panose="02020603050405020304" pitchFamily="18" charset="0"/>
              </a:rPr>
              <a:t> /* Non-compliant - no </a:t>
            </a:r>
            <a:r>
              <a:rPr lang="fr-FR" sz="1800" b="0" i="0" u="none" strike="noStrike" baseline="0" dirty="0" err="1">
                <a:latin typeface="Times New Roman" panose="02020603050405020304" pitchFamily="18" charset="0"/>
                <a:cs typeface="Times New Roman" panose="02020603050405020304" pitchFamily="18" charset="0"/>
              </a:rPr>
              <a:t>declaration</a:t>
            </a:r>
            <a:endParaRPr lang="fr-FR" sz="1800" b="0" i="0" u="none" strike="noStrike" baseline="0" dirty="0">
              <a:latin typeface="Times New Roman" panose="02020603050405020304" pitchFamily="18" charset="0"/>
              <a:cs typeface="Times New Roman" panose="02020603050405020304" pitchFamily="18" charset="0"/>
            </a:endParaRPr>
          </a:p>
          <a:p>
            <a:pPr algn="l"/>
            <a:r>
              <a:rPr lang="en-IN" sz="1800" b="0" i="0" u="none" strike="noStrike" baseline="0" dirty="0">
                <a:latin typeface="Times New Roman" panose="02020603050405020304" pitchFamily="18" charset="0"/>
                <a:cs typeface="Times New Roman" panose="02020603050405020304" pitchFamily="18" charset="0"/>
              </a:rPr>
              <a:t>prior to this definition */</a:t>
            </a:r>
          </a:p>
          <a:p>
            <a:pPr algn="l"/>
            <a:endParaRPr lang="en-IN" sz="1800" b="0" i="0" u="none" strike="noStrike" baseline="0" dirty="0">
              <a:latin typeface="Times New Roman" panose="02020603050405020304" pitchFamily="18" charset="0"/>
              <a:cs typeface="Times New Roman" panose="02020603050405020304" pitchFamily="18" charset="0"/>
            </a:endParaRPr>
          </a:p>
          <a:p>
            <a:pPr algn="l"/>
            <a:r>
              <a:rPr lang="en-IN" sz="1800" b="0" i="0" u="none" strike="noStrike" baseline="0" dirty="0">
                <a:latin typeface="Times New Roman" panose="02020603050405020304" pitchFamily="18" charset="0"/>
                <a:cs typeface="Times New Roman" panose="02020603050405020304" pitchFamily="18" charset="0"/>
              </a:rPr>
              <a:t>extern int16_t count;</a:t>
            </a:r>
          </a:p>
          <a:p>
            <a:pPr algn="l"/>
            <a:r>
              <a:rPr lang="en-IN" sz="1800" b="0" i="0" u="none" strike="noStrike" baseline="0" dirty="0">
                <a:latin typeface="Times New Roman" panose="02020603050405020304" pitchFamily="18" charset="0"/>
                <a:cs typeface="Times New Roman" panose="02020603050405020304" pitchFamily="18" charset="0"/>
              </a:rPr>
              <a:t>int16_t count = 0; // Compliant</a:t>
            </a:r>
          </a:p>
          <a:p>
            <a:pPr algn="l"/>
            <a:r>
              <a:rPr lang="en-IN" sz="1800" b="0" i="0" u="none" strike="noStrike" baseline="0" dirty="0">
                <a:highlight>
                  <a:srgbClr val="FFFF00"/>
                </a:highlight>
                <a:latin typeface="Times New Roman" panose="02020603050405020304" pitchFamily="18" charset="0"/>
                <a:cs typeface="Times New Roman" panose="02020603050405020304" pitchFamily="18" charset="0"/>
              </a:rPr>
              <a:t>extern uint16_t speed; </a:t>
            </a:r>
            <a:r>
              <a:rPr lang="en-IN" sz="1800" b="0" i="0" u="none" strike="noStrike" baseline="0" dirty="0">
                <a:latin typeface="Times New Roman" panose="02020603050405020304" pitchFamily="18" charset="0"/>
                <a:cs typeface="Times New Roman" panose="02020603050405020304" pitchFamily="18" charset="0"/>
              </a:rPr>
              <a:t>// Declaration added</a:t>
            </a:r>
          </a:p>
          <a:p>
            <a:pPr algn="l"/>
            <a:r>
              <a:rPr lang="en-IN" sz="1800" b="0" i="0" u="none" strike="noStrike" baseline="0" dirty="0">
                <a:latin typeface="Times New Roman" panose="02020603050405020304" pitchFamily="18" charset="0"/>
                <a:cs typeface="Times New Roman" panose="02020603050405020304" pitchFamily="18" charset="0"/>
              </a:rPr>
              <a:t>uint16_t speed = 6000u; // Compliant</a:t>
            </a:r>
          </a:p>
          <a:p>
            <a:pPr algn="l"/>
            <a:r>
              <a:rPr lang="en-IN" sz="1800" b="0" i="0" u="none" strike="noStrike" baseline="0" dirty="0">
                <a:highlight>
                  <a:srgbClr val="FFFF00"/>
                </a:highlight>
                <a:latin typeface="Times New Roman" panose="02020603050405020304" pitchFamily="18" charset="0"/>
                <a:cs typeface="Times New Roman" panose="02020603050405020304" pitchFamily="18" charset="0"/>
              </a:rPr>
              <a:t>extern uint8_t pressure; </a:t>
            </a:r>
            <a:r>
              <a:rPr lang="en-IN" sz="1800" b="0" i="0" u="none" strike="noStrike" baseline="0" dirty="0">
                <a:latin typeface="Times New Roman" panose="02020603050405020304" pitchFamily="18" charset="0"/>
                <a:cs typeface="Times New Roman" panose="02020603050405020304" pitchFamily="18" charset="0"/>
              </a:rPr>
              <a:t>// Declaration added</a:t>
            </a:r>
          </a:p>
          <a:p>
            <a:pPr algn="l"/>
            <a:r>
              <a:rPr lang="en-IN" sz="1800" b="0" i="0" u="none" strike="noStrike" baseline="0" dirty="0">
                <a:latin typeface="Times New Roman" panose="02020603050405020304" pitchFamily="18" charset="0"/>
                <a:cs typeface="Times New Roman" panose="02020603050405020304" pitchFamily="18" charset="0"/>
              </a:rPr>
              <a:t>uint8_t pressure = 101u; // Compliant</a:t>
            </a:r>
          </a:p>
        </p:txBody>
      </p:sp>
      <p:sp>
        <p:nvSpPr>
          <p:cNvPr id="14" name="TextBox 13">
            <a:extLst>
              <a:ext uri="{FF2B5EF4-FFF2-40B4-BE49-F238E27FC236}">
                <a16:creationId xmlns:a16="http://schemas.microsoft.com/office/drawing/2014/main" id="{3BEBAFEE-B117-F80A-3238-35883C77E34C}"/>
              </a:ext>
            </a:extLst>
          </p:cNvPr>
          <p:cNvSpPr txBox="1"/>
          <p:nvPr/>
        </p:nvSpPr>
        <p:spPr>
          <a:xfrm>
            <a:off x="1301946" y="1993627"/>
            <a:ext cx="10650070" cy="646331"/>
          </a:xfrm>
          <a:prstGeom prst="rect">
            <a:avLst/>
          </a:prstGeom>
          <a:noFill/>
        </p:spPr>
        <p:txBody>
          <a:bodyPr wrap="square">
            <a:spAutoFit/>
          </a:bodyPr>
          <a:lstStyle/>
          <a:p>
            <a:pPr algn="l"/>
            <a:r>
              <a:rPr lang="en-US" sz="1800" b="0" i="0" u="none" strike="noStrike" baseline="0" dirty="0">
                <a:latin typeface="OpenSans-Light"/>
              </a:rPr>
              <a:t>If a declaration for an object or function is visible when that object or function is defined, a compiler</a:t>
            </a:r>
          </a:p>
          <a:p>
            <a:pPr algn="l"/>
            <a:r>
              <a:rPr lang="en-US" sz="1800" b="0" i="0" u="none" strike="noStrike" baseline="0" dirty="0">
                <a:latin typeface="OpenSans-Light"/>
              </a:rPr>
              <a:t>must check that the declaration and definition are compatible.</a:t>
            </a:r>
            <a:endParaRPr lang="en-IN"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C571CA19-A36B-7D93-981A-5F92A3EA59D7}"/>
              </a:ext>
            </a:extLst>
          </p:cNvPr>
          <p:cNvSpPr txBox="1"/>
          <p:nvPr/>
        </p:nvSpPr>
        <p:spPr>
          <a:xfrm>
            <a:off x="1305500" y="2659097"/>
            <a:ext cx="1046338" cy="369332"/>
          </a:xfrm>
          <a:prstGeom prst="rect">
            <a:avLst/>
          </a:prstGeom>
          <a:noFill/>
        </p:spPr>
        <p:txBody>
          <a:bodyPr wrap="square">
            <a:spAutoFit/>
          </a:bodyPr>
          <a:lstStyle/>
          <a:p>
            <a:pPr algn="l"/>
            <a:r>
              <a:rPr lang="en-IN" dirty="0">
                <a:highlight>
                  <a:srgbClr val="FFFF00"/>
                </a:highlight>
              </a:rPr>
              <a:t>Example</a:t>
            </a:r>
          </a:p>
        </p:txBody>
      </p:sp>
      <p:sp>
        <p:nvSpPr>
          <p:cNvPr id="9" name="Slide Number Placeholder 8">
            <a:extLst>
              <a:ext uri="{FF2B5EF4-FFF2-40B4-BE49-F238E27FC236}">
                <a16:creationId xmlns:a16="http://schemas.microsoft.com/office/drawing/2014/main" id="{755982AC-FCE0-29FE-EE19-3307E51D6AAD}"/>
              </a:ext>
            </a:extLst>
          </p:cNvPr>
          <p:cNvSpPr>
            <a:spLocks noGrp="1"/>
          </p:cNvSpPr>
          <p:nvPr>
            <p:ph type="sldNum" sz="quarter" idx="12"/>
          </p:nvPr>
        </p:nvSpPr>
        <p:spPr/>
        <p:txBody>
          <a:bodyPr/>
          <a:lstStyle/>
          <a:p>
            <a:fld id="{91247CA1-BCEC-4DD4-9B23-E2AE1AEA27A6}" type="slidenum">
              <a:rPr lang="en-IN" smtClean="0"/>
              <a:t>44</a:t>
            </a:fld>
            <a:endParaRPr lang="en-IN"/>
          </a:p>
        </p:txBody>
      </p:sp>
      <p:sp>
        <p:nvSpPr>
          <p:cNvPr id="8" name="TextBox 7">
            <a:extLst>
              <a:ext uri="{FF2B5EF4-FFF2-40B4-BE49-F238E27FC236}">
                <a16:creationId xmlns:a16="http://schemas.microsoft.com/office/drawing/2014/main" id="{1AE5B99C-CFD1-0BE4-AFFB-8762FE8253F4}"/>
              </a:ext>
            </a:extLst>
          </p:cNvPr>
          <p:cNvSpPr txBox="1"/>
          <p:nvPr/>
        </p:nvSpPr>
        <p:spPr>
          <a:xfrm>
            <a:off x="10532532" y="526059"/>
            <a:ext cx="1451144" cy="369332"/>
          </a:xfrm>
          <a:prstGeom prst="rect">
            <a:avLst/>
          </a:prstGeom>
          <a:noFill/>
        </p:spPr>
        <p:txBody>
          <a:bodyPr wrap="square">
            <a:spAutoFit/>
          </a:bodyPr>
          <a:lstStyle/>
          <a:p>
            <a:r>
              <a:rPr lang="en-IN" dirty="0"/>
              <a:t>Session 1</a:t>
            </a:r>
          </a:p>
        </p:txBody>
      </p:sp>
    </p:spTree>
    <p:extLst>
      <p:ext uri="{BB962C8B-B14F-4D97-AF65-F5344CB8AC3E}">
        <p14:creationId xmlns:p14="http://schemas.microsoft.com/office/powerpoint/2010/main" val="159327505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5A292AEA-2528-46C0-B426-95822B6141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D8B7B198-E4DF-43CD-AD8C-1998843237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34" name="Freeform: Shape 33">
            <a:extLst>
              <a:ext uri="{FF2B5EF4-FFF2-40B4-BE49-F238E27FC236}">
                <a16:creationId xmlns:a16="http://schemas.microsoft.com/office/drawing/2014/main" id="{2BE67753-EA0E-4819-8D22-0B6600CF7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96934" y="3984"/>
            <a:ext cx="9376632" cy="6858000"/>
          </a:xfrm>
          <a:custGeom>
            <a:avLst/>
            <a:gdLst>
              <a:gd name="connsiteX0" fmla="*/ 1691615 w 9376632"/>
              <a:gd name="connsiteY0" fmla="*/ 0 h 6858000"/>
              <a:gd name="connsiteX1" fmla="*/ 7685017 w 9376632"/>
              <a:gd name="connsiteY1" fmla="*/ 0 h 6858000"/>
              <a:gd name="connsiteX2" fmla="*/ 7840634 w 9376632"/>
              <a:gd name="connsiteY2" fmla="*/ 134799 h 6858000"/>
              <a:gd name="connsiteX3" fmla="*/ 9376632 w 9376632"/>
              <a:gd name="connsiteY3" fmla="*/ 3605175 h 6858000"/>
              <a:gd name="connsiteX4" fmla="*/ 8158692 w 9376632"/>
              <a:gd name="connsiteY4" fmla="*/ 6757493 h 6858000"/>
              <a:gd name="connsiteX5" fmla="*/ 8062868 w 9376632"/>
              <a:gd name="connsiteY5" fmla="*/ 6858000 h 6858000"/>
              <a:gd name="connsiteX6" fmla="*/ 1313765 w 9376632"/>
              <a:gd name="connsiteY6" fmla="*/ 6858000 h 6858000"/>
              <a:gd name="connsiteX7" fmla="*/ 1217940 w 9376632"/>
              <a:gd name="connsiteY7" fmla="*/ 6757493 h 6858000"/>
              <a:gd name="connsiteX8" fmla="*/ 0 w 9376632"/>
              <a:gd name="connsiteY8" fmla="*/ 3605175 h 6858000"/>
              <a:gd name="connsiteX9" fmla="*/ 1535999 w 9376632"/>
              <a:gd name="connsiteY9" fmla="*/ 13479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376632" h="6858000">
                <a:moveTo>
                  <a:pt x="1691615" y="0"/>
                </a:moveTo>
                <a:lnTo>
                  <a:pt x="7685017" y="0"/>
                </a:lnTo>
                <a:lnTo>
                  <a:pt x="7840634" y="134799"/>
                </a:lnTo>
                <a:cubicBezTo>
                  <a:pt x="8784230" y="992423"/>
                  <a:pt x="9376632" y="2229618"/>
                  <a:pt x="9376632" y="3605175"/>
                </a:cubicBezTo>
                <a:cubicBezTo>
                  <a:pt x="9376632" y="4818903"/>
                  <a:pt x="8915419" y="5924908"/>
                  <a:pt x="8158692" y="6757493"/>
                </a:cubicBezTo>
                <a:lnTo>
                  <a:pt x="8062868" y="6858000"/>
                </a:lnTo>
                <a:lnTo>
                  <a:pt x="1313765" y="6858000"/>
                </a:lnTo>
                <a:lnTo>
                  <a:pt x="1217940" y="6757493"/>
                </a:lnTo>
                <a:cubicBezTo>
                  <a:pt x="461213" y="5924908"/>
                  <a:pt x="0" y="4818903"/>
                  <a:pt x="0" y="3605175"/>
                </a:cubicBezTo>
                <a:cubicBezTo>
                  <a:pt x="0" y="2229618"/>
                  <a:pt x="592403" y="992423"/>
                  <a:pt x="1535999" y="134799"/>
                </a:cubicBezTo>
                <a:close/>
              </a:path>
            </a:pathLst>
          </a:cu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5" name="Group 34">
            <a:extLst>
              <a:ext uri="{FF2B5EF4-FFF2-40B4-BE49-F238E27FC236}">
                <a16:creationId xmlns:a16="http://schemas.microsoft.com/office/drawing/2014/main" id="{D76D63AC-0421-45EC-B383-E79A61A78C6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303402" y="3985"/>
            <a:ext cx="9772765" cy="6858000"/>
            <a:chOff x="1303402" y="36937"/>
            <a:chExt cx="9772765" cy="6858000"/>
          </a:xfrm>
          <a:solidFill>
            <a:schemeClr val="bg1">
              <a:alpha val="30000"/>
            </a:schemeClr>
          </a:solidFill>
        </p:grpSpPr>
        <p:sp>
          <p:nvSpPr>
            <p:cNvPr id="15" name="Freeform: Shape 14">
              <a:extLst>
                <a:ext uri="{FF2B5EF4-FFF2-40B4-BE49-F238E27FC236}">
                  <a16:creationId xmlns:a16="http://schemas.microsoft.com/office/drawing/2014/main" id="{B997A32E-7032-4107-9C8B-99DB59EDD5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6937"/>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Shape 15">
              <a:extLst>
                <a:ext uri="{FF2B5EF4-FFF2-40B4-BE49-F238E27FC236}">
                  <a16:creationId xmlns:a16="http://schemas.microsoft.com/office/drawing/2014/main" id="{943BB27F-1470-42CA-91FF-D94BC691C8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6937"/>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Freeform: Shape 16">
              <a:extLst>
                <a:ext uri="{FF2B5EF4-FFF2-40B4-BE49-F238E27FC236}">
                  <a16:creationId xmlns:a16="http://schemas.microsoft.com/office/drawing/2014/main" id="{E997B002-17FD-47B3-A06A-76802FE15C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6937"/>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Freeform: Shape 17">
              <a:extLst>
                <a:ext uri="{FF2B5EF4-FFF2-40B4-BE49-F238E27FC236}">
                  <a16:creationId xmlns:a16="http://schemas.microsoft.com/office/drawing/2014/main" id="{E401EA35-9D2E-43B7-860F-EBB8A6C3E0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6937"/>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Freeform: Shape 18">
              <a:extLst>
                <a:ext uri="{FF2B5EF4-FFF2-40B4-BE49-F238E27FC236}">
                  <a16:creationId xmlns:a16="http://schemas.microsoft.com/office/drawing/2014/main" id="{F8C44827-3D81-4FF9-B4A5-5650D1B20A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6937"/>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Freeform: Shape 19">
              <a:extLst>
                <a:ext uri="{FF2B5EF4-FFF2-40B4-BE49-F238E27FC236}">
                  <a16:creationId xmlns:a16="http://schemas.microsoft.com/office/drawing/2014/main" id="{F613D97F-F6DF-4D32-AD91-209A80E7A2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8320" y="36937"/>
              <a:ext cx="9767847" cy="6858000"/>
            </a:xfrm>
            <a:custGeom>
              <a:avLst/>
              <a:gdLst>
                <a:gd name="connsiteX0" fmla="*/ 7151367 w 9767847"/>
                <a:gd name="connsiteY0" fmla="*/ 0 h 6858000"/>
                <a:gd name="connsiteX1" fmla="*/ 7881247 w 9767847"/>
                <a:gd name="connsiteY1" fmla="*/ 0 h 6858000"/>
                <a:gd name="connsiteX2" fmla="*/ 7990553 w 9767847"/>
                <a:gd name="connsiteY2" fmla="*/ 81317 h 6858000"/>
                <a:gd name="connsiteX3" fmla="*/ 9767847 w 9767847"/>
                <a:gd name="connsiteY3" fmla="*/ 3649031 h 6858000"/>
                <a:gd name="connsiteX4" fmla="*/ 8652597 w 9767847"/>
                <a:gd name="connsiteY4" fmla="*/ 6590005 h 6858000"/>
                <a:gd name="connsiteX5" fmla="*/ 8395306 w 9767847"/>
                <a:gd name="connsiteY5" fmla="*/ 6858000 h 6858000"/>
                <a:gd name="connsiteX6" fmla="*/ 6762603 w 9767847"/>
                <a:gd name="connsiteY6" fmla="*/ 6858000 h 6858000"/>
                <a:gd name="connsiteX7" fmla="*/ 6765962 w 9767847"/>
                <a:gd name="connsiteY7" fmla="*/ 6854844 h 6858000"/>
                <a:gd name="connsiteX8" fmla="*/ 6804586 w 9767847"/>
                <a:gd name="connsiteY8" fmla="*/ 6817103 h 6858000"/>
                <a:gd name="connsiteX9" fmla="*/ 6881735 w 9767847"/>
                <a:gd name="connsiteY9" fmla="*/ 6741197 h 6858000"/>
                <a:gd name="connsiteX10" fmla="*/ 6958883 w 9767847"/>
                <a:gd name="connsiteY10" fmla="*/ 6664822 h 6858000"/>
                <a:gd name="connsiteX11" fmla="*/ 7267925 w 9767847"/>
                <a:gd name="connsiteY11" fmla="*/ 6355694 h 6858000"/>
                <a:gd name="connsiteX12" fmla="*/ 7424360 w 9767847"/>
                <a:gd name="connsiteY12" fmla="*/ 6200685 h 6858000"/>
                <a:gd name="connsiteX13" fmla="*/ 7504938 w 9767847"/>
                <a:gd name="connsiteY13" fmla="*/ 6122708 h 6858000"/>
                <a:gd name="connsiteX14" fmla="*/ 7546396 w 9767847"/>
                <a:gd name="connsiteY14" fmla="*/ 6083697 h 6858000"/>
                <a:gd name="connsiteX15" fmla="*/ 7588002 w 9767847"/>
                <a:gd name="connsiteY15" fmla="*/ 6045532 h 6858000"/>
                <a:gd name="connsiteX16" fmla="*/ 7631000 w 9767847"/>
                <a:gd name="connsiteY16" fmla="*/ 6006709 h 6858000"/>
                <a:gd name="connsiteX17" fmla="*/ 7675440 w 9767847"/>
                <a:gd name="connsiteY17" fmla="*/ 5968309 h 6858000"/>
                <a:gd name="connsiteX18" fmla="*/ 7720626 w 9767847"/>
                <a:gd name="connsiteY18" fmla="*/ 5930851 h 6858000"/>
                <a:gd name="connsiteX19" fmla="*/ 7766458 w 9767847"/>
                <a:gd name="connsiteY19" fmla="*/ 5894334 h 6858000"/>
                <a:gd name="connsiteX20" fmla="*/ 7955254 w 9767847"/>
                <a:gd name="connsiteY20" fmla="*/ 5756828 h 6858000"/>
                <a:gd name="connsiteX21" fmla="*/ 8352678 w 9767847"/>
                <a:gd name="connsiteY21" fmla="*/ 5517630 h 6858000"/>
                <a:gd name="connsiteX22" fmla="*/ 8451350 w 9767847"/>
                <a:gd name="connsiteY22" fmla="*/ 5465254 h 6858000"/>
                <a:gd name="connsiteX23" fmla="*/ 8548532 w 9767847"/>
                <a:gd name="connsiteY23" fmla="*/ 5413395 h 6858000"/>
                <a:gd name="connsiteX24" fmla="*/ 8729473 w 9767847"/>
                <a:gd name="connsiteY24" fmla="*/ 5309961 h 6858000"/>
                <a:gd name="connsiteX25" fmla="*/ 8770781 w 9767847"/>
                <a:gd name="connsiteY25" fmla="*/ 5283232 h 6858000"/>
                <a:gd name="connsiteX26" fmla="*/ 8790964 w 9767847"/>
                <a:gd name="connsiteY26" fmla="*/ 5269492 h 6858000"/>
                <a:gd name="connsiteX27" fmla="*/ 8810499 w 9767847"/>
                <a:gd name="connsiteY27" fmla="*/ 5255703 h 6858000"/>
                <a:gd name="connsiteX28" fmla="*/ 8883571 w 9767847"/>
                <a:gd name="connsiteY28" fmla="*/ 5198479 h 6858000"/>
                <a:gd name="connsiteX29" fmla="*/ 9006651 w 9767847"/>
                <a:gd name="connsiteY29" fmla="*/ 5070527 h 6858000"/>
                <a:gd name="connsiteX30" fmla="*/ 9033494 w 9767847"/>
                <a:gd name="connsiteY30" fmla="*/ 5034105 h 6858000"/>
                <a:gd name="connsiteX31" fmla="*/ 9040305 w 9767847"/>
                <a:gd name="connsiteY31" fmla="*/ 5024551 h 6858000"/>
                <a:gd name="connsiteX32" fmla="*/ 9046568 w 9767847"/>
                <a:gd name="connsiteY32" fmla="*/ 5015281 h 6858000"/>
                <a:gd name="connsiteX33" fmla="*/ 9058846 w 9767847"/>
                <a:gd name="connsiteY33" fmla="*/ 4996645 h 6858000"/>
                <a:gd name="connsiteX34" fmla="*/ 9104529 w 9767847"/>
                <a:gd name="connsiteY34" fmla="*/ 4918105 h 6858000"/>
                <a:gd name="connsiteX35" fmla="*/ 9181081 w 9767847"/>
                <a:gd name="connsiteY35" fmla="*/ 4744694 h 6858000"/>
                <a:gd name="connsiteX36" fmla="*/ 9240731 w 9767847"/>
                <a:gd name="connsiteY36" fmla="*/ 4557872 h 6858000"/>
                <a:gd name="connsiteX37" fmla="*/ 9265388 w 9767847"/>
                <a:gd name="connsiteY37" fmla="*/ 4461073 h 6858000"/>
                <a:gd name="connsiteX38" fmla="*/ 9276571 w 9767847"/>
                <a:gd name="connsiteY38" fmla="*/ 4411943 h 6858000"/>
                <a:gd name="connsiteX39" fmla="*/ 9281841 w 9767847"/>
                <a:gd name="connsiteY39" fmla="*/ 4387379 h 6858000"/>
                <a:gd name="connsiteX40" fmla="*/ 9286513 w 9767847"/>
                <a:gd name="connsiteY40" fmla="*/ 4364838 h 6858000"/>
                <a:gd name="connsiteX41" fmla="*/ 9296754 w 9767847"/>
                <a:gd name="connsiteY41" fmla="*/ 4312038 h 6858000"/>
                <a:gd name="connsiteX42" fmla="*/ 9301029 w 9767847"/>
                <a:gd name="connsiteY42" fmla="*/ 4289074 h 6858000"/>
                <a:gd name="connsiteX43" fmla="*/ 9302818 w 9767847"/>
                <a:gd name="connsiteY43" fmla="*/ 4278581 h 6858000"/>
                <a:gd name="connsiteX44" fmla="*/ 9304658 w 9767847"/>
                <a:gd name="connsiteY44" fmla="*/ 4266816 h 6858000"/>
                <a:gd name="connsiteX45" fmla="*/ 9312810 w 9767847"/>
                <a:gd name="connsiteY45" fmla="*/ 4215945 h 6858000"/>
                <a:gd name="connsiteX46" fmla="*/ 9316887 w 9767847"/>
                <a:gd name="connsiteY46" fmla="*/ 4190486 h 6858000"/>
                <a:gd name="connsiteX47" fmla="*/ 9318923 w 9767847"/>
                <a:gd name="connsiteY47" fmla="*/ 4177780 h 6858000"/>
                <a:gd name="connsiteX48" fmla="*/ 9320515 w 9767847"/>
                <a:gd name="connsiteY48" fmla="*/ 4164886 h 6858000"/>
                <a:gd name="connsiteX49" fmla="*/ 9332445 w 9767847"/>
                <a:gd name="connsiteY49" fmla="*/ 4064981 h 6858000"/>
                <a:gd name="connsiteX50" fmla="*/ 9336173 w 9767847"/>
                <a:gd name="connsiteY50" fmla="*/ 4018676 h 6858000"/>
                <a:gd name="connsiteX51" fmla="*/ 9340199 w 9767847"/>
                <a:gd name="connsiteY51" fmla="*/ 3965171 h 6858000"/>
                <a:gd name="connsiteX52" fmla="*/ 9347557 w 9767847"/>
                <a:gd name="connsiteY52" fmla="*/ 3765972 h 6858000"/>
                <a:gd name="connsiteX53" fmla="*/ 9346364 w 9767847"/>
                <a:gd name="connsiteY53" fmla="*/ 3664938 h 6858000"/>
                <a:gd name="connsiteX54" fmla="*/ 9344921 w 9767847"/>
                <a:gd name="connsiteY54" fmla="*/ 3615243 h 6858000"/>
                <a:gd name="connsiteX55" fmla="*/ 9344524 w 9767847"/>
                <a:gd name="connsiteY55" fmla="*/ 3603526 h 6858000"/>
                <a:gd name="connsiteX56" fmla="*/ 9343728 w 9767847"/>
                <a:gd name="connsiteY56" fmla="*/ 3590774 h 6858000"/>
                <a:gd name="connsiteX57" fmla="*/ 9342188 w 9767847"/>
                <a:gd name="connsiteY57" fmla="*/ 3565268 h 6858000"/>
                <a:gd name="connsiteX58" fmla="*/ 9339056 w 9767847"/>
                <a:gd name="connsiteY58" fmla="*/ 3514256 h 6858000"/>
                <a:gd name="connsiteX59" fmla="*/ 9334334 w 9767847"/>
                <a:gd name="connsiteY59" fmla="*/ 3463057 h 6858000"/>
                <a:gd name="connsiteX60" fmla="*/ 9329363 w 9767847"/>
                <a:gd name="connsiteY60" fmla="*/ 3411810 h 6858000"/>
                <a:gd name="connsiteX61" fmla="*/ 9328319 w 9767847"/>
                <a:gd name="connsiteY61" fmla="*/ 3400657 h 6858000"/>
                <a:gd name="connsiteX62" fmla="*/ 9327177 w 9767847"/>
                <a:gd name="connsiteY62" fmla="*/ 3390116 h 6858000"/>
                <a:gd name="connsiteX63" fmla="*/ 9324293 w 9767847"/>
                <a:gd name="connsiteY63" fmla="*/ 3366774 h 6858000"/>
                <a:gd name="connsiteX64" fmla="*/ 9320763 w 9767847"/>
                <a:gd name="connsiteY64" fmla="*/ 3340329 h 6858000"/>
                <a:gd name="connsiteX65" fmla="*/ 9317184 w 9767847"/>
                <a:gd name="connsiteY65" fmla="*/ 3311245 h 6858000"/>
                <a:gd name="connsiteX66" fmla="*/ 9311021 w 9767847"/>
                <a:gd name="connsiteY66" fmla="*/ 3266211 h 6858000"/>
                <a:gd name="connsiteX67" fmla="*/ 9302719 w 9767847"/>
                <a:gd name="connsiteY67" fmla="*/ 3215717 h 6858000"/>
                <a:gd name="connsiteX68" fmla="*/ 9293970 w 9767847"/>
                <a:gd name="connsiteY68" fmla="*/ 3165789 h 6858000"/>
                <a:gd name="connsiteX69" fmla="*/ 9252065 w 9767847"/>
                <a:gd name="connsiteY69" fmla="*/ 2967107 h 6858000"/>
                <a:gd name="connsiteX70" fmla="*/ 9227211 w 9767847"/>
                <a:gd name="connsiteY70" fmla="*/ 2868473 h 6858000"/>
                <a:gd name="connsiteX71" fmla="*/ 9220699 w 9767847"/>
                <a:gd name="connsiteY71" fmla="*/ 2844426 h 6858000"/>
                <a:gd name="connsiteX72" fmla="*/ 9213740 w 9767847"/>
                <a:gd name="connsiteY72" fmla="*/ 2820191 h 6858000"/>
                <a:gd name="connsiteX73" fmla="*/ 9199374 w 9767847"/>
                <a:gd name="connsiteY73" fmla="*/ 2771438 h 6858000"/>
                <a:gd name="connsiteX74" fmla="*/ 9061829 w 9767847"/>
                <a:gd name="connsiteY74" fmla="*/ 2385418 h 6858000"/>
                <a:gd name="connsiteX75" fmla="*/ 8978865 w 9767847"/>
                <a:gd name="connsiteY75" fmla="*/ 2196855 h 6858000"/>
                <a:gd name="connsiteX76" fmla="*/ 8956694 w 9767847"/>
                <a:gd name="connsiteY76" fmla="*/ 2150219 h 6858000"/>
                <a:gd name="connsiteX77" fmla="*/ 8934176 w 9767847"/>
                <a:gd name="connsiteY77" fmla="*/ 2103914 h 6858000"/>
                <a:gd name="connsiteX78" fmla="*/ 8887151 w 9767847"/>
                <a:gd name="connsiteY78" fmla="*/ 2011350 h 6858000"/>
                <a:gd name="connsiteX79" fmla="*/ 8787533 w 9767847"/>
                <a:gd name="connsiteY79" fmla="*/ 1828527 h 6858000"/>
                <a:gd name="connsiteX80" fmla="*/ 8761485 w 9767847"/>
                <a:gd name="connsiteY80" fmla="*/ 1783398 h 6858000"/>
                <a:gd name="connsiteX81" fmla="*/ 8734791 w 9767847"/>
                <a:gd name="connsiteY81" fmla="*/ 1737893 h 6858000"/>
                <a:gd name="connsiteX82" fmla="*/ 8680808 w 9767847"/>
                <a:gd name="connsiteY82" fmla="*/ 1648812 h 6858000"/>
                <a:gd name="connsiteX83" fmla="*/ 8567024 w 9767847"/>
                <a:gd name="connsiteY83" fmla="*/ 1472906 h 6858000"/>
                <a:gd name="connsiteX84" fmla="*/ 8537446 w 9767847"/>
                <a:gd name="connsiteY84" fmla="*/ 1429330 h 6858000"/>
                <a:gd name="connsiteX85" fmla="*/ 8507423 w 9767847"/>
                <a:gd name="connsiteY85" fmla="*/ 1385896 h 6858000"/>
                <a:gd name="connsiteX86" fmla="*/ 8446529 w 9767847"/>
                <a:gd name="connsiteY86" fmla="*/ 1300295 h 6858000"/>
                <a:gd name="connsiteX87" fmla="*/ 8319224 w 9767847"/>
                <a:gd name="connsiteY87" fmla="*/ 1131026 h 6858000"/>
                <a:gd name="connsiteX88" fmla="*/ 8286366 w 9767847"/>
                <a:gd name="connsiteY88" fmla="*/ 1089050 h 6858000"/>
                <a:gd name="connsiteX89" fmla="*/ 8270161 w 9767847"/>
                <a:gd name="connsiteY89" fmla="*/ 1068439 h 6858000"/>
                <a:gd name="connsiteX90" fmla="*/ 8253856 w 9767847"/>
                <a:gd name="connsiteY90" fmla="*/ 1048156 h 6858000"/>
                <a:gd name="connsiteX91" fmla="*/ 8186352 w 9767847"/>
                <a:gd name="connsiteY91" fmla="*/ 966275 h 6858000"/>
                <a:gd name="connsiteX92" fmla="*/ 8046768 w 9767847"/>
                <a:gd name="connsiteY92" fmla="*/ 805429 h 6858000"/>
                <a:gd name="connsiteX93" fmla="*/ 8010927 w 9767847"/>
                <a:gd name="connsiteY93" fmla="*/ 765853 h 6858000"/>
                <a:gd name="connsiteX94" fmla="*/ 7974788 w 9767847"/>
                <a:gd name="connsiteY94" fmla="*/ 726653 h 6858000"/>
                <a:gd name="connsiteX95" fmla="*/ 7901070 w 9767847"/>
                <a:gd name="connsiteY95" fmla="*/ 648724 h 6858000"/>
                <a:gd name="connsiteX96" fmla="*/ 7750054 w 9767847"/>
                <a:gd name="connsiteY96" fmla="*/ 497008 h 6858000"/>
                <a:gd name="connsiteX97" fmla="*/ 7592277 w 9767847"/>
                <a:gd name="connsiteY97" fmla="*/ 351221 h 6858000"/>
                <a:gd name="connsiteX98" fmla="*/ 7257734 w 9767847"/>
                <a:gd name="connsiteY98" fmla="*/ 76964 h 6858000"/>
                <a:gd name="connsiteX99" fmla="*/ 1886601 w 9767847"/>
                <a:gd name="connsiteY99" fmla="*/ 0 h 6858000"/>
                <a:gd name="connsiteX100" fmla="*/ 2292926 w 9767847"/>
                <a:gd name="connsiteY100" fmla="*/ 0 h 6858000"/>
                <a:gd name="connsiteX101" fmla="*/ 2135542 w 9767847"/>
                <a:gd name="connsiteY101" fmla="*/ 117781 h 6858000"/>
                <a:gd name="connsiteX102" fmla="*/ 1969576 w 9767847"/>
                <a:gd name="connsiteY102" fmla="*/ 254986 h 6858000"/>
                <a:gd name="connsiteX103" fmla="*/ 1659938 w 9767847"/>
                <a:gd name="connsiteY103" fmla="*/ 549855 h 6858000"/>
                <a:gd name="connsiteX104" fmla="*/ 729383 w 9767847"/>
                <a:gd name="connsiteY104" fmla="*/ 1936480 h 6858000"/>
                <a:gd name="connsiteX105" fmla="*/ 578465 w 9767847"/>
                <a:gd name="connsiteY105" fmla="*/ 2320807 h 6858000"/>
                <a:gd name="connsiteX106" fmla="*/ 465080 w 9767847"/>
                <a:gd name="connsiteY106" fmla="*/ 2714875 h 6858000"/>
                <a:gd name="connsiteX107" fmla="*/ 423820 w 9767847"/>
                <a:gd name="connsiteY107" fmla="*/ 2915436 h 6858000"/>
                <a:gd name="connsiteX108" fmla="*/ 392355 w 9767847"/>
                <a:gd name="connsiteY108" fmla="*/ 3118071 h 6858000"/>
                <a:gd name="connsiteX109" fmla="*/ 358801 w 9767847"/>
                <a:gd name="connsiteY109" fmla="*/ 3526915 h 6858000"/>
                <a:gd name="connsiteX110" fmla="*/ 410350 w 9767847"/>
                <a:gd name="connsiteY110" fmla="*/ 4348226 h 6858000"/>
                <a:gd name="connsiteX111" fmla="*/ 449022 w 9767847"/>
                <a:gd name="connsiteY111" fmla="*/ 4551049 h 6858000"/>
                <a:gd name="connsiteX112" fmla="*/ 498882 w 9767847"/>
                <a:gd name="connsiteY112" fmla="*/ 4752365 h 6858000"/>
                <a:gd name="connsiteX113" fmla="*/ 559775 w 9767847"/>
                <a:gd name="connsiteY113" fmla="*/ 4951657 h 6858000"/>
                <a:gd name="connsiteX114" fmla="*/ 631406 w 9767847"/>
                <a:gd name="connsiteY114" fmla="*/ 5147986 h 6858000"/>
                <a:gd name="connsiteX115" fmla="*/ 1023461 w 9767847"/>
                <a:gd name="connsiteY115" fmla="*/ 5893957 h 6858000"/>
                <a:gd name="connsiteX116" fmla="*/ 1575880 w 9767847"/>
                <a:gd name="connsiteY116" fmla="*/ 6547646 h 6858000"/>
                <a:gd name="connsiteX117" fmla="*/ 1905228 w 9767847"/>
                <a:gd name="connsiteY117" fmla="*/ 6829468 h 6858000"/>
                <a:gd name="connsiteX118" fmla="*/ 1944230 w 9767847"/>
                <a:gd name="connsiteY118" fmla="*/ 6858000 h 6858000"/>
                <a:gd name="connsiteX119" fmla="*/ 1372541 w 9767847"/>
                <a:gd name="connsiteY119" fmla="*/ 6858000 h 6858000"/>
                <a:gd name="connsiteX120" fmla="*/ 1115251 w 9767847"/>
                <a:gd name="connsiteY120" fmla="*/ 6590005 h 6858000"/>
                <a:gd name="connsiteX121" fmla="*/ 0 w 9767847"/>
                <a:gd name="connsiteY121" fmla="*/ 3649031 h 6858000"/>
                <a:gd name="connsiteX122" fmla="*/ 1777294 w 9767847"/>
                <a:gd name="connsiteY122" fmla="*/ 813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9767847" h="6858000">
                  <a:moveTo>
                    <a:pt x="7151367" y="0"/>
                  </a:moveTo>
                  <a:lnTo>
                    <a:pt x="7881247" y="0"/>
                  </a:lnTo>
                  <a:lnTo>
                    <a:pt x="7990553" y="81317"/>
                  </a:lnTo>
                  <a:cubicBezTo>
                    <a:pt x="9075991" y="929334"/>
                    <a:pt x="9767847" y="2212695"/>
                    <a:pt x="9767847" y="3649031"/>
                  </a:cubicBezTo>
                  <a:cubicBezTo>
                    <a:pt x="9767847" y="4766182"/>
                    <a:pt x="9349317" y="5790792"/>
                    <a:pt x="8652597" y="6590005"/>
                  </a:cubicBezTo>
                  <a:lnTo>
                    <a:pt x="8395306" y="6858000"/>
                  </a:lnTo>
                  <a:lnTo>
                    <a:pt x="6762603" y="6858000"/>
                  </a:lnTo>
                  <a:lnTo>
                    <a:pt x="6765962" y="6854844"/>
                  </a:lnTo>
                  <a:cubicBezTo>
                    <a:pt x="6779036" y="6842703"/>
                    <a:pt x="6791663" y="6829621"/>
                    <a:pt x="6804586" y="6817103"/>
                  </a:cubicBezTo>
                  <a:lnTo>
                    <a:pt x="6881735" y="6741197"/>
                  </a:lnTo>
                  <a:cubicBezTo>
                    <a:pt x="6907435" y="6715881"/>
                    <a:pt x="6933134" y="6690798"/>
                    <a:pt x="6958883" y="6664822"/>
                  </a:cubicBezTo>
                  <a:lnTo>
                    <a:pt x="7267925" y="6355694"/>
                  </a:lnTo>
                  <a:lnTo>
                    <a:pt x="7424360" y="6200685"/>
                  </a:lnTo>
                  <a:cubicBezTo>
                    <a:pt x="7450754" y="6174802"/>
                    <a:pt x="7477598" y="6148731"/>
                    <a:pt x="7504938" y="6122708"/>
                  </a:cubicBezTo>
                  <a:lnTo>
                    <a:pt x="7546396" y="6083697"/>
                  </a:lnTo>
                  <a:cubicBezTo>
                    <a:pt x="7560264" y="6070803"/>
                    <a:pt x="7574780" y="6057532"/>
                    <a:pt x="7588002" y="6045532"/>
                  </a:cubicBezTo>
                  <a:lnTo>
                    <a:pt x="7631000" y="6006709"/>
                  </a:lnTo>
                  <a:lnTo>
                    <a:pt x="7675440" y="5968309"/>
                  </a:lnTo>
                  <a:cubicBezTo>
                    <a:pt x="7690404" y="5955698"/>
                    <a:pt x="7705564" y="5943321"/>
                    <a:pt x="7720626" y="5930851"/>
                  </a:cubicBezTo>
                  <a:cubicBezTo>
                    <a:pt x="7735738" y="5918427"/>
                    <a:pt x="7751197" y="5906521"/>
                    <a:pt x="7766458" y="5894334"/>
                  </a:cubicBezTo>
                  <a:cubicBezTo>
                    <a:pt x="7827949" y="5846192"/>
                    <a:pt x="7890979" y="5800499"/>
                    <a:pt x="7955254" y="5756828"/>
                  </a:cubicBezTo>
                  <a:cubicBezTo>
                    <a:pt x="8083800" y="5669534"/>
                    <a:pt x="8216872" y="5590336"/>
                    <a:pt x="8352678" y="5517630"/>
                  </a:cubicBezTo>
                  <a:lnTo>
                    <a:pt x="8451350" y="5465254"/>
                  </a:lnTo>
                  <a:lnTo>
                    <a:pt x="8548532" y="5413395"/>
                  </a:lnTo>
                  <a:cubicBezTo>
                    <a:pt x="8612110" y="5379090"/>
                    <a:pt x="8673251" y="5345208"/>
                    <a:pt x="8729473" y="5309961"/>
                  </a:cubicBezTo>
                  <a:cubicBezTo>
                    <a:pt x="8743591" y="5301115"/>
                    <a:pt x="8757161" y="5292361"/>
                    <a:pt x="8770781" y="5283232"/>
                  </a:cubicBezTo>
                  <a:cubicBezTo>
                    <a:pt x="8777591" y="5278667"/>
                    <a:pt x="8784451" y="5274103"/>
                    <a:pt x="8790964" y="5269492"/>
                  </a:cubicBezTo>
                  <a:cubicBezTo>
                    <a:pt x="8797574" y="5264879"/>
                    <a:pt x="8804235" y="5260314"/>
                    <a:pt x="8810499" y="5255703"/>
                  </a:cubicBezTo>
                  <a:cubicBezTo>
                    <a:pt x="8835999" y="5237303"/>
                    <a:pt x="8860407" y="5218291"/>
                    <a:pt x="8883571" y="5198479"/>
                  </a:cubicBezTo>
                  <a:cubicBezTo>
                    <a:pt x="8929900" y="5158856"/>
                    <a:pt x="8971258" y="5116315"/>
                    <a:pt x="9006651" y="5070527"/>
                  </a:cubicBezTo>
                  <a:cubicBezTo>
                    <a:pt x="9015351" y="5059328"/>
                    <a:pt x="9024398" y="5046857"/>
                    <a:pt x="9033494" y="5034105"/>
                  </a:cubicBezTo>
                  <a:lnTo>
                    <a:pt x="9040305" y="5024551"/>
                  </a:lnTo>
                  <a:lnTo>
                    <a:pt x="9046568" y="5015281"/>
                  </a:lnTo>
                  <a:cubicBezTo>
                    <a:pt x="9050743" y="5009163"/>
                    <a:pt x="9054819" y="5002952"/>
                    <a:pt x="9058846" y="4996645"/>
                  </a:cubicBezTo>
                  <a:cubicBezTo>
                    <a:pt x="9075002" y="4971517"/>
                    <a:pt x="9090212" y="4945305"/>
                    <a:pt x="9104529" y="4918105"/>
                  </a:cubicBezTo>
                  <a:cubicBezTo>
                    <a:pt x="9133211" y="4863752"/>
                    <a:pt x="9158313" y="4805447"/>
                    <a:pt x="9181081" y="4744694"/>
                  </a:cubicBezTo>
                  <a:cubicBezTo>
                    <a:pt x="9203748" y="4684178"/>
                    <a:pt x="9223383" y="4621778"/>
                    <a:pt x="9240731" y="4557872"/>
                  </a:cubicBezTo>
                  <a:cubicBezTo>
                    <a:pt x="9249481" y="4525966"/>
                    <a:pt x="9257682" y="4493684"/>
                    <a:pt x="9265388" y="4461073"/>
                  </a:cubicBezTo>
                  <a:cubicBezTo>
                    <a:pt x="9269215" y="4444744"/>
                    <a:pt x="9272943" y="4428367"/>
                    <a:pt x="9276571" y="4411943"/>
                  </a:cubicBezTo>
                  <a:lnTo>
                    <a:pt x="9281841" y="4387379"/>
                  </a:lnTo>
                  <a:lnTo>
                    <a:pt x="9286513" y="4364838"/>
                  </a:lnTo>
                  <a:lnTo>
                    <a:pt x="9296754" y="4312038"/>
                  </a:lnTo>
                  <a:lnTo>
                    <a:pt x="9301029" y="4289074"/>
                  </a:lnTo>
                  <a:lnTo>
                    <a:pt x="9302818" y="4278581"/>
                  </a:lnTo>
                  <a:lnTo>
                    <a:pt x="9304658" y="4266816"/>
                  </a:lnTo>
                  <a:lnTo>
                    <a:pt x="9312810" y="4215945"/>
                  </a:lnTo>
                  <a:lnTo>
                    <a:pt x="9316887" y="4190486"/>
                  </a:lnTo>
                  <a:lnTo>
                    <a:pt x="9318923" y="4177780"/>
                  </a:lnTo>
                  <a:cubicBezTo>
                    <a:pt x="9319570" y="4173546"/>
                    <a:pt x="9319969" y="4169169"/>
                    <a:pt x="9320515" y="4164886"/>
                  </a:cubicBezTo>
                  <a:lnTo>
                    <a:pt x="9332445" y="4064981"/>
                  </a:lnTo>
                  <a:cubicBezTo>
                    <a:pt x="9333836" y="4052370"/>
                    <a:pt x="9334880" y="4036888"/>
                    <a:pt x="9336173" y="4018676"/>
                  </a:cubicBezTo>
                  <a:lnTo>
                    <a:pt x="9340199" y="3965171"/>
                  </a:lnTo>
                  <a:cubicBezTo>
                    <a:pt x="9345071" y="3899806"/>
                    <a:pt x="9347358" y="3832983"/>
                    <a:pt x="9347557" y="3765972"/>
                  </a:cubicBezTo>
                  <a:cubicBezTo>
                    <a:pt x="9347656" y="3732420"/>
                    <a:pt x="9347209" y="3698773"/>
                    <a:pt x="9346364" y="3664938"/>
                  </a:cubicBezTo>
                  <a:lnTo>
                    <a:pt x="9344921" y="3615243"/>
                  </a:lnTo>
                  <a:lnTo>
                    <a:pt x="9344524" y="3603526"/>
                  </a:lnTo>
                  <a:lnTo>
                    <a:pt x="9343728" y="3590774"/>
                  </a:lnTo>
                  <a:lnTo>
                    <a:pt x="9342188" y="3565268"/>
                  </a:lnTo>
                  <a:lnTo>
                    <a:pt x="9339056" y="3514256"/>
                  </a:lnTo>
                  <a:cubicBezTo>
                    <a:pt x="9337914" y="3497221"/>
                    <a:pt x="9335874" y="3480138"/>
                    <a:pt x="9334334" y="3463057"/>
                  </a:cubicBezTo>
                  <a:lnTo>
                    <a:pt x="9329363" y="3411810"/>
                  </a:lnTo>
                  <a:lnTo>
                    <a:pt x="9328319" y="3400657"/>
                  </a:lnTo>
                  <a:lnTo>
                    <a:pt x="9327177" y="3390116"/>
                  </a:lnTo>
                  <a:lnTo>
                    <a:pt x="9324293" y="3366774"/>
                  </a:lnTo>
                  <a:lnTo>
                    <a:pt x="9320763" y="3340329"/>
                  </a:lnTo>
                  <a:lnTo>
                    <a:pt x="9317184" y="3311245"/>
                  </a:lnTo>
                  <a:cubicBezTo>
                    <a:pt x="9315594" y="3296893"/>
                    <a:pt x="9313506" y="3282306"/>
                    <a:pt x="9311021" y="3266211"/>
                  </a:cubicBezTo>
                  <a:lnTo>
                    <a:pt x="9302719" y="3215717"/>
                  </a:lnTo>
                  <a:cubicBezTo>
                    <a:pt x="9299936" y="3199059"/>
                    <a:pt x="9297003" y="3182400"/>
                    <a:pt x="9293970" y="3165789"/>
                  </a:cubicBezTo>
                  <a:cubicBezTo>
                    <a:pt x="9281891" y="3099295"/>
                    <a:pt x="9267674" y="3033084"/>
                    <a:pt x="9252065" y="2967107"/>
                  </a:cubicBezTo>
                  <a:cubicBezTo>
                    <a:pt x="9244261" y="2934167"/>
                    <a:pt x="9235959" y="2901273"/>
                    <a:pt x="9227211" y="2868473"/>
                  </a:cubicBezTo>
                  <a:lnTo>
                    <a:pt x="9220699" y="2844426"/>
                  </a:lnTo>
                  <a:lnTo>
                    <a:pt x="9213740" y="2820191"/>
                  </a:lnTo>
                  <a:cubicBezTo>
                    <a:pt x="9209216" y="2804049"/>
                    <a:pt x="9204345" y="2787768"/>
                    <a:pt x="9199374" y="2771438"/>
                  </a:cubicBezTo>
                  <a:cubicBezTo>
                    <a:pt x="9159855" y="2641086"/>
                    <a:pt x="9114272" y="2512099"/>
                    <a:pt x="9061829" y="2385418"/>
                  </a:cubicBezTo>
                  <a:cubicBezTo>
                    <a:pt x="9035582" y="2322077"/>
                    <a:pt x="9008043" y="2259160"/>
                    <a:pt x="8978865" y="2196855"/>
                  </a:cubicBezTo>
                  <a:lnTo>
                    <a:pt x="8956694" y="2150219"/>
                  </a:lnTo>
                  <a:lnTo>
                    <a:pt x="8934176" y="2103914"/>
                  </a:lnTo>
                  <a:cubicBezTo>
                    <a:pt x="8918915" y="2073091"/>
                    <a:pt x="8903157" y="2042032"/>
                    <a:pt x="8887151" y="2011350"/>
                  </a:cubicBezTo>
                  <a:cubicBezTo>
                    <a:pt x="8854988" y="1949891"/>
                    <a:pt x="8822082" y="1888810"/>
                    <a:pt x="8787533" y="1828527"/>
                  </a:cubicBezTo>
                  <a:lnTo>
                    <a:pt x="8761485" y="1783398"/>
                  </a:lnTo>
                  <a:lnTo>
                    <a:pt x="8734791" y="1737893"/>
                  </a:lnTo>
                  <a:cubicBezTo>
                    <a:pt x="8717047" y="1707823"/>
                    <a:pt x="8699200" y="1678363"/>
                    <a:pt x="8680808" y="1648812"/>
                  </a:cubicBezTo>
                  <a:cubicBezTo>
                    <a:pt x="8644322" y="1589658"/>
                    <a:pt x="8606194" y="1531118"/>
                    <a:pt x="8567024" y="1472906"/>
                  </a:cubicBezTo>
                  <a:lnTo>
                    <a:pt x="8537446" y="1429330"/>
                  </a:lnTo>
                  <a:lnTo>
                    <a:pt x="8507423" y="1385896"/>
                  </a:lnTo>
                  <a:cubicBezTo>
                    <a:pt x="8487390" y="1357284"/>
                    <a:pt x="8467158" y="1328719"/>
                    <a:pt x="8446529" y="1300295"/>
                  </a:cubicBezTo>
                  <a:cubicBezTo>
                    <a:pt x="8405271" y="1243496"/>
                    <a:pt x="8362718" y="1187120"/>
                    <a:pt x="8319224" y="1131026"/>
                  </a:cubicBezTo>
                  <a:lnTo>
                    <a:pt x="8286366" y="1089050"/>
                  </a:lnTo>
                  <a:lnTo>
                    <a:pt x="8270161" y="1068439"/>
                  </a:lnTo>
                  <a:lnTo>
                    <a:pt x="8253856" y="1048156"/>
                  </a:lnTo>
                  <a:cubicBezTo>
                    <a:pt x="8231636" y="1020675"/>
                    <a:pt x="8209117" y="993381"/>
                    <a:pt x="8186352" y="966275"/>
                  </a:cubicBezTo>
                  <a:cubicBezTo>
                    <a:pt x="8140917" y="911922"/>
                    <a:pt x="8094240" y="858417"/>
                    <a:pt x="8046768" y="805429"/>
                  </a:cubicBezTo>
                  <a:lnTo>
                    <a:pt x="8010927" y="765853"/>
                  </a:lnTo>
                  <a:lnTo>
                    <a:pt x="7974788" y="726653"/>
                  </a:lnTo>
                  <a:cubicBezTo>
                    <a:pt x="7950382" y="700489"/>
                    <a:pt x="7925824" y="674465"/>
                    <a:pt x="7901070" y="648724"/>
                  </a:cubicBezTo>
                  <a:cubicBezTo>
                    <a:pt x="7851510" y="597289"/>
                    <a:pt x="7801404" y="546514"/>
                    <a:pt x="7750054" y="497008"/>
                  </a:cubicBezTo>
                  <a:cubicBezTo>
                    <a:pt x="7698902" y="447644"/>
                    <a:pt x="7645913" y="398938"/>
                    <a:pt x="7592277" y="351221"/>
                  </a:cubicBezTo>
                  <a:cubicBezTo>
                    <a:pt x="7484856" y="255786"/>
                    <a:pt x="7373308" y="164304"/>
                    <a:pt x="7257734" y="76964"/>
                  </a:cubicBezTo>
                  <a:close/>
                  <a:moveTo>
                    <a:pt x="1886601" y="0"/>
                  </a:moveTo>
                  <a:lnTo>
                    <a:pt x="2292926" y="0"/>
                  </a:lnTo>
                  <a:lnTo>
                    <a:pt x="2135542" y="117781"/>
                  </a:lnTo>
                  <a:cubicBezTo>
                    <a:pt x="2078998" y="162280"/>
                    <a:pt x="2023659" y="208045"/>
                    <a:pt x="1969576" y="254986"/>
                  </a:cubicBezTo>
                  <a:cubicBezTo>
                    <a:pt x="1861309" y="348820"/>
                    <a:pt x="1758064" y="447314"/>
                    <a:pt x="1659938" y="549855"/>
                  </a:cubicBezTo>
                  <a:cubicBezTo>
                    <a:pt x="1266987" y="960346"/>
                    <a:pt x="953820" y="1431495"/>
                    <a:pt x="729383" y="1936480"/>
                  </a:cubicBezTo>
                  <a:cubicBezTo>
                    <a:pt x="673260" y="2062362"/>
                    <a:pt x="622855" y="2190972"/>
                    <a:pt x="578465" y="2320807"/>
                  </a:cubicBezTo>
                  <a:cubicBezTo>
                    <a:pt x="534125" y="2450687"/>
                    <a:pt x="496147" y="2582216"/>
                    <a:pt x="465080" y="2714875"/>
                  </a:cubicBezTo>
                  <a:cubicBezTo>
                    <a:pt x="449769" y="2780991"/>
                    <a:pt x="435850" y="2848191"/>
                    <a:pt x="423820" y="2915436"/>
                  </a:cubicBezTo>
                  <a:cubicBezTo>
                    <a:pt x="411840" y="2982731"/>
                    <a:pt x="401054" y="3050260"/>
                    <a:pt x="392355" y="3118071"/>
                  </a:cubicBezTo>
                  <a:cubicBezTo>
                    <a:pt x="374509" y="3253646"/>
                    <a:pt x="363424" y="3389880"/>
                    <a:pt x="358801" y="3526915"/>
                  </a:cubicBezTo>
                  <a:cubicBezTo>
                    <a:pt x="349009" y="3800843"/>
                    <a:pt x="366357" y="4075570"/>
                    <a:pt x="410350" y="4348226"/>
                  </a:cubicBezTo>
                  <a:cubicBezTo>
                    <a:pt x="421286" y="4416132"/>
                    <a:pt x="434209" y="4483660"/>
                    <a:pt x="449022" y="4551049"/>
                  </a:cubicBezTo>
                  <a:cubicBezTo>
                    <a:pt x="463737" y="4618436"/>
                    <a:pt x="480389" y="4685588"/>
                    <a:pt x="498882" y="4752365"/>
                  </a:cubicBezTo>
                  <a:cubicBezTo>
                    <a:pt x="517373" y="4819141"/>
                    <a:pt x="537704" y="4885635"/>
                    <a:pt x="559775" y="4951657"/>
                  </a:cubicBezTo>
                  <a:cubicBezTo>
                    <a:pt x="581946" y="5017775"/>
                    <a:pt x="605358" y="5083375"/>
                    <a:pt x="631406" y="5147986"/>
                  </a:cubicBezTo>
                  <a:cubicBezTo>
                    <a:pt x="734055" y="5407608"/>
                    <a:pt x="865188" y="5658570"/>
                    <a:pt x="1023461" y="5893957"/>
                  </a:cubicBezTo>
                  <a:cubicBezTo>
                    <a:pt x="1181487" y="6129578"/>
                    <a:pt x="1367051" y="6349247"/>
                    <a:pt x="1575880" y="6547646"/>
                  </a:cubicBezTo>
                  <a:cubicBezTo>
                    <a:pt x="1680269" y="6646916"/>
                    <a:pt x="1790338" y="6740939"/>
                    <a:pt x="1905228" y="6829468"/>
                  </a:cubicBezTo>
                  <a:lnTo>
                    <a:pt x="1944230" y="6858000"/>
                  </a:lnTo>
                  <a:lnTo>
                    <a:pt x="1372541" y="6858000"/>
                  </a:lnTo>
                  <a:lnTo>
                    <a:pt x="1115251" y="6590005"/>
                  </a:lnTo>
                  <a:cubicBezTo>
                    <a:pt x="418530" y="5790792"/>
                    <a:pt x="0" y="4766182"/>
                    <a:pt x="0" y="3649031"/>
                  </a:cubicBezTo>
                  <a:cubicBezTo>
                    <a:pt x="0" y="2212695"/>
                    <a:pt x="691856" y="929334"/>
                    <a:pt x="1777294" y="81317"/>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1" name="Freeform: Shape 20">
              <a:extLst>
                <a:ext uri="{FF2B5EF4-FFF2-40B4-BE49-F238E27FC236}">
                  <a16:creationId xmlns:a16="http://schemas.microsoft.com/office/drawing/2014/main" id="{82B0ED5C-927D-4C5F-8F27-1B403820B9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3402" y="36937"/>
              <a:ext cx="9767847" cy="6858000"/>
            </a:xfrm>
            <a:custGeom>
              <a:avLst/>
              <a:gdLst>
                <a:gd name="connsiteX0" fmla="*/ 7145704 w 9767847"/>
                <a:gd name="connsiteY0" fmla="*/ 0 h 6858000"/>
                <a:gd name="connsiteX1" fmla="*/ 7875738 w 9767847"/>
                <a:gd name="connsiteY1" fmla="*/ 0 h 6858000"/>
                <a:gd name="connsiteX2" fmla="*/ 7990553 w 9767847"/>
                <a:gd name="connsiteY2" fmla="*/ 85415 h 6858000"/>
                <a:gd name="connsiteX3" fmla="*/ 9767847 w 9767847"/>
                <a:gd name="connsiteY3" fmla="*/ 3653129 h 6858000"/>
                <a:gd name="connsiteX4" fmla="*/ 8652597 w 9767847"/>
                <a:gd name="connsiteY4" fmla="*/ 6594103 h 6858000"/>
                <a:gd name="connsiteX5" fmla="*/ 8399240 w 9767847"/>
                <a:gd name="connsiteY5" fmla="*/ 6858000 h 6858000"/>
                <a:gd name="connsiteX6" fmla="*/ 6766926 w 9767847"/>
                <a:gd name="connsiteY6" fmla="*/ 6858000 h 6858000"/>
                <a:gd name="connsiteX7" fmla="*/ 6804586 w 9767847"/>
                <a:gd name="connsiteY7" fmla="*/ 6821201 h 6858000"/>
                <a:gd name="connsiteX8" fmla="*/ 6881735 w 9767847"/>
                <a:gd name="connsiteY8" fmla="*/ 6745295 h 6858000"/>
                <a:gd name="connsiteX9" fmla="*/ 6958883 w 9767847"/>
                <a:gd name="connsiteY9" fmla="*/ 6668920 h 6858000"/>
                <a:gd name="connsiteX10" fmla="*/ 7267925 w 9767847"/>
                <a:gd name="connsiteY10" fmla="*/ 6359792 h 6858000"/>
                <a:gd name="connsiteX11" fmla="*/ 7424360 w 9767847"/>
                <a:gd name="connsiteY11" fmla="*/ 6204783 h 6858000"/>
                <a:gd name="connsiteX12" fmla="*/ 7504938 w 9767847"/>
                <a:gd name="connsiteY12" fmla="*/ 6126806 h 6858000"/>
                <a:gd name="connsiteX13" fmla="*/ 7546396 w 9767847"/>
                <a:gd name="connsiteY13" fmla="*/ 6087795 h 6858000"/>
                <a:gd name="connsiteX14" fmla="*/ 7588002 w 9767847"/>
                <a:gd name="connsiteY14" fmla="*/ 6049630 h 6858000"/>
                <a:gd name="connsiteX15" fmla="*/ 7631000 w 9767847"/>
                <a:gd name="connsiteY15" fmla="*/ 6010807 h 6858000"/>
                <a:gd name="connsiteX16" fmla="*/ 7675440 w 9767847"/>
                <a:gd name="connsiteY16" fmla="*/ 5972407 h 6858000"/>
                <a:gd name="connsiteX17" fmla="*/ 7720626 w 9767847"/>
                <a:gd name="connsiteY17" fmla="*/ 5934949 h 6858000"/>
                <a:gd name="connsiteX18" fmla="*/ 7766458 w 9767847"/>
                <a:gd name="connsiteY18" fmla="*/ 5898432 h 6858000"/>
                <a:gd name="connsiteX19" fmla="*/ 7955254 w 9767847"/>
                <a:gd name="connsiteY19" fmla="*/ 5760926 h 6858000"/>
                <a:gd name="connsiteX20" fmla="*/ 8352678 w 9767847"/>
                <a:gd name="connsiteY20" fmla="*/ 5521728 h 6858000"/>
                <a:gd name="connsiteX21" fmla="*/ 8451350 w 9767847"/>
                <a:gd name="connsiteY21" fmla="*/ 5469352 h 6858000"/>
                <a:gd name="connsiteX22" fmla="*/ 8548532 w 9767847"/>
                <a:gd name="connsiteY22" fmla="*/ 5417493 h 6858000"/>
                <a:gd name="connsiteX23" fmla="*/ 8729473 w 9767847"/>
                <a:gd name="connsiteY23" fmla="*/ 5314059 h 6858000"/>
                <a:gd name="connsiteX24" fmla="*/ 8770781 w 9767847"/>
                <a:gd name="connsiteY24" fmla="*/ 5287330 h 6858000"/>
                <a:gd name="connsiteX25" fmla="*/ 8790964 w 9767847"/>
                <a:gd name="connsiteY25" fmla="*/ 5273590 h 6858000"/>
                <a:gd name="connsiteX26" fmla="*/ 8810499 w 9767847"/>
                <a:gd name="connsiteY26" fmla="*/ 5259801 h 6858000"/>
                <a:gd name="connsiteX27" fmla="*/ 8883571 w 9767847"/>
                <a:gd name="connsiteY27" fmla="*/ 5202577 h 6858000"/>
                <a:gd name="connsiteX28" fmla="*/ 9006651 w 9767847"/>
                <a:gd name="connsiteY28" fmla="*/ 5074625 h 6858000"/>
                <a:gd name="connsiteX29" fmla="*/ 9033494 w 9767847"/>
                <a:gd name="connsiteY29" fmla="*/ 5038203 h 6858000"/>
                <a:gd name="connsiteX30" fmla="*/ 9040305 w 9767847"/>
                <a:gd name="connsiteY30" fmla="*/ 5028649 h 6858000"/>
                <a:gd name="connsiteX31" fmla="*/ 9046568 w 9767847"/>
                <a:gd name="connsiteY31" fmla="*/ 5019379 h 6858000"/>
                <a:gd name="connsiteX32" fmla="*/ 9058846 w 9767847"/>
                <a:gd name="connsiteY32" fmla="*/ 5000743 h 6858000"/>
                <a:gd name="connsiteX33" fmla="*/ 9104529 w 9767847"/>
                <a:gd name="connsiteY33" fmla="*/ 4922203 h 6858000"/>
                <a:gd name="connsiteX34" fmla="*/ 9181081 w 9767847"/>
                <a:gd name="connsiteY34" fmla="*/ 4748792 h 6858000"/>
                <a:gd name="connsiteX35" fmla="*/ 9240731 w 9767847"/>
                <a:gd name="connsiteY35" fmla="*/ 4561970 h 6858000"/>
                <a:gd name="connsiteX36" fmla="*/ 9265388 w 9767847"/>
                <a:gd name="connsiteY36" fmla="*/ 4465171 h 6858000"/>
                <a:gd name="connsiteX37" fmla="*/ 9276571 w 9767847"/>
                <a:gd name="connsiteY37" fmla="*/ 4416041 h 6858000"/>
                <a:gd name="connsiteX38" fmla="*/ 9281841 w 9767847"/>
                <a:gd name="connsiteY38" fmla="*/ 4391477 h 6858000"/>
                <a:gd name="connsiteX39" fmla="*/ 9286513 w 9767847"/>
                <a:gd name="connsiteY39" fmla="*/ 4368936 h 6858000"/>
                <a:gd name="connsiteX40" fmla="*/ 9296754 w 9767847"/>
                <a:gd name="connsiteY40" fmla="*/ 4316136 h 6858000"/>
                <a:gd name="connsiteX41" fmla="*/ 9301029 w 9767847"/>
                <a:gd name="connsiteY41" fmla="*/ 4293172 h 6858000"/>
                <a:gd name="connsiteX42" fmla="*/ 9302818 w 9767847"/>
                <a:gd name="connsiteY42" fmla="*/ 4282679 h 6858000"/>
                <a:gd name="connsiteX43" fmla="*/ 9304658 w 9767847"/>
                <a:gd name="connsiteY43" fmla="*/ 4270914 h 6858000"/>
                <a:gd name="connsiteX44" fmla="*/ 9312810 w 9767847"/>
                <a:gd name="connsiteY44" fmla="*/ 4220043 h 6858000"/>
                <a:gd name="connsiteX45" fmla="*/ 9316887 w 9767847"/>
                <a:gd name="connsiteY45" fmla="*/ 4194584 h 6858000"/>
                <a:gd name="connsiteX46" fmla="*/ 9318923 w 9767847"/>
                <a:gd name="connsiteY46" fmla="*/ 4181878 h 6858000"/>
                <a:gd name="connsiteX47" fmla="*/ 9320515 w 9767847"/>
                <a:gd name="connsiteY47" fmla="*/ 4168984 h 6858000"/>
                <a:gd name="connsiteX48" fmla="*/ 9332445 w 9767847"/>
                <a:gd name="connsiteY48" fmla="*/ 4069079 h 6858000"/>
                <a:gd name="connsiteX49" fmla="*/ 9336173 w 9767847"/>
                <a:gd name="connsiteY49" fmla="*/ 4022774 h 6858000"/>
                <a:gd name="connsiteX50" fmla="*/ 9340199 w 9767847"/>
                <a:gd name="connsiteY50" fmla="*/ 3969269 h 6858000"/>
                <a:gd name="connsiteX51" fmla="*/ 9347557 w 9767847"/>
                <a:gd name="connsiteY51" fmla="*/ 3770070 h 6858000"/>
                <a:gd name="connsiteX52" fmla="*/ 9346364 w 9767847"/>
                <a:gd name="connsiteY52" fmla="*/ 3669036 h 6858000"/>
                <a:gd name="connsiteX53" fmla="*/ 9344921 w 9767847"/>
                <a:gd name="connsiteY53" fmla="*/ 3619341 h 6858000"/>
                <a:gd name="connsiteX54" fmla="*/ 9344524 w 9767847"/>
                <a:gd name="connsiteY54" fmla="*/ 3607624 h 6858000"/>
                <a:gd name="connsiteX55" fmla="*/ 9343728 w 9767847"/>
                <a:gd name="connsiteY55" fmla="*/ 3594872 h 6858000"/>
                <a:gd name="connsiteX56" fmla="*/ 9342188 w 9767847"/>
                <a:gd name="connsiteY56" fmla="*/ 3569366 h 6858000"/>
                <a:gd name="connsiteX57" fmla="*/ 9339056 w 9767847"/>
                <a:gd name="connsiteY57" fmla="*/ 3518354 h 6858000"/>
                <a:gd name="connsiteX58" fmla="*/ 9334334 w 9767847"/>
                <a:gd name="connsiteY58" fmla="*/ 3467155 h 6858000"/>
                <a:gd name="connsiteX59" fmla="*/ 9329363 w 9767847"/>
                <a:gd name="connsiteY59" fmla="*/ 3415908 h 6858000"/>
                <a:gd name="connsiteX60" fmla="*/ 9328319 w 9767847"/>
                <a:gd name="connsiteY60" fmla="*/ 3404755 h 6858000"/>
                <a:gd name="connsiteX61" fmla="*/ 9327177 w 9767847"/>
                <a:gd name="connsiteY61" fmla="*/ 3394214 h 6858000"/>
                <a:gd name="connsiteX62" fmla="*/ 9324293 w 9767847"/>
                <a:gd name="connsiteY62" fmla="*/ 3370872 h 6858000"/>
                <a:gd name="connsiteX63" fmla="*/ 9320763 w 9767847"/>
                <a:gd name="connsiteY63" fmla="*/ 3344427 h 6858000"/>
                <a:gd name="connsiteX64" fmla="*/ 9317184 w 9767847"/>
                <a:gd name="connsiteY64" fmla="*/ 3315343 h 6858000"/>
                <a:gd name="connsiteX65" fmla="*/ 9311021 w 9767847"/>
                <a:gd name="connsiteY65" fmla="*/ 3270309 h 6858000"/>
                <a:gd name="connsiteX66" fmla="*/ 9302719 w 9767847"/>
                <a:gd name="connsiteY66" fmla="*/ 3219815 h 6858000"/>
                <a:gd name="connsiteX67" fmla="*/ 9293970 w 9767847"/>
                <a:gd name="connsiteY67" fmla="*/ 3169887 h 6858000"/>
                <a:gd name="connsiteX68" fmla="*/ 9252065 w 9767847"/>
                <a:gd name="connsiteY68" fmla="*/ 2971205 h 6858000"/>
                <a:gd name="connsiteX69" fmla="*/ 9227211 w 9767847"/>
                <a:gd name="connsiteY69" fmla="*/ 2872571 h 6858000"/>
                <a:gd name="connsiteX70" fmla="*/ 9220699 w 9767847"/>
                <a:gd name="connsiteY70" fmla="*/ 2848524 h 6858000"/>
                <a:gd name="connsiteX71" fmla="*/ 9213740 w 9767847"/>
                <a:gd name="connsiteY71" fmla="*/ 2824289 h 6858000"/>
                <a:gd name="connsiteX72" fmla="*/ 9199374 w 9767847"/>
                <a:gd name="connsiteY72" fmla="*/ 2775536 h 6858000"/>
                <a:gd name="connsiteX73" fmla="*/ 9061829 w 9767847"/>
                <a:gd name="connsiteY73" fmla="*/ 2389515 h 6858000"/>
                <a:gd name="connsiteX74" fmla="*/ 8978865 w 9767847"/>
                <a:gd name="connsiteY74" fmla="*/ 2200953 h 6858000"/>
                <a:gd name="connsiteX75" fmla="*/ 8956694 w 9767847"/>
                <a:gd name="connsiteY75" fmla="*/ 2154317 h 6858000"/>
                <a:gd name="connsiteX76" fmla="*/ 8934176 w 9767847"/>
                <a:gd name="connsiteY76" fmla="*/ 2108012 h 6858000"/>
                <a:gd name="connsiteX77" fmla="*/ 8887151 w 9767847"/>
                <a:gd name="connsiteY77" fmla="*/ 2015448 h 6858000"/>
                <a:gd name="connsiteX78" fmla="*/ 8787533 w 9767847"/>
                <a:gd name="connsiteY78" fmla="*/ 1832625 h 6858000"/>
                <a:gd name="connsiteX79" fmla="*/ 8761485 w 9767847"/>
                <a:gd name="connsiteY79" fmla="*/ 1787496 h 6858000"/>
                <a:gd name="connsiteX80" fmla="*/ 8734791 w 9767847"/>
                <a:gd name="connsiteY80" fmla="*/ 1741991 h 6858000"/>
                <a:gd name="connsiteX81" fmla="*/ 8680808 w 9767847"/>
                <a:gd name="connsiteY81" fmla="*/ 1652910 h 6858000"/>
                <a:gd name="connsiteX82" fmla="*/ 8567024 w 9767847"/>
                <a:gd name="connsiteY82" fmla="*/ 1477004 h 6858000"/>
                <a:gd name="connsiteX83" fmla="*/ 8537446 w 9767847"/>
                <a:gd name="connsiteY83" fmla="*/ 1433428 h 6858000"/>
                <a:gd name="connsiteX84" fmla="*/ 8507423 w 9767847"/>
                <a:gd name="connsiteY84" fmla="*/ 1389994 h 6858000"/>
                <a:gd name="connsiteX85" fmla="*/ 8446529 w 9767847"/>
                <a:gd name="connsiteY85" fmla="*/ 1304393 h 6858000"/>
                <a:gd name="connsiteX86" fmla="*/ 8319224 w 9767847"/>
                <a:gd name="connsiteY86" fmla="*/ 1135124 h 6858000"/>
                <a:gd name="connsiteX87" fmla="*/ 8286366 w 9767847"/>
                <a:gd name="connsiteY87" fmla="*/ 1093148 h 6858000"/>
                <a:gd name="connsiteX88" fmla="*/ 8270161 w 9767847"/>
                <a:gd name="connsiteY88" fmla="*/ 1072538 h 6858000"/>
                <a:gd name="connsiteX89" fmla="*/ 8253856 w 9767847"/>
                <a:gd name="connsiteY89" fmla="*/ 1052254 h 6858000"/>
                <a:gd name="connsiteX90" fmla="*/ 8186352 w 9767847"/>
                <a:gd name="connsiteY90" fmla="*/ 970373 h 6858000"/>
                <a:gd name="connsiteX91" fmla="*/ 8046768 w 9767847"/>
                <a:gd name="connsiteY91" fmla="*/ 809527 h 6858000"/>
                <a:gd name="connsiteX92" fmla="*/ 8010927 w 9767847"/>
                <a:gd name="connsiteY92" fmla="*/ 769951 h 6858000"/>
                <a:gd name="connsiteX93" fmla="*/ 7974788 w 9767847"/>
                <a:gd name="connsiteY93" fmla="*/ 730751 h 6858000"/>
                <a:gd name="connsiteX94" fmla="*/ 7901070 w 9767847"/>
                <a:gd name="connsiteY94" fmla="*/ 652823 h 6858000"/>
                <a:gd name="connsiteX95" fmla="*/ 7750054 w 9767847"/>
                <a:gd name="connsiteY95" fmla="*/ 501106 h 6858000"/>
                <a:gd name="connsiteX96" fmla="*/ 7592277 w 9767847"/>
                <a:gd name="connsiteY96" fmla="*/ 355319 h 6858000"/>
                <a:gd name="connsiteX97" fmla="*/ 7257734 w 9767847"/>
                <a:gd name="connsiteY97" fmla="*/ 81062 h 6858000"/>
                <a:gd name="connsiteX98" fmla="*/ 1892109 w 9767847"/>
                <a:gd name="connsiteY98" fmla="*/ 0 h 6858000"/>
                <a:gd name="connsiteX99" fmla="*/ 2298402 w 9767847"/>
                <a:gd name="connsiteY99" fmla="*/ 0 h 6858000"/>
                <a:gd name="connsiteX100" fmla="*/ 2135542 w 9767847"/>
                <a:gd name="connsiteY100" fmla="*/ 121879 h 6858000"/>
                <a:gd name="connsiteX101" fmla="*/ 1969576 w 9767847"/>
                <a:gd name="connsiteY101" fmla="*/ 259084 h 6858000"/>
                <a:gd name="connsiteX102" fmla="*/ 1659938 w 9767847"/>
                <a:gd name="connsiteY102" fmla="*/ 553953 h 6858000"/>
                <a:gd name="connsiteX103" fmla="*/ 729383 w 9767847"/>
                <a:gd name="connsiteY103" fmla="*/ 1940578 h 6858000"/>
                <a:gd name="connsiteX104" fmla="*/ 578465 w 9767847"/>
                <a:gd name="connsiteY104" fmla="*/ 2324905 h 6858000"/>
                <a:gd name="connsiteX105" fmla="*/ 465080 w 9767847"/>
                <a:gd name="connsiteY105" fmla="*/ 2718973 h 6858000"/>
                <a:gd name="connsiteX106" fmla="*/ 423820 w 9767847"/>
                <a:gd name="connsiteY106" fmla="*/ 2919535 h 6858000"/>
                <a:gd name="connsiteX107" fmla="*/ 392355 w 9767847"/>
                <a:gd name="connsiteY107" fmla="*/ 3122169 h 6858000"/>
                <a:gd name="connsiteX108" fmla="*/ 358801 w 9767847"/>
                <a:gd name="connsiteY108" fmla="*/ 3531013 h 6858000"/>
                <a:gd name="connsiteX109" fmla="*/ 410350 w 9767847"/>
                <a:gd name="connsiteY109" fmla="*/ 4352324 h 6858000"/>
                <a:gd name="connsiteX110" fmla="*/ 449022 w 9767847"/>
                <a:gd name="connsiteY110" fmla="*/ 4555147 h 6858000"/>
                <a:gd name="connsiteX111" fmla="*/ 498882 w 9767847"/>
                <a:gd name="connsiteY111" fmla="*/ 4756463 h 6858000"/>
                <a:gd name="connsiteX112" fmla="*/ 559775 w 9767847"/>
                <a:gd name="connsiteY112" fmla="*/ 4955755 h 6858000"/>
                <a:gd name="connsiteX113" fmla="*/ 631406 w 9767847"/>
                <a:gd name="connsiteY113" fmla="*/ 5152084 h 6858000"/>
                <a:gd name="connsiteX114" fmla="*/ 1023461 w 9767847"/>
                <a:gd name="connsiteY114" fmla="*/ 5898055 h 6858000"/>
                <a:gd name="connsiteX115" fmla="*/ 1575880 w 9767847"/>
                <a:gd name="connsiteY115" fmla="*/ 6551744 h 6858000"/>
                <a:gd name="connsiteX116" fmla="*/ 1905228 w 9767847"/>
                <a:gd name="connsiteY116" fmla="*/ 6833566 h 6858000"/>
                <a:gd name="connsiteX117" fmla="*/ 1938629 w 9767847"/>
                <a:gd name="connsiteY117" fmla="*/ 6858000 h 6858000"/>
                <a:gd name="connsiteX118" fmla="*/ 1368607 w 9767847"/>
                <a:gd name="connsiteY118" fmla="*/ 6858000 h 6858000"/>
                <a:gd name="connsiteX119" fmla="*/ 1115251 w 9767847"/>
                <a:gd name="connsiteY119" fmla="*/ 6594103 h 6858000"/>
                <a:gd name="connsiteX120" fmla="*/ 0 w 9767847"/>
                <a:gd name="connsiteY120" fmla="*/ 3653129 h 6858000"/>
                <a:gd name="connsiteX121" fmla="*/ 1777294 w 9767847"/>
                <a:gd name="connsiteY121" fmla="*/ 854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9767847" h="6858000">
                  <a:moveTo>
                    <a:pt x="7145704" y="0"/>
                  </a:moveTo>
                  <a:lnTo>
                    <a:pt x="7875738" y="0"/>
                  </a:lnTo>
                  <a:lnTo>
                    <a:pt x="7990553" y="85415"/>
                  </a:lnTo>
                  <a:cubicBezTo>
                    <a:pt x="9075991" y="933432"/>
                    <a:pt x="9767847" y="2216793"/>
                    <a:pt x="9767847" y="3653129"/>
                  </a:cubicBezTo>
                  <a:cubicBezTo>
                    <a:pt x="9767847" y="4770280"/>
                    <a:pt x="9349317" y="5794890"/>
                    <a:pt x="8652597" y="6594103"/>
                  </a:cubicBezTo>
                  <a:lnTo>
                    <a:pt x="8399240" y="6858000"/>
                  </a:lnTo>
                  <a:lnTo>
                    <a:pt x="6766926" y="6858000"/>
                  </a:lnTo>
                  <a:lnTo>
                    <a:pt x="6804586" y="6821201"/>
                  </a:lnTo>
                  <a:lnTo>
                    <a:pt x="6881735" y="6745295"/>
                  </a:lnTo>
                  <a:cubicBezTo>
                    <a:pt x="6907435" y="6719979"/>
                    <a:pt x="6933134" y="6694896"/>
                    <a:pt x="6958883" y="6668920"/>
                  </a:cubicBezTo>
                  <a:lnTo>
                    <a:pt x="7267925" y="6359792"/>
                  </a:lnTo>
                  <a:lnTo>
                    <a:pt x="7424360" y="6204783"/>
                  </a:lnTo>
                  <a:cubicBezTo>
                    <a:pt x="7450754" y="6178900"/>
                    <a:pt x="7477598" y="6152829"/>
                    <a:pt x="7504938" y="6126806"/>
                  </a:cubicBezTo>
                  <a:lnTo>
                    <a:pt x="7546396" y="6087795"/>
                  </a:lnTo>
                  <a:cubicBezTo>
                    <a:pt x="7560264" y="6074901"/>
                    <a:pt x="7574780" y="6061630"/>
                    <a:pt x="7588002" y="6049630"/>
                  </a:cubicBezTo>
                  <a:lnTo>
                    <a:pt x="7631000" y="6010807"/>
                  </a:lnTo>
                  <a:lnTo>
                    <a:pt x="7675440" y="5972407"/>
                  </a:lnTo>
                  <a:cubicBezTo>
                    <a:pt x="7690404" y="5959796"/>
                    <a:pt x="7705564" y="5947419"/>
                    <a:pt x="7720626" y="5934949"/>
                  </a:cubicBezTo>
                  <a:cubicBezTo>
                    <a:pt x="7735738" y="5922525"/>
                    <a:pt x="7751197" y="5910619"/>
                    <a:pt x="7766458" y="5898432"/>
                  </a:cubicBezTo>
                  <a:cubicBezTo>
                    <a:pt x="7827949" y="5850290"/>
                    <a:pt x="7890979" y="5804597"/>
                    <a:pt x="7955254" y="5760926"/>
                  </a:cubicBezTo>
                  <a:cubicBezTo>
                    <a:pt x="8083800" y="5673632"/>
                    <a:pt x="8216872" y="5594434"/>
                    <a:pt x="8352678" y="5521728"/>
                  </a:cubicBezTo>
                  <a:lnTo>
                    <a:pt x="8451350" y="5469352"/>
                  </a:lnTo>
                  <a:lnTo>
                    <a:pt x="8548532" y="5417493"/>
                  </a:lnTo>
                  <a:cubicBezTo>
                    <a:pt x="8612110" y="5383188"/>
                    <a:pt x="8673251" y="5349306"/>
                    <a:pt x="8729473" y="5314059"/>
                  </a:cubicBezTo>
                  <a:cubicBezTo>
                    <a:pt x="8743591" y="5305213"/>
                    <a:pt x="8757161" y="5296459"/>
                    <a:pt x="8770781" y="5287330"/>
                  </a:cubicBezTo>
                  <a:cubicBezTo>
                    <a:pt x="8777591" y="5282765"/>
                    <a:pt x="8784451" y="5278201"/>
                    <a:pt x="8790964" y="5273590"/>
                  </a:cubicBezTo>
                  <a:cubicBezTo>
                    <a:pt x="8797574" y="5268977"/>
                    <a:pt x="8804235" y="5264412"/>
                    <a:pt x="8810499" y="5259801"/>
                  </a:cubicBezTo>
                  <a:cubicBezTo>
                    <a:pt x="8835999" y="5241401"/>
                    <a:pt x="8860407" y="5222389"/>
                    <a:pt x="8883571" y="5202577"/>
                  </a:cubicBezTo>
                  <a:cubicBezTo>
                    <a:pt x="8929900" y="5162954"/>
                    <a:pt x="8971258" y="5120413"/>
                    <a:pt x="9006651" y="5074625"/>
                  </a:cubicBezTo>
                  <a:cubicBezTo>
                    <a:pt x="9015351" y="5063426"/>
                    <a:pt x="9024398" y="5050955"/>
                    <a:pt x="9033494" y="5038203"/>
                  </a:cubicBezTo>
                  <a:lnTo>
                    <a:pt x="9040305" y="5028649"/>
                  </a:lnTo>
                  <a:lnTo>
                    <a:pt x="9046568" y="5019379"/>
                  </a:lnTo>
                  <a:cubicBezTo>
                    <a:pt x="9050743" y="5013261"/>
                    <a:pt x="9054819" y="5007050"/>
                    <a:pt x="9058846" y="5000743"/>
                  </a:cubicBezTo>
                  <a:cubicBezTo>
                    <a:pt x="9075002" y="4975615"/>
                    <a:pt x="9090212" y="4949403"/>
                    <a:pt x="9104529" y="4922203"/>
                  </a:cubicBezTo>
                  <a:cubicBezTo>
                    <a:pt x="9133211" y="4867850"/>
                    <a:pt x="9158313" y="4809545"/>
                    <a:pt x="9181081" y="4748792"/>
                  </a:cubicBezTo>
                  <a:cubicBezTo>
                    <a:pt x="9203748" y="4688276"/>
                    <a:pt x="9223383" y="4625876"/>
                    <a:pt x="9240731" y="4561970"/>
                  </a:cubicBezTo>
                  <a:cubicBezTo>
                    <a:pt x="9249481" y="4530064"/>
                    <a:pt x="9257682" y="4497782"/>
                    <a:pt x="9265388" y="4465171"/>
                  </a:cubicBezTo>
                  <a:cubicBezTo>
                    <a:pt x="9269215" y="4448842"/>
                    <a:pt x="9272943" y="4432465"/>
                    <a:pt x="9276571" y="4416041"/>
                  </a:cubicBezTo>
                  <a:lnTo>
                    <a:pt x="9281841" y="4391477"/>
                  </a:lnTo>
                  <a:lnTo>
                    <a:pt x="9286513" y="4368936"/>
                  </a:lnTo>
                  <a:lnTo>
                    <a:pt x="9296754" y="4316136"/>
                  </a:lnTo>
                  <a:lnTo>
                    <a:pt x="9301029" y="4293172"/>
                  </a:lnTo>
                  <a:lnTo>
                    <a:pt x="9302818" y="4282679"/>
                  </a:lnTo>
                  <a:lnTo>
                    <a:pt x="9304658" y="4270914"/>
                  </a:lnTo>
                  <a:lnTo>
                    <a:pt x="9312810" y="4220043"/>
                  </a:lnTo>
                  <a:lnTo>
                    <a:pt x="9316887" y="4194584"/>
                  </a:lnTo>
                  <a:lnTo>
                    <a:pt x="9318923" y="4181878"/>
                  </a:lnTo>
                  <a:cubicBezTo>
                    <a:pt x="9319570" y="4177644"/>
                    <a:pt x="9319969" y="4173267"/>
                    <a:pt x="9320515" y="4168984"/>
                  </a:cubicBezTo>
                  <a:lnTo>
                    <a:pt x="9332445" y="4069079"/>
                  </a:lnTo>
                  <a:cubicBezTo>
                    <a:pt x="9333836" y="4056468"/>
                    <a:pt x="9334880" y="4040986"/>
                    <a:pt x="9336173" y="4022774"/>
                  </a:cubicBezTo>
                  <a:lnTo>
                    <a:pt x="9340199" y="3969269"/>
                  </a:lnTo>
                  <a:cubicBezTo>
                    <a:pt x="9345071" y="3903904"/>
                    <a:pt x="9347358" y="3837081"/>
                    <a:pt x="9347557" y="3770070"/>
                  </a:cubicBezTo>
                  <a:cubicBezTo>
                    <a:pt x="9347656" y="3736518"/>
                    <a:pt x="9347209" y="3702871"/>
                    <a:pt x="9346364" y="3669036"/>
                  </a:cubicBezTo>
                  <a:lnTo>
                    <a:pt x="9344921" y="3619341"/>
                  </a:lnTo>
                  <a:lnTo>
                    <a:pt x="9344524" y="3607624"/>
                  </a:lnTo>
                  <a:lnTo>
                    <a:pt x="9343728" y="3594872"/>
                  </a:lnTo>
                  <a:lnTo>
                    <a:pt x="9342188" y="3569366"/>
                  </a:lnTo>
                  <a:lnTo>
                    <a:pt x="9339056" y="3518354"/>
                  </a:lnTo>
                  <a:cubicBezTo>
                    <a:pt x="9337914" y="3501319"/>
                    <a:pt x="9335874" y="3484236"/>
                    <a:pt x="9334334" y="3467155"/>
                  </a:cubicBezTo>
                  <a:lnTo>
                    <a:pt x="9329363" y="3415908"/>
                  </a:lnTo>
                  <a:lnTo>
                    <a:pt x="9328319" y="3404755"/>
                  </a:lnTo>
                  <a:lnTo>
                    <a:pt x="9327177" y="3394214"/>
                  </a:lnTo>
                  <a:lnTo>
                    <a:pt x="9324293" y="3370872"/>
                  </a:lnTo>
                  <a:lnTo>
                    <a:pt x="9320763" y="3344427"/>
                  </a:lnTo>
                  <a:lnTo>
                    <a:pt x="9317184" y="3315343"/>
                  </a:lnTo>
                  <a:cubicBezTo>
                    <a:pt x="9315594" y="3300991"/>
                    <a:pt x="9313506" y="3286404"/>
                    <a:pt x="9311021" y="3270309"/>
                  </a:cubicBezTo>
                  <a:lnTo>
                    <a:pt x="9302719" y="3219815"/>
                  </a:lnTo>
                  <a:cubicBezTo>
                    <a:pt x="9299936" y="3203157"/>
                    <a:pt x="9297003" y="3186498"/>
                    <a:pt x="9293970" y="3169887"/>
                  </a:cubicBezTo>
                  <a:cubicBezTo>
                    <a:pt x="9281891" y="3103393"/>
                    <a:pt x="9267674" y="3037182"/>
                    <a:pt x="9252065" y="2971205"/>
                  </a:cubicBezTo>
                  <a:cubicBezTo>
                    <a:pt x="9244261" y="2938265"/>
                    <a:pt x="9235959" y="2905371"/>
                    <a:pt x="9227211" y="2872571"/>
                  </a:cubicBezTo>
                  <a:lnTo>
                    <a:pt x="9220699" y="2848524"/>
                  </a:lnTo>
                  <a:lnTo>
                    <a:pt x="9213740" y="2824289"/>
                  </a:lnTo>
                  <a:cubicBezTo>
                    <a:pt x="9209216" y="2808147"/>
                    <a:pt x="9204345" y="2791866"/>
                    <a:pt x="9199374" y="2775536"/>
                  </a:cubicBezTo>
                  <a:cubicBezTo>
                    <a:pt x="9159855" y="2645184"/>
                    <a:pt x="9114272" y="2516197"/>
                    <a:pt x="9061829" y="2389515"/>
                  </a:cubicBezTo>
                  <a:cubicBezTo>
                    <a:pt x="9035582" y="2326175"/>
                    <a:pt x="9008043" y="2263258"/>
                    <a:pt x="8978865" y="2200953"/>
                  </a:cubicBezTo>
                  <a:lnTo>
                    <a:pt x="8956694" y="2154317"/>
                  </a:lnTo>
                  <a:lnTo>
                    <a:pt x="8934176" y="2108012"/>
                  </a:lnTo>
                  <a:cubicBezTo>
                    <a:pt x="8918915" y="2077189"/>
                    <a:pt x="8903157" y="2046130"/>
                    <a:pt x="8887151" y="2015448"/>
                  </a:cubicBezTo>
                  <a:cubicBezTo>
                    <a:pt x="8854988" y="1953989"/>
                    <a:pt x="8822082" y="1892908"/>
                    <a:pt x="8787533" y="1832625"/>
                  </a:cubicBezTo>
                  <a:lnTo>
                    <a:pt x="8761485" y="1787496"/>
                  </a:lnTo>
                  <a:lnTo>
                    <a:pt x="8734791" y="1741991"/>
                  </a:lnTo>
                  <a:cubicBezTo>
                    <a:pt x="8717047" y="1711921"/>
                    <a:pt x="8699200" y="1682461"/>
                    <a:pt x="8680808" y="1652910"/>
                  </a:cubicBezTo>
                  <a:cubicBezTo>
                    <a:pt x="8644322" y="1593756"/>
                    <a:pt x="8606194" y="1535216"/>
                    <a:pt x="8567024" y="1477004"/>
                  </a:cubicBezTo>
                  <a:lnTo>
                    <a:pt x="8537446" y="1433428"/>
                  </a:lnTo>
                  <a:lnTo>
                    <a:pt x="8507423" y="1389994"/>
                  </a:lnTo>
                  <a:cubicBezTo>
                    <a:pt x="8487390" y="1361382"/>
                    <a:pt x="8467158" y="1332817"/>
                    <a:pt x="8446529" y="1304393"/>
                  </a:cubicBezTo>
                  <a:cubicBezTo>
                    <a:pt x="8405271" y="1247595"/>
                    <a:pt x="8362718" y="1191218"/>
                    <a:pt x="8319224" y="1135124"/>
                  </a:cubicBezTo>
                  <a:lnTo>
                    <a:pt x="8286366" y="1093148"/>
                  </a:lnTo>
                  <a:lnTo>
                    <a:pt x="8270161" y="1072538"/>
                  </a:lnTo>
                  <a:lnTo>
                    <a:pt x="8253856" y="1052254"/>
                  </a:lnTo>
                  <a:cubicBezTo>
                    <a:pt x="8231636" y="1024773"/>
                    <a:pt x="8209117" y="997479"/>
                    <a:pt x="8186352" y="970373"/>
                  </a:cubicBezTo>
                  <a:cubicBezTo>
                    <a:pt x="8140917" y="916020"/>
                    <a:pt x="8094240" y="862515"/>
                    <a:pt x="8046768" y="809527"/>
                  </a:cubicBezTo>
                  <a:lnTo>
                    <a:pt x="8010927" y="769951"/>
                  </a:lnTo>
                  <a:lnTo>
                    <a:pt x="7974788" y="730751"/>
                  </a:lnTo>
                  <a:cubicBezTo>
                    <a:pt x="7950382" y="704587"/>
                    <a:pt x="7925824" y="678563"/>
                    <a:pt x="7901070" y="652823"/>
                  </a:cubicBezTo>
                  <a:cubicBezTo>
                    <a:pt x="7851510" y="601387"/>
                    <a:pt x="7801404" y="550612"/>
                    <a:pt x="7750054" y="501106"/>
                  </a:cubicBezTo>
                  <a:cubicBezTo>
                    <a:pt x="7698902" y="451742"/>
                    <a:pt x="7645913" y="403036"/>
                    <a:pt x="7592277" y="355319"/>
                  </a:cubicBezTo>
                  <a:cubicBezTo>
                    <a:pt x="7484856" y="259884"/>
                    <a:pt x="7373308" y="168402"/>
                    <a:pt x="7257734" y="81062"/>
                  </a:cubicBezTo>
                  <a:close/>
                  <a:moveTo>
                    <a:pt x="1892109" y="0"/>
                  </a:moveTo>
                  <a:lnTo>
                    <a:pt x="2298402" y="0"/>
                  </a:lnTo>
                  <a:lnTo>
                    <a:pt x="2135542" y="121879"/>
                  </a:lnTo>
                  <a:cubicBezTo>
                    <a:pt x="2078998" y="166378"/>
                    <a:pt x="2023659" y="212143"/>
                    <a:pt x="1969576" y="259084"/>
                  </a:cubicBezTo>
                  <a:cubicBezTo>
                    <a:pt x="1861309" y="352918"/>
                    <a:pt x="1758064" y="451412"/>
                    <a:pt x="1659938" y="553953"/>
                  </a:cubicBezTo>
                  <a:cubicBezTo>
                    <a:pt x="1266987" y="964444"/>
                    <a:pt x="953820" y="1435593"/>
                    <a:pt x="729383" y="1940578"/>
                  </a:cubicBezTo>
                  <a:cubicBezTo>
                    <a:pt x="673260" y="2066459"/>
                    <a:pt x="622855" y="2195070"/>
                    <a:pt x="578465" y="2324905"/>
                  </a:cubicBezTo>
                  <a:cubicBezTo>
                    <a:pt x="534125" y="2454785"/>
                    <a:pt x="496147" y="2586314"/>
                    <a:pt x="465080" y="2718973"/>
                  </a:cubicBezTo>
                  <a:cubicBezTo>
                    <a:pt x="449769" y="2785089"/>
                    <a:pt x="435850" y="2852289"/>
                    <a:pt x="423820" y="2919535"/>
                  </a:cubicBezTo>
                  <a:cubicBezTo>
                    <a:pt x="411840" y="2986829"/>
                    <a:pt x="401054" y="3054358"/>
                    <a:pt x="392355" y="3122169"/>
                  </a:cubicBezTo>
                  <a:cubicBezTo>
                    <a:pt x="374509" y="3257744"/>
                    <a:pt x="363424" y="3393978"/>
                    <a:pt x="358801" y="3531013"/>
                  </a:cubicBezTo>
                  <a:cubicBezTo>
                    <a:pt x="349009" y="3804941"/>
                    <a:pt x="366357" y="4079668"/>
                    <a:pt x="410350" y="4352324"/>
                  </a:cubicBezTo>
                  <a:cubicBezTo>
                    <a:pt x="421286" y="4420230"/>
                    <a:pt x="434209" y="4487758"/>
                    <a:pt x="449022" y="4555147"/>
                  </a:cubicBezTo>
                  <a:cubicBezTo>
                    <a:pt x="463737" y="4622534"/>
                    <a:pt x="480389" y="4689686"/>
                    <a:pt x="498882" y="4756463"/>
                  </a:cubicBezTo>
                  <a:cubicBezTo>
                    <a:pt x="517373" y="4823239"/>
                    <a:pt x="537704" y="4889733"/>
                    <a:pt x="559775" y="4955755"/>
                  </a:cubicBezTo>
                  <a:cubicBezTo>
                    <a:pt x="581946" y="5021873"/>
                    <a:pt x="605358" y="5087473"/>
                    <a:pt x="631406" y="5152084"/>
                  </a:cubicBezTo>
                  <a:cubicBezTo>
                    <a:pt x="734055" y="5411706"/>
                    <a:pt x="865188" y="5662668"/>
                    <a:pt x="1023461" y="5898055"/>
                  </a:cubicBezTo>
                  <a:cubicBezTo>
                    <a:pt x="1181487" y="6133676"/>
                    <a:pt x="1367051" y="6353345"/>
                    <a:pt x="1575880" y="6551744"/>
                  </a:cubicBezTo>
                  <a:cubicBezTo>
                    <a:pt x="1680269" y="6651014"/>
                    <a:pt x="1790338" y="6745037"/>
                    <a:pt x="1905228" y="6833566"/>
                  </a:cubicBezTo>
                  <a:lnTo>
                    <a:pt x="1938629" y="6858000"/>
                  </a:lnTo>
                  <a:lnTo>
                    <a:pt x="1368607" y="6858000"/>
                  </a:lnTo>
                  <a:lnTo>
                    <a:pt x="1115251" y="6594103"/>
                  </a:lnTo>
                  <a:cubicBezTo>
                    <a:pt x="418530" y="5794890"/>
                    <a:pt x="0" y="4770280"/>
                    <a:pt x="0" y="3653129"/>
                  </a:cubicBezTo>
                  <a:cubicBezTo>
                    <a:pt x="0" y="2216793"/>
                    <a:pt x="691856" y="933432"/>
                    <a:pt x="1777294" y="85415"/>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grpSp>
      <p:sp>
        <p:nvSpPr>
          <p:cNvPr id="2" name="Title 1">
            <a:extLst>
              <a:ext uri="{FF2B5EF4-FFF2-40B4-BE49-F238E27FC236}">
                <a16:creationId xmlns:a16="http://schemas.microsoft.com/office/drawing/2014/main" id="{8FB44EAD-9809-7711-9716-CB8F557A1391}"/>
              </a:ext>
            </a:extLst>
          </p:cNvPr>
          <p:cNvSpPr>
            <a:spLocks noGrp="1"/>
          </p:cNvSpPr>
          <p:nvPr>
            <p:ph type="ctrTitle"/>
          </p:nvPr>
        </p:nvSpPr>
        <p:spPr>
          <a:xfrm>
            <a:off x="876300" y="45868"/>
            <a:ext cx="10263459" cy="923925"/>
          </a:xfrm>
        </p:spPr>
        <p:txBody>
          <a:bodyPr anchor="b">
            <a:normAutofit/>
          </a:bodyPr>
          <a:lstStyle/>
          <a:p>
            <a:r>
              <a:rPr lang="en-IN" sz="4000" dirty="0">
                <a:solidFill>
                  <a:schemeClr val="tx2"/>
                </a:solidFill>
                <a:latin typeface="Engravers MT" panose="02090707080505020304" pitchFamily="18" charset="0"/>
              </a:rPr>
              <a:t>History  of MISRA-C</a:t>
            </a:r>
            <a:endParaRPr lang="en-IN" sz="4000" dirty="0">
              <a:solidFill>
                <a:schemeClr val="tx2"/>
              </a:solidFill>
            </a:endParaRPr>
          </a:p>
        </p:txBody>
      </p:sp>
      <p:grpSp>
        <p:nvGrpSpPr>
          <p:cNvPr id="23" name="Group 22">
            <a:extLst>
              <a:ext uri="{FF2B5EF4-FFF2-40B4-BE49-F238E27FC236}">
                <a16:creationId xmlns:a16="http://schemas.microsoft.com/office/drawing/2014/main" id="{87F87F1B-42BA-4AC7-A4E2-41544DDB2CE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05" y="-4155"/>
            <a:ext cx="2514948" cy="2174333"/>
            <a:chOff x="-305" y="-4155"/>
            <a:chExt cx="2514948" cy="2174333"/>
          </a:xfrm>
        </p:grpSpPr>
        <p:sp>
          <p:nvSpPr>
            <p:cNvPr id="24" name="Freeform: Shape 23">
              <a:extLst>
                <a:ext uri="{FF2B5EF4-FFF2-40B4-BE49-F238E27FC236}">
                  <a16:creationId xmlns:a16="http://schemas.microsoft.com/office/drawing/2014/main" id="{68B53067-4E48-4E71-A6A9-A8CAABAFBF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Shape 24">
              <a:extLst>
                <a:ext uri="{FF2B5EF4-FFF2-40B4-BE49-F238E27FC236}">
                  <a16:creationId xmlns:a16="http://schemas.microsoft.com/office/drawing/2014/main" id="{06D1A0D3-4BB8-41D9-9CE7-2884C83F44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reeform: Shape 25">
              <a:extLst>
                <a:ext uri="{FF2B5EF4-FFF2-40B4-BE49-F238E27FC236}">
                  <a16:creationId xmlns:a16="http://schemas.microsoft.com/office/drawing/2014/main" id="{81E20F06-3B09-4B89-A36B-AB8BFBCCA5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27" name="Freeform: Shape 26">
              <a:extLst>
                <a:ext uri="{FF2B5EF4-FFF2-40B4-BE49-F238E27FC236}">
                  <a16:creationId xmlns:a16="http://schemas.microsoft.com/office/drawing/2014/main" id="{DAE6C3D7-7D5B-4926-877D-45F117BB6B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9" name="Group 28">
            <a:extLst>
              <a:ext uri="{FF2B5EF4-FFF2-40B4-BE49-F238E27FC236}">
                <a16:creationId xmlns:a16="http://schemas.microsoft.com/office/drawing/2014/main" id="{967346A5-7569-4F15-AB5D-BE3DADF192C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9685727" y="4683666"/>
            <a:ext cx="2514948" cy="2174333"/>
            <a:chOff x="-305" y="-4155"/>
            <a:chExt cx="2514948" cy="2174333"/>
          </a:xfrm>
        </p:grpSpPr>
        <p:sp>
          <p:nvSpPr>
            <p:cNvPr id="30" name="Freeform: Shape 29">
              <a:extLst>
                <a:ext uri="{FF2B5EF4-FFF2-40B4-BE49-F238E27FC236}">
                  <a16:creationId xmlns:a16="http://schemas.microsoft.com/office/drawing/2014/main" id="{E1951533-A568-4765-AB1F-F71D9AFDEA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reeform: Shape 30">
              <a:extLst>
                <a:ext uri="{FF2B5EF4-FFF2-40B4-BE49-F238E27FC236}">
                  <a16:creationId xmlns:a16="http://schemas.microsoft.com/office/drawing/2014/main" id="{A7214F52-4F3F-4C96-A62E-F1401D6C04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Freeform: Shape 31">
              <a:extLst>
                <a:ext uri="{FF2B5EF4-FFF2-40B4-BE49-F238E27FC236}">
                  <a16:creationId xmlns:a16="http://schemas.microsoft.com/office/drawing/2014/main" id="{023146A1-291C-4FA0-AB5B-EB04D42398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33" name="Freeform: Shape 32">
              <a:extLst>
                <a:ext uri="{FF2B5EF4-FFF2-40B4-BE49-F238E27FC236}">
                  <a16:creationId xmlns:a16="http://schemas.microsoft.com/office/drawing/2014/main" id="{62977932-2B03-4899-8306-5002CEE68E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5" name="Title 1">
            <a:extLst>
              <a:ext uri="{FF2B5EF4-FFF2-40B4-BE49-F238E27FC236}">
                <a16:creationId xmlns:a16="http://schemas.microsoft.com/office/drawing/2014/main" id="{D6EE584E-84BC-FC84-2A5F-A0E7AF1256B7}"/>
              </a:ext>
            </a:extLst>
          </p:cNvPr>
          <p:cNvSpPr txBox="1">
            <a:spLocks/>
          </p:cNvSpPr>
          <p:nvPr/>
        </p:nvSpPr>
        <p:spPr>
          <a:xfrm>
            <a:off x="10382250" y="3983"/>
            <a:ext cx="1809445" cy="44767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2000" dirty="0">
                <a:solidFill>
                  <a:schemeClr val="tx2"/>
                </a:solidFill>
              </a:rPr>
              <a:t>MISRA C -2012</a:t>
            </a:r>
          </a:p>
        </p:txBody>
      </p:sp>
      <p:sp>
        <p:nvSpPr>
          <p:cNvPr id="6" name="Subtitle 2">
            <a:extLst>
              <a:ext uri="{FF2B5EF4-FFF2-40B4-BE49-F238E27FC236}">
                <a16:creationId xmlns:a16="http://schemas.microsoft.com/office/drawing/2014/main" id="{C992C8E1-40D9-45CC-B67A-D8B86D2A381E}"/>
              </a:ext>
            </a:extLst>
          </p:cNvPr>
          <p:cNvSpPr txBox="1">
            <a:spLocks/>
          </p:cNvSpPr>
          <p:nvPr/>
        </p:nvSpPr>
        <p:spPr>
          <a:xfrm>
            <a:off x="3432265" y="853500"/>
            <a:ext cx="5188034" cy="682079"/>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115000"/>
              </a:lnSpc>
              <a:spcAft>
                <a:spcPts val="800"/>
              </a:spcAft>
            </a:pPr>
            <a:r>
              <a:rPr lang="en-IN" kern="100" dirty="0">
                <a:solidFill>
                  <a:srgbClr val="666666"/>
                </a:solidFill>
                <a:effectLst/>
                <a:highlight>
                  <a:srgbClr val="FFFF00"/>
                </a:highlight>
                <a:latin typeface="Times New Roman" panose="02020603050405020304" pitchFamily="18" charset="0"/>
                <a:ea typeface="Aptos" panose="020B0004020202020204" pitchFamily="34" charset="0"/>
                <a:cs typeface="Times New Roman" panose="02020603050405020304" pitchFamily="18" charset="0"/>
              </a:rPr>
              <a:t>Misra2012:Rule-8.5</a:t>
            </a:r>
          </a:p>
        </p:txBody>
      </p:sp>
      <p:sp>
        <p:nvSpPr>
          <p:cNvPr id="3" name="TextBox 2">
            <a:extLst>
              <a:ext uri="{FF2B5EF4-FFF2-40B4-BE49-F238E27FC236}">
                <a16:creationId xmlns:a16="http://schemas.microsoft.com/office/drawing/2014/main" id="{F52B51FF-E201-359D-4743-DA9B627F1CC1}"/>
              </a:ext>
            </a:extLst>
          </p:cNvPr>
          <p:cNvSpPr txBox="1"/>
          <p:nvPr/>
        </p:nvSpPr>
        <p:spPr>
          <a:xfrm>
            <a:off x="1016472" y="1290534"/>
            <a:ext cx="10263459" cy="369332"/>
          </a:xfrm>
          <a:prstGeom prst="rect">
            <a:avLst/>
          </a:prstGeom>
          <a:noFill/>
        </p:spPr>
        <p:txBody>
          <a:bodyPr wrap="square">
            <a:spAutoFit/>
          </a:bodyPr>
          <a:lstStyle/>
          <a:p>
            <a:pPr marL="285750" indent="-285750" algn="l">
              <a:buFont typeface="Wingdings" panose="05000000000000000000" pitchFamily="2" charset="2"/>
              <a:buChar char="q"/>
            </a:pPr>
            <a:r>
              <a:rPr lang="en-US" sz="1800" b="1" i="0" u="none" strike="noStrike" baseline="0" dirty="0">
                <a:latin typeface="Times New Roman" panose="02020603050405020304" pitchFamily="18" charset="0"/>
                <a:cs typeface="Times New Roman" panose="02020603050405020304" pitchFamily="18" charset="0"/>
              </a:rPr>
              <a:t>An external object or function shall be declared once in one and only one file</a:t>
            </a:r>
            <a:endParaRPr lang="en-IN" b="1" kern="100" dirty="0">
              <a:effectLst/>
              <a:highlight>
                <a:srgbClr val="FFFF00"/>
              </a:highlight>
              <a:latin typeface="Times New Roman" panose="02020603050405020304" pitchFamily="18" charset="0"/>
              <a:ea typeface="Aptos" panose="020B0004020202020204" pitchFamily="34" charset="0"/>
              <a:cs typeface="Times New Roman" panose="02020603050405020304" pitchFamily="18" charset="0"/>
            </a:endParaRPr>
          </a:p>
        </p:txBody>
      </p:sp>
      <p:sp>
        <p:nvSpPr>
          <p:cNvPr id="11" name="TextBox 10">
            <a:extLst>
              <a:ext uri="{FF2B5EF4-FFF2-40B4-BE49-F238E27FC236}">
                <a16:creationId xmlns:a16="http://schemas.microsoft.com/office/drawing/2014/main" id="{3BAF9C64-DAA2-791C-A360-DC870B79332D}"/>
              </a:ext>
            </a:extLst>
          </p:cNvPr>
          <p:cNvSpPr txBox="1"/>
          <p:nvPr/>
        </p:nvSpPr>
        <p:spPr>
          <a:xfrm>
            <a:off x="1298132" y="1651721"/>
            <a:ext cx="9642403" cy="369332"/>
          </a:xfrm>
          <a:prstGeom prst="rect">
            <a:avLst/>
          </a:prstGeom>
          <a:noFill/>
        </p:spPr>
        <p:txBody>
          <a:bodyPr wrap="square">
            <a:spAutoFit/>
          </a:bodyPr>
          <a:lstStyle/>
          <a:p>
            <a:pPr algn="l"/>
            <a:r>
              <a:rPr lang="en-IN" sz="1800" b="0" i="0" u="none" strike="noStrike" baseline="0" dirty="0">
                <a:latin typeface="OpenSans"/>
              </a:rPr>
              <a:t>Category –</a:t>
            </a:r>
            <a:r>
              <a:rPr lang="en-IN" sz="1800" b="0" i="0" u="none" strike="noStrike" baseline="0" dirty="0">
                <a:latin typeface="OpenSans-Light"/>
              </a:rPr>
              <a:t>Required    Analysis </a:t>
            </a:r>
            <a:r>
              <a:rPr lang="en-IN" sz="1800" b="0" i="0" u="none" strike="noStrike" baseline="0" dirty="0">
                <a:latin typeface="OpenSans"/>
              </a:rPr>
              <a:t> -</a:t>
            </a:r>
            <a:r>
              <a:rPr lang="en-IN" sz="1800" b="0" i="0" u="none" strike="noStrike" baseline="0" dirty="0">
                <a:latin typeface="OpenSans-Light"/>
              </a:rPr>
              <a:t> Decidable, System    </a:t>
            </a:r>
            <a:r>
              <a:rPr lang="en-IN" sz="1800" b="0" i="0" u="none" strike="noStrike" baseline="0" dirty="0">
                <a:latin typeface="OpenSans"/>
              </a:rPr>
              <a:t>Applies to -</a:t>
            </a:r>
            <a:r>
              <a:rPr lang="en-IN" sz="1800" b="0" i="0" u="none" strike="noStrike" baseline="0" dirty="0">
                <a:latin typeface="OpenSans-Light"/>
              </a:rPr>
              <a:t> C90, C99</a:t>
            </a:r>
            <a:endParaRPr lang="en-IN" dirty="0"/>
          </a:p>
        </p:txBody>
      </p:sp>
      <p:sp>
        <p:nvSpPr>
          <p:cNvPr id="12" name="TextBox 11">
            <a:extLst>
              <a:ext uri="{FF2B5EF4-FFF2-40B4-BE49-F238E27FC236}">
                <a16:creationId xmlns:a16="http://schemas.microsoft.com/office/drawing/2014/main" id="{3B6B20D6-4372-E7FE-5B7C-3A5C456054FD}"/>
              </a:ext>
            </a:extLst>
          </p:cNvPr>
          <p:cNvSpPr txBox="1"/>
          <p:nvPr/>
        </p:nvSpPr>
        <p:spPr>
          <a:xfrm>
            <a:off x="2696821" y="2771434"/>
            <a:ext cx="7194317" cy="1477328"/>
          </a:xfrm>
          <a:prstGeom prst="rect">
            <a:avLst/>
          </a:prstGeom>
          <a:noFill/>
        </p:spPr>
        <p:txBody>
          <a:bodyPr wrap="square">
            <a:spAutoFit/>
          </a:bodyPr>
          <a:lstStyle/>
          <a:p>
            <a:pPr algn="l"/>
            <a:r>
              <a:rPr lang="en-IN" sz="1800" b="0" i="0" u="none" strike="noStrike" baseline="0" dirty="0">
                <a:latin typeface="Times New Roman" panose="02020603050405020304" pitchFamily="18" charset="0"/>
                <a:cs typeface="Times New Roman" panose="02020603050405020304" pitchFamily="18" charset="0"/>
              </a:rPr>
              <a:t>/* </a:t>
            </a:r>
            <a:r>
              <a:rPr lang="en-IN" sz="1800" b="0" i="0" u="none" strike="noStrike" baseline="0" dirty="0" err="1">
                <a:latin typeface="Times New Roman" panose="02020603050405020304" pitchFamily="18" charset="0"/>
                <a:cs typeface="Times New Roman" panose="02020603050405020304" pitchFamily="18" charset="0"/>
              </a:rPr>
              <a:t>featureX.h</a:t>
            </a:r>
            <a:r>
              <a:rPr lang="en-IN" sz="1800" b="0" i="0" u="none" strike="noStrike" baseline="0" dirty="0">
                <a:latin typeface="Times New Roman" panose="02020603050405020304" pitchFamily="18" charset="0"/>
                <a:cs typeface="Times New Roman" panose="02020603050405020304" pitchFamily="18" charset="0"/>
              </a:rPr>
              <a:t> */</a:t>
            </a:r>
          </a:p>
          <a:p>
            <a:pPr algn="l"/>
            <a:r>
              <a:rPr lang="en-US" sz="1800" b="0" i="0" u="none" strike="noStrike" baseline="0" dirty="0">
                <a:latin typeface="Times New Roman" panose="02020603050405020304" pitchFamily="18" charset="0"/>
                <a:cs typeface="Times New Roman" panose="02020603050405020304" pitchFamily="18" charset="0"/>
              </a:rPr>
              <a:t>extern int16_t a; /* Declare a */</a:t>
            </a:r>
          </a:p>
          <a:p>
            <a:pPr algn="l"/>
            <a:r>
              <a:rPr lang="en-IN" sz="1800" b="0" i="0" u="none" strike="noStrike" baseline="0" dirty="0">
                <a:latin typeface="Times New Roman" panose="02020603050405020304" pitchFamily="18" charset="0"/>
                <a:cs typeface="Times New Roman" panose="02020603050405020304" pitchFamily="18" charset="0"/>
              </a:rPr>
              <a:t>/* </a:t>
            </a:r>
            <a:r>
              <a:rPr lang="en-IN" sz="1800" b="0" i="0" u="none" strike="noStrike" baseline="0" dirty="0" err="1">
                <a:latin typeface="Times New Roman" panose="02020603050405020304" pitchFamily="18" charset="0"/>
                <a:cs typeface="Times New Roman" panose="02020603050405020304" pitchFamily="18" charset="0"/>
              </a:rPr>
              <a:t>file.c</a:t>
            </a:r>
            <a:r>
              <a:rPr lang="en-IN" sz="1800" b="0" i="0" u="none" strike="noStrike" baseline="0" dirty="0">
                <a:latin typeface="Times New Roman" panose="02020603050405020304" pitchFamily="18" charset="0"/>
                <a:cs typeface="Times New Roman" panose="02020603050405020304" pitchFamily="18" charset="0"/>
              </a:rPr>
              <a:t> */</a:t>
            </a:r>
          </a:p>
          <a:p>
            <a:pPr algn="l"/>
            <a:r>
              <a:rPr lang="en-IN" sz="1800" b="0" i="0" u="none" strike="noStrike" baseline="0" dirty="0">
                <a:latin typeface="Times New Roman" panose="02020603050405020304" pitchFamily="18" charset="0"/>
                <a:cs typeface="Times New Roman" panose="02020603050405020304" pitchFamily="18" charset="0"/>
              </a:rPr>
              <a:t>#include "</a:t>
            </a:r>
            <a:r>
              <a:rPr lang="en-IN" sz="1800" b="0" i="0" u="none" strike="noStrike" baseline="0" dirty="0" err="1">
                <a:latin typeface="Times New Roman" panose="02020603050405020304" pitchFamily="18" charset="0"/>
                <a:cs typeface="Times New Roman" panose="02020603050405020304" pitchFamily="18" charset="0"/>
              </a:rPr>
              <a:t>featureX.h</a:t>
            </a:r>
            <a:r>
              <a:rPr lang="en-IN" sz="1800" b="0" i="0" u="none" strike="noStrike" baseline="0" dirty="0">
                <a:latin typeface="Times New Roman" panose="02020603050405020304" pitchFamily="18" charset="0"/>
                <a:cs typeface="Times New Roman" panose="02020603050405020304" pitchFamily="18" charset="0"/>
              </a:rPr>
              <a:t>"</a:t>
            </a:r>
          </a:p>
          <a:p>
            <a:pPr algn="l"/>
            <a:r>
              <a:rPr lang="en-IN" sz="1800" b="0" i="0" u="none" strike="noStrike" baseline="0" dirty="0">
                <a:latin typeface="Times New Roman" panose="02020603050405020304" pitchFamily="18" charset="0"/>
                <a:cs typeface="Times New Roman" panose="02020603050405020304" pitchFamily="18" charset="0"/>
              </a:rPr>
              <a:t>int16_t a = 0; /* Define a */</a:t>
            </a:r>
          </a:p>
        </p:txBody>
      </p:sp>
      <p:sp>
        <p:nvSpPr>
          <p:cNvPr id="14" name="TextBox 13">
            <a:extLst>
              <a:ext uri="{FF2B5EF4-FFF2-40B4-BE49-F238E27FC236}">
                <a16:creationId xmlns:a16="http://schemas.microsoft.com/office/drawing/2014/main" id="{3BEBAFEE-B117-F80A-3238-35883C77E34C}"/>
              </a:ext>
            </a:extLst>
          </p:cNvPr>
          <p:cNvSpPr txBox="1"/>
          <p:nvPr/>
        </p:nvSpPr>
        <p:spPr>
          <a:xfrm>
            <a:off x="1252385" y="1958919"/>
            <a:ext cx="10650070" cy="646331"/>
          </a:xfrm>
          <a:prstGeom prst="rect">
            <a:avLst/>
          </a:prstGeom>
          <a:noFill/>
        </p:spPr>
        <p:txBody>
          <a:bodyPr wrap="square">
            <a:spAutoFit/>
          </a:bodyPr>
          <a:lstStyle/>
          <a:p>
            <a:pPr algn="l"/>
            <a:r>
              <a:rPr lang="en-US" sz="1800" b="0" i="0" u="none" strike="noStrike" baseline="0" dirty="0">
                <a:latin typeface="OpenSans-Light"/>
              </a:rPr>
              <a:t>Typically, a single declaration will be made in a </a:t>
            </a:r>
            <a:r>
              <a:rPr lang="en-US" sz="1800" b="0" i="1" u="none" strike="noStrike" baseline="0" dirty="0">
                <a:latin typeface="OpenSansLight-Italic"/>
              </a:rPr>
              <a:t>header file </a:t>
            </a:r>
            <a:r>
              <a:rPr lang="en-US" sz="1800" b="0" i="0" u="none" strike="noStrike" baseline="0" dirty="0">
                <a:latin typeface="OpenSans-Light"/>
              </a:rPr>
              <a:t>that will be included in any translation unit in</a:t>
            </a:r>
          </a:p>
          <a:p>
            <a:pPr algn="l"/>
            <a:r>
              <a:rPr lang="en-US" sz="1800" b="0" i="0" u="none" strike="noStrike" baseline="0" dirty="0">
                <a:latin typeface="OpenSans-Light"/>
              </a:rPr>
              <a:t>which the identifier is defined or used</a:t>
            </a:r>
            <a:endParaRPr lang="en-IN"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C571CA19-A36B-7D93-981A-5F92A3EA59D7}"/>
              </a:ext>
            </a:extLst>
          </p:cNvPr>
          <p:cNvSpPr txBox="1"/>
          <p:nvPr/>
        </p:nvSpPr>
        <p:spPr>
          <a:xfrm>
            <a:off x="1296628" y="2790770"/>
            <a:ext cx="1046338" cy="369332"/>
          </a:xfrm>
          <a:prstGeom prst="rect">
            <a:avLst/>
          </a:prstGeom>
          <a:noFill/>
        </p:spPr>
        <p:txBody>
          <a:bodyPr wrap="square">
            <a:spAutoFit/>
          </a:bodyPr>
          <a:lstStyle/>
          <a:p>
            <a:pPr algn="l"/>
            <a:r>
              <a:rPr lang="en-IN" dirty="0">
                <a:highlight>
                  <a:srgbClr val="FFFF00"/>
                </a:highlight>
              </a:rPr>
              <a:t>Example</a:t>
            </a:r>
          </a:p>
        </p:txBody>
      </p:sp>
      <p:sp>
        <p:nvSpPr>
          <p:cNvPr id="9" name="Slide Number Placeholder 8">
            <a:extLst>
              <a:ext uri="{FF2B5EF4-FFF2-40B4-BE49-F238E27FC236}">
                <a16:creationId xmlns:a16="http://schemas.microsoft.com/office/drawing/2014/main" id="{2BDE9B13-06E2-C80B-3516-FF8953614530}"/>
              </a:ext>
            </a:extLst>
          </p:cNvPr>
          <p:cNvSpPr>
            <a:spLocks noGrp="1"/>
          </p:cNvSpPr>
          <p:nvPr>
            <p:ph type="sldNum" sz="quarter" idx="12"/>
          </p:nvPr>
        </p:nvSpPr>
        <p:spPr/>
        <p:txBody>
          <a:bodyPr/>
          <a:lstStyle/>
          <a:p>
            <a:fld id="{91247CA1-BCEC-4DD4-9B23-E2AE1AEA27A6}" type="slidenum">
              <a:rPr lang="en-IN" smtClean="0"/>
              <a:t>45</a:t>
            </a:fld>
            <a:endParaRPr lang="en-IN"/>
          </a:p>
        </p:txBody>
      </p:sp>
      <p:sp>
        <p:nvSpPr>
          <p:cNvPr id="8" name="TextBox 7">
            <a:extLst>
              <a:ext uri="{FF2B5EF4-FFF2-40B4-BE49-F238E27FC236}">
                <a16:creationId xmlns:a16="http://schemas.microsoft.com/office/drawing/2014/main" id="{230A725B-06B3-7DE2-C9B6-6D82E7216763}"/>
              </a:ext>
            </a:extLst>
          </p:cNvPr>
          <p:cNvSpPr txBox="1"/>
          <p:nvPr/>
        </p:nvSpPr>
        <p:spPr>
          <a:xfrm>
            <a:off x="10532532" y="526059"/>
            <a:ext cx="1451144" cy="369332"/>
          </a:xfrm>
          <a:prstGeom prst="rect">
            <a:avLst/>
          </a:prstGeom>
          <a:noFill/>
        </p:spPr>
        <p:txBody>
          <a:bodyPr wrap="square">
            <a:spAutoFit/>
          </a:bodyPr>
          <a:lstStyle/>
          <a:p>
            <a:r>
              <a:rPr lang="en-IN" dirty="0"/>
              <a:t>Session 1</a:t>
            </a:r>
          </a:p>
        </p:txBody>
      </p:sp>
    </p:spTree>
    <p:extLst>
      <p:ext uri="{BB962C8B-B14F-4D97-AF65-F5344CB8AC3E}">
        <p14:creationId xmlns:p14="http://schemas.microsoft.com/office/powerpoint/2010/main" val="129768674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5A292AEA-2528-46C0-B426-95822B6141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D8B7B198-E4DF-43CD-AD8C-1998843237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34" name="Freeform: Shape 33">
            <a:extLst>
              <a:ext uri="{FF2B5EF4-FFF2-40B4-BE49-F238E27FC236}">
                <a16:creationId xmlns:a16="http://schemas.microsoft.com/office/drawing/2014/main" id="{2BE67753-EA0E-4819-8D22-0B6600CF7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96934" y="3984"/>
            <a:ext cx="9376632" cy="6858000"/>
          </a:xfrm>
          <a:custGeom>
            <a:avLst/>
            <a:gdLst>
              <a:gd name="connsiteX0" fmla="*/ 1691615 w 9376632"/>
              <a:gd name="connsiteY0" fmla="*/ 0 h 6858000"/>
              <a:gd name="connsiteX1" fmla="*/ 7685017 w 9376632"/>
              <a:gd name="connsiteY1" fmla="*/ 0 h 6858000"/>
              <a:gd name="connsiteX2" fmla="*/ 7840634 w 9376632"/>
              <a:gd name="connsiteY2" fmla="*/ 134799 h 6858000"/>
              <a:gd name="connsiteX3" fmla="*/ 9376632 w 9376632"/>
              <a:gd name="connsiteY3" fmla="*/ 3605175 h 6858000"/>
              <a:gd name="connsiteX4" fmla="*/ 8158692 w 9376632"/>
              <a:gd name="connsiteY4" fmla="*/ 6757493 h 6858000"/>
              <a:gd name="connsiteX5" fmla="*/ 8062868 w 9376632"/>
              <a:gd name="connsiteY5" fmla="*/ 6858000 h 6858000"/>
              <a:gd name="connsiteX6" fmla="*/ 1313765 w 9376632"/>
              <a:gd name="connsiteY6" fmla="*/ 6858000 h 6858000"/>
              <a:gd name="connsiteX7" fmla="*/ 1217940 w 9376632"/>
              <a:gd name="connsiteY7" fmla="*/ 6757493 h 6858000"/>
              <a:gd name="connsiteX8" fmla="*/ 0 w 9376632"/>
              <a:gd name="connsiteY8" fmla="*/ 3605175 h 6858000"/>
              <a:gd name="connsiteX9" fmla="*/ 1535999 w 9376632"/>
              <a:gd name="connsiteY9" fmla="*/ 13479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376632" h="6858000">
                <a:moveTo>
                  <a:pt x="1691615" y="0"/>
                </a:moveTo>
                <a:lnTo>
                  <a:pt x="7685017" y="0"/>
                </a:lnTo>
                <a:lnTo>
                  <a:pt x="7840634" y="134799"/>
                </a:lnTo>
                <a:cubicBezTo>
                  <a:pt x="8784230" y="992423"/>
                  <a:pt x="9376632" y="2229618"/>
                  <a:pt x="9376632" y="3605175"/>
                </a:cubicBezTo>
                <a:cubicBezTo>
                  <a:pt x="9376632" y="4818903"/>
                  <a:pt x="8915419" y="5924908"/>
                  <a:pt x="8158692" y="6757493"/>
                </a:cubicBezTo>
                <a:lnTo>
                  <a:pt x="8062868" y="6858000"/>
                </a:lnTo>
                <a:lnTo>
                  <a:pt x="1313765" y="6858000"/>
                </a:lnTo>
                <a:lnTo>
                  <a:pt x="1217940" y="6757493"/>
                </a:lnTo>
                <a:cubicBezTo>
                  <a:pt x="461213" y="5924908"/>
                  <a:pt x="0" y="4818903"/>
                  <a:pt x="0" y="3605175"/>
                </a:cubicBezTo>
                <a:cubicBezTo>
                  <a:pt x="0" y="2229618"/>
                  <a:pt x="592403" y="992423"/>
                  <a:pt x="1535999" y="134799"/>
                </a:cubicBezTo>
                <a:close/>
              </a:path>
            </a:pathLst>
          </a:cu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5" name="Group 34">
            <a:extLst>
              <a:ext uri="{FF2B5EF4-FFF2-40B4-BE49-F238E27FC236}">
                <a16:creationId xmlns:a16="http://schemas.microsoft.com/office/drawing/2014/main" id="{D76D63AC-0421-45EC-B383-E79A61A78C6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303402" y="3985"/>
            <a:ext cx="9772765" cy="6858000"/>
            <a:chOff x="1303402" y="36937"/>
            <a:chExt cx="9772765" cy="6858000"/>
          </a:xfrm>
          <a:solidFill>
            <a:schemeClr val="bg1">
              <a:alpha val="30000"/>
            </a:schemeClr>
          </a:solidFill>
        </p:grpSpPr>
        <p:sp>
          <p:nvSpPr>
            <p:cNvPr id="15" name="Freeform: Shape 14">
              <a:extLst>
                <a:ext uri="{FF2B5EF4-FFF2-40B4-BE49-F238E27FC236}">
                  <a16:creationId xmlns:a16="http://schemas.microsoft.com/office/drawing/2014/main" id="{B997A32E-7032-4107-9C8B-99DB59EDD5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6937"/>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Shape 15">
              <a:extLst>
                <a:ext uri="{FF2B5EF4-FFF2-40B4-BE49-F238E27FC236}">
                  <a16:creationId xmlns:a16="http://schemas.microsoft.com/office/drawing/2014/main" id="{943BB27F-1470-42CA-91FF-D94BC691C8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6937"/>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Freeform: Shape 16">
              <a:extLst>
                <a:ext uri="{FF2B5EF4-FFF2-40B4-BE49-F238E27FC236}">
                  <a16:creationId xmlns:a16="http://schemas.microsoft.com/office/drawing/2014/main" id="{E997B002-17FD-47B3-A06A-76802FE15C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6937"/>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Freeform: Shape 17">
              <a:extLst>
                <a:ext uri="{FF2B5EF4-FFF2-40B4-BE49-F238E27FC236}">
                  <a16:creationId xmlns:a16="http://schemas.microsoft.com/office/drawing/2014/main" id="{E401EA35-9D2E-43B7-860F-EBB8A6C3E0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6937"/>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Freeform: Shape 18">
              <a:extLst>
                <a:ext uri="{FF2B5EF4-FFF2-40B4-BE49-F238E27FC236}">
                  <a16:creationId xmlns:a16="http://schemas.microsoft.com/office/drawing/2014/main" id="{F8C44827-3D81-4FF9-B4A5-5650D1B20A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6937"/>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Freeform: Shape 19">
              <a:extLst>
                <a:ext uri="{FF2B5EF4-FFF2-40B4-BE49-F238E27FC236}">
                  <a16:creationId xmlns:a16="http://schemas.microsoft.com/office/drawing/2014/main" id="{F613D97F-F6DF-4D32-AD91-209A80E7A2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8320" y="36937"/>
              <a:ext cx="9767847" cy="6858000"/>
            </a:xfrm>
            <a:custGeom>
              <a:avLst/>
              <a:gdLst>
                <a:gd name="connsiteX0" fmla="*/ 7151367 w 9767847"/>
                <a:gd name="connsiteY0" fmla="*/ 0 h 6858000"/>
                <a:gd name="connsiteX1" fmla="*/ 7881247 w 9767847"/>
                <a:gd name="connsiteY1" fmla="*/ 0 h 6858000"/>
                <a:gd name="connsiteX2" fmla="*/ 7990553 w 9767847"/>
                <a:gd name="connsiteY2" fmla="*/ 81317 h 6858000"/>
                <a:gd name="connsiteX3" fmla="*/ 9767847 w 9767847"/>
                <a:gd name="connsiteY3" fmla="*/ 3649031 h 6858000"/>
                <a:gd name="connsiteX4" fmla="*/ 8652597 w 9767847"/>
                <a:gd name="connsiteY4" fmla="*/ 6590005 h 6858000"/>
                <a:gd name="connsiteX5" fmla="*/ 8395306 w 9767847"/>
                <a:gd name="connsiteY5" fmla="*/ 6858000 h 6858000"/>
                <a:gd name="connsiteX6" fmla="*/ 6762603 w 9767847"/>
                <a:gd name="connsiteY6" fmla="*/ 6858000 h 6858000"/>
                <a:gd name="connsiteX7" fmla="*/ 6765962 w 9767847"/>
                <a:gd name="connsiteY7" fmla="*/ 6854844 h 6858000"/>
                <a:gd name="connsiteX8" fmla="*/ 6804586 w 9767847"/>
                <a:gd name="connsiteY8" fmla="*/ 6817103 h 6858000"/>
                <a:gd name="connsiteX9" fmla="*/ 6881735 w 9767847"/>
                <a:gd name="connsiteY9" fmla="*/ 6741197 h 6858000"/>
                <a:gd name="connsiteX10" fmla="*/ 6958883 w 9767847"/>
                <a:gd name="connsiteY10" fmla="*/ 6664822 h 6858000"/>
                <a:gd name="connsiteX11" fmla="*/ 7267925 w 9767847"/>
                <a:gd name="connsiteY11" fmla="*/ 6355694 h 6858000"/>
                <a:gd name="connsiteX12" fmla="*/ 7424360 w 9767847"/>
                <a:gd name="connsiteY12" fmla="*/ 6200685 h 6858000"/>
                <a:gd name="connsiteX13" fmla="*/ 7504938 w 9767847"/>
                <a:gd name="connsiteY13" fmla="*/ 6122708 h 6858000"/>
                <a:gd name="connsiteX14" fmla="*/ 7546396 w 9767847"/>
                <a:gd name="connsiteY14" fmla="*/ 6083697 h 6858000"/>
                <a:gd name="connsiteX15" fmla="*/ 7588002 w 9767847"/>
                <a:gd name="connsiteY15" fmla="*/ 6045532 h 6858000"/>
                <a:gd name="connsiteX16" fmla="*/ 7631000 w 9767847"/>
                <a:gd name="connsiteY16" fmla="*/ 6006709 h 6858000"/>
                <a:gd name="connsiteX17" fmla="*/ 7675440 w 9767847"/>
                <a:gd name="connsiteY17" fmla="*/ 5968309 h 6858000"/>
                <a:gd name="connsiteX18" fmla="*/ 7720626 w 9767847"/>
                <a:gd name="connsiteY18" fmla="*/ 5930851 h 6858000"/>
                <a:gd name="connsiteX19" fmla="*/ 7766458 w 9767847"/>
                <a:gd name="connsiteY19" fmla="*/ 5894334 h 6858000"/>
                <a:gd name="connsiteX20" fmla="*/ 7955254 w 9767847"/>
                <a:gd name="connsiteY20" fmla="*/ 5756828 h 6858000"/>
                <a:gd name="connsiteX21" fmla="*/ 8352678 w 9767847"/>
                <a:gd name="connsiteY21" fmla="*/ 5517630 h 6858000"/>
                <a:gd name="connsiteX22" fmla="*/ 8451350 w 9767847"/>
                <a:gd name="connsiteY22" fmla="*/ 5465254 h 6858000"/>
                <a:gd name="connsiteX23" fmla="*/ 8548532 w 9767847"/>
                <a:gd name="connsiteY23" fmla="*/ 5413395 h 6858000"/>
                <a:gd name="connsiteX24" fmla="*/ 8729473 w 9767847"/>
                <a:gd name="connsiteY24" fmla="*/ 5309961 h 6858000"/>
                <a:gd name="connsiteX25" fmla="*/ 8770781 w 9767847"/>
                <a:gd name="connsiteY25" fmla="*/ 5283232 h 6858000"/>
                <a:gd name="connsiteX26" fmla="*/ 8790964 w 9767847"/>
                <a:gd name="connsiteY26" fmla="*/ 5269492 h 6858000"/>
                <a:gd name="connsiteX27" fmla="*/ 8810499 w 9767847"/>
                <a:gd name="connsiteY27" fmla="*/ 5255703 h 6858000"/>
                <a:gd name="connsiteX28" fmla="*/ 8883571 w 9767847"/>
                <a:gd name="connsiteY28" fmla="*/ 5198479 h 6858000"/>
                <a:gd name="connsiteX29" fmla="*/ 9006651 w 9767847"/>
                <a:gd name="connsiteY29" fmla="*/ 5070527 h 6858000"/>
                <a:gd name="connsiteX30" fmla="*/ 9033494 w 9767847"/>
                <a:gd name="connsiteY30" fmla="*/ 5034105 h 6858000"/>
                <a:gd name="connsiteX31" fmla="*/ 9040305 w 9767847"/>
                <a:gd name="connsiteY31" fmla="*/ 5024551 h 6858000"/>
                <a:gd name="connsiteX32" fmla="*/ 9046568 w 9767847"/>
                <a:gd name="connsiteY32" fmla="*/ 5015281 h 6858000"/>
                <a:gd name="connsiteX33" fmla="*/ 9058846 w 9767847"/>
                <a:gd name="connsiteY33" fmla="*/ 4996645 h 6858000"/>
                <a:gd name="connsiteX34" fmla="*/ 9104529 w 9767847"/>
                <a:gd name="connsiteY34" fmla="*/ 4918105 h 6858000"/>
                <a:gd name="connsiteX35" fmla="*/ 9181081 w 9767847"/>
                <a:gd name="connsiteY35" fmla="*/ 4744694 h 6858000"/>
                <a:gd name="connsiteX36" fmla="*/ 9240731 w 9767847"/>
                <a:gd name="connsiteY36" fmla="*/ 4557872 h 6858000"/>
                <a:gd name="connsiteX37" fmla="*/ 9265388 w 9767847"/>
                <a:gd name="connsiteY37" fmla="*/ 4461073 h 6858000"/>
                <a:gd name="connsiteX38" fmla="*/ 9276571 w 9767847"/>
                <a:gd name="connsiteY38" fmla="*/ 4411943 h 6858000"/>
                <a:gd name="connsiteX39" fmla="*/ 9281841 w 9767847"/>
                <a:gd name="connsiteY39" fmla="*/ 4387379 h 6858000"/>
                <a:gd name="connsiteX40" fmla="*/ 9286513 w 9767847"/>
                <a:gd name="connsiteY40" fmla="*/ 4364838 h 6858000"/>
                <a:gd name="connsiteX41" fmla="*/ 9296754 w 9767847"/>
                <a:gd name="connsiteY41" fmla="*/ 4312038 h 6858000"/>
                <a:gd name="connsiteX42" fmla="*/ 9301029 w 9767847"/>
                <a:gd name="connsiteY42" fmla="*/ 4289074 h 6858000"/>
                <a:gd name="connsiteX43" fmla="*/ 9302818 w 9767847"/>
                <a:gd name="connsiteY43" fmla="*/ 4278581 h 6858000"/>
                <a:gd name="connsiteX44" fmla="*/ 9304658 w 9767847"/>
                <a:gd name="connsiteY44" fmla="*/ 4266816 h 6858000"/>
                <a:gd name="connsiteX45" fmla="*/ 9312810 w 9767847"/>
                <a:gd name="connsiteY45" fmla="*/ 4215945 h 6858000"/>
                <a:gd name="connsiteX46" fmla="*/ 9316887 w 9767847"/>
                <a:gd name="connsiteY46" fmla="*/ 4190486 h 6858000"/>
                <a:gd name="connsiteX47" fmla="*/ 9318923 w 9767847"/>
                <a:gd name="connsiteY47" fmla="*/ 4177780 h 6858000"/>
                <a:gd name="connsiteX48" fmla="*/ 9320515 w 9767847"/>
                <a:gd name="connsiteY48" fmla="*/ 4164886 h 6858000"/>
                <a:gd name="connsiteX49" fmla="*/ 9332445 w 9767847"/>
                <a:gd name="connsiteY49" fmla="*/ 4064981 h 6858000"/>
                <a:gd name="connsiteX50" fmla="*/ 9336173 w 9767847"/>
                <a:gd name="connsiteY50" fmla="*/ 4018676 h 6858000"/>
                <a:gd name="connsiteX51" fmla="*/ 9340199 w 9767847"/>
                <a:gd name="connsiteY51" fmla="*/ 3965171 h 6858000"/>
                <a:gd name="connsiteX52" fmla="*/ 9347557 w 9767847"/>
                <a:gd name="connsiteY52" fmla="*/ 3765972 h 6858000"/>
                <a:gd name="connsiteX53" fmla="*/ 9346364 w 9767847"/>
                <a:gd name="connsiteY53" fmla="*/ 3664938 h 6858000"/>
                <a:gd name="connsiteX54" fmla="*/ 9344921 w 9767847"/>
                <a:gd name="connsiteY54" fmla="*/ 3615243 h 6858000"/>
                <a:gd name="connsiteX55" fmla="*/ 9344524 w 9767847"/>
                <a:gd name="connsiteY55" fmla="*/ 3603526 h 6858000"/>
                <a:gd name="connsiteX56" fmla="*/ 9343728 w 9767847"/>
                <a:gd name="connsiteY56" fmla="*/ 3590774 h 6858000"/>
                <a:gd name="connsiteX57" fmla="*/ 9342188 w 9767847"/>
                <a:gd name="connsiteY57" fmla="*/ 3565268 h 6858000"/>
                <a:gd name="connsiteX58" fmla="*/ 9339056 w 9767847"/>
                <a:gd name="connsiteY58" fmla="*/ 3514256 h 6858000"/>
                <a:gd name="connsiteX59" fmla="*/ 9334334 w 9767847"/>
                <a:gd name="connsiteY59" fmla="*/ 3463057 h 6858000"/>
                <a:gd name="connsiteX60" fmla="*/ 9329363 w 9767847"/>
                <a:gd name="connsiteY60" fmla="*/ 3411810 h 6858000"/>
                <a:gd name="connsiteX61" fmla="*/ 9328319 w 9767847"/>
                <a:gd name="connsiteY61" fmla="*/ 3400657 h 6858000"/>
                <a:gd name="connsiteX62" fmla="*/ 9327177 w 9767847"/>
                <a:gd name="connsiteY62" fmla="*/ 3390116 h 6858000"/>
                <a:gd name="connsiteX63" fmla="*/ 9324293 w 9767847"/>
                <a:gd name="connsiteY63" fmla="*/ 3366774 h 6858000"/>
                <a:gd name="connsiteX64" fmla="*/ 9320763 w 9767847"/>
                <a:gd name="connsiteY64" fmla="*/ 3340329 h 6858000"/>
                <a:gd name="connsiteX65" fmla="*/ 9317184 w 9767847"/>
                <a:gd name="connsiteY65" fmla="*/ 3311245 h 6858000"/>
                <a:gd name="connsiteX66" fmla="*/ 9311021 w 9767847"/>
                <a:gd name="connsiteY66" fmla="*/ 3266211 h 6858000"/>
                <a:gd name="connsiteX67" fmla="*/ 9302719 w 9767847"/>
                <a:gd name="connsiteY67" fmla="*/ 3215717 h 6858000"/>
                <a:gd name="connsiteX68" fmla="*/ 9293970 w 9767847"/>
                <a:gd name="connsiteY68" fmla="*/ 3165789 h 6858000"/>
                <a:gd name="connsiteX69" fmla="*/ 9252065 w 9767847"/>
                <a:gd name="connsiteY69" fmla="*/ 2967107 h 6858000"/>
                <a:gd name="connsiteX70" fmla="*/ 9227211 w 9767847"/>
                <a:gd name="connsiteY70" fmla="*/ 2868473 h 6858000"/>
                <a:gd name="connsiteX71" fmla="*/ 9220699 w 9767847"/>
                <a:gd name="connsiteY71" fmla="*/ 2844426 h 6858000"/>
                <a:gd name="connsiteX72" fmla="*/ 9213740 w 9767847"/>
                <a:gd name="connsiteY72" fmla="*/ 2820191 h 6858000"/>
                <a:gd name="connsiteX73" fmla="*/ 9199374 w 9767847"/>
                <a:gd name="connsiteY73" fmla="*/ 2771438 h 6858000"/>
                <a:gd name="connsiteX74" fmla="*/ 9061829 w 9767847"/>
                <a:gd name="connsiteY74" fmla="*/ 2385418 h 6858000"/>
                <a:gd name="connsiteX75" fmla="*/ 8978865 w 9767847"/>
                <a:gd name="connsiteY75" fmla="*/ 2196855 h 6858000"/>
                <a:gd name="connsiteX76" fmla="*/ 8956694 w 9767847"/>
                <a:gd name="connsiteY76" fmla="*/ 2150219 h 6858000"/>
                <a:gd name="connsiteX77" fmla="*/ 8934176 w 9767847"/>
                <a:gd name="connsiteY77" fmla="*/ 2103914 h 6858000"/>
                <a:gd name="connsiteX78" fmla="*/ 8887151 w 9767847"/>
                <a:gd name="connsiteY78" fmla="*/ 2011350 h 6858000"/>
                <a:gd name="connsiteX79" fmla="*/ 8787533 w 9767847"/>
                <a:gd name="connsiteY79" fmla="*/ 1828527 h 6858000"/>
                <a:gd name="connsiteX80" fmla="*/ 8761485 w 9767847"/>
                <a:gd name="connsiteY80" fmla="*/ 1783398 h 6858000"/>
                <a:gd name="connsiteX81" fmla="*/ 8734791 w 9767847"/>
                <a:gd name="connsiteY81" fmla="*/ 1737893 h 6858000"/>
                <a:gd name="connsiteX82" fmla="*/ 8680808 w 9767847"/>
                <a:gd name="connsiteY82" fmla="*/ 1648812 h 6858000"/>
                <a:gd name="connsiteX83" fmla="*/ 8567024 w 9767847"/>
                <a:gd name="connsiteY83" fmla="*/ 1472906 h 6858000"/>
                <a:gd name="connsiteX84" fmla="*/ 8537446 w 9767847"/>
                <a:gd name="connsiteY84" fmla="*/ 1429330 h 6858000"/>
                <a:gd name="connsiteX85" fmla="*/ 8507423 w 9767847"/>
                <a:gd name="connsiteY85" fmla="*/ 1385896 h 6858000"/>
                <a:gd name="connsiteX86" fmla="*/ 8446529 w 9767847"/>
                <a:gd name="connsiteY86" fmla="*/ 1300295 h 6858000"/>
                <a:gd name="connsiteX87" fmla="*/ 8319224 w 9767847"/>
                <a:gd name="connsiteY87" fmla="*/ 1131026 h 6858000"/>
                <a:gd name="connsiteX88" fmla="*/ 8286366 w 9767847"/>
                <a:gd name="connsiteY88" fmla="*/ 1089050 h 6858000"/>
                <a:gd name="connsiteX89" fmla="*/ 8270161 w 9767847"/>
                <a:gd name="connsiteY89" fmla="*/ 1068439 h 6858000"/>
                <a:gd name="connsiteX90" fmla="*/ 8253856 w 9767847"/>
                <a:gd name="connsiteY90" fmla="*/ 1048156 h 6858000"/>
                <a:gd name="connsiteX91" fmla="*/ 8186352 w 9767847"/>
                <a:gd name="connsiteY91" fmla="*/ 966275 h 6858000"/>
                <a:gd name="connsiteX92" fmla="*/ 8046768 w 9767847"/>
                <a:gd name="connsiteY92" fmla="*/ 805429 h 6858000"/>
                <a:gd name="connsiteX93" fmla="*/ 8010927 w 9767847"/>
                <a:gd name="connsiteY93" fmla="*/ 765853 h 6858000"/>
                <a:gd name="connsiteX94" fmla="*/ 7974788 w 9767847"/>
                <a:gd name="connsiteY94" fmla="*/ 726653 h 6858000"/>
                <a:gd name="connsiteX95" fmla="*/ 7901070 w 9767847"/>
                <a:gd name="connsiteY95" fmla="*/ 648724 h 6858000"/>
                <a:gd name="connsiteX96" fmla="*/ 7750054 w 9767847"/>
                <a:gd name="connsiteY96" fmla="*/ 497008 h 6858000"/>
                <a:gd name="connsiteX97" fmla="*/ 7592277 w 9767847"/>
                <a:gd name="connsiteY97" fmla="*/ 351221 h 6858000"/>
                <a:gd name="connsiteX98" fmla="*/ 7257734 w 9767847"/>
                <a:gd name="connsiteY98" fmla="*/ 76964 h 6858000"/>
                <a:gd name="connsiteX99" fmla="*/ 1886601 w 9767847"/>
                <a:gd name="connsiteY99" fmla="*/ 0 h 6858000"/>
                <a:gd name="connsiteX100" fmla="*/ 2292926 w 9767847"/>
                <a:gd name="connsiteY100" fmla="*/ 0 h 6858000"/>
                <a:gd name="connsiteX101" fmla="*/ 2135542 w 9767847"/>
                <a:gd name="connsiteY101" fmla="*/ 117781 h 6858000"/>
                <a:gd name="connsiteX102" fmla="*/ 1969576 w 9767847"/>
                <a:gd name="connsiteY102" fmla="*/ 254986 h 6858000"/>
                <a:gd name="connsiteX103" fmla="*/ 1659938 w 9767847"/>
                <a:gd name="connsiteY103" fmla="*/ 549855 h 6858000"/>
                <a:gd name="connsiteX104" fmla="*/ 729383 w 9767847"/>
                <a:gd name="connsiteY104" fmla="*/ 1936480 h 6858000"/>
                <a:gd name="connsiteX105" fmla="*/ 578465 w 9767847"/>
                <a:gd name="connsiteY105" fmla="*/ 2320807 h 6858000"/>
                <a:gd name="connsiteX106" fmla="*/ 465080 w 9767847"/>
                <a:gd name="connsiteY106" fmla="*/ 2714875 h 6858000"/>
                <a:gd name="connsiteX107" fmla="*/ 423820 w 9767847"/>
                <a:gd name="connsiteY107" fmla="*/ 2915436 h 6858000"/>
                <a:gd name="connsiteX108" fmla="*/ 392355 w 9767847"/>
                <a:gd name="connsiteY108" fmla="*/ 3118071 h 6858000"/>
                <a:gd name="connsiteX109" fmla="*/ 358801 w 9767847"/>
                <a:gd name="connsiteY109" fmla="*/ 3526915 h 6858000"/>
                <a:gd name="connsiteX110" fmla="*/ 410350 w 9767847"/>
                <a:gd name="connsiteY110" fmla="*/ 4348226 h 6858000"/>
                <a:gd name="connsiteX111" fmla="*/ 449022 w 9767847"/>
                <a:gd name="connsiteY111" fmla="*/ 4551049 h 6858000"/>
                <a:gd name="connsiteX112" fmla="*/ 498882 w 9767847"/>
                <a:gd name="connsiteY112" fmla="*/ 4752365 h 6858000"/>
                <a:gd name="connsiteX113" fmla="*/ 559775 w 9767847"/>
                <a:gd name="connsiteY113" fmla="*/ 4951657 h 6858000"/>
                <a:gd name="connsiteX114" fmla="*/ 631406 w 9767847"/>
                <a:gd name="connsiteY114" fmla="*/ 5147986 h 6858000"/>
                <a:gd name="connsiteX115" fmla="*/ 1023461 w 9767847"/>
                <a:gd name="connsiteY115" fmla="*/ 5893957 h 6858000"/>
                <a:gd name="connsiteX116" fmla="*/ 1575880 w 9767847"/>
                <a:gd name="connsiteY116" fmla="*/ 6547646 h 6858000"/>
                <a:gd name="connsiteX117" fmla="*/ 1905228 w 9767847"/>
                <a:gd name="connsiteY117" fmla="*/ 6829468 h 6858000"/>
                <a:gd name="connsiteX118" fmla="*/ 1944230 w 9767847"/>
                <a:gd name="connsiteY118" fmla="*/ 6858000 h 6858000"/>
                <a:gd name="connsiteX119" fmla="*/ 1372541 w 9767847"/>
                <a:gd name="connsiteY119" fmla="*/ 6858000 h 6858000"/>
                <a:gd name="connsiteX120" fmla="*/ 1115251 w 9767847"/>
                <a:gd name="connsiteY120" fmla="*/ 6590005 h 6858000"/>
                <a:gd name="connsiteX121" fmla="*/ 0 w 9767847"/>
                <a:gd name="connsiteY121" fmla="*/ 3649031 h 6858000"/>
                <a:gd name="connsiteX122" fmla="*/ 1777294 w 9767847"/>
                <a:gd name="connsiteY122" fmla="*/ 813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9767847" h="6858000">
                  <a:moveTo>
                    <a:pt x="7151367" y="0"/>
                  </a:moveTo>
                  <a:lnTo>
                    <a:pt x="7881247" y="0"/>
                  </a:lnTo>
                  <a:lnTo>
                    <a:pt x="7990553" y="81317"/>
                  </a:lnTo>
                  <a:cubicBezTo>
                    <a:pt x="9075991" y="929334"/>
                    <a:pt x="9767847" y="2212695"/>
                    <a:pt x="9767847" y="3649031"/>
                  </a:cubicBezTo>
                  <a:cubicBezTo>
                    <a:pt x="9767847" y="4766182"/>
                    <a:pt x="9349317" y="5790792"/>
                    <a:pt x="8652597" y="6590005"/>
                  </a:cubicBezTo>
                  <a:lnTo>
                    <a:pt x="8395306" y="6858000"/>
                  </a:lnTo>
                  <a:lnTo>
                    <a:pt x="6762603" y="6858000"/>
                  </a:lnTo>
                  <a:lnTo>
                    <a:pt x="6765962" y="6854844"/>
                  </a:lnTo>
                  <a:cubicBezTo>
                    <a:pt x="6779036" y="6842703"/>
                    <a:pt x="6791663" y="6829621"/>
                    <a:pt x="6804586" y="6817103"/>
                  </a:cubicBezTo>
                  <a:lnTo>
                    <a:pt x="6881735" y="6741197"/>
                  </a:lnTo>
                  <a:cubicBezTo>
                    <a:pt x="6907435" y="6715881"/>
                    <a:pt x="6933134" y="6690798"/>
                    <a:pt x="6958883" y="6664822"/>
                  </a:cubicBezTo>
                  <a:lnTo>
                    <a:pt x="7267925" y="6355694"/>
                  </a:lnTo>
                  <a:lnTo>
                    <a:pt x="7424360" y="6200685"/>
                  </a:lnTo>
                  <a:cubicBezTo>
                    <a:pt x="7450754" y="6174802"/>
                    <a:pt x="7477598" y="6148731"/>
                    <a:pt x="7504938" y="6122708"/>
                  </a:cubicBezTo>
                  <a:lnTo>
                    <a:pt x="7546396" y="6083697"/>
                  </a:lnTo>
                  <a:cubicBezTo>
                    <a:pt x="7560264" y="6070803"/>
                    <a:pt x="7574780" y="6057532"/>
                    <a:pt x="7588002" y="6045532"/>
                  </a:cubicBezTo>
                  <a:lnTo>
                    <a:pt x="7631000" y="6006709"/>
                  </a:lnTo>
                  <a:lnTo>
                    <a:pt x="7675440" y="5968309"/>
                  </a:lnTo>
                  <a:cubicBezTo>
                    <a:pt x="7690404" y="5955698"/>
                    <a:pt x="7705564" y="5943321"/>
                    <a:pt x="7720626" y="5930851"/>
                  </a:cubicBezTo>
                  <a:cubicBezTo>
                    <a:pt x="7735738" y="5918427"/>
                    <a:pt x="7751197" y="5906521"/>
                    <a:pt x="7766458" y="5894334"/>
                  </a:cubicBezTo>
                  <a:cubicBezTo>
                    <a:pt x="7827949" y="5846192"/>
                    <a:pt x="7890979" y="5800499"/>
                    <a:pt x="7955254" y="5756828"/>
                  </a:cubicBezTo>
                  <a:cubicBezTo>
                    <a:pt x="8083800" y="5669534"/>
                    <a:pt x="8216872" y="5590336"/>
                    <a:pt x="8352678" y="5517630"/>
                  </a:cubicBezTo>
                  <a:lnTo>
                    <a:pt x="8451350" y="5465254"/>
                  </a:lnTo>
                  <a:lnTo>
                    <a:pt x="8548532" y="5413395"/>
                  </a:lnTo>
                  <a:cubicBezTo>
                    <a:pt x="8612110" y="5379090"/>
                    <a:pt x="8673251" y="5345208"/>
                    <a:pt x="8729473" y="5309961"/>
                  </a:cubicBezTo>
                  <a:cubicBezTo>
                    <a:pt x="8743591" y="5301115"/>
                    <a:pt x="8757161" y="5292361"/>
                    <a:pt x="8770781" y="5283232"/>
                  </a:cubicBezTo>
                  <a:cubicBezTo>
                    <a:pt x="8777591" y="5278667"/>
                    <a:pt x="8784451" y="5274103"/>
                    <a:pt x="8790964" y="5269492"/>
                  </a:cubicBezTo>
                  <a:cubicBezTo>
                    <a:pt x="8797574" y="5264879"/>
                    <a:pt x="8804235" y="5260314"/>
                    <a:pt x="8810499" y="5255703"/>
                  </a:cubicBezTo>
                  <a:cubicBezTo>
                    <a:pt x="8835999" y="5237303"/>
                    <a:pt x="8860407" y="5218291"/>
                    <a:pt x="8883571" y="5198479"/>
                  </a:cubicBezTo>
                  <a:cubicBezTo>
                    <a:pt x="8929900" y="5158856"/>
                    <a:pt x="8971258" y="5116315"/>
                    <a:pt x="9006651" y="5070527"/>
                  </a:cubicBezTo>
                  <a:cubicBezTo>
                    <a:pt x="9015351" y="5059328"/>
                    <a:pt x="9024398" y="5046857"/>
                    <a:pt x="9033494" y="5034105"/>
                  </a:cubicBezTo>
                  <a:lnTo>
                    <a:pt x="9040305" y="5024551"/>
                  </a:lnTo>
                  <a:lnTo>
                    <a:pt x="9046568" y="5015281"/>
                  </a:lnTo>
                  <a:cubicBezTo>
                    <a:pt x="9050743" y="5009163"/>
                    <a:pt x="9054819" y="5002952"/>
                    <a:pt x="9058846" y="4996645"/>
                  </a:cubicBezTo>
                  <a:cubicBezTo>
                    <a:pt x="9075002" y="4971517"/>
                    <a:pt x="9090212" y="4945305"/>
                    <a:pt x="9104529" y="4918105"/>
                  </a:cubicBezTo>
                  <a:cubicBezTo>
                    <a:pt x="9133211" y="4863752"/>
                    <a:pt x="9158313" y="4805447"/>
                    <a:pt x="9181081" y="4744694"/>
                  </a:cubicBezTo>
                  <a:cubicBezTo>
                    <a:pt x="9203748" y="4684178"/>
                    <a:pt x="9223383" y="4621778"/>
                    <a:pt x="9240731" y="4557872"/>
                  </a:cubicBezTo>
                  <a:cubicBezTo>
                    <a:pt x="9249481" y="4525966"/>
                    <a:pt x="9257682" y="4493684"/>
                    <a:pt x="9265388" y="4461073"/>
                  </a:cubicBezTo>
                  <a:cubicBezTo>
                    <a:pt x="9269215" y="4444744"/>
                    <a:pt x="9272943" y="4428367"/>
                    <a:pt x="9276571" y="4411943"/>
                  </a:cubicBezTo>
                  <a:lnTo>
                    <a:pt x="9281841" y="4387379"/>
                  </a:lnTo>
                  <a:lnTo>
                    <a:pt x="9286513" y="4364838"/>
                  </a:lnTo>
                  <a:lnTo>
                    <a:pt x="9296754" y="4312038"/>
                  </a:lnTo>
                  <a:lnTo>
                    <a:pt x="9301029" y="4289074"/>
                  </a:lnTo>
                  <a:lnTo>
                    <a:pt x="9302818" y="4278581"/>
                  </a:lnTo>
                  <a:lnTo>
                    <a:pt x="9304658" y="4266816"/>
                  </a:lnTo>
                  <a:lnTo>
                    <a:pt x="9312810" y="4215945"/>
                  </a:lnTo>
                  <a:lnTo>
                    <a:pt x="9316887" y="4190486"/>
                  </a:lnTo>
                  <a:lnTo>
                    <a:pt x="9318923" y="4177780"/>
                  </a:lnTo>
                  <a:cubicBezTo>
                    <a:pt x="9319570" y="4173546"/>
                    <a:pt x="9319969" y="4169169"/>
                    <a:pt x="9320515" y="4164886"/>
                  </a:cubicBezTo>
                  <a:lnTo>
                    <a:pt x="9332445" y="4064981"/>
                  </a:lnTo>
                  <a:cubicBezTo>
                    <a:pt x="9333836" y="4052370"/>
                    <a:pt x="9334880" y="4036888"/>
                    <a:pt x="9336173" y="4018676"/>
                  </a:cubicBezTo>
                  <a:lnTo>
                    <a:pt x="9340199" y="3965171"/>
                  </a:lnTo>
                  <a:cubicBezTo>
                    <a:pt x="9345071" y="3899806"/>
                    <a:pt x="9347358" y="3832983"/>
                    <a:pt x="9347557" y="3765972"/>
                  </a:cubicBezTo>
                  <a:cubicBezTo>
                    <a:pt x="9347656" y="3732420"/>
                    <a:pt x="9347209" y="3698773"/>
                    <a:pt x="9346364" y="3664938"/>
                  </a:cubicBezTo>
                  <a:lnTo>
                    <a:pt x="9344921" y="3615243"/>
                  </a:lnTo>
                  <a:lnTo>
                    <a:pt x="9344524" y="3603526"/>
                  </a:lnTo>
                  <a:lnTo>
                    <a:pt x="9343728" y="3590774"/>
                  </a:lnTo>
                  <a:lnTo>
                    <a:pt x="9342188" y="3565268"/>
                  </a:lnTo>
                  <a:lnTo>
                    <a:pt x="9339056" y="3514256"/>
                  </a:lnTo>
                  <a:cubicBezTo>
                    <a:pt x="9337914" y="3497221"/>
                    <a:pt x="9335874" y="3480138"/>
                    <a:pt x="9334334" y="3463057"/>
                  </a:cubicBezTo>
                  <a:lnTo>
                    <a:pt x="9329363" y="3411810"/>
                  </a:lnTo>
                  <a:lnTo>
                    <a:pt x="9328319" y="3400657"/>
                  </a:lnTo>
                  <a:lnTo>
                    <a:pt x="9327177" y="3390116"/>
                  </a:lnTo>
                  <a:lnTo>
                    <a:pt x="9324293" y="3366774"/>
                  </a:lnTo>
                  <a:lnTo>
                    <a:pt x="9320763" y="3340329"/>
                  </a:lnTo>
                  <a:lnTo>
                    <a:pt x="9317184" y="3311245"/>
                  </a:lnTo>
                  <a:cubicBezTo>
                    <a:pt x="9315594" y="3296893"/>
                    <a:pt x="9313506" y="3282306"/>
                    <a:pt x="9311021" y="3266211"/>
                  </a:cubicBezTo>
                  <a:lnTo>
                    <a:pt x="9302719" y="3215717"/>
                  </a:lnTo>
                  <a:cubicBezTo>
                    <a:pt x="9299936" y="3199059"/>
                    <a:pt x="9297003" y="3182400"/>
                    <a:pt x="9293970" y="3165789"/>
                  </a:cubicBezTo>
                  <a:cubicBezTo>
                    <a:pt x="9281891" y="3099295"/>
                    <a:pt x="9267674" y="3033084"/>
                    <a:pt x="9252065" y="2967107"/>
                  </a:cubicBezTo>
                  <a:cubicBezTo>
                    <a:pt x="9244261" y="2934167"/>
                    <a:pt x="9235959" y="2901273"/>
                    <a:pt x="9227211" y="2868473"/>
                  </a:cubicBezTo>
                  <a:lnTo>
                    <a:pt x="9220699" y="2844426"/>
                  </a:lnTo>
                  <a:lnTo>
                    <a:pt x="9213740" y="2820191"/>
                  </a:lnTo>
                  <a:cubicBezTo>
                    <a:pt x="9209216" y="2804049"/>
                    <a:pt x="9204345" y="2787768"/>
                    <a:pt x="9199374" y="2771438"/>
                  </a:cubicBezTo>
                  <a:cubicBezTo>
                    <a:pt x="9159855" y="2641086"/>
                    <a:pt x="9114272" y="2512099"/>
                    <a:pt x="9061829" y="2385418"/>
                  </a:cubicBezTo>
                  <a:cubicBezTo>
                    <a:pt x="9035582" y="2322077"/>
                    <a:pt x="9008043" y="2259160"/>
                    <a:pt x="8978865" y="2196855"/>
                  </a:cubicBezTo>
                  <a:lnTo>
                    <a:pt x="8956694" y="2150219"/>
                  </a:lnTo>
                  <a:lnTo>
                    <a:pt x="8934176" y="2103914"/>
                  </a:lnTo>
                  <a:cubicBezTo>
                    <a:pt x="8918915" y="2073091"/>
                    <a:pt x="8903157" y="2042032"/>
                    <a:pt x="8887151" y="2011350"/>
                  </a:cubicBezTo>
                  <a:cubicBezTo>
                    <a:pt x="8854988" y="1949891"/>
                    <a:pt x="8822082" y="1888810"/>
                    <a:pt x="8787533" y="1828527"/>
                  </a:cubicBezTo>
                  <a:lnTo>
                    <a:pt x="8761485" y="1783398"/>
                  </a:lnTo>
                  <a:lnTo>
                    <a:pt x="8734791" y="1737893"/>
                  </a:lnTo>
                  <a:cubicBezTo>
                    <a:pt x="8717047" y="1707823"/>
                    <a:pt x="8699200" y="1678363"/>
                    <a:pt x="8680808" y="1648812"/>
                  </a:cubicBezTo>
                  <a:cubicBezTo>
                    <a:pt x="8644322" y="1589658"/>
                    <a:pt x="8606194" y="1531118"/>
                    <a:pt x="8567024" y="1472906"/>
                  </a:cubicBezTo>
                  <a:lnTo>
                    <a:pt x="8537446" y="1429330"/>
                  </a:lnTo>
                  <a:lnTo>
                    <a:pt x="8507423" y="1385896"/>
                  </a:lnTo>
                  <a:cubicBezTo>
                    <a:pt x="8487390" y="1357284"/>
                    <a:pt x="8467158" y="1328719"/>
                    <a:pt x="8446529" y="1300295"/>
                  </a:cubicBezTo>
                  <a:cubicBezTo>
                    <a:pt x="8405271" y="1243496"/>
                    <a:pt x="8362718" y="1187120"/>
                    <a:pt x="8319224" y="1131026"/>
                  </a:cubicBezTo>
                  <a:lnTo>
                    <a:pt x="8286366" y="1089050"/>
                  </a:lnTo>
                  <a:lnTo>
                    <a:pt x="8270161" y="1068439"/>
                  </a:lnTo>
                  <a:lnTo>
                    <a:pt x="8253856" y="1048156"/>
                  </a:lnTo>
                  <a:cubicBezTo>
                    <a:pt x="8231636" y="1020675"/>
                    <a:pt x="8209117" y="993381"/>
                    <a:pt x="8186352" y="966275"/>
                  </a:cubicBezTo>
                  <a:cubicBezTo>
                    <a:pt x="8140917" y="911922"/>
                    <a:pt x="8094240" y="858417"/>
                    <a:pt x="8046768" y="805429"/>
                  </a:cubicBezTo>
                  <a:lnTo>
                    <a:pt x="8010927" y="765853"/>
                  </a:lnTo>
                  <a:lnTo>
                    <a:pt x="7974788" y="726653"/>
                  </a:lnTo>
                  <a:cubicBezTo>
                    <a:pt x="7950382" y="700489"/>
                    <a:pt x="7925824" y="674465"/>
                    <a:pt x="7901070" y="648724"/>
                  </a:cubicBezTo>
                  <a:cubicBezTo>
                    <a:pt x="7851510" y="597289"/>
                    <a:pt x="7801404" y="546514"/>
                    <a:pt x="7750054" y="497008"/>
                  </a:cubicBezTo>
                  <a:cubicBezTo>
                    <a:pt x="7698902" y="447644"/>
                    <a:pt x="7645913" y="398938"/>
                    <a:pt x="7592277" y="351221"/>
                  </a:cubicBezTo>
                  <a:cubicBezTo>
                    <a:pt x="7484856" y="255786"/>
                    <a:pt x="7373308" y="164304"/>
                    <a:pt x="7257734" y="76964"/>
                  </a:cubicBezTo>
                  <a:close/>
                  <a:moveTo>
                    <a:pt x="1886601" y="0"/>
                  </a:moveTo>
                  <a:lnTo>
                    <a:pt x="2292926" y="0"/>
                  </a:lnTo>
                  <a:lnTo>
                    <a:pt x="2135542" y="117781"/>
                  </a:lnTo>
                  <a:cubicBezTo>
                    <a:pt x="2078998" y="162280"/>
                    <a:pt x="2023659" y="208045"/>
                    <a:pt x="1969576" y="254986"/>
                  </a:cubicBezTo>
                  <a:cubicBezTo>
                    <a:pt x="1861309" y="348820"/>
                    <a:pt x="1758064" y="447314"/>
                    <a:pt x="1659938" y="549855"/>
                  </a:cubicBezTo>
                  <a:cubicBezTo>
                    <a:pt x="1266987" y="960346"/>
                    <a:pt x="953820" y="1431495"/>
                    <a:pt x="729383" y="1936480"/>
                  </a:cubicBezTo>
                  <a:cubicBezTo>
                    <a:pt x="673260" y="2062362"/>
                    <a:pt x="622855" y="2190972"/>
                    <a:pt x="578465" y="2320807"/>
                  </a:cubicBezTo>
                  <a:cubicBezTo>
                    <a:pt x="534125" y="2450687"/>
                    <a:pt x="496147" y="2582216"/>
                    <a:pt x="465080" y="2714875"/>
                  </a:cubicBezTo>
                  <a:cubicBezTo>
                    <a:pt x="449769" y="2780991"/>
                    <a:pt x="435850" y="2848191"/>
                    <a:pt x="423820" y="2915436"/>
                  </a:cubicBezTo>
                  <a:cubicBezTo>
                    <a:pt x="411840" y="2982731"/>
                    <a:pt x="401054" y="3050260"/>
                    <a:pt x="392355" y="3118071"/>
                  </a:cubicBezTo>
                  <a:cubicBezTo>
                    <a:pt x="374509" y="3253646"/>
                    <a:pt x="363424" y="3389880"/>
                    <a:pt x="358801" y="3526915"/>
                  </a:cubicBezTo>
                  <a:cubicBezTo>
                    <a:pt x="349009" y="3800843"/>
                    <a:pt x="366357" y="4075570"/>
                    <a:pt x="410350" y="4348226"/>
                  </a:cubicBezTo>
                  <a:cubicBezTo>
                    <a:pt x="421286" y="4416132"/>
                    <a:pt x="434209" y="4483660"/>
                    <a:pt x="449022" y="4551049"/>
                  </a:cubicBezTo>
                  <a:cubicBezTo>
                    <a:pt x="463737" y="4618436"/>
                    <a:pt x="480389" y="4685588"/>
                    <a:pt x="498882" y="4752365"/>
                  </a:cubicBezTo>
                  <a:cubicBezTo>
                    <a:pt x="517373" y="4819141"/>
                    <a:pt x="537704" y="4885635"/>
                    <a:pt x="559775" y="4951657"/>
                  </a:cubicBezTo>
                  <a:cubicBezTo>
                    <a:pt x="581946" y="5017775"/>
                    <a:pt x="605358" y="5083375"/>
                    <a:pt x="631406" y="5147986"/>
                  </a:cubicBezTo>
                  <a:cubicBezTo>
                    <a:pt x="734055" y="5407608"/>
                    <a:pt x="865188" y="5658570"/>
                    <a:pt x="1023461" y="5893957"/>
                  </a:cubicBezTo>
                  <a:cubicBezTo>
                    <a:pt x="1181487" y="6129578"/>
                    <a:pt x="1367051" y="6349247"/>
                    <a:pt x="1575880" y="6547646"/>
                  </a:cubicBezTo>
                  <a:cubicBezTo>
                    <a:pt x="1680269" y="6646916"/>
                    <a:pt x="1790338" y="6740939"/>
                    <a:pt x="1905228" y="6829468"/>
                  </a:cubicBezTo>
                  <a:lnTo>
                    <a:pt x="1944230" y="6858000"/>
                  </a:lnTo>
                  <a:lnTo>
                    <a:pt x="1372541" y="6858000"/>
                  </a:lnTo>
                  <a:lnTo>
                    <a:pt x="1115251" y="6590005"/>
                  </a:lnTo>
                  <a:cubicBezTo>
                    <a:pt x="418530" y="5790792"/>
                    <a:pt x="0" y="4766182"/>
                    <a:pt x="0" y="3649031"/>
                  </a:cubicBezTo>
                  <a:cubicBezTo>
                    <a:pt x="0" y="2212695"/>
                    <a:pt x="691856" y="929334"/>
                    <a:pt x="1777294" y="81317"/>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1" name="Freeform: Shape 20">
              <a:extLst>
                <a:ext uri="{FF2B5EF4-FFF2-40B4-BE49-F238E27FC236}">
                  <a16:creationId xmlns:a16="http://schemas.microsoft.com/office/drawing/2014/main" id="{82B0ED5C-927D-4C5F-8F27-1B403820B9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3402" y="36937"/>
              <a:ext cx="9767847" cy="6858000"/>
            </a:xfrm>
            <a:custGeom>
              <a:avLst/>
              <a:gdLst>
                <a:gd name="connsiteX0" fmla="*/ 7145704 w 9767847"/>
                <a:gd name="connsiteY0" fmla="*/ 0 h 6858000"/>
                <a:gd name="connsiteX1" fmla="*/ 7875738 w 9767847"/>
                <a:gd name="connsiteY1" fmla="*/ 0 h 6858000"/>
                <a:gd name="connsiteX2" fmla="*/ 7990553 w 9767847"/>
                <a:gd name="connsiteY2" fmla="*/ 85415 h 6858000"/>
                <a:gd name="connsiteX3" fmla="*/ 9767847 w 9767847"/>
                <a:gd name="connsiteY3" fmla="*/ 3653129 h 6858000"/>
                <a:gd name="connsiteX4" fmla="*/ 8652597 w 9767847"/>
                <a:gd name="connsiteY4" fmla="*/ 6594103 h 6858000"/>
                <a:gd name="connsiteX5" fmla="*/ 8399240 w 9767847"/>
                <a:gd name="connsiteY5" fmla="*/ 6858000 h 6858000"/>
                <a:gd name="connsiteX6" fmla="*/ 6766926 w 9767847"/>
                <a:gd name="connsiteY6" fmla="*/ 6858000 h 6858000"/>
                <a:gd name="connsiteX7" fmla="*/ 6804586 w 9767847"/>
                <a:gd name="connsiteY7" fmla="*/ 6821201 h 6858000"/>
                <a:gd name="connsiteX8" fmla="*/ 6881735 w 9767847"/>
                <a:gd name="connsiteY8" fmla="*/ 6745295 h 6858000"/>
                <a:gd name="connsiteX9" fmla="*/ 6958883 w 9767847"/>
                <a:gd name="connsiteY9" fmla="*/ 6668920 h 6858000"/>
                <a:gd name="connsiteX10" fmla="*/ 7267925 w 9767847"/>
                <a:gd name="connsiteY10" fmla="*/ 6359792 h 6858000"/>
                <a:gd name="connsiteX11" fmla="*/ 7424360 w 9767847"/>
                <a:gd name="connsiteY11" fmla="*/ 6204783 h 6858000"/>
                <a:gd name="connsiteX12" fmla="*/ 7504938 w 9767847"/>
                <a:gd name="connsiteY12" fmla="*/ 6126806 h 6858000"/>
                <a:gd name="connsiteX13" fmla="*/ 7546396 w 9767847"/>
                <a:gd name="connsiteY13" fmla="*/ 6087795 h 6858000"/>
                <a:gd name="connsiteX14" fmla="*/ 7588002 w 9767847"/>
                <a:gd name="connsiteY14" fmla="*/ 6049630 h 6858000"/>
                <a:gd name="connsiteX15" fmla="*/ 7631000 w 9767847"/>
                <a:gd name="connsiteY15" fmla="*/ 6010807 h 6858000"/>
                <a:gd name="connsiteX16" fmla="*/ 7675440 w 9767847"/>
                <a:gd name="connsiteY16" fmla="*/ 5972407 h 6858000"/>
                <a:gd name="connsiteX17" fmla="*/ 7720626 w 9767847"/>
                <a:gd name="connsiteY17" fmla="*/ 5934949 h 6858000"/>
                <a:gd name="connsiteX18" fmla="*/ 7766458 w 9767847"/>
                <a:gd name="connsiteY18" fmla="*/ 5898432 h 6858000"/>
                <a:gd name="connsiteX19" fmla="*/ 7955254 w 9767847"/>
                <a:gd name="connsiteY19" fmla="*/ 5760926 h 6858000"/>
                <a:gd name="connsiteX20" fmla="*/ 8352678 w 9767847"/>
                <a:gd name="connsiteY20" fmla="*/ 5521728 h 6858000"/>
                <a:gd name="connsiteX21" fmla="*/ 8451350 w 9767847"/>
                <a:gd name="connsiteY21" fmla="*/ 5469352 h 6858000"/>
                <a:gd name="connsiteX22" fmla="*/ 8548532 w 9767847"/>
                <a:gd name="connsiteY22" fmla="*/ 5417493 h 6858000"/>
                <a:gd name="connsiteX23" fmla="*/ 8729473 w 9767847"/>
                <a:gd name="connsiteY23" fmla="*/ 5314059 h 6858000"/>
                <a:gd name="connsiteX24" fmla="*/ 8770781 w 9767847"/>
                <a:gd name="connsiteY24" fmla="*/ 5287330 h 6858000"/>
                <a:gd name="connsiteX25" fmla="*/ 8790964 w 9767847"/>
                <a:gd name="connsiteY25" fmla="*/ 5273590 h 6858000"/>
                <a:gd name="connsiteX26" fmla="*/ 8810499 w 9767847"/>
                <a:gd name="connsiteY26" fmla="*/ 5259801 h 6858000"/>
                <a:gd name="connsiteX27" fmla="*/ 8883571 w 9767847"/>
                <a:gd name="connsiteY27" fmla="*/ 5202577 h 6858000"/>
                <a:gd name="connsiteX28" fmla="*/ 9006651 w 9767847"/>
                <a:gd name="connsiteY28" fmla="*/ 5074625 h 6858000"/>
                <a:gd name="connsiteX29" fmla="*/ 9033494 w 9767847"/>
                <a:gd name="connsiteY29" fmla="*/ 5038203 h 6858000"/>
                <a:gd name="connsiteX30" fmla="*/ 9040305 w 9767847"/>
                <a:gd name="connsiteY30" fmla="*/ 5028649 h 6858000"/>
                <a:gd name="connsiteX31" fmla="*/ 9046568 w 9767847"/>
                <a:gd name="connsiteY31" fmla="*/ 5019379 h 6858000"/>
                <a:gd name="connsiteX32" fmla="*/ 9058846 w 9767847"/>
                <a:gd name="connsiteY32" fmla="*/ 5000743 h 6858000"/>
                <a:gd name="connsiteX33" fmla="*/ 9104529 w 9767847"/>
                <a:gd name="connsiteY33" fmla="*/ 4922203 h 6858000"/>
                <a:gd name="connsiteX34" fmla="*/ 9181081 w 9767847"/>
                <a:gd name="connsiteY34" fmla="*/ 4748792 h 6858000"/>
                <a:gd name="connsiteX35" fmla="*/ 9240731 w 9767847"/>
                <a:gd name="connsiteY35" fmla="*/ 4561970 h 6858000"/>
                <a:gd name="connsiteX36" fmla="*/ 9265388 w 9767847"/>
                <a:gd name="connsiteY36" fmla="*/ 4465171 h 6858000"/>
                <a:gd name="connsiteX37" fmla="*/ 9276571 w 9767847"/>
                <a:gd name="connsiteY37" fmla="*/ 4416041 h 6858000"/>
                <a:gd name="connsiteX38" fmla="*/ 9281841 w 9767847"/>
                <a:gd name="connsiteY38" fmla="*/ 4391477 h 6858000"/>
                <a:gd name="connsiteX39" fmla="*/ 9286513 w 9767847"/>
                <a:gd name="connsiteY39" fmla="*/ 4368936 h 6858000"/>
                <a:gd name="connsiteX40" fmla="*/ 9296754 w 9767847"/>
                <a:gd name="connsiteY40" fmla="*/ 4316136 h 6858000"/>
                <a:gd name="connsiteX41" fmla="*/ 9301029 w 9767847"/>
                <a:gd name="connsiteY41" fmla="*/ 4293172 h 6858000"/>
                <a:gd name="connsiteX42" fmla="*/ 9302818 w 9767847"/>
                <a:gd name="connsiteY42" fmla="*/ 4282679 h 6858000"/>
                <a:gd name="connsiteX43" fmla="*/ 9304658 w 9767847"/>
                <a:gd name="connsiteY43" fmla="*/ 4270914 h 6858000"/>
                <a:gd name="connsiteX44" fmla="*/ 9312810 w 9767847"/>
                <a:gd name="connsiteY44" fmla="*/ 4220043 h 6858000"/>
                <a:gd name="connsiteX45" fmla="*/ 9316887 w 9767847"/>
                <a:gd name="connsiteY45" fmla="*/ 4194584 h 6858000"/>
                <a:gd name="connsiteX46" fmla="*/ 9318923 w 9767847"/>
                <a:gd name="connsiteY46" fmla="*/ 4181878 h 6858000"/>
                <a:gd name="connsiteX47" fmla="*/ 9320515 w 9767847"/>
                <a:gd name="connsiteY47" fmla="*/ 4168984 h 6858000"/>
                <a:gd name="connsiteX48" fmla="*/ 9332445 w 9767847"/>
                <a:gd name="connsiteY48" fmla="*/ 4069079 h 6858000"/>
                <a:gd name="connsiteX49" fmla="*/ 9336173 w 9767847"/>
                <a:gd name="connsiteY49" fmla="*/ 4022774 h 6858000"/>
                <a:gd name="connsiteX50" fmla="*/ 9340199 w 9767847"/>
                <a:gd name="connsiteY50" fmla="*/ 3969269 h 6858000"/>
                <a:gd name="connsiteX51" fmla="*/ 9347557 w 9767847"/>
                <a:gd name="connsiteY51" fmla="*/ 3770070 h 6858000"/>
                <a:gd name="connsiteX52" fmla="*/ 9346364 w 9767847"/>
                <a:gd name="connsiteY52" fmla="*/ 3669036 h 6858000"/>
                <a:gd name="connsiteX53" fmla="*/ 9344921 w 9767847"/>
                <a:gd name="connsiteY53" fmla="*/ 3619341 h 6858000"/>
                <a:gd name="connsiteX54" fmla="*/ 9344524 w 9767847"/>
                <a:gd name="connsiteY54" fmla="*/ 3607624 h 6858000"/>
                <a:gd name="connsiteX55" fmla="*/ 9343728 w 9767847"/>
                <a:gd name="connsiteY55" fmla="*/ 3594872 h 6858000"/>
                <a:gd name="connsiteX56" fmla="*/ 9342188 w 9767847"/>
                <a:gd name="connsiteY56" fmla="*/ 3569366 h 6858000"/>
                <a:gd name="connsiteX57" fmla="*/ 9339056 w 9767847"/>
                <a:gd name="connsiteY57" fmla="*/ 3518354 h 6858000"/>
                <a:gd name="connsiteX58" fmla="*/ 9334334 w 9767847"/>
                <a:gd name="connsiteY58" fmla="*/ 3467155 h 6858000"/>
                <a:gd name="connsiteX59" fmla="*/ 9329363 w 9767847"/>
                <a:gd name="connsiteY59" fmla="*/ 3415908 h 6858000"/>
                <a:gd name="connsiteX60" fmla="*/ 9328319 w 9767847"/>
                <a:gd name="connsiteY60" fmla="*/ 3404755 h 6858000"/>
                <a:gd name="connsiteX61" fmla="*/ 9327177 w 9767847"/>
                <a:gd name="connsiteY61" fmla="*/ 3394214 h 6858000"/>
                <a:gd name="connsiteX62" fmla="*/ 9324293 w 9767847"/>
                <a:gd name="connsiteY62" fmla="*/ 3370872 h 6858000"/>
                <a:gd name="connsiteX63" fmla="*/ 9320763 w 9767847"/>
                <a:gd name="connsiteY63" fmla="*/ 3344427 h 6858000"/>
                <a:gd name="connsiteX64" fmla="*/ 9317184 w 9767847"/>
                <a:gd name="connsiteY64" fmla="*/ 3315343 h 6858000"/>
                <a:gd name="connsiteX65" fmla="*/ 9311021 w 9767847"/>
                <a:gd name="connsiteY65" fmla="*/ 3270309 h 6858000"/>
                <a:gd name="connsiteX66" fmla="*/ 9302719 w 9767847"/>
                <a:gd name="connsiteY66" fmla="*/ 3219815 h 6858000"/>
                <a:gd name="connsiteX67" fmla="*/ 9293970 w 9767847"/>
                <a:gd name="connsiteY67" fmla="*/ 3169887 h 6858000"/>
                <a:gd name="connsiteX68" fmla="*/ 9252065 w 9767847"/>
                <a:gd name="connsiteY68" fmla="*/ 2971205 h 6858000"/>
                <a:gd name="connsiteX69" fmla="*/ 9227211 w 9767847"/>
                <a:gd name="connsiteY69" fmla="*/ 2872571 h 6858000"/>
                <a:gd name="connsiteX70" fmla="*/ 9220699 w 9767847"/>
                <a:gd name="connsiteY70" fmla="*/ 2848524 h 6858000"/>
                <a:gd name="connsiteX71" fmla="*/ 9213740 w 9767847"/>
                <a:gd name="connsiteY71" fmla="*/ 2824289 h 6858000"/>
                <a:gd name="connsiteX72" fmla="*/ 9199374 w 9767847"/>
                <a:gd name="connsiteY72" fmla="*/ 2775536 h 6858000"/>
                <a:gd name="connsiteX73" fmla="*/ 9061829 w 9767847"/>
                <a:gd name="connsiteY73" fmla="*/ 2389515 h 6858000"/>
                <a:gd name="connsiteX74" fmla="*/ 8978865 w 9767847"/>
                <a:gd name="connsiteY74" fmla="*/ 2200953 h 6858000"/>
                <a:gd name="connsiteX75" fmla="*/ 8956694 w 9767847"/>
                <a:gd name="connsiteY75" fmla="*/ 2154317 h 6858000"/>
                <a:gd name="connsiteX76" fmla="*/ 8934176 w 9767847"/>
                <a:gd name="connsiteY76" fmla="*/ 2108012 h 6858000"/>
                <a:gd name="connsiteX77" fmla="*/ 8887151 w 9767847"/>
                <a:gd name="connsiteY77" fmla="*/ 2015448 h 6858000"/>
                <a:gd name="connsiteX78" fmla="*/ 8787533 w 9767847"/>
                <a:gd name="connsiteY78" fmla="*/ 1832625 h 6858000"/>
                <a:gd name="connsiteX79" fmla="*/ 8761485 w 9767847"/>
                <a:gd name="connsiteY79" fmla="*/ 1787496 h 6858000"/>
                <a:gd name="connsiteX80" fmla="*/ 8734791 w 9767847"/>
                <a:gd name="connsiteY80" fmla="*/ 1741991 h 6858000"/>
                <a:gd name="connsiteX81" fmla="*/ 8680808 w 9767847"/>
                <a:gd name="connsiteY81" fmla="*/ 1652910 h 6858000"/>
                <a:gd name="connsiteX82" fmla="*/ 8567024 w 9767847"/>
                <a:gd name="connsiteY82" fmla="*/ 1477004 h 6858000"/>
                <a:gd name="connsiteX83" fmla="*/ 8537446 w 9767847"/>
                <a:gd name="connsiteY83" fmla="*/ 1433428 h 6858000"/>
                <a:gd name="connsiteX84" fmla="*/ 8507423 w 9767847"/>
                <a:gd name="connsiteY84" fmla="*/ 1389994 h 6858000"/>
                <a:gd name="connsiteX85" fmla="*/ 8446529 w 9767847"/>
                <a:gd name="connsiteY85" fmla="*/ 1304393 h 6858000"/>
                <a:gd name="connsiteX86" fmla="*/ 8319224 w 9767847"/>
                <a:gd name="connsiteY86" fmla="*/ 1135124 h 6858000"/>
                <a:gd name="connsiteX87" fmla="*/ 8286366 w 9767847"/>
                <a:gd name="connsiteY87" fmla="*/ 1093148 h 6858000"/>
                <a:gd name="connsiteX88" fmla="*/ 8270161 w 9767847"/>
                <a:gd name="connsiteY88" fmla="*/ 1072538 h 6858000"/>
                <a:gd name="connsiteX89" fmla="*/ 8253856 w 9767847"/>
                <a:gd name="connsiteY89" fmla="*/ 1052254 h 6858000"/>
                <a:gd name="connsiteX90" fmla="*/ 8186352 w 9767847"/>
                <a:gd name="connsiteY90" fmla="*/ 970373 h 6858000"/>
                <a:gd name="connsiteX91" fmla="*/ 8046768 w 9767847"/>
                <a:gd name="connsiteY91" fmla="*/ 809527 h 6858000"/>
                <a:gd name="connsiteX92" fmla="*/ 8010927 w 9767847"/>
                <a:gd name="connsiteY92" fmla="*/ 769951 h 6858000"/>
                <a:gd name="connsiteX93" fmla="*/ 7974788 w 9767847"/>
                <a:gd name="connsiteY93" fmla="*/ 730751 h 6858000"/>
                <a:gd name="connsiteX94" fmla="*/ 7901070 w 9767847"/>
                <a:gd name="connsiteY94" fmla="*/ 652823 h 6858000"/>
                <a:gd name="connsiteX95" fmla="*/ 7750054 w 9767847"/>
                <a:gd name="connsiteY95" fmla="*/ 501106 h 6858000"/>
                <a:gd name="connsiteX96" fmla="*/ 7592277 w 9767847"/>
                <a:gd name="connsiteY96" fmla="*/ 355319 h 6858000"/>
                <a:gd name="connsiteX97" fmla="*/ 7257734 w 9767847"/>
                <a:gd name="connsiteY97" fmla="*/ 81062 h 6858000"/>
                <a:gd name="connsiteX98" fmla="*/ 1892109 w 9767847"/>
                <a:gd name="connsiteY98" fmla="*/ 0 h 6858000"/>
                <a:gd name="connsiteX99" fmla="*/ 2298402 w 9767847"/>
                <a:gd name="connsiteY99" fmla="*/ 0 h 6858000"/>
                <a:gd name="connsiteX100" fmla="*/ 2135542 w 9767847"/>
                <a:gd name="connsiteY100" fmla="*/ 121879 h 6858000"/>
                <a:gd name="connsiteX101" fmla="*/ 1969576 w 9767847"/>
                <a:gd name="connsiteY101" fmla="*/ 259084 h 6858000"/>
                <a:gd name="connsiteX102" fmla="*/ 1659938 w 9767847"/>
                <a:gd name="connsiteY102" fmla="*/ 553953 h 6858000"/>
                <a:gd name="connsiteX103" fmla="*/ 729383 w 9767847"/>
                <a:gd name="connsiteY103" fmla="*/ 1940578 h 6858000"/>
                <a:gd name="connsiteX104" fmla="*/ 578465 w 9767847"/>
                <a:gd name="connsiteY104" fmla="*/ 2324905 h 6858000"/>
                <a:gd name="connsiteX105" fmla="*/ 465080 w 9767847"/>
                <a:gd name="connsiteY105" fmla="*/ 2718973 h 6858000"/>
                <a:gd name="connsiteX106" fmla="*/ 423820 w 9767847"/>
                <a:gd name="connsiteY106" fmla="*/ 2919535 h 6858000"/>
                <a:gd name="connsiteX107" fmla="*/ 392355 w 9767847"/>
                <a:gd name="connsiteY107" fmla="*/ 3122169 h 6858000"/>
                <a:gd name="connsiteX108" fmla="*/ 358801 w 9767847"/>
                <a:gd name="connsiteY108" fmla="*/ 3531013 h 6858000"/>
                <a:gd name="connsiteX109" fmla="*/ 410350 w 9767847"/>
                <a:gd name="connsiteY109" fmla="*/ 4352324 h 6858000"/>
                <a:gd name="connsiteX110" fmla="*/ 449022 w 9767847"/>
                <a:gd name="connsiteY110" fmla="*/ 4555147 h 6858000"/>
                <a:gd name="connsiteX111" fmla="*/ 498882 w 9767847"/>
                <a:gd name="connsiteY111" fmla="*/ 4756463 h 6858000"/>
                <a:gd name="connsiteX112" fmla="*/ 559775 w 9767847"/>
                <a:gd name="connsiteY112" fmla="*/ 4955755 h 6858000"/>
                <a:gd name="connsiteX113" fmla="*/ 631406 w 9767847"/>
                <a:gd name="connsiteY113" fmla="*/ 5152084 h 6858000"/>
                <a:gd name="connsiteX114" fmla="*/ 1023461 w 9767847"/>
                <a:gd name="connsiteY114" fmla="*/ 5898055 h 6858000"/>
                <a:gd name="connsiteX115" fmla="*/ 1575880 w 9767847"/>
                <a:gd name="connsiteY115" fmla="*/ 6551744 h 6858000"/>
                <a:gd name="connsiteX116" fmla="*/ 1905228 w 9767847"/>
                <a:gd name="connsiteY116" fmla="*/ 6833566 h 6858000"/>
                <a:gd name="connsiteX117" fmla="*/ 1938629 w 9767847"/>
                <a:gd name="connsiteY117" fmla="*/ 6858000 h 6858000"/>
                <a:gd name="connsiteX118" fmla="*/ 1368607 w 9767847"/>
                <a:gd name="connsiteY118" fmla="*/ 6858000 h 6858000"/>
                <a:gd name="connsiteX119" fmla="*/ 1115251 w 9767847"/>
                <a:gd name="connsiteY119" fmla="*/ 6594103 h 6858000"/>
                <a:gd name="connsiteX120" fmla="*/ 0 w 9767847"/>
                <a:gd name="connsiteY120" fmla="*/ 3653129 h 6858000"/>
                <a:gd name="connsiteX121" fmla="*/ 1777294 w 9767847"/>
                <a:gd name="connsiteY121" fmla="*/ 854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9767847" h="6858000">
                  <a:moveTo>
                    <a:pt x="7145704" y="0"/>
                  </a:moveTo>
                  <a:lnTo>
                    <a:pt x="7875738" y="0"/>
                  </a:lnTo>
                  <a:lnTo>
                    <a:pt x="7990553" y="85415"/>
                  </a:lnTo>
                  <a:cubicBezTo>
                    <a:pt x="9075991" y="933432"/>
                    <a:pt x="9767847" y="2216793"/>
                    <a:pt x="9767847" y="3653129"/>
                  </a:cubicBezTo>
                  <a:cubicBezTo>
                    <a:pt x="9767847" y="4770280"/>
                    <a:pt x="9349317" y="5794890"/>
                    <a:pt x="8652597" y="6594103"/>
                  </a:cubicBezTo>
                  <a:lnTo>
                    <a:pt x="8399240" y="6858000"/>
                  </a:lnTo>
                  <a:lnTo>
                    <a:pt x="6766926" y="6858000"/>
                  </a:lnTo>
                  <a:lnTo>
                    <a:pt x="6804586" y="6821201"/>
                  </a:lnTo>
                  <a:lnTo>
                    <a:pt x="6881735" y="6745295"/>
                  </a:lnTo>
                  <a:cubicBezTo>
                    <a:pt x="6907435" y="6719979"/>
                    <a:pt x="6933134" y="6694896"/>
                    <a:pt x="6958883" y="6668920"/>
                  </a:cubicBezTo>
                  <a:lnTo>
                    <a:pt x="7267925" y="6359792"/>
                  </a:lnTo>
                  <a:lnTo>
                    <a:pt x="7424360" y="6204783"/>
                  </a:lnTo>
                  <a:cubicBezTo>
                    <a:pt x="7450754" y="6178900"/>
                    <a:pt x="7477598" y="6152829"/>
                    <a:pt x="7504938" y="6126806"/>
                  </a:cubicBezTo>
                  <a:lnTo>
                    <a:pt x="7546396" y="6087795"/>
                  </a:lnTo>
                  <a:cubicBezTo>
                    <a:pt x="7560264" y="6074901"/>
                    <a:pt x="7574780" y="6061630"/>
                    <a:pt x="7588002" y="6049630"/>
                  </a:cubicBezTo>
                  <a:lnTo>
                    <a:pt x="7631000" y="6010807"/>
                  </a:lnTo>
                  <a:lnTo>
                    <a:pt x="7675440" y="5972407"/>
                  </a:lnTo>
                  <a:cubicBezTo>
                    <a:pt x="7690404" y="5959796"/>
                    <a:pt x="7705564" y="5947419"/>
                    <a:pt x="7720626" y="5934949"/>
                  </a:cubicBezTo>
                  <a:cubicBezTo>
                    <a:pt x="7735738" y="5922525"/>
                    <a:pt x="7751197" y="5910619"/>
                    <a:pt x="7766458" y="5898432"/>
                  </a:cubicBezTo>
                  <a:cubicBezTo>
                    <a:pt x="7827949" y="5850290"/>
                    <a:pt x="7890979" y="5804597"/>
                    <a:pt x="7955254" y="5760926"/>
                  </a:cubicBezTo>
                  <a:cubicBezTo>
                    <a:pt x="8083800" y="5673632"/>
                    <a:pt x="8216872" y="5594434"/>
                    <a:pt x="8352678" y="5521728"/>
                  </a:cubicBezTo>
                  <a:lnTo>
                    <a:pt x="8451350" y="5469352"/>
                  </a:lnTo>
                  <a:lnTo>
                    <a:pt x="8548532" y="5417493"/>
                  </a:lnTo>
                  <a:cubicBezTo>
                    <a:pt x="8612110" y="5383188"/>
                    <a:pt x="8673251" y="5349306"/>
                    <a:pt x="8729473" y="5314059"/>
                  </a:cubicBezTo>
                  <a:cubicBezTo>
                    <a:pt x="8743591" y="5305213"/>
                    <a:pt x="8757161" y="5296459"/>
                    <a:pt x="8770781" y="5287330"/>
                  </a:cubicBezTo>
                  <a:cubicBezTo>
                    <a:pt x="8777591" y="5282765"/>
                    <a:pt x="8784451" y="5278201"/>
                    <a:pt x="8790964" y="5273590"/>
                  </a:cubicBezTo>
                  <a:cubicBezTo>
                    <a:pt x="8797574" y="5268977"/>
                    <a:pt x="8804235" y="5264412"/>
                    <a:pt x="8810499" y="5259801"/>
                  </a:cubicBezTo>
                  <a:cubicBezTo>
                    <a:pt x="8835999" y="5241401"/>
                    <a:pt x="8860407" y="5222389"/>
                    <a:pt x="8883571" y="5202577"/>
                  </a:cubicBezTo>
                  <a:cubicBezTo>
                    <a:pt x="8929900" y="5162954"/>
                    <a:pt x="8971258" y="5120413"/>
                    <a:pt x="9006651" y="5074625"/>
                  </a:cubicBezTo>
                  <a:cubicBezTo>
                    <a:pt x="9015351" y="5063426"/>
                    <a:pt x="9024398" y="5050955"/>
                    <a:pt x="9033494" y="5038203"/>
                  </a:cubicBezTo>
                  <a:lnTo>
                    <a:pt x="9040305" y="5028649"/>
                  </a:lnTo>
                  <a:lnTo>
                    <a:pt x="9046568" y="5019379"/>
                  </a:lnTo>
                  <a:cubicBezTo>
                    <a:pt x="9050743" y="5013261"/>
                    <a:pt x="9054819" y="5007050"/>
                    <a:pt x="9058846" y="5000743"/>
                  </a:cubicBezTo>
                  <a:cubicBezTo>
                    <a:pt x="9075002" y="4975615"/>
                    <a:pt x="9090212" y="4949403"/>
                    <a:pt x="9104529" y="4922203"/>
                  </a:cubicBezTo>
                  <a:cubicBezTo>
                    <a:pt x="9133211" y="4867850"/>
                    <a:pt x="9158313" y="4809545"/>
                    <a:pt x="9181081" y="4748792"/>
                  </a:cubicBezTo>
                  <a:cubicBezTo>
                    <a:pt x="9203748" y="4688276"/>
                    <a:pt x="9223383" y="4625876"/>
                    <a:pt x="9240731" y="4561970"/>
                  </a:cubicBezTo>
                  <a:cubicBezTo>
                    <a:pt x="9249481" y="4530064"/>
                    <a:pt x="9257682" y="4497782"/>
                    <a:pt x="9265388" y="4465171"/>
                  </a:cubicBezTo>
                  <a:cubicBezTo>
                    <a:pt x="9269215" y="4448842"/>
                    <a:pt x="9272943" y="4432465"/>
                    <a:pt x="9276571" y="4416041"/>
                  </a:cubicBezTo>
                  <a:lnTo>
                    <a:pt x="9281841" y="4391477"/>
                  </a:lnTo>
                  <a:lnTo>
                    <a:pt x="9286513" y="4368936"/>
                  </a:lnTo>
                  <a:lnTo>
                    <a:pt x="9296754" y="4316136"/>
                  </a:lnTo>
                  <a:lnTo>
                    <a:pt x="9301029" y="4293172"/>
                  </a:lnTo>
                  <a:lnTo>
                    <a:pt x="9302818" y="4282679"/>
                  </a:lnTo>
                  <a:lnTo>
                    <a:pt x="9304658" y="4270914"/>
                  </a:lnTo>
                  <a:lnTo>
                    <a:pt x="9312810" y="4220043"/>
                  </a:lnTo>
                  <a:lnTo>
                    <a:pt x="9316887" y="4194584"/>
                  </a:lnTo>
                  <a:lnTo>
                    <a:pt x="9318923" y="4181878"/>
                  </a:lnTo>
                  <a:cubicBezTo>
                    <a:pt x="9319570" y="4177644"/>
                    <a:pt x="9319969" y="4173267"/>
                    <a:pt x="9320515" y="4168984"/>
                  </a:cubicBezTo>
                  <a:lnTo>
                    <a:pt x="9332445" y="4069079"/>
                  </a:lnTo>
                  <a:cubicBezTo>
                    <a:pt x="9333836" y="4056468"/>
                    <a:pt x="9334880" y="4040986"/>
                    <a:pt x="9336173" y="4022774"/>
                  </a:cubicBezTo>
                  <a:lnTo>
                    <a:pt x="9340199" y="3969269"/>
                  </a:lnTo>
                  <a:cubicBezTo>
                    <a:pt x="9345071" y="3903904"/>
                    <a:pt x="9347358" y="3837081"/>
                    <a:pt x="9347557" y="3770070"/>
                  </a:cubicBezTo>
                  <a:cubicBezTo>
                    <a:pt x="9347656" y="3736518"/>
                    <a:pt x="9347209" y="3702871"/>
                    <a:pt x="9346364" y="3669036"/>
                  </a:cubicBezTo>
                  <a:lnTo>
                    <a:pt x="9344921" y="3619341"/>
                  </a:lnTo>
                  <a:lnTo>
                    <a:pt x="9344524" y="3607624"/>
                  </a:lnTo>
                  <a:lnTo>
                    <a:pt x="9343728" y="3594872"/>
                  </a:lnTo>
                  <a:lnTo>
                    <a:pt x="9342188" y="3569366"/>
                  </a:lnTo>
                  <a:lnTo>
                    <a:pt x="9339056" y="3518354"/>
                  </a:lnTo>
                  <a:cubicBezTo>
                    <a:pt x="9337914" y="3501319"/>
                    <a:pt x="9335874" y="3484236"/>
                    <a:pt x="9334334" y="3467155"/>
                  </a:cubicBezTo>
                  <a:lnTo>
                    <a:pt x="9329363" y="3415908"/>
                  </a:lnTo>
                  <a:lnTo>
                    <a:pt x="9328319" y="3404755"/>
                  </a:lnTo>
                  <a:lnTo>
                    <a:pt x="9327177" y="3394214"/>
                  </a:lnTo>
                  <a:lnTo>
                    <a:pt x="9324293" y="3370872"/>
                  </a:lnTo>
                  <a:lnTo>
                    <a:pt x="9320763" y="3344427"/>
                  </a:lnTo>
                  <a:lnTo>
                    <a:pt x="9317184" y="3315343"/>
                  </a:lnTo>
                  <a:cubicBezTo>
                    <a:pt x="9315594" y="3300991"/>
                    <a:pt x="9313506" y="3286404"/>
                    <a:pt x="9311021" y="3270309"/>
                  </a:cubicBezTo>
                  <a:lnTo>
                    <a:pt x="9302719" y="3219815"/>
                  </a:lnTo>
                  <a:cubicBezTo>
                    <a:pt x="9299936" y="3203157"/>
                    <a:pt x="9297003" y="3186498"/>
                    <a:pt x="9293970" y="3169887"/>
                  </a:cubicBezTo>
                  <a:cubicBezTo>
                    <a:pt x="9281891" y="3103393"/>
                    <a:pt x="9267674" y="3037182"/>
                    <a:pt x="9252065" y="2971205"/>
                  </a:cubicBezTo>
                  <a:cubicBezTo>
                    <a:pt x="9244261" y="2938265"/>
                    <a:pt x="9235959" y="2905371"/>
                    <a:pt x="9227211" y="2872571"/>
                  </a:cubicBezTo>
                  <a:lnTo>
                    <a:pt x="9220699" y="2848524"/>
                  </a:lnTo>
                  <a:lnTo>
                    <a:pt x="9213740" y="2824289"/>
                  </a:lnTo>
                  <a:cubicBezTo>
                    <a:pt x="9209216" y="2808147"/>
                    <a:pt x="9204345" y="2791866"/>
                    <a:pt x="9199374" y="2775536"/>
                  </a:cubicBezTo>
                  <a:cubicBezTo>
                    <a:pt x="9159855" y="2645184"/>
                    <a:pt x="9114272" y="2516197"/>
                    <a:pt x="9061829" y="2389515"/>
                  </a:cubicBezTo>
                  <a:cubicBezTo>
                    <a:pt x="9035582" y="2326175"/>
                    <a:pt x="9008043" y="2263258"/>
                    <a:pt x="8978865" y="2200953"/>
                  </a:cubicBezTo>
                  <a:lnTo>
                    <a:pt x="8956694" y="2154317"/>
                  </a:lnTo>
                  <a:lnTo>
                    <a:pt x="8934176" y="2108012"/>
                  </a:lnTo>
                  <a:cubicBezTo>
                    <a:pt x="8918915" y="2077189"/>
                    <a:pt x="8903157" y="2046130"/>
                    <a:pt x="8887151" y="2015448"/>
                  </a:cubicBezTo>
                  <a:cubicBezTo>
                    <a:pt x="8854988" y="1953989"/>
                    <a:pt x="8822082" y="1892908"/>
                    <a:pt x="8787533" y="1832625"/>
                  </a:cubicBezTo>
                  <a:lnTo>
                    <a:pt x="8761485" y="1787496"/>
                  </a:lnTo>
                  <a:lnTo>
                    <a:pt x="8734791" y="1741991"/>
                  </a:lnTo>
                  <a:cubicBezTo>
                    <a:pt x="8717047" y="1711921"/>
                    <a:pt x="8699200" y="1682461"/>
                    <a:pt x="8680808" y="1652910"/>
                  </a:cubicBezTo>
                  <a:cubicBezTo>
                    <a:pt x="8644322" y="1593756"/>
                    <a:pt x="8606194" y="1535216"/>
                    <a:pt x="8567024" y="1477004"/>
                  </a:cubicBezTo>
                  <a:lnTo>
                    <a:pt x="8537446" y="1433428"/>
                  </a:lnTo>
                  <a:lnTo>
                    <a:pt x="8507423" y="1389994"/>
                  </a:lnTo>
                  <a:cubicBezTo>
                    <a:pt x="8487390" y="1361382"/>
                    <a:pt x="8467158" y="1332817"/>
                    <a:pt x="8446529" y="1304393"/>
                  </a:cubicBezTo>
                  <a:cubicBezTo>
                    <a:pt x="8405271" y="1247595"/>
                    <a:pt x="8362718" y="1191218"/>
                    <a:pt x="8319224" y="1135124"/>
                  </a:cubicBezTo>
                  <a:lnTo>
                    <a:pt x="8286366" y="1093148"/>
                  </a:lnTo>
                  <a:lnTo>
                    <a:pt x="8270161" y="1072538"/>
                  </a:lnTo>
                  <a:lnTo>
                    <a:pt x="8253856" y="1052254"/>
                  </a:lnTo>
                  <a:cubicBezTo>
                    <a:pt x="8231636" y="1024773"/>
                    <a:pt x="8209117" y="997479"/>
                    <a:pt x="8186352" y="970373"/>
                  </a:cubicBezTo>
                  <a:cubicBezTo>
                    <a:pt x="8140917" y="916020"/>
                    <a:pt x="8094240" y="862515"/>
                    <a:pt x="8046768" y="809527"/>
                  </a:cubicBezTo>
                  <a:lnTo>
                    <a:pt x="8010927" y="769951"/>
                  </a:lnTo>
                  <a:lnTo>
                    <a:pt x="7974788" y="730751"/>
                  </a:lnTo>
                  <a:cubicBezTo>
                    <a:pt x="7950382" y="704587"/>
                    <a:pt x="7925824" y="678563"/>
                    <a:pt x="7901070" y="652823"/>
                  </a:cubicBezTo>
                  <a:cubicBezTo>
                    <a:pt x="7851510" y="601387"/>
                    <a:pt x="7801404" y="550612"/>
                    <a:pt x="7750054" y="501106"/>
                  </a:cubicBezTo>
                  <a:cubicBezTo>
                    <a:pt x="7698902" y="451742"/>
                    <a:pt x="7645913" y="403036"/>
                    <a:pt x="7592277" y="355319"/>
                  </a:cubicBezTo>
                  <a:cubicBezTo>
                    <a:pt x="7484856" y="259884"/>
                    <a:pt x="7373308" y="168402"/>
                    <a:pt x="7257734" y="81062"/>
                  </a:cubicBezTo>
                  <a:close/>
                  <a:moveTo>
                    <a:pt x="1892109" y="0"/>
                  </a:moveTo>
                  <a:lnTo>
                    <a:pt x="2298402" y="0"/>
                  </a:lnTo>
                  <a:lnTo>
                    <a:pt x="2135542" y="121879"/>
                  </a:lnTo>
                  <a:cubicBezTo>
                    <a:pt x="2078998" y="166378"/>
                    <a:pt x="2023659" y="212143"/>
                    <a:pt x="1969576" y="259084"/>
                  </a:cubicBezTo>
                  <a:cubicBezTo>
                    <a:pt x="1861309" y="352918"/>
                    <a:pt x="1758064" y="451412"/>
                    <a:pt x="1659938" y="553953"/>
                  </a:cubicBezTo>
                  <a:cubicBezTo>
                    <a:pt x="1266987" y="964444"/>
                    <a:pt x="953820" y="1435593"/>
                    <a:pt x="729383" y="1940578"/>
                  </a:cubicBezTo>
                  <a:cubicBezTo>
                    <a:pt x="673260" y="2066459"/>
                    <a:pt x="622855" y="2195070"/>
                    <a:pt x="578465" y="2324905"/>
                  </a:cubicBezTo>
                  <a:cubicBezTo>
                    <a:pt x="534125" y="2454785"/>
                    <a:pt x="496147" y="2586314"/>
                    <a:pt x="465080" y="2718973"/>
                  </a:cubicBezTo>
                  <a:cubicBezTo>
                    <a:pt x="449769" y="2785089"/>
                    <a:pt x="435850" y="2852289"/>
                    <a:pt x="423820" y="2919535"/>
                  </a:cubicBezTo>
                  <a:cubicBezTo>
                    <a:pt x="411840" y="2986829"/>
                    <a:pt x="401054" y="3054358"/>
                    <a:pt x="392355" y="3122169"/>
                  </a:cubicBezTo>
                  <a:cubicBezTo>
                    <a:pt x="374509" y="3257744"/>
                    <a:pt x="363424" y="3393978"/>
                    <a:pt x="358801" y="3531013"/>
                  </a:cubicBezTo>
                  <a:cubicBezTo>
                    <a:pt x="349009" y="3804941"/>
                    <a:pt x="366357" y="4079668"/>
                    <a:pt x="410350" y="4352324"/>
                  </a:cubicBezTo>
                  <a:cubicBezTo>
                    <a:pt x="421286" y="4420230"/>
                    <a:pt x="434209" y="4487758"/>
                    <a:pt x="449022" y="4555147"/>
                  </a:cubicBezTo>
                  <a:cubicBezTo>
                    <a:pt x="463737" y="4622534"/>
                    <a:pt x="480389" y="4689686"/>
                    <a:pt x="498882" y="4756463"/>
                  </a:cubicBezTo>
                  <a:cubicBezTo>
                    <a:pt x="517373" y="4823239"/>
                    <a:pt x="537704" y="4889733"/>
                    <a:pt x="559775" y="4955755"/>
                  </a:cubicBezTo>
                  <a:cubicBezTo>
                    <a:pt x="581946" y="5021873"/>
                    <a:pt x="605358" y="5087473"/>
                    <a:pt x="631406" y="5152084"/>
                  </a:cubicBezTo>
                  <a:cubicBezTo>
                    <a:pt x="734055" y="5411706"/>
                    <a:pt x="865188" y="5662668"/>
                    <a:pt x="1023461" y="5898055"/>
                  </a:cubicBezTo>
                  <a:cubicBezTo>
                    <a:pt x="1181487" y="6133676"/>
                    <a:pt x="1367051" y="6353345"/>
                    <a:pt x="1575880" y="6551744"/>
                  </a:cubicBezTo>
                  <a:cubicBezTo>
                    <a:pt x="1680269" y="6651014"/>
                    <a:pt x="1790338" y="6745037"/>
                    <a:pt x="1905228" y="6833566"/>
                  </a:cubicBezTo>
                  <a:lnTo>
                    <a:pt x="1938629" y="6858000"/>
                  </a:lnTo>
                  <a:lnTo>
                    <a:pt x="1368607" y="6858000"/>
                  </a:lnTo>
                  <a:lnTo>
                    <a:pt x="1115251" y="6594103"/>
                  </a:lnTo>
                  <a:cubicBezTo>
                    <a:pt x="418530" y="5794890"/>
                    <a:pt x="0" y="4770280"/>
                    <a:pt x="0" y="3653129"/>
                  </a:cubicBezTo>
                  <a:cubicBezTo>
                    <a:pt x="0" y="2216793"/>
                    <a:pt x="691856" y="933432"/>
                    <a:pt x="1777294" y="85415"/>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grpSp>
      <p:sp>
        <p:nvSpPr>
          <p:cNvPr id="2" name="Title 1">
            <a:extLst>
              <a:ext uri="{FF2B5EF4-FFF2-40B4-BE49-F238E27FC236}">
                <a16:creationId xmlns:a16="http://schemas.microsoft.com/office/drawing/2014/main" id="{8FB44EAD-9809-7711-9716-CB8F557A1391}"/>
              </a:ext>
            </a:extLst>
          </p:cNvPr>
          <p:cNvSpPr>
            <a:spLocks noGrp="1"/>
          </p:cNvSpPr>
          <p:nvPr>
            <p:ph type="ctrTitle"/>
          </p:nvPr>
        </p:nvSpPr>
        <p:spPr>
          <a:xfrm>
            <a:off x="876300" y="45868"/>
            <a:ext cx="10263459" cy="923925"/>
          </a:xfrm>
        </p:spPr>
        <p:txBody>
          <a:bodyPr anchor="b">
            <a:normAutofit/>
          </a:bodyPr>
          <a:lstStyle/>
          <a:p>
            <a:r>
              <a:rPr lang="en-IN" sz="4000" dirty="0">
                <a:solidFill>
                  <a:schemeClr val="tx2"/>
                </a:solidFill>
                <a:latin typeface="Engravers MT" panose="02090707080505020304" pitchFamily="18" charset="0"/>
              </a:rPr>
              <a:t>History  of MISRA-C</a:t>
            </a:r>
            <a:endParaRPr lang="en-IN" sz="4000" dirty="0">
              <a:solidFill>
                <a:schemeClr val="tx2"/>
              </a:solidFill>
            </a:endParaRPr>
          </a:p>
        </p:txBody>
      </p:sp>
      <p:grpSp>
        <p:nvGrpSpPr>
          <p:cNvPr id="23" name="Group 22">
            <a:extLst>
              <a:ext uri="{FF2B5EF4-FFF2-40B4-BE49-F238E27FC236}">
                <a16:creationId xmlns:a16="http://schemas.microsoft.com/office/drawing/2014/main" id="{87F87F1B-42BA-4AC7-A4E2-41544DDB2CE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05" y="-4155"/>
            <a:ext cx="2514948" cy="2174333"/>
            <a:chOff x="-305" y="-4155"/>
            <a:chExt cx="2514948" cy="2174333"/>
          </a:xfrm>
        </p:grpSpPr>
        <p:sp>
          <p:nvSpPr>
            <p:cNvPr id="24" name="Freeform: Shape 23">
              <a:extLst>
                <a:ext uri="{FF2B5EF4-FFF2-40B4-BE49-F238E27FC236}">
                  <a16:creationId xmlns:a16="http://schemas.microsoft.com/office/drawing/2014/main" id="{68B53067-4E48-4E71-A6A9-A8CAABAFBF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Shape 24">
              <a:extLst>
                <a:ext uri="{FF2B5EF4-FFF2-40B4-BE49-F238E27FC236}">
                  <a16:creationId xmlns:a16="http://schemas.microsoft.com/office/drawing/2014/main" id="{06D1A0D3-4BB8-41D9-9CE7-2884C83F44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reeform: Shape 25">
              <a:extLst>
                <a:ext uri="{FF2B5EF4-FFF2-40B4-BE49-F238E27FC236}">
                  <a16:creationId xmlns:a16="http://schemas.microsoft.com/office/drawing/2014/main" id="{81E20F06-3B09-4B89-A36B-AB8BFBCCA5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27" name="Freeform: Shape 26">
              <a:extLst>
                <a:ext uri="{FF2B5EF4-FFF2-40B4-BE49-F238E27FC236}">
                  <a16:creationId xmlns:a16="http://schemas.microsoft.com/office/drawing/2014/main" id="{DAE6C3D7-7D5B-4926-877D-45F117BB6B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9" name="Group 28">
            <a:extLst>
              <a:ext uri="{FF2B5EF4-FFF2-40B4-BE49-F238E27FC236}">
                <a16:creationId xmlns:a16="http://schemas.microsoft.com/office/drawing/2014/main" id="{967346A5-7569-4F15-AB5D-BE3DADF192C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9685727" y="4683666"/>
            <a:ext cx="2514948" cy="2174333"/>
            <a:chOff x="-305" y="-4155"/>
            <a:chExt cx="2514948" cy="2174333"/>
          </a:xfrm>
        </p:grpSpPr>
        <p:sp>
          <p:nvSpPr>
            <p:cNvPr id="30" name="Freeform: Shape 29">
              <a:extLst>
                <a:ext uri="{FF2B5EF4-FFF2-40B4-BE49-F238E27FC236}">
                  <a16:creationId xmlns:a16="http://schemas.microsoft.com/office/drawing/2014/main" id="{E1951533-A568-4765-AB1F-F71D9AFDEA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reeform: Shape 30">
              <a:extLst>
                <a:ext uri="{FF2B5EF4-FFF2-40B4-BE49-F238E27FC236}">
                  <a16:creationId xmlns:a16="http://schemas.microsoft.com/office/drawing/2014/main" id="{A7214F52-4F3F-4C96-A62E-F1401D6C04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Freeform: Shape 31">
              <a:extLst>
                <a:ext uri="{FF2B5EF4-FFF2-40B4-BE49-F238E27FC236}">
                  <a16:creationId xmlns:a16="http://schemas.microsoft.com/office/drawing/2014/main" id="{023146A1-291C-4FA0-AB5B-EB04D42398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33" name="Freeform: Shape 32">
              <a:extLst>
                <a:ext uri="{FF2B5EF4-FFF2-40B4-BE49-F238E27FC236}">
                  <a16:creationId xmlns:a16="http://schemas.microsoft.com/office/drawing/2014/main" id="{62977932-2B03-4899-8306-5002CEE68E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5" name="Title 1">
            <a:extLst>
              <a:ext uri="{FF2B5EF4-FFF2-40B4-BE49-F238E27FC236}">
                <a16:creationId xmlns:a16="http://schemas.microsoft.com/office/drawing/2014/main" id="{D6EE584E-84BC-FC84-2A5F-A0E7AF1256B7}"/>
              </a:ext>
            </a:extLst>
          </p:cNvPr>
          <p:cNvSpPr txBox="1">
            <a:spLocks/>
          </p:cNvSpPr>
          <p:nvPr/>
        </p:nvSpPr>
        <p:spPr>
          <a:xfrm>
            <a:off x="10382250" y="3983"/>
            <a:ext cx="1809445" cy="44767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2000" dirty="0">
                <a:solidFill>
                  <a:schemeClr val="tx2"/>
                </a:solidFill>
              </a:rPr>
              <a:t>MISRA C -2012</a:t>
            </a:r>
          </a:p>
        </p:txBody>
      </p:sp>
      <p:sp>
        <p:nvSpPr>
          <p:cNvPr id="6" name="Subtitle 2">
            <a:extLst>
              <a:ext uri="{FF2B5EF4-FFF2-40B4-BE49-F238E27FC236}">
                <a16:creationId xmlns:a16="http://schemas.microsoft.com/office/drawing/2014/main" id="{C992C8E1-40D9-45CC-B67A-D8B86D2A381E}"/>
              </a:ext>
            </a:extLst>
          </p:cNvPr>
          <p:cNvSpPr txBox="1">
            <a:spLocks/>
          </p:cNvSpPr>
          <p:nvPr/>
        </p:nvSpPr>
        <p:spPr>
          <a:xfrm>
            <a:off x="3432265" y="853500"/>
            <a:ext cx="5188034" cy="682079"/>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115000"/>
              </a:lnSpc>
              <a:spcAft>
                <a:spcPts val="800"/>
              </a:spcAft>
            </a:pPr>
            <a:r>
              <a:rPr lang="en-IN" kern="100" dirty="0">
                <a:solidFill>
                  <a:srgbClr val="666666"/>
                </a:solidFill>
                <a:effectLst/>
                <a:highlight>
                  <a:srgbClr val="FFFF00"/>
                </a:highlight>
                <a:latin typeface="Times New Roman" panose="02020603050405020304" pitchFamily="18" charset="0"/>
                <a:ea typeface="Aptos" panose="020B0004020202020204" pitchFamily="34" charset="0"/>
                <a:cs typeface="Times New Roman" panose="02020603050405020304" pitchFamily="18" charset="0"/>
              </a:rPr>
              <a:t>Misra2012:Rule-8.6</a:t>
            </a:r>
          </a:p>
        </p:txBody>
      </p:sp>
      <p:sp>
        <p:nvSpPr>
          <p:cNvPr id="3" name="TextBox 2">
            <a:extLst>
              <a:ext uri="{FF2B5EF4-FFF2-40B4-BE49-F238E27FC236}">
                <a16:creationId xmlns:a16="http://schemas.microsoft.com/office/drawing/2014/main" id="{F52B51FF-E201-359D-4743-DA9B627F1CC1}"/>
              </a:ext>
            </a:extLst>
          </p:cNvPr>
          <p:cNvSpPr txBox="1"/>
          <p:nvPr/>
        </p:nvSpPr>
        <p:spPr>
          <a:xfrm>
            <a:off x="1012506" y="1299189"/>
            <a:ext cx="10263459" cy="369332"/>
          </a:xfrm>
          <a:prstGeom prst="rect">
            <a:avLst/>
          </a:prstGeom>
          <a:noFill/>
        </p:spPr>
        <p:txBody>
          <a:bodyPr wrap="square">
            <a:spAutoFit/>
          </a:bodyPr>
          <a:lstStyle/>
          <a:p>
            <a:pPr marL="285750" indent="-285750" algn="l">
              <a:buFont typeface="Wingdings" panose="05000000000000000000" pitchFamily="2" charset="2"/>
              <a:buChar char="q"/>
            </a:pPr>
            <a:r>
              <a:rPr lang="en-US" sz="1800" b="1" i="0" u="none" strike="noStrike" baseline="0" dirty="0">
                <a:latin typeface="Times New Roman" panose="02020603050405020304" pitchFamily="18" charset="0"/>
                <a:cs typeface="Times New Roman" panose="02020603050405020304" pitchFamily="18" charset="0"/>
              </a:rPr>
              <a:t>An identifier with external linkage shall have exactly one external definition</a:t>
            </a:r>
            <a:endParaRPr lang="en-IN" b="1" kern="100" dirty="0">
              <a:effectLst/>
              <a:highlight>
                <a:srgbClr val="FFFF00"/>
              </a:highlight>
              <a:latin typeface="Times New Roman" panose="02020603050405020304" pitchFamily="18" charset="0"/>
              <a:ea typeface="Aptos" panose="020B0004020202020204" pitchFamily="34" charset="0"/>
              <a:cs typeface="Times New Roman" panose="02020603050405020304" pitchFamily="18" charset="0"/>
            </a:endParaRPr>
          </a:p>
        </p:txBody>
      </p:sp>
      <p:sp>
        <p:nvSpPr>
          <p:cNvPr id="11" name="TextBox 10">
            <a:extLst>
              <a:ext uri="{FF2B5EF4-FFF2-40B4-BE49-F238E27FC236}">
                <a16:creationId xmlns:a16="http://schemas.microsoft.com/office/drawing/2014/main" id="{3BAF9C64-DAA2-791C-A360-DC870B79332D}"/>
              </a:ext>
            </a:extLst>
          </p:cNvPr>
          <p:cNvSpPr txBox="1"/>
          <p:nvPr/>
        </p:nvSpPr>
        <p:spPr>
          <a:xfrm>
            <a:off x="1302388" y="1654601"/>
            <a:ext cx="9642403" cy="369332"/>
          </a:xfrm>
          <a:prstGeom prst="rect">
            <a:avLst/>
          </a:prstGeom>
          <a:noFill/>
        </p:spPr>
        <p:txBody>
          <a:bodyPr wrap="square">
            <a:spAutoFit/>
          </a:bodyPr>
          <a:lstStyle/>
          <a:p>
            <a:pPr algn="l"/>
            <a:r>
              <a:rPr lang="en-IN" sz="1800" b="0" i="0" u="none" strike="noStrike" baseline="0" dirty="0">
                <a:latin typeface="OpenSans"/>
              </a:rPr>
              <a:t>Category –</a:t>
            </a:r>
            <a:r>
              <a:rPr lang="en-IN" sz="1800" b="0" i="0" u="none" strike="noStrike" baseline="0" dirty="0">
                <a:latin typeface="OpenSans-Light"/>
              </a:rPr>
              <a:t>Required    Analysis </a:t>
            </a:r>
            <a:r>
              <a:rPr lang="en-IN" sz="1800" b="0" i="0" u="none" strike="noStrike" baseline="0" dirty="0">
                <a:latin typeface="OpenSans"/>
              </a:rPr>
              <a:t> -</a:t>
            </a:r>
            <a:r>
              <a:rPr lang="en-IN" sz="1800" b="0" i="0" u="none" strike="noStrike" baseline="0" dirty="0">
                <a:latin typeface="OpenSans-Light"/>
              </a:rPr>
              <a:t> Decidable, System    </a:t>
            </a:r>
            <a:r>
              <a:rPr lang="en-IN" sz="1800" b="0" i="0" u="none" strike="noStrike" baseline="0" dirty="0">
                <a:latin typeface="OpenSans"/>
              </a:rPr>
              <a:t>Applies to -</a:t>
            </a:r>
            <a:r>
              <a:rPr lang="en-IN" sz="1800" b="0" i="0" u="none" strike="noStrike" baseline="0" dirty="0">
                <a:latin typeface="OpenSans-Light"/>
              </a:rPr>
              <a:t> C90, C99</a:t>
            </a:r>
            <a:endParaRPr lang="en-IN" dirty="0"/>
          </a:p>
        </p:txBody>
      </p:sp>
      <p:sp>
        <p:nvSpPr>
          <p:cNvPr id="12" name="TextBox 11">
            <a:extLst>
              <a:ext uri="{FF2B5EF4-FFF2-40B4-BE49-F238E27FC236}">
                <a16:creationId xmlns:a16="http://schemas.microsoft.com/office/drawing/2014/main" id="{3B6B20D6-4372-E7FE-5B7C-3A5C456054FD}"/>
              </a:ext>
            </a:extLst>
          </p:cNvPr>
          <p:cNvSpPr txBox="1"/>
          <p:nvPr/>
        </p:nvSpPr>
        <p:spPr>
          <a:xfrm>
            <a:off x="2805720" y="2422686"/>
            <a:ext cx="9107210" cy="4247317"/>
          </a:xfrm>
          <a:prstGeom prst="rect">
            <a:avLst/>
          </a:prstGeom>
          <a:noFill/>
        </p:spPr>
        <p:txBody>
          <a:bodyPr wrap="square">
            <a:spAutoFit/>
          </a:bodyPr>
          <a:lstStyle/>
          <a:p>
            <a:pPr algn="l"/>
            <a:r>
              <a:rPr lang="en-US" sz="1800" b="0" i="0" u="none" strike="noStrike" baseline="0" dirty="0">
                <a:latin typeface="Times New Roman" panose="02020603050405020304" pitchFamily="18" charset="0"/>
                <a:cs typeface="Times New Roman" panose="02020603050405020304" pitchFamily="18" charset="0"/>
              </a:rPr>
              <a:t>In this example the object </a:t>
            </a:r>
            <a:r>
              <a:rPr lang="en-US" sz="1800" b="0" i="0" u="none" strike="noStrike" baseline="0" dirty="0" err="1">
                <a:latin typeface="Times New Roman" panose="02020603050405020304" pitchFamily="18" charset="0"/>
                <a:cs typeface="Times New Roman" panose="02020603050405020304" pitchFamily="18" charset="0"/>
              </a:rPr>
              <a:t>i</a:t>
            </a:r>
            <a:r>
              <a:rPr lang="en-US" sz="1800" b="0" i="0" u="none" strike="noStrike" baseline="0" dirty="0">
                <a:latin typeface="Times New Roman" panose="02020603050405020304" pitchFamily="18" charset="0"/>
                <a:cs typeface="Times New Roman" panose="02020603050405020304" pitchFamily="18" charset="0"/>
              </a:rPr>
              <a:t> is defined twice.</a:t>
            </a:r>
          </a:p>
          <a:p>
            <a:pPr algn="l"/>
            <a:r>
              <a:rPr lang="en-IN" sz="1800" b="0" i="0" u="none" strike="noStrike" baseline="0" dirty="0">
                <a:latin typeface="Times New Roman" panose="02020603050405020304" pitchFamily="18" charset="0"/>
                <a:cs typeface="Times New Roman" panose="02020603050405020304" pitchFamily="18" charset="0"/>
              </a:rPr>
              <a:t>/* file1.c */</a:t>
            </a:r>
          </a:p>
          <a:p>
            <a:pPr algn="l"/>
            <a:r>
              <a:rPr lang="en-IN" sz="1800" b="0" i="0" u="none" strike="noStrike" baseline="0" dirty="0">
                <a:highlight>
                  <a:srgbClr val="FFFF00"/>
                </a:highlight>
                <a:latin typeface="Times New Roman" panose="02020603050405020304" pitchFamily="18" charset="0"/>
                <a:cs typeface="Times New Roman" panose="02020603050405020304" pitchFamily="18" charset="0"/>
              </a:rPr>
              <a:t>int16_t </a:t>
            </a:r>
            <a:r>
              <a:rPr lang="en-IN" sz="1800" b="0" i="0" u="none" strike="noStrike" baseline="0" dirty="0" err="1">
                <a:highlight>
                  <a:srgbClr val="FFFF00"/>
                </a:highlight>
                <a:latin typeface="Times New Roman" panose="02020603050405020304" pitchFamily="18" charset="0"/>
                <a:cs typeface="Times New Roman" panose="02020603050405020304" pitchFamily="18" charset="0"/>
              </a:rPr>
              <a:t>i</a:t>
            </a:r>
            <a:r>
              <a:rPr lang="en-IN" sz="1800" b="0" i="0" u="none" strike="noStrike" baseline="0" dirty="0">
                <a:highlight>
                  <a:srgbClr val="FFFF00"/>
                </a:highlight>
                <a:latin typeface="Times New Roman" panose="02020603050405020304" pitchFamily="18" charset="0"/>
                <a:cs typeface="Times New Roman" panose="02020603050405020304" pitchFamily="18" charset="0"/>
              </a:rPr>
              <a:t> = 10;</a:t>
            </a:r>
          </a:p>
          <a:p>
            <a:pPr algn="l"/>
            <a:r>
              <a:rPr lang="en-IN" sz="1800" b="0" i="0" u="none" strike="noStrike" baseline="0" dirty="0">
                <a:latin typeface="Times New Roman" panose="02020603050405020304" pitchFamily="18" charset="0"/>
                <a:cs typeface="Times New Roman" panose="02020603050405020304" pitchFamily="18" charset="0"/>
              </a:rPr>
              <a:t>/* file2.c */</a:t>
            </a:r>
          </a:p>
          <a:p>
            <a:pPr algn="l"/>
            <a:r>
              <a:rPr lang="en-US" sz="1800" b="0" i="0" u="none" strike="noStrike" baseline="0" dirty="0">
                <a:highlight>
                  <a:srgbClr val="FFFF00"/>
                </a:highlight>
                <a:latin typeface="Times New Roman" panose="02020603050405020304" pitchFamily="18" charset="0"/>
                <a:cs typeface="Times New Roman" panose="02020603050405020304" pitchFamily="18" charset="0"/>
              </a:rPr>
              <a:t>int16_t </a:t>
            </a:r>
            <a:r>
              <a:rPr lang="en-US" sz="1800" b="0" i="0" u="none" strike="noStrike" baseline="0" dirty="0" err="1">
                <a:highlight>
                  <a:srgbClr val="FFFF00"/>
                </a:highlight>
                <a:latin typeface="Times New Roman" panose="02020603050405020304" pitchFamily="18" charset="0"/>
                <a:cs typeface="Times New Roman" panose="02020603050405020304" pitchFamily="18" charset="0"/>
              </a:rPr>
              <a:t>i</a:t>
            </a:r>
            <a:r>
              <a:rPr lang="en-US" sz="1800" b="0" i="0" u="none" strike="noStrike" baseline="0" dirty="0">
                <a:highlight>
                  <a:srgbClr val="FFFF00"/>
                </a:highlight>
                <a:latin typeface="Times New Roman" panose="02020603050405020304" pitchFamily="18" charset="0"/>
                <a:cs typeface="Times New Roman" panose="02020603050405020304" pitchFamily="18" charset="0"/>
              </a:rPr>
              <a:t> = 20; </a:t>
            </a:r>
            <a:r>
              <a:rPr lang="en-US" sz="1800" b="0" i="0" u="none" strike="noStrike" baseline="0" dirty="0">
                <a:latin typeface="Times New Roman" panose="02020603050405020304" pitchFamily="18" charset="0"/>
                <a:cs typeface="Times New Roman" panose="02020603050405020304" pitchFamily="18" charset="0"/>
              </a:rPr>
              <a:t>/* Non-compliant - two definitions of </a:t>
            </a:r>
            <a:r>
              <a:rPr lang="en-US" sz="1800" b="0" i="0" u="none" strike="noStrike" baseline="0" dirty="0" err="1">
                <a:latin typeface="Times New Roman" panose="02020603050405020304" pitchFamily="18" charset="0"/>
                <a:cs typeface="Times New Roman" panose="02020603050405020304" pitchFamily="18" charset="0"/>
              </a:rPr>
              <a:t>i</a:t>
            </a:r>
            <a:r>
              <a:rPr lang="en-US" sz="1800" b="0" i="0" u="none" strike="noStrike" baseline="0" dirty="0">
                <a:latin typeface="Times New Roman" panose="02020603050405020304" pitchFamily="18" charset="0"/>
                <a:cs typeface="Times New Roman" panose="02020603050405020304" pitchFamily="18" charset="0"/>
              </a:rPr>
              <a:t> */</a:t>
            </a:r>
          </a:p>
          <a:p>
            <a:pPr algn="l"/>
            <a:r>
              <a:rPr lang="en-US" sz="1800" b="0" i="0" u="none" strike="noStrike" baseline="0" dirty="0">
                <a:latin typeface="Times New Roman" panose="02020603050405020304" pitchFamily="18" charset="0"/>
                <a:cs typeface="Times New Roman" panose="02020603050405020304" pitchFamily="18" charset="0"/>
              </a:rPr>
              <a:t>In this example the object j has one tentative definition and one external definition.</a:t>
            </a:r>
          </a:p>
          <a:p>
            <a:pPr algn="l"/>
            <a:r>
              <a:rPr lang="en-IN" sz="1800" b="0" i="0" u="none" strike="noStrike" baseline="0" dirty="0">
                <a:latin typeface="Times New Roman" panose="02020603050405020304" pitchFamily="18" charset="0"/>
                <a:cs typeface="Times New Roman" panose="02020603050405020304" pitchFamily="18" charset="0"/>
              </a:rPr>
              <a:t>/* file3.c */</a:t>
            </a:r>
          </a:p>
          <a:p>
            <a:pPr algn="l"/>
            <a:r>
              <a:rPr lang="fr-FR" sz="1800" b="0" i="0" u="none" strike="noStrike" baseline="0" dirty="0">
                <a:highlight>
                  <a:srgbClr val="FFFF00"/>
                </a:highlight>
                <a:latin typeface="Times New Roman" panose="02020603050405020304" pitchFamily="18" charset="0"/>
                <a:cs typeface="Times New Roman" panose="02020603050405020304" pitchFamily="18" charset="0"/>
              </a:rPr>
              <a:t>int16_t j;</a:t>
            </a:r>
            <a:r>
              <a:rPr lang="fr-FR" sz="1800" b="0" i="0" u="none" strike="noStrike" baseline="0" dirty="0">
                <a:latin typeface="Times New Roman" panose="02020603050405020304" pitchFamily="18" charset="0"/>
                <a:cs typeface="Times New Roman" panose="02020603050405020304" pitchFamily="18" charset="0"/>
              </a:rPr>
              <a:t> /* Tentative définition */</a:t>
            </a:r>
          </a:p>
          <a:p>
            <a:pPr algn="l"/>
            <a:r>
              <a:rPr lang="fr-FR" sz="1800" b="0" i="0" u="none" strike="noStrike" baseline="0" dirty="0">
                <a:highlight>
                  <a:srgbClr val="FFFF00"/>
                </a:highlight>
                <a:latin typeface="Times New Roman" panose="02020603050405020304" pitchFamily="18" charset="0"/>
                <a:cs typeface="Times New Roman" panose="02020603050405020304" pitchFamily="18" charset="0"/>
              </a:rPr>
              <a:t>int16_t j = 1</a:t>
            </a:r>
            <a:r>
              <a:rPr lang="fr-FR" sz="1800" b="0" i="0" u="none" strike="noStrike" baseline="0" dirty="0">
                <a:latin typeface="Times New Roman" panose="02020603050405020304" pitchFamily="18" charset="0"/>
                <a:cs typeface="Times New Roman" panose="02020603050405020304" pitchFamily="18" charset="0"/>
              </a:rPr>
              <a:t>; /* Compliant - </a:t>
            </a:r>
            <a:r>
              <a:rPr lang="fr-FR" sz="1800" b="0" i="0" u="none" strike="noStrike" baseline="0" dirty="0" err="1">
                <a:latin typeface="Times New Roman" panose="02020603050405020304" pitchFamily="18" charset="0"/>
                <a:cs typeface="Times New Roman" panose="02020603050405020304" pitchFamily="18" charset="0"/>
              </a:rPr>
              <a:t>external</a:t>
            </a:r>
            <a:r>
              <a:rPr lang="fr-FR" sz="1800" b="0" i="0" u="none" strike="noStrike" baseline="0" dirty="0">
                <a:latin typeface="Times New Roman" panose="02020603050405020304" pitchFamily="18" charset="0"/>
                <a:cs typeface="Times New Roman" panose="02020603050405020304" pitchFamily="18" charset="0"/>
              </a:rPr>
              <a:t> </a:t>
            </a:r>
            <a:r>
              <a:rPr lang="en-US" sz="1800" b="0" i="0" u="none" strike="noStrike" baseline="0" dirty="0">
                <a:latin typeface="Times New Roman" panose="02020603050405020304" pitchFamily="18" charset="0"/>
                <a:cs typeface="Times New Roman" panose="02020603050405020304" pitchFamily="18" charset="0"/>
              </a:rPr>
              <a:t>definition</a:t>
            </a:r>
            <a:r>
              <a:rPr lang="fr-FR" sz="1800" b="0" i="0" u="none" strike="noStrike" baseline="0" dirty="0">
                <a:latin typeface="Times New Roman" panose="02020603050405020304" pitchFamily="18" charset="0"/>
                <a:cs typeface="Times New Roman" panose="02020603050405020304" pitchFamily="18" charset="0"/>
              </a:rPr>
              <a:t> */</a:t>
            </a:r>
          </a:p>
          <a:p>
            <a:pPr algn="l"/>
            <a:r>
              <a:rPr lang="en-US" sz="1800" b="0" i="0" u="none" strike="noStrike" baseline="0" dirty="0">
                <a:latin typeface="Times New Roman" panose="02020603050405020304" pitchFamily="18" charset="0"/>
                <a:cs typeface="Times New Roman" panose="02020603050405020304" pitchFamily="18" charset="0"/>
              </a:rPr>
              <a:t>The following example is non-compliant because the object k has two external definitions. The</a:t>
            </a:r>
          </a:p>
          <a:p>
            <a:pPr algn="l"/>
            <a:r>
              <a:rPr lang="en-US" sz="1800" b="0" i="0" u="none" strike="noStrike" baseline="0" dirty="0">
                <a:latin typeface="Times New Roman" panose="02020603050405020304" pitchFamily="18" charset="0"/>
                <a:cs typeface="Times New Roman" panose="02020603050405020304" pitchFamily="18" charset="0"/>
              </a:rPr>
              <a:t>tentative definition in file4.c becomes an external definition at the end of the translation unit.</a:t>
            </a:r>
          </a:p>
          <a:p>
            <a:pPr algn="l"/>
            <a:r>
              <a:rPr lang="en-IN" sz="1800" b="0" i="0" u="none" strike="noStrike" baseline="0" dirty="0">
                <a:latin typeface="Times New Roman" panose="02020603050405020304" pitchFamily="18" charset="0"/>
                <a:cs typeface="Times New Roman" panose="02020603050405020304" pitchFamily="18" charset="0"/>
              </a:rPr>
              <a:t>/* file4.c */</a:t>
            </a:r>
          </a:p>
          <a:p>
            <a:pPr algn="l"/>
            <a:r>
              <a:rPr lang="fr-FR" sz="1800" b="0" i="0" u="none" strike="noStrike" baseline="0" dirty="0">
                <a:highlight>
                  <a:srgbClr val="FFFF00"/>
                </a:highlight>
                <a:latin typeface="Times New Roman" panose="02020603050405020304" pitchFamily="18" charset="0"/>
                <a:cs typeface="Times New Roman" panose="02020603050405020304" pitchFamily="18" charset="0"/>
              </a:rPr>
              <a:t>int16_t k</a:t>
            </a:r>
            <a:r>
              <a:rPr lang="fr-FR" sz="1800" b="0" i="0" u="none" strike="noStrike" baseline="0" dirty="0">
                <a:latin typeface="Times New Roman" panose="02020603050405020304" pitchFamily="18" charset="0"/>
                <a:cs typeface="Times New Roman" panose="02020603050405020304" pitchFamily="18" charset="0"/>
              </a:rPr>
              <a:t>; /* Tentative </a:t>
            </a:r>
            <a:r>
              <a:rPr lang="en-US" sz="1800" b="0" i="0" u="none" strike="noStrike" baseline="0" dirty="0">
                <a:latin typeface="Times New Roman" panose="02020603050405020304" pitchFamily="18" charset="0"/>
                <a:cs typeface="Times New Roman" panose="02020603050405020304" pitchFamily="18" charset="0"/>
              </a:rPr>
              <a:t>definition</a:t>
            </a:r>
            <a:r>
              <a:rPr lang="fr-FR" sz="1800" b="0" i="0" u="none" strike="noStrike" baseline="0" dirty="0">
                <a:latin typeface="Times New Roman" panose="02020603050405020304" pitchFamily="18" charset="0"/>
                <a:cs typeface="Times New Roman" panose="02020603050405020304" pitchFamily="18" charset="0"/>
              </a:rPr>
              <a:t> – Be </a:t>
            </a:r>
            <a:r>
              <a:rPr lang="fr-FR" sz="1800" b="0" i="0" u="none" strike="noStrike" baseline="0" dirty="0" err="1">
                <a:latin typeface="Times New Roman" panose="02020603050405020304" pitchFamily="18" charset="0"/>
                <a:cs typeface="Times New Roman" panose="02020603050405020304" pitchFamily="18" charset="0"/>
              </a:rPr>
              <a:t>comes</a:t>
            </a:r>
            <a:r>
              <a:rPr lang="fr-FR" sz="1800" b="0" i="0" u="none" strike="noStrike" baseline="0" dirty="0">
                <a:latin typeface="Times New Roman" panose="02020603050405020304" pitchFamily="18" charset="0"/>
                <a:cs typeface="Times New Roman" panose="02020603050405020304" pitchFamily="18" charset="0"/>
              </a:rPr>
              <a:t> </a:t>
            </a:r>
            <a:r>
              <a:rPr lang="fr-FR" sz="1800" b="0" i="0" u="none" strike="noStrike" baseline="0" dirty="0" err="1">
                <a:latin typeface="Times New Roman" panose="02020603050405020304" pitchFamily="18" charset="0"/>
                <a:cs typeface="Times New Roman" panose="02020603050405020304" pitchFamily="18" charset="0"/>
              </a:rPr>
              <a:t>external</a:t>
            </a:r>
            <a:r>
              <a:rPr lang="fr-FR" sz="1800" b="0" i="0" u="none" strike="noStrike" baseline="0" dirty="0">
                <a:latin typeface="Times New Roman" panose="02020603050405020304" pitchFamily="18" charset="0"/>
                <a:cs typeface="Times New Roman" panose="02020603050405020304" pitchFamily="18" charset="0"/>
              </a:rPr>
              <a:t> */</a:t>
            </a:r>
          </a:p>
          <a:p>
            <a:pPr algn="l"/>
            <a:r>
              <a:rPr lang="en-IN" sz="1800" b="0" i="0" u="none" strike="noStrike" baseline="0" dirty="0">
                <a:latin typeface="Times New Roman" panose="02020603050405020304" pitchFamily="18" charset="0"/>
                <a:cs typeface="Times New Roman" panose="02020603050405020304" pitchFamily="18" charset="0"/>
              </a:rPr>
              <a:t>/* file5.c */</a:t>
            </a:r>
          </a:p>
          <a:p>
            <a:pPr algn="l"/>
            <a:r>
              <a:rPr lang="en-IN" sz="1800" b="0" i="0" u="none" strike="noStrike" baseline="0" dirty="0">
                <a:highlight>
                  <a:srgbClr val="FFFF00"/>
                </a:highlight>
                <a:latin typeface="Times New Roman" panose="02020603050405020304" pitchFamily="18" charset="0"/>
                <a:cs typeface="Times New Roman" panose="02020603050405020304" pitchFamily="18" charset="0"/>
              </a:rPr>
              <a:t>int16_t k = 0; </a:t>
            </a:r>
            <a:r>
              <a:rPr lang="en-IN" sz="1800" b="0" i="0" u="none" strike="noStrike" baseline="0" dirty="0">
                <a:latin typeface="Times New Roman" panose="02020603050405020304" pitchFamily="18" charset="0"/>
                <a:cs typeface="Times New Roman" panose="02020603050405020304" pitchFamily="18" charset="0"/>
              </a:rPr>
              <a:t>/* External definition */</a:t>
            </a:r>
          </a:p>
        </p:txBody>
      </p:sp>
      <p:sp>
        <p:nvSpPr>
          <p:cNvPr id="14" name="TextBox 13">
            <a:extLst>
              <a:ext uri="{FF2B5EF4-FFF2-40B4-BE49-F238E27FC236}">
                <a16:creationId xmlns:a16="http://schemas.microsoft.com/office/drawing/2014/main" id="{3BEBAFEE-B117-F80A-3238-35883C77E34C}"/>
              </a:ext>
            </a:extLst>
          </p:cNvPr>
          <p:cNvSpPr txBox="1"/>
          <p:nvPr/>
        </p:nvSpPr>
        <p:spPr>
          <a:xfrm>
            <a:off x="1262545" y="1980550"/>
            <a:ext cx="10584637" cy="369332"/>
          </a:xfrm>
          <a:prstGeom prst="rect">
            <a:avLst/>
          </a:prstGeom>
          <a:noFill/>
        </p:spPr>
        <p:txBody>
          <a:bodyPr wrap="square">
            <a:spAutoFit/>
          </a:bodyPr>
          <a:lstStyle/>
          <a:p>
            <a:pPr algn="l"/>
            <a:r>
              <a:rPr lang="en-US" sz="1800" b="0" i="0" u="none" strike="noStrike" baseline="0" dirty="0">
                <a:latin typeface="OpenSans-Light"/>
              </a:rPr>
              <a:t>Multiple definitions in different files are not permitted by this rule even if the definitions are the same.</a:t>
            </a:r>
            <a:endParaRPr lang="en-IN"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C571CA19-A36B-7D93-981A-5F92A3EA59D7}"/>
              </a:ext>
            </a:extLst>
          </p:cNvPr>
          <p:cNvSpPr txBox="1"/>
          <p:nvPr/>
        </p:nvSpPr>
        <p:spPr>
          <a:xfrm>
            <a:off x="1297149" y="2409825"/>
            <a:ext cx="1046338" cy="369332"/>
          </a:xfrm>
          <a:prstGeom prst="rect">
            <a:avLst/>
          </a:prstGeom>
          <a:noFill/>
        </p:spPr>
        <p:txBody>
          <a:bodyPr wrap="square">
            <a:spAutoFit/>
          </a:bodyPr>
          <a:lstStyle/>
          <a:p>
            <a:pPr algn="l"/>
            <a:r>
              <a:rPr lang="en-IN" dirty="0">
                <a:highlight>
                  <a:srgbClr val="FFFF00"/>
                </a:highlight>
              </a:rPr>
              <a:t>Example</a:t>
            </a:r>
          </a:p>
        </p:txBody>
      </p:sp>
      <p:sp>
        <p:nvSpPr>
          <p:cNvPr id="9" name="Slide Number Placeholder 8">
            <a:extLst>
              <a:ext uri="{FF2B5EF4-FFF2-40B4-BE49-F238E27FC236}">
                <a16:creationId xmlns:a16="http://schemas.microsoft.com/office/drawing/2014/main" id="{16F7A391-1C8C-C4CE-41A3-873D6BFC1FB8}"/>
              </a:ext>
            </a:extLst>
          </p:cNvPr>
          <p:cNvSpPr>
            <a:spLocks noGrp="1"/>
          </p:cNvSpPr>
          <p:nvPr>
            <p:ph type="sldNum" sz="quarter" idx="12"/>
          </p:nvPr>
        </p:nvSpPr>
        <p:spPr/>
        <p:txBody>
          <a:bodyPr/>
          <a:lstStyle/>
          <a:p>
            <a:fld id="{91247CA1-BCEC-4DD4-9B23-E2AE1AEA27A6}" type="slidenum">
              <a:rPr lang="en-IN" smtClean="0"/>
              <a:t>46</a:t>
            </a:fld>
            <a:endParaRPr lang="en-IN"/>
          </a:p>
        </p:txBody>
      </p:sp>
      <p:sp>
        <p:nvSpPr>
          <p:cNvPr id="8" name="TextBox 7">
            <a:extLst>
              <a:ext uri="{FF2B5EF4-FFF2-40B4-BE49-F238E27FC236}">
                <a16:creationId xmlns:a16="http://schemas.microsoft.com/office/drawing/2014/main" id="{75C3BDEF-49D2-CB35-B8B8-A0273A90EF41}"/>
              </a:ext>
            </a:extLst>
          </p:cNvPr>
          <p:cNvSpPr txBox="1"/>
          <p:nvPr/>
        </p:nvSpPr>
        <p:spPr>
          <a:xfrm>
            <a:off x="10532532" y="526059"/>
            <a:ext cx="1451144" cy="369332"/>
          </a:xfrm>
          <a:prstGeom prst="rect">
            <a:avLst/>
          </a:prstGeom>
          <a:noFill/>
        </p:spPr>
        <p:txBody>
          <a:bodyPr wrap="square">
            <a:spAutoFit/>
          </a:bodyPr>
          <a:lstStyle/>
          <a:p>
            <a:r>
              <a:rPr lang="en-IN" dirty="0"/>
              <a:t>Session 1</a:t>
            </a:r>
          </a:p>
        </p:txBody>
      </p:sp>
    </p:spTree>
    <p:extLst>
      <p:ext uri="{BB962C8B-B14F-4D97-AF65-F5344CB8AC3E}">
        <p14:creationId xmlns:p14="http://schemas.microsoft.com/office/powerpoint/2010/main" val="317483251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5A292AEA-2528-46C0-B426-95822B6141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D8B7B198-E4DF-43CD-AD8C-1998843237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34" name="Freeform: Shape 33">
            <a:extLst>
              <a:ext uri="{FF2B5EF4-FFF2-40B4-BE49-F238E27FC236}">
                <a16:creationId xmlns:a16="http://schemas.microsoft.com/office/drawing/2014/main" id="{2BE67753-EA0E-4819-8D22-0B6600CF7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96934" y="3984"/>
            <a:ext cx="9376632" cy="6858000"/>
          </a:xfrm>
          <a:custGeom>
            <a:avLst/>
            <a:gdLst>
              <a:gd name="connsiteX0" fmla="*/ 1691615 w 9376632"/>
              <a:gd name="connsiteY0" fmla="*/ 0 h 6858000"/>
              <a:gd name="connsiteX1" fmla="*/ 7685017 w 9376632"/>
              <a:gd name="connsiteY1" fmla="*/ 0 h 6858000"/>
              <a:gd name="connsiteX2" fmla="*/ 7840634 w 9376632"/>
              <a:gd name="connsiteY2" fmla="*/ 134799 h 6858000"/>
              <a:gd name="connsiteX3" fmla="*/ 9376632 w 9376632"/>
              <a:gd name="connsiteY3" fmla="*/ 3605175 h 6858000"/>
              <a:gd name="connsiteX4" fmla="*/ 8158692 w 9376632"/>
              <a:gd name="connsiteY4" fmla="*/ 6757493 h 6858000"/>
              <a:gd name="connsiteX5" fmla="*/ 8062868 w 9376632"/>
              <a:gd name="connsiteY5" fmla="*/ 6858000 h 6858000"/>
              <a:gd name="connsiteX6" fmla="*/ 1313765 w 9376632"/>
              <a:gd name="connsiteY6" fmla="*/ 6858000 h 6858000"/>
              <a:gd name="connsiteX7" fmla="*/ 1217940 w 9376632"/>
              <a:gd name="connsiteY7" fmla="*/ 6757493 h 6858000"/>
              <a:gd name="connsiteX8" fmla="*/ 0 w 9376632"/>
              <a:gd name="connsiteY8" fmla="*/ 3605175 h 6858000"/>
              <a:gd name="connsiteX9" fmla="*/ 1535999 w 9376632"/>
              <a:gd name="connsiteY9" fmla="*/ 13479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376632" h="6858000">
                <a:moveTo>
                  <a:pt x="1691615" y="0"/>
                </a:moveTo>
                <a:lnTo>
                  <a:pt x="7685017" y="0"/>
                </a:lnTo>
                <a:lnTo>
                  <a:pt x="7840634" y="134799"/>
                </a:lnTo>
                <a:cubicBezTo>
                  <a:pt x="8784230" y="992423"/>
                  <a:pt x="9376632" y="2229618"/>
                  <a:pt x="9376632" y="3605175"/>
                </a:cubicBezTo>
                <a:cubicBezTo>
                  <a:pt x="9376632" y="4818903"/>
                  <a:pt x="8915419" y="5924908"/>
                  <a:pt x="8158692" y="6757493"/>
                </a:cubicBezTo>
                <a:lnTo>
                  <a:pt x="8062868" y="6858000"/>
                </a:lnTo>
                <a:lnTo>
                  <a:pt x="1313765" y="6858000"/>
                </a:lnTo>
                <a:lnTo>
                  <a:pt x="1217940" y="6757493"/>
                </a:lnTo>
                <a:cubicBezTo>
                  <a:pt x="461213" y="5924908"/>
                  <a:pt x="0" y="4818903"/>
                  <a:pt x="0" y="3605175"/>
                </a:cubicBezTo>
                <a:cubicBezTo>
                  <a:pt x="0" y="2229618"/>
                  <a:pt x="592403" y="992423"/>
                  <a:pt x="1535999" y="134799"/>
                </a:cubicBezTo>
                <a:close/>
              </a:path>
            </a:pathLst>
          </a:cu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5" name="Group 34">
            <a:extLst>
              <a:ext uri="{FF2B5EF4-FFF2-40B4-BE49-F238E27FC236}">
                <a16:creationId xmlns:a16="http://schemas.microsoft.com/office/drawing/2014/main" id="{D76D63AC-0421-45EC-B383-E79A61A78C6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303402" y="3985"/>
            <a:ext cx="9772765" cy="6858000"/>
            <a:chOff x="1303402" y="36937"/>
            <a:chExt cx="9772765" cy="6858000"/>
          </a:xfrm>
          <a:solidFill>
            <a:schemeClr val="bg1">
              <a:alpha val="30000"/>
            </a:schemeClr>
          </a:solidFill>
        </p:grpSpPr>
        <p:sp>
          <p:nvSpPr>
            <p:cNvPr id="15" name="Freeform: Shape 14">
              <a:extLst>
                <a:ext uri="{FF2B5EF4-FFF2-40B4-BE49-F238E27FC236}">
                  <a16:creationId xmlns:a16="http://schemas.microsoft.com/office/drawing/2014/main" id="{B997A32E-7032-4107-9C8B-99DB59EDD5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6937"/>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Shape 15">
              <a:extLst>
                <a:ext uri="{FF2B5EF4-FFF2-40B4-BE49-F238E27FC236}">
                  <a16:creationId xmlns:a16="http://schemas.microsoft.com/office/drawing/2014/main" id="{943BB27F-1470-42CA-91FF-D94BC691C8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6937"/>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Freeform: Shape 16">
              <a:extLst>
                <a:ext uri="{FF2B5EF4-FFF2-40B4-BE49-F238E27FC236}">
                  <a16:creationId xmlns:a16="http://schemas.microsoft.com/office/drawing/2014/main" id="{E997B002-17FD-47B3-A06A-76802FE15C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6937"/>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Freeform: Shape 17">
              <a:extLst>
                <a:ext uri="{FF2B5EF4-FFF2-40B4-BE49-F238E27FC236}">
                  <a16:creationId xmlns:a16="http://schemas.microsoft.com/office/drawing/2014/main" id="{E401EA35-9D2E-43B7-860F-EBB8A6C3E0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6937"/>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Freeform: Shape 18">
              <a:extLst>
                <a:ext uri="{FF2B5EF4-FFF2-40B4-BE49-F238E27FC236}">
                  <a16:creationId xmlns:a16="http://schemas.microsoft.com/office/drawing/2014/main" id="{F8C44827-3D81-4FF9-B4A5-5650D1B20A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6937"/>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Freeform: Shape 19">
              <a:extLst>
                <a:ext uri="{FF2B5EF4-FFF2-40B4-BE49-F238E27FC236}">
                  <a16:creationId xmlns:a16="http://schemas.microsoft.com/office/drawing/2014/main" id="{F613D97F-F6DF-4D32-AD91-209A80E7A2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8320" y="36937"/>
              <a:ext cx="9767847" cy="6858000"/>
            </a:xfrm>
            <a:custGeom>
              <a:avLst/>
              <a:gdLst>
                <a:gd name="connsiteX0" fmla="*/ 7151367 w 9767847"/>
                <a:gd name="connsiteY0" fmla="*/ 0 h 6858000"/>
                <a:gd name="connsiteX1" fmla="*/ 7881247 w 9767847"/>
                <a:gd name="connsiteY1" fmla="*/ 0 h 6858000"/>
                <a:gd name="connsiteX2" fmla="*/ 7990553 w 9767847"/>
                <a:gd name="connsiteY2" fmla="*/ 81317 h 6858000"/>
                <a:gd name="connsiteX3" fmla="*/ 9767847 w 9767847"/>
                <a:gd name="connsiteY3" fmla="*/ 3649031 h 6858000"/>
                <a:gd name="connsiteX4" fmla="*/ 8652597 w 9767847"/>
                <a:gd name="connsiteY4" fmla="*/ 6590005 h 6858000"/>
                <a:gd name="connsiteX5" fmla="*/ 8395306 w 9767847"/>
                <a:gd name="connsiteY5" fmla="*/ 6858000 h 6858000"/>
                <a:gd name="connsiteX6" fmla="*/ 6762603 w 9767847"/>
                <a:gd name="connsiteY6" fmla="*/ 6858000 h 6858000"/>
                <a:gd name="connsiteX7" fmla="*/ 6765962 w 9767847"/>
                <a:gd name="connsiteY7" fmla="*/ 6854844 h 6858000"/>
                <a:gd name="connsiteX8" fmla="*/ 6804586 w 9767847"/>
                <a:gd name="connsiteY8" fmla="*/ 6817103 h 6858000"/>
                <a:gd name="connsiteX9" fmla="*/ 6881735 w 9767847"/>
                <a:gd name="connsiteY9" fmla="*/ 6741197 h 6858000"/>
                <a:gd name="connsiteX10" fmla="*/ 6958883 w 9767847"/>
                <a:gd name="connsiteY10" fmla="*/ 6664822 h 6858000"/>
                <a:gd name="connsiteX11" fmla="*/ 7267925 w 9767847"/>
                <a:gd name="connsiteY11" fmla="*/ 6355694 h 6858000"/>
                <a:gd name="connsiteX12" fmla="*/ 7424360 w 9767847"/>
                <a:gd name="connsiteY12" fmla="*/ 6200685 h 6858000"/>
                <a:gd name="connsiteX13" fmla="*/ 7504938 w 9767847"/>
                <a:gd name="connsiteY13" fmla="*/ 6122708 h 6858000"/>
                <a:gd name="connsiteX14" fmla="*/ 7546396 w 9767847"/>
                <a:gd name="connsiteY14" fmla="*/ 6083697 h 6858000"/>
                <a:gd name="connsiteX15" fmla="*/ 7588002 w 9767847"/>
                <a:gd name="connsiteY15" fmla="*/ 6045532 h 6858000"/>
                <a:gd name="connsiteX16" fmla="*/ 7631000 w 9767847"/>
                <a:gd name="connsiteY16" fmla="*/ 6006709 h 6858000"/>
                <a:gd name="connsiteX17" fmla="*/ 7675440 w 9767847"/>
                <a:gd name="connsiteY17" fmla="*/ 5968309 h 6858000"/>
                <a:gd name="connsiteX18" fmla="*/ 7720626 w 9767847"/>
                <a:gd name="connsiteY18" fmla="*/ 5930851 h 6858000"/>
                <a:gd name="connsiteX19" fmla="*/ 7766458 w 9767847"/>
                <a:gd name="connsiteY19" fmla="*/ 5894334 h 6858000"/>
                <a:gd name="connsiteX20" fmla="*/ 7955254 w 9767847"/>
                <a:gd name="connsiteY20" fmla="*/ 5756828 h 6858000"/>
                <a:gd name="connsiteX21" fmla="*/ 8352678 w 9767847"/>
                <a:gd name="connsiteY21" fmla="*/ 5517630 h 6858000"/>
                <a:gd name="connsiteX22" fmla="*/ 8451350 w 9767847"/>
                <a:gd name="connsiteY22" fmla="*/ 5465254 h 6858000"/>
                <a:gd name="connsiteX23" fmla="*/ 8548532 w 9767847"/>
                <a:gd name="connsiteY23" fmla="*/ 5413395 h 6858000"/>
                <a:gd name="connsiteX24" fmla="*/ 8729473 w 9767847"/>
                <a:gd name="connsiteY24" fmla="*/ 5309961 h 6858000"/>
                <a:gd name="connsiteX25" fmla="*/ 8770781 w 9767847"/>
                <a:gd name="connsiteY25" fmla="*/ 5283232 h 6858000"/>
                <a:gd name="connsiteX26" fmla="*/ 8790964 w 9767847"/>
                <a:gd name="connsiteY26" fmla="*/ 5269492 h 6858000"/>
                <a:gd name="connsiteX27" fmla="*/ 8810499 w 9767847"/>
                <a:gd name="connsiteY27" fmla="*/ 5255703 h 6858000"/>
                <a:gd name="connsiteX28" fmla="*/ 8883571 w 9767847"/>
                <a:gd name="connsiteY28" fmla="*/ 5198479 h 6858000"/>
                <a:gd name="connsiteX29" fmla="*/ 9006651 w 9767847"/>
                <a:gd name="connsiteY29" fmla="*/ 5070527 h 6858000"/>
                <a:gd name="connsiteX30" fmla="*/ 9033494 w 9767847"/>
                <a:gd name="connsiteY30" fmla="*/ 5034105 h 6858000"/>
                <a:gd name="connsiteX31" fmla="*/ 9040305 w 9767847"/>
                <a:gd name="connsiteY31" fmla="*/ 5024551 h 6858000"/>
                <a:gd name="connsiteX32" fmla="*/ 9046568 w 9767847"/>
                <a:gd name="connsiteY32" fmla="*/ 5015281 h 6858000"/>
                <a:gd name="connsiteX33" fmla="*/ 9058846 w 9767847"/>
                <a:gd name="connsiteY33" fmla="*/ 4996645 h 6858000"/>
                <a:gd name="connsiteX34" fmla="*/ 9104529 w 9767847"/>
                <a:gd name="connsiteY34" fmla="*/ 4918105 h 6858000"/>
                <a:gd name="connsiteX35" fmla="*/ 9181081 w 9767847"/>
                <a:gd name="connsiteY35" fmla="*/ 4744694 h 6858000"/>
                <a:gd name="connsiteX36" fmla="*/ 9240731 w 9767847"/>
                <a:gd name="connsiteY36" fmla="*/ 4557872 h 6858000"/>
                <a:gd name="connsiteX37" fmla="*/ 9265388 w 9767847"/>
                <a:gd name="connsiteY37" fmla="*/ 4461073 h 6858000"/>
                <a:gd name="connsiteX38" fmla="*/ 9276571 w 9767847"/>
                <a:gd name="connsiteY38" fmla="*/ 4411943 h 6858000"/>
                <a:gd name="connsiteX39" fmla="*/ 9281841 w 9767847"/>
                <a:gd name="connsiteY39" fmla="*/ 4387379 h 6858000"/>
                <a:gd name="connsiteX40" fmla="*/ 9286513 w 9767847"/>
                <a:gd name="connsiteY40" fmla="*/ 4364838 h 6858000"/>
                <a:gd name="connsiteX41" fmla="*/ 9296754 w 9767847"/>
                <a:gd name="connsiteY41" fmla="*/ 4312038 h 6858000"/>
                <a:gd name="connsiteX42" fmla="*/ 9301029 w 9767847"/>
                <a:gd name="connsiteY42" fmla="*/ 4289074 h 6858000"/>
                <a:gd name="connsiteX43" fmla="*/ 9302818 w 9767847"/>
                <a:gd name="connsiteY43" fmla="*/ 4278581 h 6858000"/>
                <a:gd name="connsiteX44" fmla="*/ 9304658 w 9767847"/>
                <a:gd name="connsiteY44" fmla="*/ 4266816 h 6858000"/>
                <a:gd name="connsiteX45" fmla="*/ 9312810 w 9767847"/>
                <a:gd name="connsiteY45" fmla="*/ 4215945 h 6858000"/>
                <a:gd name="connsiteX46" fmla="*/ 9316887 w 9767847"/>
                <a:gd name="connsiteY46" fmla="*/ 4190486 h 6858000"/>
                <a:gd name="connsiteX47" fmla="*/ 9318923 w 9767847"/>
                <a:gd name="connsiteY47" fmla="*/ 4177780 h 6858000"/>
                <a:gd name="connsiteX48" fmla="*/ 9320515 w 9767847"/>
                <a:gd name="connsiteY48" fmla="*/ 4164886 h 6858000"/>
                <a:gd name="connsiteX49" fmla="*/ 9332445 w 9767847"/>
                <a:gd name="connsiteY49" fmla="*/ 4064981 h 6858000"/>
                <a:gd name="connsiteX50" fmla="*/ 9336173 w 9767847"/>
                <a:gd name="connsiteY50" fmla="*/ 4018676 h 6858000"/>
                <a:gd name="connsiteX51" fmla="*/ 9340199 w 9767847"/>
                <a:gd name="connsiteY51" fmla="*/ 3965171 h 6858000"/>
                <a:gd name="connsiteX52" fmla="*/ 9347557 w 9767847"/>
                <a:gd name="connsiteY52" fmla="*/ 3765972 h 6858000"/>
                <a:gd name="connsiteX53" fmla="*/ 9346364 w 9767847"/>
                <a:gd name="connsiteY53" fmla="*/ 3664938 h 6858000"/>
                <a:gd name="connsiteX54" fmla="*/ 9344921 w 9767847"/>
                <a:gd name="connsiteY54" fmla="*/ 3615243 h 6858000"/>
                <a:gd name="connsiteX55" fmla="*/ 9344524 w 9767847"/>
                <a:gd name="connsiteY55" fmla="*/ 3603526 h 6858000"/>
                <a:gd name="connsiteX56" fmla="*/ 9343728 w 9767847"/>
                <a:gd name="connsiteY56" fmla="*/ 3590774 h 6858000"/>
                <a:gd name="connsiteX57" fmla="*/ 9342188 w 9767847"/>
                <a:gd name="connsiteY57" fmla="*/ 3565268 h 6858000"/>
                <a:gd name="connsiteX58" fmla="*/ 9339056 w 9767847"/>
                <a:gd name="connsiteY58" fmla="*/ 3514256 h 6858000"/>
                <a:gd name="connsiteX59" fmla="*/ 9334334 w 9767847"/>
                <a:gd name="connsiteY59" fmla="*/ 3463057 h 6858000"/>
                <a:gd name="connsiteX60" fmla="*/ 9329363 w 9767847"/>
                <a:gd name="connsiteY60" fmla="*/ 3411810 h 6858000"/>
                <a:gd name="connsiteX61" fmla="*/ 9328319 w 9767847"/>
                <a:gd name="connsiteY61" fmla="*/ 3400657 h 6858000"/>
                <a:gd name="connsiteX62" fmla="*/ 9327177 w 9767847"/>
                <a:gd name="connsiteY62" fmla="*/ 3390116 h 6858000"/>
                <a:gd name="connsiteX63" fmla="*/ 9324293 w 9767847"/>
                <a:gd name="connsiteY63" fmla="*/ 3366774 h 6858000"/>
                <a:gd name="connsiteX64" fmla="*/ 9320763 w 9767847"/>
                <a:gd name="connsiteY64" fmla="*/ 3340329 h 6858000"/>
                <a:gd name="connsiteX65" fmla="*/ 9317184 w 9767847"/>
                <a:gd name="connsiteY65" fmla="*/ 3311245 h 6858000"/>
                <a:gd name="connsiteX66" fmla="*/ 9311021 w 9767847"/>
                <a:gd name="connsiteY66" fmla="*/ 3266211 h 6858000"/>
                <a:gd name="connsiteX67" fmla="*/ 9302719 w 9767847"/>
                <a:gd name="connsiteY67" fmla="*/ 3215717 h 6858000"/>
                <a:gd name="connsiteX68" fmla="*/ 9293970 w 9767847"/>
                <a:gd name="connsiteY68" fmla="*/ 3165789 h 6858000"/>
                <a:gd name="connsiteX69" fmla="*/ 9252065 w 9767847"/>
                <a:gd name="connsiteY69" fmla="*/ 2967107 h 6858000"/>
                <a:gd name="connsiteX70" fmla="*/ 9227211 w 9767847"/>
                <a:gd name="connsiteY70" fmla="*/ 2868473 h 6858000"/>
                <a:gd name="connsiteX71" fmla="*/ 9220699 w 9767847"/>
                <a:gd name="connsiteY71" fmla="*/ 2844426 h 6858000"/>
                <a:gd name="connsiteX72" fmla="*/ 9213740 w 9767847"/>
                <a:gd name="connsiteY72" fmla="*/ 2820191 h 6858000"/>
                <a:gd name="connsiteX73" fmla="*/ 9199374 w 9767847"/>
                <a:gd name="connsiteY73" fmla="*/ 2771438 h 6858000"/>
                <a:gd name="connsiteX74" fmla="*/ 9061829 w 9767847"/>
                <a:gd name="connsiteY74" fmla="*/ 2385418 h 6858000"/>
                <a:gd name="connsiteX75" fmla="*/ 8978865 w 9767847"/>
                <a:gd name="connsiteY75" fmla="*/ 2196855 h 6858000"/>
                <a:gd name="connsiteX76" fmla="*/ 8956694 w 9767847"/>
                <a:gd name="connsiteY76" fmla="*/ 2150219 h 6858000"/>
                <a:gd name="connsiteX77" fmla="*/ 8934176 w 9767847"/>
                <a:gd name="connsiteY77" fmla="*/ 2103914 h 6858000"/>
                <a:gd name="connsiteX78" fmla="*/ 8887151 w 9767847"/>
                <a:gd name="connsiteY78" fmla="*/ 2011350 h 6858000"/>
                <a:gd name="connsiteX79" fmla="*/ 8787533 w 9767847"/>
                <a:gd name="connsiteY79" fmla="*/ 1828527 h 6858000"/>
                <a:gd name="connsiteX80" fmla="*/ 8761485 w 9767847"/>
                <a:gd name="connsiteY80" fmla="*/ 1783398 h 6858000"/>
                <a:gd name="connsiteX81" fmla="*/ 8734791 w 9767847"/>
                <a:gd name="connsiteY81" fmla="*/ 1737893 h 6858000"/>
                <a:gd name="connsiteX82" fmla="*/ 8680808 w 9767847"/>
                <a:gd name="connsiteY82" fmla="*/ 1648812 h 6858000"/>
                <a:gd name="connsiteX83" fmla="*/ 8567024 w 9767847"/>
                <a:gd name="connsiteY83" fmla="*/ 1472906 h 6858000"/>
                <a:gd name="connsiteX84" fmla="*/ 8537446 w 9767847"/>
                <a:gd name="connsiteY84" fmla="*/ 1429330 h 6858000"/>
                <a:gd name="connsiteX85" fmla="*/ 8507423 w 9767847"/>
                <a:gd name="connsiteY85" fmla="*/ 1385896 h 6858000"/>
                <a:gd name="connsiteX86" fmla="*/ 8446529 w 9767847"/>
                <a:gd name="connsiteY86" fmla="*/ 1300295 h 6858000"/>
                <a:gd name="connsiteX87" fmla="*/ 8319224 w 9767847"/>
                <a:gd name="connsiteY87" fmla="*/ 1131026 h 6858000"/>
                <a:gd name="connsiteX88" fmla="*/ 8286366 w 9767847"/>
                <a:gd name="connsiteY88" fmla="*/ 1089050 h 6858000"/>
                <a:gd name="connsiteX89" fmla="*/ 8270161 w 9767847"/>
                <a:gd name="connsiteY89" fmla="*/ 1068439 h 6858000"/>
                <a:gd name="connsiteX90" fmla="*/ 8253856 w 9767847"/>
                <a:gd name="connsiteY90" fmla="*/ 1048156 h 6858000"/>
                <a:gd name="connsiteX91" fmla="*/ 8186352 w 9767847"/>
                <a:gd name="connsiteY91" fmla="*/ 966275 h 6858000"/>
                <a:gd name="connsiteX92" fmla="*/ 8046768 w 9767847"/>
                <a:gd name="connsiteY92" fmla="*/ 805429 h 6858000"/>
                <a:gd name="connsiteX93" fmla="*/ 8010927 w 9767847"/>
                <a:gd name="connsiteY93" fmla="*/ 765853 h 6858000"/>
                <a:gd name="connsiteX94" fmla="*/ 7974788 w 9767847"/>
                <a:gd name="connsiteY94" fmla="*/ 726653 h 6858000"/>
                <a:gd name="connsiteX95" fmla="*/ 7901070 w 9767847"/>
                <a:gd name="connsiteY95" fmla="*/ 648724 h 6858000"/>
                <a:gd name="connsiteX96" fmla="*/ 7750054 w 9767847"/>
                <a:gd name="connsiteY96" fmla="*/ 497008 h 6858000"/>
                <a:gd name="connsiteX97" fmla="*/ 7592277 w 9767847"/>
                <a:gd name="connsiteY97" fmla="*/ 351221 h 6858000"/>
                <a:gd name="connsiteX98" fmla="*/ 7257734 w 9767847"/>
                <a:gd name="connsiteY98" fmla="*/ 76964 h 6858000"/>
                <a:gd name="connsiteX99" fmla="*/ 1886601 w 9767847"/>
                <a:gd name="connsiteY99" fmla="*/ 0 h 6858000"/>
                <a:gd name="connsiteX100" fmla="*/ 2292926 w 9767847"/>
                <a:gd name="connsiteY100" fmla="*/ 0 h 6858000"/>
                <a:gd name="connsiteX101" fmla="*/ 2135542 w 9767847"/>
                <a:gd name="connsiteY101" fmla="*/ 117781 h 6858000"/>
                <a:gd name="connsiteX102" fmla="*/ 1969576 w 9767847"/>
                <a:gd name="connsiteY102" fmla="*/ 254986 h 6858000"/>
                <a:gd name="connsiteX103" fmla="*/ 1659938 w 9767847"/>
                <a:gd name="connsiteY103" fmla="*/ 549855 h 6858000"/>
                <a:gd name="connsiteX104" fmla="*/ 729383 w 9767847"/>
                <a:gd name="connsiteY104" fmla="*/ 1936480 h 6858000"/>
                <a:gd name="connsiteX105" fmla="*/ 578465 w 9767847"/>
                <a:gd name="connsiteY105" fmla="*/ 2320807 h 6858000"/>
                <a:gd name="connsiteX106" fmla="*/ 465080 w 9767847"/>
                <a:gd name="connsiteY106" fmla="*/ 2714875 h 6858000"/>
                <a:gd name="connsiteX107" fmla="*/ 423820 w 9767847"/>
                <a:gd name="connsiteY107" fmla="*/ 2915436 h 6858000"/>
                <a:gd name="connsiteX108" fmla="*/ 392355 w 9767847"/>
                <a:gd name="connsiteY108" fmla="*/ 3118071 h 6858000"/>
                <a:gd name="connsiteX109" fmla="*/ 358801 w 9767847"/>
                <a:gd name="connsiteY109" fmla="*/ 3526915 h 6858000"/>
                <a:gd name="connsiteX110" fmla="*/ 410350 w 9767847"/>
                <a:gd name="connsiteY110" fmla="*/ 4348226 h 6858000"/>
                <a:gd name="connsiteX111" fmla="*/ 449022 w 9767847"/>
                <a:gd name="connsiteY111" fmla="*/ 4551049 h 6858000"/>
                <a:gd name="connsiteX112" fmla="*/ 498882 w 9767847"/>
                <a:gd name="connsiteY112" fmla="*/ 4752365 h 6858000"/>
                <a:gd name="connsiteX113" fmla="*/ 559775 w 9767847"/>
                <a:gd name="connsiteY113" fmla="*/ 4951657 h 6858000"/>
                <a:gd name="connsiteX114" fmla="*/ 631406 w 9767847"/>
                <a:gd name="connsiteY114" fmla="*/ 5147986 h 6858000"/>
                <a:gd name="connsiteX115" fmla="*/ 1023461 w 9767847"/>
                <a:gd name="connsiteY115" fmla="*/ 5893957 h 6858000"/>
                <a:gd name="connsiteX116" fmla="*/ 1575880 w 9767847"/>
                <a:gd name="connsiteY116" fmla="*/ 6547646 h 6858000"/>
                <a:gd name="connsiteX117" fmla="*/ 1905228 w 9767847"/>
                <a:gd name="connsiteY117" fmla="*/ 6829468 h 6858000"/>
                <a:gd name="connsiteX118" fmla="*/ 1944230 w 9767847"/>
                <a:gd name="connsiteY118" fmla="*/ 6858000 h 6858000"/>
                <a:gd name="connsiteX119" fmla="*/ 1372541 w 9767847"/>
                <a:gd name="connsiteY119" fmla="*/ 6858000 h 6858000"/>
                <a:gd name="connsiteX120" fmla="*/ 1115251 w 9767847"/>
                <a:gd name="connsiteY120" fmla="*/ 6590005 h 6858000"/>
                <a:gd name="connsiteX121" fmla="*/ 0 w 9767847"/>
                <a:gd name="connsiteY121" fmla="*/ 3649031 h 6858000"/>
                <a:gd name="connsiteX122" fmla="*/ 1777294 w 9767847"/>
                <a:gd name="connsiteY122" fmla="*/ 813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9767847" h="6858000">
                  <a:moveTo>
                    <a:pt x="7151367" y="0"/>
                  </a:moveTo>
                  <a:lnTo>
                    <a:pt x="7881247" y="0"/>
                  </a:lnTo>
                  <a:lnTo>
                    <a:pt x="7990553" y="81317"/>
                  </a:lnTo>
                  <a:cubicBezTo>
                    <a:pt x="9075991" y="929334"/>
                    <a:pt x="9767847" y="2212695"/>
                    <a:pt x="9767847" y="3649031"/>
                  </a:cubicBezTo>
                  <a:cubicBezTo>
                    <a:pt x="9767847" y="4766182"/>
                    <a:pt x="9349317" y="5790792"/>
                    <a:pt x="8652597" y="6590005"/>
                  </a:cubicBezTo>
                  <a:lnTo>
                    <a:pt x="8395306" y="6858000"/>
                  </a:lnTo>
                  <a:lnTo>
                    <a:pt x="6762603" y="6858000"/>
                  </a:lnTo>
                  <a:lnTo>
                    <a:pt x="6765962" y="6854844"/>
                  </a:lnTo>
                  <a:cubicBezTo>
                    <a:pt x="6779036" y="6842703"/>
                    <a:pt x="6791663" y="6829621"/>
                    <a:pt x="6804586" y="6817103"/>
                  </a:cubicBezTo>
                  <a:lnTo>
                    <a:pt x="6881735" y="6741197"/>
                  </a:lnTo>
                  <a:cubicBezTo>
                    <a:pt x="6907435" y="6715881"/>
                    <a:pt x="6933134" y="6690798"/>
                    <a:pt x="6958883" y="6664822"/>
                  </a:cubicBezTo>
                  <a:lnTo>
                    <a:pt x="7267925" y="6355694"/>
                  </a:lnTo>
                  <a:lnTo>
                    <a:pt x="7424360" y="6200685"/>
                  </a:lnTo>
                  <a:cubicBezTo>
                    <a:pt x="7450754" y="6174802"/>
                    <a:pt x="7477598" y="6148731"/>
                    <a:pt x="7504938" y="6122708"/>
                  </a:cubicBezTo>
                  <a:lnTo>
                    <a:pt x="7546396" y="6083697"/>
                  </a:lnTo>
                  <a:cubicBezTo>
                    <a:pt x="7560264" y="6070803"/>
                    <a:pt x="7574780" y="6057532"/>
                    <a:pt x="7588002" y="6045532"/>
                  </a:cubicBezTo>
                  <a:lnTo>
                    <a:pt x="7631000" y="6006709"/>
                  </a:lnTo>
                  <a:lnTo>
                    <a:pt x="7675440" y="5968309"/>
                  </a:lnTo>
                  <a:cubicBezTo>
                    <a:pt x="7690404" y="5955698"/>
                    <a:pt x="7705564" y="5943321"/>
                    <a:pt x="7720626" y="5930851"/>
                  </a:cubicBezTo>
                  <a:cubicBezTo>
                    <a:pt x="7735738" y="5918427"/>
                    <a:pt x="7751197" y="5906521"/>
                    <a:pt x="7766458" y="5894334"/>
                  </a:cubicBezTo>
                  <a:cubicBezTo>
                    <a:pt x="7827949" y="5846192"/>
                    <a:pt x="7890979" y="5800499"/>
                    <a:pt x="7955254" y="5756828"/>
                  </a:cubicBezTo>
                  <a:cubicBezTo>
                    <a:pt x="8083800" y="5669534"/>
                    <a:pt x="8216872" y="5590336"/>
                    <a:pt x="8352678" y="5517630"/>
                  </a:cubicBezTo>
                  <a:lnTo>
                    <a:pt x="8451350" y="5465254"/>
                  </a:lnTo>
                  <a:lnTo>
                    <a:pt x="8548532" y="5413395"/>
                  </a:lnTo>
                  <a:cubicBezTo>
                    <a:pt x="8612110" y="5379090"/>
                    <a:pt x="8673251" y="5345208"/>
                    <a:pt x="8729473" y="5309961"/>
                  </a:cubicBezTo>
                  <a:cubicBezTo>
                    <a:pt x="8743591" y="5301115"/>
                    <a:pt x="8757161" y="5292361"/>
                    <a:pt x="8770781" y="5283232"/>
                  </a:cubicBezTo>
                  <a:cubicBezTo>
                    <a:pt x="8777591" y="5278667"/>
                    <a:pt x="8784451" y="5274103"/>
                    <a:pt x="8790964" y="5269492"/>
                  </a:cubicBezTo>
                  <a:cubicBezTo>
                    <a:pt x="8797574" y="5264879"/>
                    <a:pt x="8804235" y="5260314"/>
                    <a:pt x="8810499" y="5255703"/>
                  </a:cubicBezTo>
                  <a:cubicBezTo>
                    <a:pt x="8835999" y="5237303"/>
                    <a:pt x="8860407" y="5218291"/>
                    <a:pt x="8883571" y="5198479"/>
                  </a:cubicBezTo>
                  <a:cubicBezTo>
                    <a:pt x="8929900" y="5158856"/>
                    <a:pt x="8971258" y="5116315"/>
                    <a:pt x="9006651" y="5070527"/>
                  </a:cubicBezTo>
                  <a:cubicBezTo>
                    <a:pt x="9015351" y="5059328"/>
                    <a:pt x="9024398" y="5046857"/>
                    <a:pt x="9033494" y="5034105"/>
                  </a:cubicBezTo>
                  <a:lnTo>
                    <a:pt x="9040305" y="5024551"/>
                  </a:lnTo>
                  <a:lnTo>
                    <a:pt x="9046568" y="5015281"/>
                  </a:lnTo>
                  <a:cubicBezTo>
                    <a:pt x="9050743" y="5009163"/>
                    <a:pt x="9054819" y="5002952"/>
                    <a:pt x="9058846" y="4996645"/>
                  </a:cubicBezTo>
                  <a:cubicBezTo>
                    <a:pt x="9075002" y="4971517"/>
                    <a:pt x="9090212" y="4945305"/>
                    <a:pt x="9104529" y="4918105"/>
                  </a:cubicBezTo>
                  <a:cubicBezTo>
                    <a:pt x="9133211" y="4863752"/>
                    <a:pt x="9158313" y="4805447"/>
                    <a:pt x="9181081" y="4744694"/>
                  </a:cubicBezTo>
                  <a:cubicBezTo>
                    <a:pt x="9203748" y="4684178"/>
                    <a:pt x="9223383" y="4621778"/>
                    <a:pt x="9240731" y="4557872"/>
                  </a:cubicBezTo>
                  <a:cubicBezTo>
                    <a:pt x="9249481" y="4525966"/>
                    <a:pt x="9257682" y="4493684"/>
                    <a:pt x="9265388" y="4461073"/>
                  </a:cubicBezTo>
                  <a:cubicBezTo>
                    <a:pt x="9269215" y="4444744"/>
                    <a:pt x="9272943" y="4428367"/>
                    <a:pt x="9276571" y="4411943"/>
                  </a:cubicBezTo>
                  <a:lnTo>
                    <a:pt x="9281841" y="4387379"/>
                  </a:lnTo>
                  <a:lnTo>
                    <a:pt x="9286513" y="4364838"/>
                  </a:lnTo>
                  <a:lnTo>
                    <a:pt x="9296754" y="4312038"/>
                  </a:lnTo>
                  <a:lnTo>
                    <a:pt x="9301029" y="4289074"/>
                  </a:lnTo>
                  <a:lnTo>
                    <a:pt x="9302818" y="4278581"/>
                  </a:lnTo>
                  <a:lnTo>
                    <a:pt x="9304658" y="4266816"/>
                  </a:lnTo>
                  <a:lnTo>
                    <a:pt x="9312810" y="4215945"/>
                  </a:lnTo>
                  <a:lnTo>
                    <a:pt x="9316887" y="4190486"/>
                  </a:lnTo>
                  <a:lnTo>
                    <a:pt x="9318923" y="4177780"/>
                  </a:lnTo>
                  <a:cubicBezTo>
                    <a:pt x="9319570" y="4173546"/>
                    <a:pt x="9319969" y="4169169"/>
                    <a:pt x="9320515" y="4164886"/>
                  </a:cubicBezTo>
                  <a:lnTo>
                    <a:pt x="9332445" y="4064981"/>
                  </a:lnTo>
                  <a:cubicBezTo>
                    <a:pt x="9333836" y="4052370"/>
                    <a:pt x="9334880" y="4036888"/>
                    <a:pt x="9336173" y="4018676"/>
                  </a:cubicBezTo>
                  <a:lnTo>
                    <a:pt x="9340199" y="3965171"/>
                  </a:lnTo>
                  <a:cubicBezTo>
                    <a:pt x="9345071" y="3899806"/>
                    <a:pt x="9347358" y="3832983"/>
                    <a:pt x="9347557" y="3765972"/>
                  </a:cubicBezTo>
                  <a:cubicBezTo>
                    <a:pt x="9347656" y="3732420"/>
                    <a:pt x="9347209" y="3698773"/>
                    <a:pt x="9346364" y="3664938"/>
                  </a:cubicBezTo>
                  <a:lnTo>
                    <a:pt x="9344921" y="3615243"/>
                  </a:lnTo>
                  <a:lnTo>
                    <a:pt x="9344524" y="3603526"/>
                  </a:lnTo>
                  <a:lnTo>
                    <a:pt x="9343728" y="3590774"/>
                  </a:lnTo>
                  <a:lnTo>
                    <a:pt x="9342188" y="3565268"/>
                  </a:lnTo>
                  <a:lnTo>
                    <a:pt x="9339056" y="3514256"/>
                  </a:lnTo>
                  <a:cubicBezTo>
                    <a:pt x="9337914" y="3497221"/>
                    <a:pt x="9335874" y="3480138"/>
                    <a:pt x="9334334" y="3463057"/>
                  </a:cubicBezTo>
                  <a:lnTo>
                    <a:pt x="9329363" y="3411810"/>
                  </a:lnTo>
                  <a:lnTo>
                    <a:pt x="9328319" y="3400657"/>
                  </a:lnTo>
                  <a:lnTo>
                    <a:pt x="9327177" y="3390116"/>
                  </a:lnTo>
                  <a:lnTo>
                    <a:pt x="9324293" y="3366774"/>
                  </a:lnTo>
                  <a:lnTo>
                    <a:pt x="9320763" y="3340329"/>
                  </a:lnTo>
                  <a:lnTo>
                    <a:pt x="9317184" y="3311245"/>
                  </a:lnTo>
                  <a:cubicBezTo>
                    <a:pt x="9315594" y="3296893"/>
                    <a:pt x="9313506" y="3282306"/>
                    <a:pt x="9311021" y="3266211"/>
                  </a:cubicBezTo>
                  <a:lnTo>
                    <a:pt x="9302719" y="3215717"/>
                  </a:lnTo>
                  <a:cubicBezTo>
                    <a:pt x="9299936" y="3199059"/>
                    <a:pt x="9297003" y="3182400"/>
                    <a:pt x="9293970" y="3165789"/>
                  </a:cubicBezTo>
                  <a:cubicBezTo>
                    <a:pt x="9281891" y="3099295"/>
                    <a:pt x="9267674" y="3033084"/>
                    <a:pt x="9252065" y="2967107"/>
                  </a:cubicBezTo>
                  <a:cubicBezTo>
                    <a:pt x="9244261" y="2934167"/>
                    <a:pt x="9235959" y="2901273"/>
                    <a:pt x="9227211" y="2868473"/>
                  </a:cubicBezTo>
                  <a:lnTo>
                    <a:pt x="9220699" y="2844426"/>
                  </a:lnTo>
                  <a:lnTo>
                    <a:pt x="9213740" y="2820191"/>
                  </a:lnTo>
                  <a:cubicBezTo>
                    <a:pt x="9209216" y="2804049"/>
                    <a:pt x="9204345" y="2787768"/>
                    <a:pt x="9199374" y="2771438"/>
                  </a:cubicBezTo>
                  <a:cubicBezTo>
                    <a:pt x="9159855" y="2641086"/>
                    <a:pt x="9114272" y="2512099"/>
                    <a:pt x="9061829" y="2385418"/>
                  </a:cubicBezTo>
                  <a:cubicBezTo>
                    <a:pt x="9035582" y="2322077"/>
                    <a:pt x="9008043" y="2259160"/>
                    <a:pt x="8978865" y="2196855"/>
                  </a:cubicBezTo>
                  <a:lnTo>
                    <a:pt x="8956694" y="2150219"/>
                  </a:lnTo>
                  <a:lnTo>
                    <a:pt x="8934176" y="2103914"/>
                  </a:lnTo>
                  <a:cubicBezTo>
                    <a:pt x="8918915" y="2073091"/>
                    <a:pt x="8903157" y="2042032"/>
                    <a:pt x="8887151" y="2011350"/>
                  </a:cubicBezTo>
                  <a:cubicBezTo>
                    <a:pt x="8854988" y="1949891"/>
                    <a:pt x="8822082" y="1888810"/>
                    <a:pt x="8787533" y="1828527"/>
                  </a:cubicBezTo>
                  <a:lnTo>
                    <a:pt x="8761485" y="1783398"/>
                  </a:lnTo>
                  <a:lnTo>
                    <a:pt x="8734791" y="1737893"/>
                  </a:lnTo>
                  <a:cubicBezTo>
                    <a:pt x="8717047" y="1707823"/>
                    <a:pt x="8699200" y="1678363"/>
                    <a:pt x="8680808" y="1648812"/>
                  </a:cubicBezTo>
                  <a:cubicBezTo>
                    <a:pt x="8644322" y="1589658"/>
                    <a:pt x="8606194" y="1531118"/>
                    <a:pt x="8567024" y="1472906"/>
                  </a:cubicBezTo>
                  <a:lnTo>
                    <a:pt x="8537446" y="1429330"/>
                  </a:lnTo>
                  <a:lnTo>
                    <a:pt x="8507423" y="1385896"/>
                  </a:lnTo>
                  <a:cubicBezTo>
                    <a:pt x="8487390" y="1357284"/>
                    <a:pt x="8467158" y="1328719"/>
                    <a:pt x="8446529" y="1300295"/>
                  </a:cubicBezTo>
                  <a:cubicBezTo>
                    <a:pt x="8405271" y="1243496"/>
                    <a:pt x="8362718" y="1187120"/>
                    <a:pt x="8319224" y="1131026"/>
                  </a:cubicBezTo>
                  <a:lnTo>
                    <a:pt x="8286366" y="1089050"/>
                  </a:lnTo>
                  <a:lnTo>
                    <a:pt x="8270161" y="1068439"/>
                  </a:lnTo>
                  <a:lnTo>
                    <a:pt x="8253856" y="1048156"/>
                  </a:lnTo>
                  <a:cubicBezTo>
                    <a:pt x="8231636" y="1020675"/>
                    <a:pt x="8209117" y="993381"/>
                    <a:pt x="8186352" y="966275"/>
                  </a:cubicBezTo>
                  <a:cubicBezTo>
                    <a:pt x="8140917" y="911922"/>
                    <a:pt x="8094240" y="858417"/>
                    <a:pt x="8046768" y="805429"/>
                  </a:cubicBezTo>
                  <a:lnTo>
                    <a:pt x="8010927" y="765853"/>
                  </a:lnTo>
                  <a:lnTo>
                    <a:pt x="7974788" y="726653"/>
                  </a:lnTo>
                  <a:cubicBezTo>
                    <a:pt x="7950382" y="700489"/>
                    <a:pt x="7925824" y="674465"/>
                    <a:pt x="7901070" y="648724"/>
                  </a:cubicBezTo>
                  <a:cubicBezTo>
                    <a:pt x="7851510" y="597289"/>
                    <a:pt x="7801404" y="546514"/>
                    <a:pt x="7750054" y="497008"/>
                  </a:cubicBezTo>
                  <a:cubicBezTo>
                    <a:pt x="7698902" y="447644"/>
                    <a:pt x="7645913" y="398938"/>
                    <a:pt x="7592277" y="351221"/>
                  </a:cubicBezTo>
                  <a:cubicBezTo>
                    <a:pt x="7484856" y="255786"/>
                    <a:pt x="7373308" y="164304"/>
                    <a:pt x="7257734" y="76964"/>
                  </a:cubicBezTo>
                  <a:close/>
                  <a:moveTo>
                    <a:pt x="1886601" y="0"/>
                  </a:moveTo>
                  <a:lnTo>
                    <a:pt x="2292926" y="0"/>
                  </a:lnTo>
                  <a:lnTo>
                    <a:pt x="2135542" y="117781"/>
                  </a:lnTo>
                  <a:cubicBezTo>
                    <a:pt x="2078998" y="162280"/>
                    <a:pt x="2023659" y="208045"/>
                    <a:pt x="1969576" y="254986"/>
                  </a:cubicBezTo>
                  <a:cubicBezTo>
                    <a:pt x="1861309" y="348820"/>
                    <a:pt x="1758064" y="447314"/>
                    <a:pt x="1659938" y="549855"/>
                  </a:cubicBezTo>
                  <a:cubicBezTo>
                    <a:pt x="1266987" y="960346"/>
                    <a:pt x="953820" y="1431495"/>
                    <a:pt x="729383" y="1936480"/>
                  </a:cubicBezTo>
                  <a:cubicBezTo>
                    <a:pt x="673260" y="2062362"/>
                    <a:pt x="622855" y="2190972"/>
                    <a:pt x="578465" y="2320807"/>
                  </a:cubicBezTo>
                  <a:cubicBezTo>
                    <a:pt x="534125" y="2450687"/>
                    <a:pt x="496147" y="2582216"/>
                    <a:pt x="465080" y="2714875"/>
                  </a:cubicBezTo>
                  <a:cubicBezTo>
                    <a:pt x="449769" y="2780991"/>
                    <a:pt x="435850" y="2848191"/>
                    <a:pt x="423820" y="2915436"/>
                  </a:cubicBezTo>
                  <a:cubicBezTo>
                    <a:pt x="411840" y="2982731"/>
                    <a:pt x="401054" y="3050260"/>
                    <a:pt x="392355" y="3118071"/>
                  </a:cubicBezTo>
                  <a:cubicBezTo>
                    <a:pt x="374509" y="3253646"/>
                    <a:pt x="363424" y="3389880"/>
                    <a:pt x="358801" y="3526915"/>
                  </a:cubicBezTo>
                  <a:cubicBezTo>
                    <a:pt x="349009" y="3800843"/>
                    <a:pt x="366357" y="4075570"/>
                    <a:pt x="410350" y="4348226"/>
                  </a:cubicBezTo>
                  <a:cubicBezTo>
                    <a:pt x="421286" y="4416132"/>
                    <a:pt x="434209" y="4483660"/>
                    <a:pt x="449022" y="4551049"/>
                  </a:cubicBezTo>
                  <a:cubicBezTo>
                    <a:pt x="463737" y="4618436"/>
                    <a:pt x="480389" y="4685588"/>
                    <a:pt x="498882" y="4752365"/>
                  </a:cubicBezTo>
                  <a:cubicBezTo>
                    <a:pt x="517373" y="4819141"/>
                    <a:pt x="537704" y="4885635"/>
                    <a:pt x="559775" y="4951657"/>
                  </a:cubicBezTo>
                  <a:cubicBezTo>
                    <a:pt x="581946" y="5017775"/>
                    <a:pt x="605358" y="5083375"/>
                    <a:pt x="631406" y="5147986"/>
                  </a:cubicBezTo>
                  <a:cubicBezTo>
                    <a:pt x="734055" y="5407608"/>
                    <a:pt x="865188" y="5658570"/>
                    <a:pt x="1023461" y="5893957"/>
                  </a:cubicBezTo>
                  <a:cubicBezTo>
                    <a:pt x="1181487" y="6129578"/>
                    <a:pt x="1367051" y="6349247"/>
                    <a:pt x="1575880" y="6547646"/>
                  </a:cubicBezTo>
                  <a:cubicBezTo>
                    <a:pt x="1680269" y="6646916"/>
                    <a:pt x="1790338" y="6740939"/>
                    <a:pt x="1905228" y="6829468"/>
                  </a:cubicBezTo>
                  <a:lnTo>
                    <a:pt x="1944230" y="6858000"/>
                  </a:lnTo>
                  <a:lnTo>
                    <a:pt x="1372541" y="6858000"/>
                  </a:lnTo>
                  <a:lnTo>
                    <a:pt x="1115251" y="6590005"/>
                  </a:lnTo>
                  <a:cubicBezTo>
                    <a:pt x="418530" y="5790792"/>
                    <a:pt x="0" y="4766182"/>
                    <a:pt x="0" y="3649031"/>
                  </a:cubicBezTo>
                  <a:cubicBezTo>
                    <a:pt x="0" y="2212695"/>
                    <a:pt x="691856" y="929334"/>
                    <a:pt x="1777294" y="81317"/>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1" name="Freeform: Shape 20">
              <a:extLst>
                <a:ext uri="{FF2B5EF4-FFF2-40B4-BE49-F238E27FC236}">
                  <a16:creationId xmlns:a16="http://schemas.microsoft.com/office/drawing/2014/main" id="{82B0ED5C-927D-4C5F-8F27-1B403820B9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3402" y="36937"/>
              <a:ext cx="9767847" cy="6858000"/>
            </a:xfrm>
            <a:custGeom>
              <a:avLst/>
              <a:gdLst>
                <a:gd name="connsiteX0" fmla="*/ 7145704 w 9767847"/>
                <a:gd name="connsiteY0" fmla="*/ 0 h 6858000"/>
                <a:gd name="connsiteX1" fmla="*/ 7875738 w 9767847"/>
                <a:gd name="connsiteY1" fmla="*/ 0 h 6858000"/>
                <a:gd name="connsiteX2" fmla="*/ 7990553 w 9767847"/>
                <a:gd name="connsiteY2" fmla="*/ 85415 h 6858000"/>
                <a:gd name="connsiteX3" fmla="*/ 9767847 w 9767847"/>
                <a:gd name="connsiteY3" fmla="*/ 3653129 h 6858000"/>
                <a:gd name="connsiteX4" fmla="*/ 8652597 w 9767847"/>
                <a:gd name="connsiteY4" fmla="*/ 6594103 h 6858000"/>
                <a:gd name="connsiteX5" fmla="*/ 8399240 w 9767847"/>
                <a:gd name="connsiteY5" fmla="*/ 6858000 h 6858000"/>
                <a:gd name="connsiteX6" fmla="*/ 6766926 w 9767847"/>
                <a:gd name="connsiteY6" fmla="*/ 6858000 h 6858000"/>
                <a:gd name="connsiteX7" fmla="*/ 6804586 w 9767847"/>
                <a:gd name="connsiteY7" fmla="*/ 6821201 h 6858000"/>
                <a:gd name="connsiteX8" fmla="*/ 6881735 w 9767847"/>
                <a:gd name="connsiteY8" fmla="*/ 6745295 h 6858000"/>
                <a:gd name="connsiteX9" fmla="*/ 6958883 w 9767847"/>
                <a:gd name="connsiteY9" fmla="*/ 6668920 h 6858000"/>
                <a:gd name="connsiteX10" fmla="*/ 7267925 w 9767847"/>
                <a:gd name="connsiteY10" fmla="*/ 6359792 h 6858000"/>
                <a:gd name="connsiteX11" fmla="*/ 7424360 w 9767847"/>
                <a:gd name="connsiteY11" fmla="*/ 6204783 h 6858000"/>
                <a:gd name="connsiteX12" fmla="*/ 7504938 w 9767847"/>
                <a:gd name="connsiteY12" fmla="*/ 6126806 h 6858000"/>
                <a:gd name="connsiteX13" fmla="*/ 7546396 w 9767847"/>
                <a:gd name="connsiteY13" fmla="*/ 6087795 h 6858000"/>
                <a:gd name="connsiteX14" fmla="*/ 7588002 w 9767847"/>
                <a:gd name="connsiteY14" fmla="*/ 6049630 h 6858000"/>
                <a:gd name="connsiteX15" fmla="*/ 7631000 w 9767847"/>
                <a:gd name="connsiteY15" fmla="*/ 6010807 h 6858000"/>
                <a:gd name="connsiteX16" fmla="*/ 7675440 w 9767847"/>
                <a:gd name="connsiteY16" fmla="*/ 5972407 h 6858000"/>
                <a:gd name="connsiteX17" fmla="*/ 7720626 w 9767847"/>
                <a:gd name="connsiteY17" fmla="*/ 5934949 h 6858000"/>
                <a:gd name="connsiteX18" fmla="*/ 7766458 w 9767847"/>
                <a:gd name="connsiteY18" fmla="*/ 5898432 h 6858000"/>
                <a:gd name="connsiteX19" fmla="*/ 7955254 w 9767847"/>
                <a:gd name="connsiteY19" fmla="*/ 5760926 h 6858000"/>
                <a:gd name="connsiteX20" fmla="*/ 8352678 w 9767847"/>
                <a:gd name="connsiteY20" fmla="*/ 5521728 h 6858000"/>
                <a:gd name="connsiteX21" fmla="*/ 8451350 w 9767847"/>
                <a:gd name="connsiteY21" fmla="*/ 5469352 h 6858000"/>
                <a:gd name="connsiteX22" fmla="*/ 8548532 w 9767847"/>
                <a:gd name="connsiteY22" fmla="*/ 5417493 h 6858000"/>
                <a:gd name="connsiteX23" fmla="*/ 8729473 w 9767847"/>
                <a:gd name="connsiteY23" fmla="*/ 5314059 h 6858000"/>
                <a:gd name="connsiteX24" fmla="*/ 8770781 w 9767847"/>
                <a:gd name="connsiteY24" fmla="*/ 5287330 h 6858000"/>
                <a:gd name="connsiteX25" fmla="*/ 8790964 w 9767847"/>
                <a:gd name="connsiteY25" fmla="*/ 5273590 h 6858000"/>
                <a:gd name="connsiteX26" fmla="*/ 8810499 w 9767847"/>
                <a:gd name="connsiteY26" fmla="*/ 5259801 h 6858000"/>
                <a:gd name="connsiteX27" fmla="*/ 8883571 w 9767847"/>
                <a:gd name="connsiteY27" fmla="*/ 5202577 h 6858000"/>
                <a:gd name="connsiteX28" fmla="*/ 9006651 w 9767847"/>
                <a:gd name="connsiteY28" fmla="*/ 5074625 h 6858000"/>
                <a:gd name="connsiteX29" fmla="*/ 9033494 w 9767847"/>
                <a:gd name="connsiteY29" fmla="*/ 5038203 h 6858000"/>
                <a:gd name="connsiteX30" fmla="*/ 9040305 w 9767847"/>
                <a:gd name="connsiteY30" fmla="*/ 5028649 h 6858000"/>
                <a:gd name="connsiteX31" fmla="*/ 9046568 w 9767847"/>
                <a:gd name="connsiteY31" fmla="*/ 5019379 h 6858000"/>
                <a:gd name="connsiteX32" fmla="*/ 9058846 w 9767847"/>
                <a:gd name="connsiteY32" fmla="*/ 5000743 h 6858000"/>
                <a:gd name="connsiteX33" fmla="*/ 9104529 w 9767847"/>
                <a:gd name="connsiteY33" fmla="*/ 4922203 h 6858000"/>
                <a:gd name="connsiteX34" fmla="*/ 9181081 w 9767847"/>
                <a:gd name="connsiteY34" fmla="*/ 4748792 h 6858000"/>
                <a:gd name="connsiteX35" fmla="*/ 9240731 w 9767847"/>
                <a:gd name="connsiteY35" fmla="*/ 4561970 h 6858000"/>
                <a:gd name="connsiteX36" fmla="*/ 9265388 w 9767847"/>
                <a:gd name="connsiteY36" fmla="*/ 4465171 h 6858000"/>
                <a:gd name="connsiteX37" fmla="*/ 9276571 w 9767847"/>
                <a:gd name="connsiteY37" fmla="*/ 4416041 h 6858000"/>
                <a:gd name="connsiteX38" fmla="*/ 9281841 w 9767847"/>
                <a:gd name="connsiteY38" fmla="*/ 4391477 h 6858000"/>
                <a:gd name="connsiteX39" fmla="*/ 9286513 w 9767847"/>
                <a:gd name="connsiteY39" fmla="*/ 4368936 h 6858000"/>
                <a:gd name="connsiteX40" fmla="*/ 9296754 w 9767847"/>
                <a:gd name="connsiteY40" fmla="*/ 4316136 h 6858000"/>
                <a:gd name="connsiteX41" fmla="*/ 9301029 w 9767847"/>
                <a:gd name="connsiteY41" fmla="*/ 4293172 h 6858000"/>
                <a:gd name="connsiteX42" fmla="*/ 9302818 w 9767847"/>
                <a:gd name="connsiteY42" fmla="*/ 4282679 h 6858000"/>
                <a:gd name="connsiteX43" fmla="*/ 9304658 w 9767847"/>
                <a:gd name="connsiteY43" fmla="*/ 4270914 h 6858000"/>
                <a:gd name="connsiteX44" fmla="*/ 9312810 w 9767847"/>
                <a:gd name="connsiteY44" fmla="*/ 4220043 h 6858000"/>
                <a:gd name="connsiteX45" fmla="*/ 9316887 w 9767847"/>
                <a:gd name="connsiteY45" fmla="*/ 4194584 h 6858000"/>
                <a:gd name="connsiteX46" fmla="*/ 9318923 w 9767847"/>
                <a:gd name="connsiteY46" fmla="*/ 4181878 h 6858000"/>
                <a:gd name="connsiteX47" fmla="*/ 9320515 w 9767847"/>
                <a:gd name="connsiteY47" fmla="*/ 4168984 h 6858000"/>
                <a:gd name="connsiteX48" fmla="*/ 9332445 w 9767847"/>
                <a:gd name="connsiteY48" fmla="*/ 4069079 h 6858000"/>
                <a:gd name="connsiteX49" fmla="*/ 9336173 w 9767847"/>
                <a:gd name="connsiteY49" fmla="*/ 4022774 h 6858000"/>
                <a:gd name="connsiteX50" fmla="*/ 9340199 w 9767847"/>
                <a:gd name="connsiteY50" fmla="*/ 3969269 h 6858000"/>
                <a:gd name="connsiteX51" fmla="*/ 9347557 w 9767847"/>
                <a:gd name="connsiteY51" fmla="*/ 3770070 h 6858000"/>
                <a:gd name="connsiteX52" fmla="*/ 9346364 w 9767847"/>
                <a:gd name="connsiteY52" fmla="*/ 3669036 h 6858000"/>
                <a:gd name="connsiteX53" fmla="*/ 9344921 w 9767847"/>
                <a:gd name="connsiteY53" fmla="*/ 3619341 h 6858000"/>
                <a:gd name="connsiteX54" fmla="*/ 9344524 w 9767847"/>
                <a:gd name="connsiteY54" fmla="*/ 3607624 h 6858000"/>
                <a:gd name="connsiteX55" fmla="*/ 9343728 w 9767847"/>
                <a:gd name="connsiteY55" fmla="*/ 3594872 h 6858000"/>
                <a:gd name="connsiteX56" fmla="*/ 9342188 w 9767847"/>
                <a:gd name="connsiteY56" fmla="*/ 3569366 h 6858000"/>
                <a:gd name="connsiteX57" fmla="*/ 9339056 w 9767847"/>
                <a:gd name="connsiteY57" fmla="*/ 3518354 h 6858000"/>
                <a:gd name="connsiteX58" fmla="*/ 9334334 w 9767847"/>
                <a:gd name="connsiteY58" fmla="*/ 3467155 h 6858000"/>
                <a:gd name="connsiteX59" fmla="*/ 9329363 w 9767847"/>
                <a:gd name="connsiteY59" fmla="*/ 3415908 h 6858000"/>
                <a:gd name="connsiteX60" fmla="*/ 9328319 w 9767847"/>
                <a:gd name="connsiteY60" fmla="*/ 3404755 h 6858000"/>
                <a:gd name="connsiteX61" fmla="*/ 9327177 w 9767847"/>
                <a:gd name="connsiteY61" fmla="*/ 3394214 h 6858000"/>
                <a:gd name="connsiteX62" fmla="*/ 9324293 w 9767847"/>
                <a:gd name="connsiteY62" fmla="*/ 3370872 h 6858000"/>
                <a:gd name="connsiteX63" fmla="*/ 9320763 w 9767847"/>
                <a:gd name="connsiteY63" fmla="*/ 3344427 h 6858000"/>
                <a:gd name="connsiteX64" fmla="*/ 9317184 w 9767847"/>
                <a:gd name="connsiteY64" fmla="*/ 3315343 h 6858000"/>
                <a:gd name="connsiteX65" fmla="*/ 9311021 w 9767847"/>
                <a:gd name="connsiteY65" fmla="*/ 3270309 h 6858000"/>
                <a:gd name="connsiteX66" fmla="*/ 9302719 w 9767847"/>
                <a:gd name="connsiteY66" fmla="*/ 3219815 h 6858000"/>
                <a:gd name="connsiteX67" fmla="*/ 9293970 w 9767847"/>
                <a:gd name="connsiteY67" fmla="*/ 3169887 h 6858000"/>
                <a:gd name="connsiteX68" fmla="*/ 9252065 w 9767847"/>
                <a:gd name="connsiteY68" fmla="*/ 2971205 h 6858000"/>
                <a:gd name="connsiteX69" fmla="*/ 9227211 w 9767847"/>
                <a:gd name="connsiteY69" fmla="*/ 2872571 h 6858000"/>
                <a:gd name="connsiteX70" fmla="*/ 9220699 w 9767847"/>
                <a:gd name="connsiteY70" fmla="*/ 2848524 h 6858000"/>
                <a:gd name="connsiteX71" fmla="*/ 9213740 w 9767847"/>
                <a:gd name="connsiteY71" fmla="*/ 2824289 h 6858000"/>
                <a:gd name="connsiteX72" fmla="*/ 9199374 w 9767847"/>
                <a:gd name="connsiteY72" fmla="*/ 2775536 h 6858000"/>
                <a:gd name="connsiteX73" fmla="*/ 9061829 w 9767847"/>
                <a:gd name="connsiteY73" fmla="*/ 2389515 h 6858000"/>
                <a:gd name="connsiteX74" fmla="*/ 8978865 w 9767847"/>
                <a:gd name="connsiteY74" fmla="*/ 2200953 h 6858000"/>
                <a:gd name="connsiteX75" fmla="*/ 8956694 w 9767847"/>
                <a:gd name="connsiteY75" fmla="*/ 2154317 h 6858000"/>
                <a:gd name="connsiteX76" fmla="*/ 8934176 w 9767847"/>
                <a:gd name="connsiteY76" fmla="*/ 2108012 h 6858000"/>
                <a:gd name="connsiteX77" fmla="*/ 8887151 w 9767847"/>
                <a:gd name="connsiteY77" fmla="*/ 2015448 h 6858000"/>
                <a:gd name="connsiteX78" fmla="*/ 8787533 w 9767847"/>
                <a:gd name="connsiteY78" fmla="*/ 1832625 h 6858000"/>
                <a:gd name="connsiteX79" fmla="*/ 8761485 w 9767847"/>
                <a:gd name="connsiteY79" fmla="*/ 1787496 h 6858000"/>
                <a:gd name="connsiteX80" fmla="*/ 8734791 w 9767847"/>
                <a:gd name="connsiteY80" fmla="*/ 1741991 h 6858000"/>
                <a:gd name="connsiteX81" fmla="*/ 8680808 w 9767847"/>
                <a:gd name="connsiteY81" fmla="*/ 1652910 h 6858000"/>
                <a:gd name="connsiteX82" fmla="*/ 8567024 w 9767847"/>
                <a:gd name="connsiteY82" fmla="*/ 1477004 h 6858000"/>
                <a:gd name="connsiteX83" fmla="*/ 8537446 w 9767847"/>
                <a:gd name="connsiteY83" fmla="*/ 1433428 h 6858000"/>
                <a:gd name="connsiteX84" fmla="*/ 8507423 w 9767847"/>
                <a:gd name="connsiteY84" fmla="*/ 1389994 h 6858000"/>
                <a:gd name="connsiteX85" fmla="*/ 8446529 w 9767847"/>
                <a:gd name="connsiteY85" fmla="*/ 1304393 h 6858000"/>
                <a:gd name="connsiteX86" fmla="*/ 8319224 w 9767847"/>
                <a:gd name="connsiteY86" fmla="*/ 1135124 h 6858000"/>
                <a:gd name="connsiteX87" fmla="*/ 8286366 w 9767847"/>
                <a:gd name="connsiteY87" fmla="*/ 1093148 h 6858000"/>
                <a:gd name="connsiteX88" fmla="*/ 8270161 w 9767847"/>
                <a:gd name="connsiteY88" fmla="*/ 1072538 h 6858000"/>
                <a:gd name="connsiteX89" fmla="*/ 8253856 w 9767847"/>
                <a:gd name="connsiteY89" fmla="*/ 1052254 h 6858000"/>
                <a:gd name="connsiteX90" fmla="*/ 8186352 w 9767847"/>
                <a:gd name="connsiteY90" fmla="*/ 970373 h 6858000"/>
                <a:gd name="connsiteX91" fmla="*/ 8046768 w 9767847"/>
                <a:gd name="connsiteY91" fmla="*/ 809527 h 6858000"/>
                <a:gd name="connsiteX92" fmla="*/ 8010927 w 9767847"/>
                <a:gd name="connsiteY92" fmla="*/ 769951 h 6858000"/>
                <a:gd name="connsiteX93" fmla="*/ 7974788 w 9767847"/>
                <a:gd name="connsiteY93" fmla="*/ 730751 h 6858000"/>
                <a:gd name="connsiteX94" fmla="*/ 7901070 w 9767847"/>
                <a:gd name="connsiteY94" fmla="*/ 652823 h 6858000"/>
                <a:gd name="connsiteX95" fmla="*/ 7750054 w 9767847"/>
                <a:gd name="connsiteY95" fmla="*/ 501106 h 6858000"/>
                <a:gd name="connsiteX96" fmla="*/ 7592277 w 9767847"/>
                <a:gd name="connsiteY96" fmla="*/ 355319 h 6858000"/>
                <a:gd name="connsiteX97" fmla="*/ 7257734 w 9767847"/>
                <a:gd name="connsiteY97" fmla="*/ 81062 h 6858000"/>
                <a:gd name="connsiteX98" fmla="*/ 1892109 w 9767847"/>
                <a:gd name="connsiteY98" fmla="*/ 0 h 6858000"/>
                <a:gd name="connsiteX99" fmla="*/ 2298402 w 9767847"/>
                <a:gd name="connsiteY99" fmla="*/ 0 h 6858000"/>
                <a:gd name="connsiteX100" fmla="*/ 2135542 w 9767847"/>
                <a:gd name="connsiteY100" fmla="*/ 121879 h 6858000"/>
                <a:gd name="connsiteX101" fmla="*/ 1969576 w 9767847"/>
                <a:gd name="connsiteY101" fmla="*/ 259084 h 6858000"/>
                <a:gd name="connsiteX102" fmla="*/ 1659938 w 9767847"/>
                <a:gd name="connsiteY102" fmla="*/ 553953 h 6858000"/>
                <a:gd name="connsiteX103" fmla="*/ 729383 w 9767847"/>
                <a:gd name="connsiteY103" fmla="*/ 1940578 h 6858000"/>
                <a:gd name="connsiteX104" fmla="*/ 578465 w 9767847"/>
                <a:gd name="connsiteY104" fmla="*/ 2324905 h 6858000"/>
                <a:gd name="connsiteX105" fmla="*/ 465080 w 9767847"/>
                <a:gd name="connsiteY105" fmla="*/ 2718973 h 6858000"/>
                <a:gd name="connsiteX106" fmla="*/ 423820 w 9767847"/>
                <a:gd name="connsiteY106" fmla="*/ 2919535 h 6858000"/>
                <a:gd name="connsiteX107" fmla="*/ 392355 w 9767847"/>
                <a:gd name="connsiteY107" fmla="*/ 3122169 h 6858000"/>
                <a:gd name="connsiteX108" fmla="*/ 358801 w 9767847"/>
                <a:gd name="connsiteY108" fmla="*/ 3531013 h 6858000"/>
                <a:gd name="connsiteX109" fmla="*/ 410350 w 9767847"/>
                <a:gd name="connsiteY109" fmla="*/ 4352324 h 6858000"/>
                <a:gd name="connsiteX110" fmla="*/ 449022 w 9767847"/>
                <a:gd name="connsiteY110" fmla="*/ 4555147 h 6858000"/>
                <a:gd name="connsiteX111" fmla="*/ 498882 w 9767847"/>
                <a:gd name="connsiteY111" fmla="*/ 4756463 h 6858000"/>
                <a:gd name="connsiteX112" fmla="*/ 559775 w 9767847"/>
                <a:gd name="connsiteY112" fmla="*/ 4955755 h 6858000"/>
                <a:gd name="connsiteX113" fmla="*/ 631406 w 9767847"/>
                <a:gd name="connsiteY113" fmla="*/ 5152084 h 6858000"/>
                <a:gd name="connsiteX114" fmla="*/ 1023461 w 9767847"/>
                <a:gd name="connsiteY114" fmla="*/ 5898055 h 6858000"/>
                <a:gd name="connsiteX115" fmla="*/ 1575880 w 9767847"/>
                <a:gd name="connsiteY115" fmla="*/ 6551744 h 6858000"/>
                <a:gd name="connsiteX116" fmla="*/ 1905228 w 9767847"/>
                <a:gd name="connsiteY116" fmla="*/ 6833566 h 6858000"/>
                <a:gd name="connsiteX117" fmla="*/ 1938629 w 9767847"/>
                <a:gd name="connsiteY117" fmla="*/ 6858000 h 6858000"/>
                <a:gd name="connsiteX118" fmla="*/ 1368607 w 9767847"/>
                <a:gd name="connsiteY118" fmla="*/ 6858000 h 6858000"/>
                <a:gd name="connsiteX119" fmla="*/ 1115251 w 9767847"/>
                <a:gd name="connsiteY119" fmla="*/ 6594103 h 6858000"/>
                <a:gd name="connsiteX120" fmla="*/ 0 w 9767847"/>
                <a:gd name="connsiteY120" fmla="*/ 3653129 h 6858000"/>
                <a:gd name="connsiteX121" fmla="*/ 1777294 w 9767847"/>
                <a:gd name="connsiteY121" fmla="*/ 854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9767847" h="6858000">
                  <a:moveTo>
                    <a:pt x="7145704" y="0"/>
                  </a:moveTo>
                  <a:lnTo>
                    <a:pt x="7875738" y="0"/>
                  </a:lnTo>
                  <a:lnTo>
                    <a:pt x="7990553" y="85415"/>
                  </a:lnTo>
                  <a:cubicBezTo>
                    <a:pt x="9075991" y="933432"/>
                    <a:pt x="9767847" y="2216793"/>
                    <a:pt x="9767847" y="3653129"/>
                  </a:cubicBezTo>
                  <a:cubicBezTo>
                    <a:pt x="9767847" y="4770280"/>
                    <a:pt x="9349317" y="5794890"/>
                    <a:pt x="8652597" y="6594103"/>
                  </a:cubicBezTo>
                  <a:lnTo>
                    <a:pt x="8399240" y="6858000"/>
                  </a:lnTo>
                  <a:lnTo>
                    <a:pt x="6766926" y="6858000"/>
                  </a:lnTo>
                  <a:lnTo>
                    <a:pt x="6804586" y="6821201"/>
                  </a:lnTo>
                  <a:lnTo>
                    <a:pt x="6881735" y="6745295"/>
                  </a:lnTo>
                  <a:cubicBezTo>
                    <a:pt x="6907435" y="6719979"/>
                    <a:pt x="6933134" y="6694896"/>
                    <a:pt x="6958883" y="6668920"/>
                  </a:cubicBezTo>
                  <a:lnTo>
                    <a:pt x="7267925" y="6359792"/>
                  </a:lnTo>
                  <a:lnTo>
                    <a:pt x="7424360" y="6204783"/>
                  </a:lnTo>
                  <a:cubicBezTo>
                    <a:pt x="7450754" y="6178900"/>
                    <a:pt x="7477598" y="6152829"/>
                    <a:pt x="7504938" y="6126806"/>
                  </a:cubicBezTo>
                  <a:lnTo>
                    <a:pt x="7546396" y="6087795"/>
                  </a:lnTo>
                  <a:cubicBezTo>
                    <a:pt x="7560264" y="6074901"/>
                    <a:pt x="7574780" y="6061630"/>
                    <a:pt x="7588002" y="6049630"/>
                  </a:cubicBezTo>
                  <a:lnTo>
                    <a:pt x="7631000" y="6010807"/>
                  </a:lnTo>
                  <a:lnTo>
                    <a:pt x="7675440" y="5972407"/>
                  </a:lnTo>
                  <a:cubicBezTo>
                    <a:pt x="7690404" y="5959796"/>
                    <a:pt x="7705564" y="5947419"/>
                    <a:pt x="7720626" y="5934949"/>
                  </a:cubicBezTo>
                  <a:cubicBezTo>
                    <a:pt x="7735738" y="5922525"/>
                    <a:pt x="7751197" y="5910619"/>
                    <a:pt x="7766458" y="5898432"/>
                  </a:cubicBezTo>
                  <a:cubicBezTo>
                    <a:pt x="7827949" y="5850290"/>
                    <a:pt x="7890979" y="5804597"/>
                    <a:pt x="7955254" y="5760926"/>
                  </a:cubicBezTo>
                  <a:cubicBezTo>
                    <a:pt x="8083800" y="5673632"/>
                    <a:pt x="8216872" y="5594434"/>
                    <a:pt x="8352678" y="5521728"/>
                  </a:cubicBezTo>
                  <a:lnTo>
                    <a:pt x="8451350" y="5469352"/>
                  </a:lnTo>
                  <a:lnTo>
                    <a:pt x="8548532" y="5417493"/>
                  </a:lnTo>
                  <a:cubicBezTo>
                    <a:pt x="8612110" y="5383188"/>
                    <a:pt x="8673251" y="5349306"/>
                    <a:pt x="8729473" y="5314059"/>
                  </a:cubicBezTo>
                  <a:cubicBezTo>
                    <a:pt x="8743591" y="5305213"/>
                    <a:pt x="8757161" y="5296459"/>
                    <a:pt x="8770781" y="5287330"/>
                  </a:cubicBezTo>
                  <a:cubicBezTo>
                    <a:pt x="8777591" y="5282765"/>
                    <a:pt x="8784451" y="5278201"/>
                    <a:pt x="8790964" y="5273590"/>
                  </a:cubicBezTo>
                  <a:cubicBezTo>
                    <a:pt x="8797574" y="5268977"/>
                    <a:pt x="8804235" y="5264412"/>
                    <a:pt x="8810499" y="5259801"/>
                  </a:cubicBezTo>
                  <a:cubicBezTo>
                    <a:pt x="8835999" y="5241401"/>
                    <a:pt x="8860407" y="5222389"/>
                    <a:pt x="8883571" y="5202577"/>
                  </a:cubicBezTo>
                  <a:cubicBezTo>
                    <a:pt x="8929900" y="5162954"/>
                    <a:pt x="8971258" y="5120413"/>
                    <a:pt x="9006651" y="5074625"/>
                  </a:cubicBezTo>
                  <a:cubicBezTo>
                    <a:pt x="9015351" y="5063426"/>
                    <a:pt x="9024398" y="5050955"/>
                    <a:pt x="9033494" y="5038203"/>
                  </a:cubicBezTo>
                  <a:lnTo>
                    <a:pt x="9040305" y="5028649"/>
                  </a:lnTo>
                  <a:lnTo>
                    <a:pt x="9046568" y="5019379"/>
                  </a:lnTo>
                  <a:cubicBezTo>
                    <a:pt x="9050743" y="5013261"/>
                    <a:pt x="9054819" y="5007050"/>
                    <a:pt x="9058846" y="5000743"/>
                  </a:cubicBezTo>
                  <a:cubicBezTo>
                    <a:pt x="9075002" y="4975615"/>
                    <a:pt x="9090212" y="4949403"/>
                    <a:pt x="9104529" y="4922203"/>
                  </a:cubicBezTo>
                  <a:cubicBezTo>
                    <a:pt x="9133211" y="4867850"/>
                    <a:pt x="9158313" y="4809545"/>
                    <a:pt x="9181081" y="4748792"/>
                  </a:cubicBezTo>
                  <a:cubicBezTo>
                    <a:pt x="9203748" y="4688276"/>
                    <a:pt x="9223383" y="4625876"/>
                    <a:pt x="9240731" y="4561970"/>
                  </a:cubicBezTo>
                  <a:cubicBezTo>
                    <a:pt x="9249481" y="4530064"/>
                    <a:pt x="9257682" y="4497782"/>
                    <a:pt x="9265388" y="4465171"/>
                  </a:cubicBezTo>
                  <a:cubicBezTo>
                    <a:pt x="9269215" y="4448842"/>
                    <a:pt x="9272943" y="4432465"/>
                    <a:pt x="9276571" y="4416041"/>
                  </a:cubicBezTo>
                  <a:lnTo>
                    <a:pt x="9281841" y="4391477"/>
                  </a:lnTo>
                  <a:lnTo>
                    <a:pt x="9286513" y="4368936"/>
                  </a:lnTo>
                  <a:lnTo>
                    <a:pt x="9296754" y="4316136"/>
                  </a:lnTo>
                  <a:lnTo>
                    <a:pt x="9301029" y="4293172"/>
                  </a:lnTo>
                  <a:lnTo>
                    <a:pt x="9302818" y="4282679"/>
                  </a:lnTo>
                  <a:lnTo>
                    <a:pt x="9304658" y="4270914"/>
                  </a:lnTo>
                  <a:lnTo>
                    <a:pt x="9312810" y="4220043"/>
                  </a:lnTo>
                  <a:lnTo>
                    <a:pt x="9316887" y="4194584"/>
                  </a:lnTo>
                  <a:lnTo>
                    <a:pt x="9318923" y="4181878"/>
                  </a:lnTo>
                  <a:cubicBezTo>
                    <a:pt x="9319570" y="4177644"/>
                    <a:pt x="9319969" y="4173267"/>
                    <a:pt x="9320515" y="4168984"/>
                  </a:cubicBezTo>
                  <a:lnTo>
                    <a:pt x="9332445" y="4069079"/>
                  </a:lnTo>
                  <a:cubicBezTo>
                    <a:pt x="9333836" y="4056468"/>
                    <a:pt x="9334880" y="4040986"/>
                    <a:pt x="9336173" y="4022774"/>
                  </a:cubicBezTo>
                  <a:lnTo>
                    <a:pt x="9340199" y="3969269"/>
                  </a:lnTo>
                  <a:cubicBezTo>
                    <a:pt x="9345071" y="3903904"/>
                    <a:pt x="9347358" y="3837081"/>
                    <a:pt x="9347557" y="3770070"/>
                  </a:cubicBezTo>
                  <a:cubicBezTo>
                    <a:pt x="9347656" y="3736518"/>
                    <a:pt x="9347209" y="3702871"/>
                    <a:pt x="9346364" y="3669036"/>
                  </a:cubicBezTo>
                  <a:lnTo>
                    <a:pt x="9344921" y="3619341"/>
                  </a:lnTo>
                  <a:lnTo>
                    <a:pt x="9344524" y="3607624"/>
                  </a:lnTo>
                  <a:lnTo>
                    <a:pt x="9343728" y="3594872"/>
                  </a:lnTo>
                  <a:lnTo>
                    <a:pt x="9342188" y="3569366"/>
                  </a:lnTo>
                  <a:lnTo>
                    <a:pt x="9339056" y="3518354"/>
                  </a:lnTo>
                  <a:cubicBezTo>
                    <a:pt x="9337914" y="3501319"/>
                    <a:pt x="9335874" y="3484236"/>
                    <a:pt x="9334334" y="3467155"/>
                  </a:cubicBezTo>
                  <a:lnTo>
                    <a:pt x="9329363" y="3415908"/>
                  </a:lnTo>
                  <a:lnTo>
                    <a:pt x="9328319" y="3404755"/>
                  </a:lnTo>
                  <a:lnTo>
                    <a:pt x="9327177" y="3394214"/>
                  </a:lnTo>
                  <a:lnTo>
                    <a:pt x="9324293" y="3370872"/>
                  </a:lnTo>
                  <a:lnTo>
                    <a:pt x="9320763" y="3344427"/>
                  </a:lnTo>
                  <a:lnTo>
                    <a:pt x="9317184" y="3315343"/>
                  </a:lnTo>
                  <a:cubicBezTo>
                    <a:pt x="9315594" y="3300991"/>
                    <a:pt x="9313506" y="3286404"/>
                    <a:pt x="9311021" y="3270309"/>
                  </a:cubicBezTo>
                  <a:lnTo>
                    <a:pt x="9302719" y="3219815"/>
                  </a:lnTo>
                  <a:cubicBezTo>
                    <a:pt x="9299936" y="3203157"/>
                    <a:pt x="9297003" y="3186498"/>
                    <a:pt x="9293970" y="3169887"/>
                  </a:cubicBezTo>
                  <a:cubicBezTo>
                    <a:pt x="9281891" y="3103393"/>
                    <a:pt x="9267674" y="3037182"/>
                    <a:pt x="9252065" y="2971205"/>
                  </a:cubicBezTo>
                  <a:cubicBezTo>
                    <a:pt x="9244261" y="2938265"/>
                    <a:pt x="9235959" y="2905371"/>
                    <a:pt x="9227211" y="2872571"/>
                  </a:cubicBezTo>
                  <a:lnTo>
                    <a:pt x="9220699" y="2848524"/>
                  </a:lnTo>
                  <a:lnTo>
                    <a:pt x="9213740" y="2824289"/>
                  </a:lnTo>
                  <a:cubicBezTo>
                    <a:pt x="9209216" y="2808147"/>
                    <a:pt x="9204345" y="2791866"/>
                    <a:pt x="9199374" y="2775536"/>
                  </a:cubicBezTo>
                  <a:cubicBezTo>
                    <a:pt x="9159855" y="2645184"/>
                    <a:pt x="9114272" y="2516197"/>
                    <a:pt x="9061829" y="2389515"/>
                  </a:cubicBezTo>
                  <a:cubicBezTo>
                    <a:pt x="9035582" y="2326175"/>
                    <a:pt x="9008043" y="2263258"/>
                    <a:pt x="8978865" y="2200953"/>
                  </a:cubicBezTo>
                  <a:lnTo>
                    <a:pt x="8956694" y="2154317"/>
                  </a:lnTo>
                  <a:lnTo>
                    <a:pt x="8934176" y="2108012"/>
                  </a:lnTo>
                  <a:cubicBezTo>
                    <a:pt x="8918915" y="2077189"/>
                    <a:pt x="8903157" y="2046130"/>
                    <a:pt x="8887151" y="2015448"/>
                  </a:cubicBezTo>
                  <a:cubicBezTo>
                    <a:pt x="8854988" y="1953989"/>
                    <a:pt x="8822082" y="1892908"/>
                    <a:pt x="8787533" y="1832625"/>
                  </a:cubicBezTo>
                  <a:lnTo>
                    <a:pt x="8761485" y="1787496"/>
                  </a:lnTo>
                  <a:lnTo>
                    <a:pt x="8734791" y="1741991"/>
                  </a:lnTo>
                  <a:cubicBezTo>
                    <a:pt x="8717047" y="1711921"/>
                    <a:pt x="8699200" y="1682461"/>
                    <a:pt x="8680808" y="1652910"/>
                  </a:cubicBezTo>
                  <a:cubicBezTo>
                    <a:pt x="8644322" y="1593756"/>
                    <a:pt x="8606194" y="1535216"/>
                    <a:pt x="8567024" y="1477004"/>
                  </a:cubicBezTo>
                  <a:lnTo>
                    <a:pt x="8537446" y="1433428"/>
                  </a:lnTo>
                  <a:lnTo>
                    <a:pt x="8507423" y="1389994"/>
                  </a:lnTo>
                  <a:cubicBezTo>
                    <a:pt x="8487390" y="1361382"/>
                    <a:pt x="8467158" y="1332817"/>
                    <a:pt x="8446529" y="1304393"/>
                  </a:cubicBezTo>
                  <a:cubicBezTo>
                    <a:pt x="8405271" y="1247595"/>
                    <a:pt x="8362718" y="1191218"/>
                    <a:pt x="8319224" y="1135124"/>
                  </a:cubicBezTo>
                  <a:lnTo>
                    <a:pt x="8286366" y="1093148"/>
                  </a:lnTo>
                  <a:lnTo>
                    <a:pt x="8270161" y="1072538"/>
                  </a:lnTo>
                  <a:lnTo>
                    <a:pt x="8253856" y="1052254"/>
                  </a:lnTo>
                  <a:cubicBezTo>
                    <a:pt x="8231636" y="1024773"/>
                    <a:pt x="8209117" y="997479"/>
                    <a:pt x="8186352" y="970373"/>
                  </a:cubicBezTo>
                  <a:cubicBezTo>
                    <a:pt x="8140917" y="916020"/>
                    <a:pt x="8094240" y="862515"/>
                    <a:pt x="8046768" y="809527"/>
                  </a:cubicBezTo>
                  <a:lnTo>
                    <a:pt x="8010927" y="769951"/>
                  </a:lnTo>
                  <a:lnTo>
                    <a:pt x="7974788" y="730751"/>
                  </a:lnTo>
                  <a:cubicBezTo>
                    <a:pt x="7950382" y="704587"/>
                    <a:pt x="7925824" y="678563"/>
                    <a:pt x="7901070" y="652823"/>
                  </a:cubicBezTo>
                  <a:cubicBezTo>
                    <a:pt x="7851510" y="601387"/>
                    <a:pt x="7801404" y="550612"/>
                    <a:pt x="7750054" y="501106"/>
                  </a:cubicBezTo>
                  <a:cubicBezTo>
                    <a:pt x="7698902" y="451742"/>
                    <a:pt x="7645913" y="403036"/>
                    <a:pt x="7592277" y="355319"/>
                  </a:cubicBezTo>
                  <a:cubicBezTo>
                    <a:pt x="7484856" y="259884"/>
                    <a:pt x="7373308" y="168402"/>
                    <a:pt x="7257734" y="81062"/>
                  </a:cubicBezTo>
                  <a:close/>
                  <a:moveTo>
                    <a:pt x="1892109" y="0"/>
                  </a:moveTo>
                  <a:lnTo>
                    <a:pt x="2298402" y="0"/>
                  </a:lnTo>
                  <a:lnTo>
                    <a:pt x="2135542" y="121879"/>
                  </a:lnTo>
                  <a:cubicBezTo>
                    <a:pt x="2078998" y="166378"/>
                    <a:pt x="2023659" y="212143"/>
                    <a:pt x="1969576" y="259084"/>
                  </a:cubicBezTo>
                  <a:cubicBezTo>
                    <a:pt x="1861309" y="352918"/>
                    <a:pt x="1758064" y="451412"/>
                    <a:pt x="1659938" y="553953"/>
                  </a:cubicBezTo>
                  <a:cubicBezTo>
                    <a:pt x="1266987" y="964444"/>
                    <a:pt x="953820" y="1435593"/>
                    <a:pt x="729383" y="1940578"/>
                  </a:cubicBezTo>
                  <a:cubicBezTo>
                    <a:pt x="673260" y="2066459"/>
                    <a:pt x="622855" y="2195070"/>
                    <a:pt x="578465" y="2324905"/>
                  </a:cubicBezTo>
                  <a:cubicBezTo>
                    <a:pt x="534125" y="2454785"/>
                    <a:pt x="496147" y="2586314"/>
                    <a:pt x="465080" y="2718973"/>
                  </a:cubicBezTo>
                  <a:cubicBezTo>
                    <a:pt x="449769" y="2785089"/>
                    <a:pt x="435850" y="2852289"/>
                    <a:pt x="423820" y="2919535"/>
                  </a:cubicBezTo>
                  <a:cubicBezTo>
                    <a:pt x="411840" y="2986829"/>
                    <a:pt x="401054" y="3054358"/>
                    <a:pt x="392355" y="3122169"/>
                  </a:cubicBezTo>
                  <a:cubicBezTo>
                    <a:pt x="374509" y="3257744"/>
                    <a:pt x="363424" y="3393978"/>
                    <a:pt x="358801" y="3531013"/>
                  </a:cubicBezTo>
                  <a:cubicBezTo>
                    <a:pt x="349009" y="3804941"/>
                    <a:pt x="366357" y="4079668"/>
                    <a:pt x="410350" y="4352324"/>
                  </a:cubicBezTo>
                  <a:cubicBezTo>
                    <a:pt x="421286" y="4420230"/>
                    <a:pt x="434209" y="4487758"/>
                    <a:pt x="449022" y="4555147"/>
                  </a:cubicBezTo>
                  <a:cubicBezTo>
                    <a:pt x="463737" y="4622534"/>
                    <a:pt x="480389" y="4689686"/>
                    <a:pt x="498882" y="4756463"/>
                  </a:cubicBezTo>
                  <a:cubicBezTo>
                    <a:pt x="517373" y="4823239"/>
                    <a:pt x="537704" y="4889733"/>
                    <a:pt x="559775" y="4955755"/>
                  </a:cubicBezTo>
                  <a:cubicBezTo>
                    <a:pt x="581946" y="5021873"/>
                    <a:pt x="605358" y="5087473"/>
                    <a:pt x="631406" y="5152084"/>
                  </a:cubicBezTo>
                  <a:cubicBezTo>
                    <a:pt x="734055" y="5411706"/>
                    <a:pt x="865188" y="5662668"/>
                    <a:pt x="1023461" y="5898055"/>
                  </a:cubicBezTo>
                  <a:cubicBezTo>
                    <a:pt x="1181487" y="6133676"/>
                    <a:pt x="1367051" y="6353345"/>
                    <a:pt x="1575880" y="6551744"/>
                  </a:cubicBezTo>
                  <a:cubicBezTo>
                    <a:pt x="1680269" y="6651014"/>
                    <a:pt x="1790338" y="6745037"/>
                    <a:pt x="1905228" y="6833566"/>
                  </a:cubicBezTo>
                  <a:lnTo>
                    <a:pt x="1938629" y="6858000"/>
                  </a:lnTo>
                  <a:lnTo>
                    <a:pt x="1368607" y="6858000"/>
                  </a:lnTo>
                  <a:lnTo>
                    <a:pt x="1115251" y="6594103"/>
                  </a:lnTo>
                  <a:cubicBezTo>
                    <a:pt x="418530" y="5794890"/>
                    <a:pt x="0" y="4770280"/>
                    <a:pt x="0" y="3653129"/>
                  </a:cubicBezTo>
                  <a:cubicBezTo>
                    <a:pt x="0" y="2216793"/>
                    <a:pt x="691856" y="933432"/>
                    <a:pt x="1777294" y="85415"/>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grpSp>
      <p:sp>
        <p:nvSpPr>
          <p:cNvPr id="2" name="Title 1">
            <a:extLst>
              <a:ext uri="{FF2B5EF4-FFF2-40B4-BE49-F238E27FC236}">
                <a16:creationId xmlns:a16="http://schemas.microsoft.com/office/drawing/2014/main" id="{8FB44EAD-9809-7711-9716-CB8F557A1391}"/>
              </a:ext>
            </a:extLst>
          </p:cNvPr>
          <p:cNvSpPr>
            <a:spLocks noGrp="1"/>
          </p:cNvSpPr>
          <p:nvPr>
            <p:ph type="ctrTitle"/>
          </p:nvPr>
        </p:nvSpPr>
        <p:spPr>
          <a:xfrm>
            <a:off x="876300" y="45868"/>
            <a:ext cx="10263459" cy="923925"/>
          </a:xfrm>
        </p:spPr>
        <p:txBody>
          <a:bodyPr anchor="b">
            <a:normAutofit/>
          </a:bodyPr>
          <a:lstStyle/>
          <a:p>
            <a:r>
              <a:rPr lang="en-IN" sz="4000" dirty="0">
                <a:solidFill>
                  <a:schemeClr val="tx2"/>
                </a:solidFill>
                <a:latin typeface="Engravers MT" panose="02090707080505020304" pitchFamily="18" charset="0"/>
              </a:rPr>
              <a:t>History  of MISRA-C</a:t>
            </a:r>
            <a:endParaRPr lang="en-IN" sz="4000" dirty="0">
              <a:solidFill>
                <a:schemeClr val="tx2"/>
              </a:solidFill>
            </a:endParaRPr>
          </a:p>
        </p:txBody>
      </p:sp>
      <p:grpSp>
        <p:nvGrpSpPr>
          <p:cNvPr id="23" name="Group 22">
            <a:extLst>
              <a:ext uri="{FF2B5EF4-FFF2-40B4-BE49-F238E27FC236}">
                <a16:creationId xmlns:a16="http://schemas.microsoft.com/office/drawing/2014/main" id="{87F87F1B-42BA-4AC7-A4E2-41544DDB2CE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05" y="-4155"/>
            <a:ext cx="2514948" cy="2174333"/>
            <a:chOff x="-305" y="-4155"/>
            <a:chExt cx="2514948" cy="2174333"/>
          </a:xfrm>
        </p:grpSpPr>
        <p:sp>
          <p:nvSpPr>
            <p:cNvPr id="24" name="Freeform: Shape 23">
              <a:extLst>
                <a:ext uri="{FF2B5EF4-FFF2-40B4-BE49-F238E27FC236}">
                  <a16:creationId xmlns:a16="http://schemas.microsoft.com/office/drawing/2014/main" id="{68B53067-4E48-4E71-A6A9-A8CAABAFBF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Shape 24">
              <a:extLst>
                <a:ext uri="{FF2B5EF4-FFF2-40B4-BE49-F238E27FC236}">
                  <a16:creationId xmlns:a16="http://schemas.microsoft.com/office/drawing/2014/main" id="{06D1A0D3-4BB8-41D9-9CE7-2884C83F44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reeform: Shape 25">
              <a:extLst>
                <a:ext uri="{FF2B5EF4-FFF2-40B4-BE49-F238E27FC236}">
                  <a16:creationId xmlns:a16="http://schemas.microsoft.com/office/drawing/2014/main" id="{81E20F06-3B09-4B89-A36B-AB8BFBCCA5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27" name="Freeform: Shape 26">
              <a:extLst>
                <a:ext uri="{FF2B5EF4-FFF2-40B4-BE49-F238E27FC236}">
                  <a16:creationId xmlns:a16="http://schemas.microsoft.com/office/drawing/2014/main" id="{DAE6C3D7-7D5B-4926-877D-45F117BB6B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9" name="Group 28">
            <a:extLst>
              <a:ext uri="{FF2B5EF4-FFF2-40B4-BE49-F238E27FC236}">
                <a16:creationId xmlns:a16="http://schemas.microsoft.com/office/drawing/2014/main" id="{967346A5-7569-4F15-AB5D-BE3DADF192C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9685727" y="4683666"/>
            <a:ext cx="2514948" cy="2174333"/>
            <a:chOff x="-305" y="-4155"/>
            <a:chExt cx="2514948" cy="2174333"/>
          </a:xfrm>
        </p:grpSpPr>
        <p:sp>
          <p:nvSpPr>
            <p:cNvPr id="30" name="Freeform: Shape 29">
              <a:extLst>
                <a:ext uri="{FF2B5EF4-FFF2-40B4-BE49-F238E27FC236}">
                  <a16:creationId xmlns:a16="http://schemas.microsoft.com/office/drawing/2014/main" id="{E1951533-A568-4765-AB1F-F71D9AFDEA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reeform: Shape 30">
              <a:extLst>
                <a:ext uri="{FF2B5EF4-FFF2-40B4-BE49-F238E27FC236}">
                  <a16:creationId xmlns:a16="http://schemas.microsoft.com/office/drawing/2014/main" id="{A7214F52-4F3F-4C96-A62E-F1401D6C04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Freeform: Shape 31">
              <a:extLst>
                <a:ext uri="{FF2B5EF4-FFF2-40B4-BE49-F238E27FC236}">
                  <a16:creationId xmlns:a16="http://schemas.microsoft.com/office/drawing/2014/main" id="{023146A1-291C-4FA0-AB5B-EB04D42398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33" name="Freeform: Shape 32">
              <a:extLst>
                <a:ext uri="{FF2B5EF4-FFF2-40B4-BE49-F238E27FC236}">
                  <a16:creationId xmlns:a16="http://schemas.microsoft.com/office/drawing/2014/main" id="{62977932-2B03-4899-8306-5002CEE68E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5" name="Title 1">
            <a:extLst>
              <a:ext uri="{FF2B5EF4-FFF2-40B4-BE49-F238E27FC236}">
                <a16:creationId xmlns:a16="http://schemas.microsoft.com/office/drawing/2014/main" id="{D6EE584E-84BC-FC84-2A5F-A0E7AF1256B7}"/>
              </a:ext>
            </a:extLst>
          </p:cNvPr>
          <p:cNvSpPr txBox="1">
            <a:spLocks/>
          </p:cNvSpPr>
          <p:nvPr/>
        </p:nvSpPr>
        <p:spPr>
          <a:xfrm>
            <a:off x="10382250" y="3983"/>
            <a:ext cx="1809445" cy="44767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2000" dirty="0">
                <a:solidFill>
                  <a:schemeClr val="tx2"/>
                </a:solidFill>
              </a:rPr>
              <a:t>MISRA C -2012</a:t>
            </a:r>
          </a:p>
        </p:txBody>
      </p:sp>
      <p:sp>
        <p:nvSpPr>
          <p:cNvPr id="6" name="Subtitle 2">
            <a:extLst>
              <a:ext uri="{FF2B5EF4-FFF2-40B4-BE49-F238E27FC236}">
                <a16:creationId xmlns:a16="http://schemas.microsoft.com/office/drawing/2014/main" id="{C992C8E1-40D9-45CC-B67A-D8B86D2A381E}"/>
              </a:ext>
            </a:extLst>
          </p:cNvPr>
          <p:cNvSpPr txBox="1">
            <a:spLocks/>
          </p:cNvSpPr>
          <p:nvPr/>
        </p:nvSpPr>
        <p:spPr>
          <a:xfrm>
            <a:off x="3432265" y="853500"/>
            <a:ext cx="5188034" cy="682079"/>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115000"/>
              </a:lnSpc>
              <a:spcAft>
                <a:spcPts val="800"/>
              </a:spcAft>
            </a:pPr>
            <a:r>
              <a:rPr lang="en-IN" kern="100" dirty="0">
                <a:solidFill>
                  <a:srgbClr val="666666"/>
                </a:solidFill>
                <a:effectLst/>
                <a:highlight>
                  <a:srgbClr val="FFFF00"/>
                </a:highlight>
                <a:latin typeface="Times New Roman" panose="02020603050405020304" pitchFamily="18" charset="0"/>
                <a:ea typeface="Aptos" panose="020B0004020202020204" pitchFamily="34" charset="0"/>
                <a:cs typeface="Times New Roman" panose="02020603050405020304" pitchFamily="18" charset="0"/>
              </a:rPr>
              <a:t>Misra2012:Rule-8.7</a:t>
            </a:r>
          </a:p>
        </p:txBody>
      </p:sp>
      <p:sp>
        <p:nvSpPr>
          <p:cNvPr id="3" name="TextBox 2">
            <a:extLst>
              <a:ext uri="{FF2B5EF4-FFF2-40B4-BE49-F238E27FC236}">
                <a16:creationId xmlns:a16="http://schemas.microsoft.com/office/drawing/2014/main" id="{F52B51FF-E201-359D-4743-DA9B627F1CC1}"/>
              </a:ext>
            </a:extLst>
          </p:cNvPr>
          <p:cNvSpPr txBox="1"/>
          <p:nvPr/>
        </p:nvSpPr>
        <p:spPr>
          <a:xfrm>
            <a:off x="1018539" y="1294798"/>
            <a:ext cx="10263459" cy="646331"/>
          </a:xfrm>
          <a:prstGeom prst="rect">
            <a:avLst/>
          </a:prstGeom>
          <a:noFill/>
        </p:spPr>
        <p:txBody>
          <a:bodyPr wrap="square">
            <a:spAutoFit/>
          </a:bodyPr>
          <a:lstStyle/>
          <a:p>
            <a:pPr marL="285750" indent="-285750" algn="l">
              <a:buFont typeface="Wingdings" panose="05000000000000000000" pitchFamily="2" charset="2"/>
              <a:buChar char="q"/>
            </a:pPr>
            <a:r>
              <a:rPr lang="en-US" sz="1800" b="1" i="0" u="none" strike="noStrike" baseline="0" dirty="0">
                <a:latin typeface="Times New Roman" panose="02020603050405020304" pitchFamily="18" charset="0"/>
                <a:cs typeface="Times New Roman" panose="02020603050405020304" pitchFamily="18" charset="0"/>
              </a:rPr>
              <a:t>Functions and objects should not be defined with external linkage if they are referenced in only one translation unit</a:t>
            </a:r>
            <a:endParaRPr lang="en-IN" b="1" kern="100" dirty="0">
              <a:effectLst/>
              <a:highlight>
                <a:srgbClr val="FFFF00"/>
              </a:highlight>
              <a:latin typeface="Times New Roman" panose="02020603050405020304" pitchFamily="18" charset="0"/>
              <a:ea typeface="Aptos" panose="020B0004020202020204" pitchFamily="34" charset="0"/>
              <a:cs typeface="Times New Roman" panose="02020603050405020304" pitchFamily="18" charset="0"/>
            </a:endParaRPr>
          </a:p>
        </p:txBody>
      </p:sp>
      <p:sp>
        <p:nvSpPr>
          <p:cNvPr id="11" name="TextBox 10">
            <a:extLst>
              <a:ext uri="{FF2B5EF4-FFF2-40B4-BE49-F238E27FC236}">
                <a16:creationId xmlns:a16="http://schemas.microsoft.com/office/drawing/2014/main" id="{3BAF9C64-DAA2-791C-A360-DC870B79332D}"/>
              </a:ext>
            </a:extLst>
          </p:cNvPr>
          <p:cNvSpPr txBox="1"/>
          <p:nvPr/>
        </p:nvSpPr>
        <p:spPr>
          <a:xfrm>
            <a:off x="1303528" y="1867212"/>
            <a:ext cx="9642403" cy="369332"/>
          </a:xfrm>
          <a:prstGeom prst="rect">
            <a:avLst/>
          </a:prstGeom>
          <a:noFill/>
        </p:spPr>
        <p:txBody>
          <a:bodyPr wrap="square">
            <a:spAutoFit/>
          </a:bodyPr>
          <a:lstStyle/>
          <a:p>
            <a:pPr algn="l"/>
            <a:r>
              <a:rPr lang="en-IN" sz="1800" b="0" i="0" u="none" strike="noStrike" baseline="0" dirty="0">
                <a:latin typeface="OpenSans"/>
              </a:rPr>
              <a:t>Category –</a:t>
            </a:r>
            <a:r>
              <a:rPr lang="en-IN" sz="1800" b="0" i="0" u="none" strike="noStrike" baseline="0" dirty="0">
                <a:latin typeface="OpenSans-Light"/>
              </a:rPr>
              <a:t>Advisory    Analysis </a:t>
            </a:r>
            <a:r>
              <a:rPr lang="en-IN" sz="1800" b="0" i="0" u="none" strike="noStrike" baseline="0" dirty="0">
                <a:latin typeface="OpenSans"/>
              </a:rPr>
              <a:t> -</a:t>
            </a:r>
            <a:r>
              <a:rPr lang="en-IN" sz="1800" b="0" i="0" u="none" strike="noStrike" baseline="0" dirty="0">
                <a:latin typeface="OpenSans-Light"/>
              </a:rPr>
              <a:t> Decidable, System    </a:t>
            </a:r>
            <a:r>
              <a:rPr lang="en-IN" sz="1800" b="0" i="0" u="none" strike="noStrike" baseline="0" dirty="0">
                <a:latin typeface="OpenSans"/>
              </a:rPr>
              <a:t>Applies to -</a:t>
            </a:r>
            <a:r>
              <a:rPr lang="en-IN" sz="1800" b="0" i="0" u="none" strike="noStrike" baseline="0" dirty="0">
                <a:latin typeface="OpenSans-Light"/>
              </a:rPr>
              <a:t> C90, C99</a:t>
            </a:r>
            <a:endParaRPr lang="en-IN" dirty="0"/>
          </a:p>
        </p:txBody>
      </p:sp>
      <p:sp>
        <p:nvSpPr>
          <p:cNvPr id="12" name="TextBox 11">
            <a:extLst>
              <a:ext uri="{FF2B5EF4-FFF2-40B4-BE49-F238E27FC236}">
                <a16:creationId xmlns:a16="http://schemas.microsoft.com/office/drawing/2014/main" id="{3B6B20D6-4372-E7FE-5B7C-3A5C456054FD}"/>
              </a:ext>
            </a:extLst>
          </p:cNvPr>
          <p:cNvSpPr txBox="1"/>
          <p:nvPr/>
        </p:nvSpPr>
        <p:spPr>
          <a:xfrm>
            <a:off x="2848864" y="2834156"/>
            <a:ext cx="7846202" cy="3693319"/>
          </a:xfrm>
          <a:prstGeom prst="rect">
            <a:avLst/>
          </a:prstGeom>
          <a:noFill/>
        </p:spPr>
        <p:txBody>
          <a:bodyPr wrap="square">
            <a:spAutoFit/>
          </a:bodyPr>
          <a:lstStyle/>
          <a:p>
            <a:pPr algn="l"/>
            <a:r>
              <a:rPr lang="en-US" sz="1800" b="0" i="0" u="none" strike="noStrike" baseline="0" dirty="0">
                <a:highlight>
                  <a:srgbClr val="FFFF00"/>
                </a:highlight>
                <a:latin typeface="Times New Roman" panose="02020603050405020304" pitchFamily="18" charset="0"/>
                <a:cs typeface="Times New Roman" panose="02020603050405020304" pitchFamily="18" charset="0"/>
              </a:rPr>
              <a:t>// File: </a:t>
            </a:r>
            <a:r>
              <a:rPr lang="en-US" sz="1800" b="0" i="0" u="none" strike="noStrike" baseline="0" dirty="0" err="1">
                <a:highlight>
                  <a:srgbClr val="FFFF00"/>
                </a:highlight>
                <a:latin typeface="Times New Roman" panose="02020603050405020304" pitchFamily="18" charset="0"/>
                <a:cs typeface="Times New Roman" panose="02020603050405020304" pitchFamily="18" charset="0"/>
              </a:rPr>
              <a:t>math_utils.c</a:t>
            </a:r>
            <a:endParaRPr lang="en-US" sz="1800" b="0" i="0" u="none" strike="noStrike" baseline="0" dirty="0">
              <a:highlight>
                <a:srgbClr val="FFFF00"/>
              </a:highlight>
              <a:latin typeface="Times New Roman" panose="02020603050405020304" pitchFamily="18" charset="0"/>
              <a:cs typeface="Times New Roman" panose="02020603050405020304" pitchFamily="18" charset="0"/>
            </a:endParaRPr>
          </a:p>
          <a:p>
            <a:pPr algn="l"/>
            <a:r>
              <a:rPr lang="en-US" sz="1800" b="0" i="0" u="none" strike="noStrike" baseline="0" dirty="0">
                <a:latin typeface="Times New Roman" panose="02020603050405020304" pitchFamily="18" charset="0"/>
                <a:cs typeface="Times New Roman" panose="02020603050405020304" pitchFamily="18" charset="0"/>
              </a:rPr>
              <a:t>#include "</a:t>
            </a:r>
            <a:r>
              <a:rPr lang="en-US" sz="1800" b="0" i="0" u="none" strike="noStrike" baseline="0" dirty="0" err="1">
                <a:latin typeface="Times New Roman" panose="02020603050405020304" pitchFamily="18" charset="0"/>
                <a:cs typeface="Times New Roman" panose="02020603050405020304" pitchFamily="18" charset="0"/>
              </a:rPr>
              <a:t>math_utils.h</a:t>
            </a:r>
            <a:r>
              <a:rPr lang="en-US" sz="1800" b="0" i="0" u="none" strike="noStrike" baseline="0" dirty="0">
                <a:latin typeface="Times New Roman" panose="02020603050405020304" pitchFamily="18" charset="0"/>
                <a:cs typeface="Times New Roman" panose="02020603050405020304" pitchFamily="18" charset="0"/>
              </a:rPr>
              <a:t>"</a:t>
            </a:r>
          </a:p>
          <a:p>
            <a:pPr algn="l"/>
            <a:endParaRPr lang="en-US" sz="1800" b="0" i="0" u="none" strike="noStrike" baseline="0" dirty="0">
              <a:latin typeface="Times New Roman" panose="02020603050405020304" pitchFamily="18" charset="0"/>
              <a:cs typeface="Times New Roman" panose="02020603050405020304" pitchFamily="18" charset="0"/>
            </a:endParaRPr>
          </a:p>
          <a:p>
            <a:pPr algn="l"/>
            <a:r>
              <a:rPr lang="en-US" sz="1800" b="0" i="0" u="none" strike="noStrike" baseline="0" dirty="0">
                <a:highlight>
                  <a:srgbClr val="FFFF00"/>
                </a:highlight>
                <a:latin typeface="Times New Roman" panose="02020603050405020304" pitchFamily="18" charset="0"/>
                <a:cs typeface="Times New Roman" panose="02020603050405020304" pitchFamily="18" charset="0"/>
              </a:rPr>
              <a:t>int add</a:t>
            </a:r>
            <a:r>
              <a:rPr lang="en-US" sz="1800" b="0" i="0" u="none" strike="noStrike" baseline="0" dirty="0">
                <a:latin typeface="Times New Roman" panose="02020603050405020304" pitchFamily="18" charset="0"/>
                <a:cs typeface="Times New Roman" panose="02020603050405020304" pitchFamily="18" charset="0"/>
              </a:rPr>
              <a:t>(int a, int b) {</a:t>
            </a:r>
          </a:p>
          <a:p>
            <a:pPr algn="l"/>
            <a:r>
              <a:rPr lang="en-US" sz="1800" b="0" i="0" u="none" strike="noStrike" baseline="0" dirty="0">
                <a:latin typeface="Times New Roman" panose="02020603050405020304" pitchFamily="18" charset="0"/>
                <a:cs typeface="Times New Roman" panose="02020603050405020304" pitchFamily="18" charset="0"/>
              </a:rPr>
              <a:t>    return a + b;</a:t>
            </a:r>
          </a:p>
          <a:p>
            <a:pPr algn="l"/>
            <a:r>
              <a:rPr lang="en-US" sz="1800" b="0" i="0" u="none" strike="noStrike" baseline="0" dirty="0">
                <a:latin typeface="Times New Roman" panose="02020603050405020304" pitchFamily="18" charset="0"/>
                <a:cs typeface="Times New Roman" panose="02020603050405020304" pitchFamily="18" charset="0"/>
              </a:rPr>
              <a:t>}</a:t>
            </a:r>
          </a:p>
          <a:p>
            <a:pPr algn="l"/>
            <a:r>
              <a:rPr lang="en-US" sz="1800" b="0" i="0" u="none" strike="noStrike" baseline="0" dirty="0">
                <a:latin typeface="Times New Roman" panose="02020603050405020304" pitchFamily="18" charset="0"/>
                <a:cs typeface="Times New Roman" panose="02020603050405020304" pitchFamily="18" charset="0"/>
              </a:rPr>
              <a:t>// File: </a:t>
            </a:r>
            <a:r>
              <a:rPr lang="en-US" sz="1800" b="0" i="0" u="none" strike="noStrike" baseline="0" dirty="0" err="1">
                <a:latin typeface="Times New Roman" panose="02020603050405020304" pitchFamily="18" charset="0"/>
                <a:cs typeface="Times New Roman" panose="02020603050405020304" pitchFamily="18" charset="0"/>
              </a:rPr>
              <a:t>math_utils.h</a:t>
            </a:r>
            <a:endParaRPr lang="en-US" sz="1800" b="0" i="0" u="none" strike="noStrike" baseline="0" dirty="0">
              <a:latin typeface="Times New Roman" panose="02020603050405020304" pitchFamily="18" charset="0"/>
              <a:cs typeface="Times New Roman" panose="02020603050405020304" pitchFamily="18" charset="0"/>
            </a:endParaRPr>
          </a:p>
          <a:p>
            <a:pPr algn="l"/>
            <a:r>
              <a:rPr lang="en-US" sz="1800" b="0" i="0" u="none" strike="noStrike" baseline="0" dirty="0">
                <a:latin typeface="Times New Roman" panose="02020603050405020304" pitchFamily="18" charset="0"/>
                <a:cs typeface="Times New Roman" panose="02020603050405020304" pitchFamily="18" charset="0"/>
              </a:rPr>
              <a:t>#ifndef MATH_UTILS_H</a:t>
            </a:r>
          </a:p>
          <a:p>
            <a:pPr algn="l"/>
            <a:r>
              <a:rPr lang="en-US" sz="1800" b="0" i="0" u="none" strike="noStrike" baseline="0" dirty="0">
                <a:latin typeface="Times New Roman" panose="02020603050405020304" pitchFamily="18" charset="0"/>
                <a:cs typeface="Times New Roman" panose="02020603050405020304" pitchFamily="18" charset="0"/>
              </a:rPr>
              <a:t>#define MATH_UTILS_H</a:t>
            </a:r>
          </a:p>
          <a:p>
            <a:pPr algn="l"/>
            <a:endParaRPr lang="en-US" sz="1800" b="0" i="0" u="none" strike="noStrike" baseline="0" dirty="0">
              <a:latin typeface="Times New Roman" panose="02020603050405020304" pitchFamily="18" charset="0"/>
              <a:cs typeface="Times New Roman" panose="02020603050405020304" pitchFamily="18" charset="0"/>
            </a:endParaRPr>
          </a:p>
          <a:p>
            <a:pPr algn="l"/>
            <a:r>
              <a:rPr lang="en-US" sz="1800" b="0" i="0" u="none" strike="noStrike" baseline="0" dirty="0">
                <a:latin typeface="Times New Roman" panose="02020603050405020304" pitchFamily="18" charset="0"/>
                <a:cs typeface="Times New Roman" panose="02020603050405020304" pitchFamily="18" charset="0"/>
              </a:rPr>
              <a:t>int add(int a, int b); // Declaration of the function</a:t>
            </a:r>
          </a:p>
          <a:p>
            <a:pPr algn="l"/>
            <a:endParaRPr lang="en-US" sz="1800" b="0" i="0" u="none" strike="noStrike" baseline="0" dirty="0">
              <a:latin typeface="Times New Roman" panose="02020603050405020304" pitchFamily="18" charset="0"/>
              <a:cs typeface="Times New Roman" panose="02020603050405020304" pitchFamily="18" charset="0"/>
            </a:endParaRPr>
          </a:p>
          <a:p>
            <a:pPr algn="l"/>
            <a:r>
              <a:rPr lang="en-US" sz="1800" b="0" i="0" u="none" strike="noStrike" baseline="0" dirty="0">
                <a:latin typeface="Times New Roman" panose="02020603050405020304" pitchFamily="18" charset="0"/>
                <a:cs typeface="Times New Roman" panose="02020603050405020304" pitchFamily="18" charset="0"/>
              </a:rPr>
              <a:t>#endif // MATH_UTILS_H</a:t>
            </a:r>
          </a:p>
        </p:txBody>
      </p:sp>
      <p:sp>
        <p:nvSpPr>
          <p:cNvPr id="14" name="TextBox 13">
            <a:extLst>
              <a:ext uri="{FF2B5EF4-FFF2-40B4-BE49-F238E27FC236}">
                <a16:creationId xmlns:a16="http://schemas.microsoft.com/office/drawing/2014/main" id="{3BEBAFEE-B117-F80A-3238-35883C77E34C}"/>
              </a:ext>
            </a:extLst>
          </p:cNvPr>
          <p:cNvSpPr txBox="1"/>
          <p:nvPr/>
        </p:nvSpPr>
        <p:spPr>
          <a:xfrm>
            <a:off x="1273727" y="2188979"/>
            <a:ext cx="10584637" cy="646331"/>
          </a:xfrm>
          <a:prstGeom prst="rect">
            <a:avLst/>
          </a:prstGeom>
          <a:noFill/>
        </p:spPr>
        <p:txBody>
          <a:bodyPr wrap="square">
            <a:spAutoFit/>
          </a:bodyPr>
          <a:lstStyle/>
          <a:p>
            <a:pPr algn="l"/>
            <a:r>
              <a:rPr lang="en-US" b="0" i="0" dirty="0">
                <a:solidFill>
                  <a:srgbClr val="0D0D0D"/>
                </a:solidFill>
                <a:effectLst/>
                <a:latin typeface="Times New Roman" panose="02020603050405020304" pitchFamily="18" charset="0"/>
                <a:cs typeface="Times New Roman" panose="02020603050405020304" pitchFamily="18" charset="0"/>
              </a:rPr>
              <a:t>External linkage means that the function or object can be accessed from other translation units. In contrast, internal linkage means that the function or object is only accessible within the same translation unit.</a:t>
            </a:r>
            <a:endParaRPr lang="en-IN"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C571CA19-A36B-7D93-981A-5F92A3EA59D7}"/>
              </a:ext>
            </a:extLst>
          </p:cNvPr>
          <p:cNvSpPr txBox="1"/>
          <p:nvPr/>
        </p:nvSpPr>
        <p:spPr>
          <a:xfrm>
            <a:off x="1300737" y="2803676"/>
            <a:ext cx="1046338" cy="369332"/>
          </a:xfrm>
          <a:prstGeom prst="rect">
            <a:avLst/>
          </a:prstGeom>
          <a:noFill/>
        </p:spPr>
        <p:txBody>
          <a:bodyPr wrap="square">
            <a:spAutoFit/>
          </a:bodyPr>
          <a:lstStyle/>
          <a:p>
            <a:pPr algn="l"/>
            <a:r>
              <a:rPr lang="en-IN" dirty="0">
                <a:highlight>
                  <a:srgbClr val="FFFF00"/>
                </a:highlight>
              </a:rPr>
              <a:t>Example</a:t>
            </a:r>
          </a:p>
        </p:txBody>
      </p:sp>
      <p:sp>
        <p:nvSpPr>
          <p:cNvPr id="9" name="Slide Number Placeholder 8">
            <a:extLst>
              <a:ext uri="{FF2B5EF4-FFF2-40B4-BE49-F238E27FC236}">
                <a16:creationId xmlns:a16="http://schemas.microsoft.com/office/drawing/2014/main" id="{8C16BC1D-FE0D-852F-E29D-F63385582214}"/>
              </a:ext>
            </a:extLst>
          </p:cNvPr>
          <p:cNvSpPr>
            <a:spLocks noGrp="1"/>
          </p:cNvSpPr>
          <p:nvPr>
            <p:ph type="sldNum" sz="quarter" idx="12"/>
          </p:nvPr>
        </p:nvSpPr>
        <p:spPr/>
        <p:txBody>
          <a:bodyPr/>
          <a:lstStyle/>
          <a:p>
            <a:fld id="{91247CA1-BCEC-4DD4-9B23-E2AE1AEA27A6}" type="slidenum">
              <a:rPr lang="en-IN" smtClean="0"/>
              <a:t>47</a:t>
            </a:fld>
            <a:endParaRPr lang="en-IN"/>
          </a:p>
        </p:txBody>
      </p:sp>
      <p:sp>
        <p:nvSpPr>
          <p:cNvPr id="8" name="TextBox 7">
            <a:extLst>
              <a:ext uri="{FF2B5EF4-FFF2-40B4-BE49-F238E27FC236}">
                <a16:creationId xmlns:a16="http://schemas.microsoft.com/office/drawing/2014/main" id="{5CA99E25-BF4B-5B42-E050-94E74EDA6FD3}"/>
              </a:ext>
            </a:extLst>
          </p:cNvPr>
          <p:cNvSpPr txBox="1"/>
          <p:nvPr/>
        </p:nvSpPr>
        <p:spPr>
          <a:xfrm>
            <a:off x="10532532" y="526059"/>
            <a:ext cx="1451144" cy="369332"/>
          </a:xfrm>
          <a:prstGeom prst="rect">
            <a:avLst/>
          </a:prstGeom>
          <a:noFill/>
        </p:spPr>
        <p:txBody>
          <a:bodyPr wrap="square">
            <a:spAutoFit/>
          </a:bodyPr>
          <a:lstStyle/>
          <a:p>
            <a:r>
              <a:rPr lang="en-IN" dirty="0"/>
              <a:t>Session 1</a:t>
            </a:r>
          </a:p>
        </p:txBody>
      </p:sp>
    </p:spTree>
    <p:extLst>
      <p:ext uri="{BB962C8B-B14F-4D97-AF65-F5344CB8AC3E}">
        <p14:creationId xmlns:p14="http://schemas.microsoft.com/office/powerpoint/2010/main" val="384503319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5A292AEA-2528-46C0-B426-95822B6141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D8B7B198-E4DF-43CD-AD8C-1998843237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34" name="Freeform: Shape 33">
            <a:extLst>
              <a:ext uri="{FF2B5EF4-FFF2-40B4-BE49-F238E27FC236}">
                <a16:creationId xmlns:a16="http://schemas.microsoft.com/office/drawing/2014/main" id="{2BE67753-EA0E-4819-8D22-0B6600CF7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96934" y="3984"/>
            <a:ext cx="9376632" cy="6858000"/>
          </a:xfrm>
          <a:custGeom>
            <a:avLst/>
            <a:gdLst>
              <a:gd name="connsiteX0" fmla="*/ 1691615 w 9376632"/>
              <a:gd name="connsiteY0" fmla="*/ 0 h 6858000"/>
              <a:gd name="connsiteX1" fmla="*/ 7685017 w 9376632"/>
              <a:gd name="connsiteY1" fmla="*/ 0 h 6858000"/>
              <a:gd name="connsiteX2" fmla="*/ 7840634 w 9376632"/>
              <a:gd name="connsiteY2" fmla="*/ 134799 h 6858000"/>
              <a:gd name="connsiteX3" fmla="*/ 9376632 w 9376632"/>
              <a:gd name="connsiteY3" fmla="*/ 3605175 h 6858000"/>
              <a:gd name="connsiteX4" fmla="*/ 8158692 w 9376632"/>
              <a:gd name="connsiteY4" fmla="*/ 6757493 h 6858000"/>
              <a:gd name="connsiteX5" fmla="*/ 8062868 w 9376632"/>
              <a:gd name="connsiteY5" fmla="*/ 6858000 h 6858000"/>
              <a:gd name="connsiteX6" fmla="*/ 1313765 w 9376632"/>
              <a:gd name="connsiteY6" fmla="*/ 6858000 h 6858000"/>
              <a:gd name="connsiteX7" fmla="*/ 1217940 w 9376632"/>
              <a:gd name="connsiteY7" fmla="*/ 6757493 h 6858000"/>
              <a:gd name="connsiteX8" fmla="*/ 0 w 9376632"/>
              <a:gd name="connsiteY8" fmla="*/ 3605175 h 6858000"/>
              <a:gd name="connsiteX9" fmla="*/ 1535999 w 9376632"/>
              <a:gd name="connsiteY9" fmla="*/ 13479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376632" h="6858000">
                <a:moveTo>
                  <a:pt x="1691615" y="0"/>
                </a:moveTo>
                <a:lnTo>
                  <a:pt x="7685017" y="0"/>
                </a:lnTo>
                <a:lnTo>
                  <a:pt x="7840634" y="134799"/>
                </a:lnTo>
                <a:cubicBezTo>
                  <a:pt x="8784230" y="992423"/>
                  <a:pt x="9376632" y="2229618"/>
                  <a:pt x="9376632" y="3605175"/>
                </a:cubicBezTo>
                <a:cubicBezTo>
                  <a:pt x="9376632" y="4818903"/>
                  <a:pt x="8915419" y="5924908"/>
                  <a:pt x="8158692" y="6757493"/>
                </a:cubicBezTo>
                <a:lnTo>
                  <a:pt x="8062868" y="6858000"/>
                </a:lnTo>
                <a:lnTo>
                  <a:pt x="1313765" y="6858000"/>
                </a:lnTo>
                <a:lnTo>
                  <a:pt x="1217940" y="6757493"/>
                </a:lnTo>
                <a:cubicBezTo>
                  <a:pt x="461213" y="5924908"/>
                  <a:pt x="0" y="4818903"/>
                  <a:pt x="0" y="3605175"/>
                </a:cubicBezTo>
                <a:cubicBezTo>
                  <a:pt x="0" y="2229618"/>
                  <a:pt x="592403" y="992423"/>
                  <a:pt x="1535999" y="134799"/>
                </a:cubicBezTo>
                <a:close/>
              </a:path>
            </a:pathLst>
          </a:cu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5" name="Group 34">
            <a:extLst>
              <a:ext uri="{FF2B5EF4-FFF2-40B4-BE49-F238E27FC236}">
                <a16:creationId xmlns:a16="http://schemas.microsoft.com/office/drawing/2014/main" id="{D76D63AC-0421-45EC-B383-E79A61A78C6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303402" y="3985"/>
            <a:ext cx="9772765" cy="6858000"/>
            <a:chOff x="1303402" y="36937"/>
            <a:chExt cx="9772765" cy="6858000"/>
          </a:xfrm>
          <a:solidFill>
            <a:schemeClr val="bg1">
              <a:alpha val="30000"/>
            </a:schemeClr>
          </a:solidFill>
        </p:grpSpPr>
        <p:sp>
          <p:nvSpPr>
            <p:cNvPr id="15" name="Freeform: Shape 14">
              <a:extLst>
                <a:ext uri="{FF2B5EF4-FFF2-40B4-BE49-F238E27FC236}">
                  <a16:creationId xmlns:a16="http://schemas.microsoft.com/office/drawing/2014/main" id="{B997A32E-7032-4107-9C8B-99DB59EDD5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6937"/>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Shape 15">
              <a:extLst>
                <a:ext uri="{FF2B5EF4-FFF2-40B4-BE49-F238E27FC236}">
                  <a16:creationId xmlns:a16="http://schemas.microsoft.com/office/drawing/2014/main" id="{943BB27F-1470-42CA-91FF-D94BC691C8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6937"/>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Freeform: Shape 16">
              <a:extLst>
                <a:ext uri="{FF2B5EF4-FFF2-40B4-BE49-F238E27FC236}">
                  <a16:creationId xmlns:a16="http://schemas.microsoft.com/office/drawing/2014/main" id="{E997B002-17FD-47B3-A06A-76802FE15C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6937"/>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Freeform: Shape 17">
              <a:extLst>
                <a:ext uri="{FF2B5EF4-FFF2-40B4-BE49-F238E27FC236}">
                  <a16:creationId xmlns:a16="http://schemas.microsoft.com/office/drawing/2014/main" id="{E401EA35-9D2E-43B7-860F-EBB8A6C3E0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6937"/>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Freeform: Shape 18">
              <a:extLst>
                <a:ext uri="{FF2B5EF4-FFF2-40B4-BE49-F238E27FC236}">
                  <a16:creationId xmlns:a16="http://schemas.microsoft.com/office/drawing/2014/main" id="{F8C44827-3D81-4FF9-B4A5-5650D1B20A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6937"/>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Freeform: Shape 19">
              <a:extLst>
                <a:ext uri="{FF2B5EF4-FFF2-40B4-BE49-F238E27FC236}">
                  <a16:creationId xmlns:a16="http://schemas.microsoft.com/office/drawing/2014/main" id="{F613D97F-F6DF-4D32-AD91-209A80E7A2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8320" y="36937"/>
              <a:ext cx="9767847" cy="6858000"/>
            </a:xfrm>
            <a:custGeom>
              <a:avLst/>
              <a:gdLst>
                <a:gd name="connsiteX0" fmla="*/ 7151367 w 9767847"/>
                <a:gd name="connsiteY0" fmla="*/ 0 h 6858000"/>
                <a:gd name="connsiteX1" fmla="*/ 7881247 w 9767847"/>
                <a:gd name="connsiteY1" fmla="*/ 0 h 6858000"/>
                <a:gd name="connsiteX2" fmla="*/ 7990553 w 9767847"/>
                <a:gd name="connsiteY2" fmla="*/ 81317 h 6858000"/>
                <a:gd name="connsiteX3" fmla="*/ 9767847 w 9767847"/>
                <a:gd name="connsiteY3" fmla="*/ 3649031 h 6858000"/>
                <a:gd name="connsiteX4" fmla="*/ 8652597 w 9767847"/>
                <a:gd name="connsiteY4" fmla="*/ 6590005 h 6858000"/>
                <a:gd name="connsiteX5" fmla="*/ 8395306 w 9767847"/>
                <a:gd name="connsiteY5" fmla="*/ 6858000 h 6858000"/>
                <a:gd name="connsiteX6" fmla="*/ 6762603 w 9767847"/>
                <a:gd name="connsiteY6" fmla="*/ 6858000 h 6858000"/>
                <a:gd name="connsiteX7" fmla="*/ 6765962 w 9767847"/>
                <a:gd name="connsiteY7" fmla="*/ 6854844 h 6858000"/>
                <a:gd name="connsiteX8" fmla="*/ 6804586 w 9767847"/>
                <a:gd name="connsiteY8" fmla="*/ 6817103 h 6858000"/>
                <a:gd name="connsiteX9" fmla="*/ 6881735 w 9767847"/>
                <a:gd name="connsiteY9" fmla="*/ 6741197 h 6858000"/>
                <a:gd name="connsiteX10" fmla="*/ 6958883 w 9767847"/>
                <a:gd name="connsiteY10" fmla="*/ 6664822 h 6858000"/>
                <a:gd name="connsiteX11" fmla="*/ 7267925 w 9767847"/>
                <a:gd name="connsiteY11" fmla="*/ 6355694 h 6858000"/>
                <a:gd name="connsiteX12" fmla="*/ 7424360 w 9767847"/>
                <a:gd name="connsiteY12" fmla="*/ 6200685 h 6858000"/>
                <a:gd name="connsiteX13" fmla="*/ 7504938 w 9767847"/>
                <a:gd name="connsiteY13" fmla="*/ 6122708 h 6858000"/>
                <a:gd name="connsiteX14" fmla="*/ 7546396 w 9767847"/>
                <a:gd name="connsiteY14" fmla="*/ 6083697 h 6858000"/>
                <a:gd name="connsiteX15" fmla="*/ 7588002 w 9767847"/>
                <a:gd name="connsiteY15" fmla="*/ 6045532 h 6858000"/>
                <a:gd name="connsiteX16" fmla="*/ 7631000 w 9767847"/>
                <a:gd name="connsiteY16" fmla="*/ 6006709 h 6858000"/>
                <a:gd name="connsiteX17" fmla="*/ 7675440 w 9767847"/>
                <a:gd name="connsiteY17" fmla="*/ 5968309 h 6858000"/>
                <a:gd name="connsiteX18" fmla="*/ 7720626 w 9767847"/>
                <a:gd name="connsiteY18" fmla="*/ 5930851 h 6858000"/>
                <a:gd name="connsiteX19" fmla="*/ 7766458 w 9767847"/>
                <a:gd name="connsiteY19" fmla="*/ 5894334 h 6858000"/>
                <a:gd name="connsiteX20" fmla="*/ 7955254 w 9767847"/>
                <a:gd name="connsiteY20" fmla="*/ 5756828 h 6858000"/>
                <a:gd name="connsiteX21" fmla="*/ 8352678 w 9767847"/>
                <a:gd name="connsiteY21" fmla="*/ 5517630 h 6858000"/>
                <a:gd name="connsiteX22" fmla="*/ 8451350 w 9767847"/>
                <a:gd name="connsiteY22" fmla="*/ 5465254 h 6858000"/>
                <a:gd name="connsiteX23" fmla="*/ 8548532 w 9767847"/>
                <a:gd name="connsiteY23" fmla="*/ 5413395 h 6858000"/>
                <a:gd name="connsiteX24" fmla="*/ 8729473 w 9767847"/>
                <a:gd name="connsiteY24" fmla="*/ 5309961 h 6858000"/>
                <a:gd name="connsiteX25" fmla="*/ 8770781 w 9767847"/>
                <a:gd name="connsiteY25" fmla="*/ 5283232 h 6858000"/>
                <a:gd name="connsiteX26" fmla="*/ 8790964 w 9767847"/>
                <a:gd name="connsiteY26" fmla="*/ 5269492 h 6858000"/>
                <a:gd name="connsiteX27" fmla="*/ 8810499 w 9767847"/>
                <a:gd name="connsiteY27" fmla="*/ 5255703 h 6858000"/>
                <a:gd name="connsiteX28" fmla="*/ 8883571 w 9767847"/>
                <a:gd name="connsiteY28" fmla="*/ 5198479 h 6858000"/>
                <a:gd name="connsiteX29" fmla="*/ 9006651 w 9767847"/>
                <a:gd name="connsiteY29" fmla="*/ 5070527 h 6858000"/>
                <a:gd name="connsiteX30" fmla="*/ 9033494 w 9767847"/>
                <a:gd name="connsiteY30" fmla="*/ 5034105 h 6858000"/>
                <a:gd name="connsiteX31" fmla="*/ 9040305 w 9767847"/>
                <a:gd name="connsiteY31" fmla="*/ 5024551 h 6858000"/>
                <a:gd name="connsiteX32" fmla="*/ 9046568 w 9767847"/>
                <a:gd name="connsiteY32" fmla="*/ 5015281 h 6858000"/>
                <a:gd name="connsiteX33" fmla="*/ 9058846 w 9767847"/>
                <a:gd name="connsiteY33" fmla="*/ 4996645 h 6858000"/>
                <a:gd name="connsiteX34" fmla="*/ 9104529 w 9767847"/>
                <a:gd name="connsiteY34" fmla="*/ 4918105 h 6858000"/>
                <a:gd name="connsiteX35" fmla="*/ 9181081 w 9767847"/>
                <a:gd name="connsiteY35" fmla="*/ 4744694 h 6858000"/>
                <a:gd name="connsiteX36" fmla="*/ 9240731 w 9767847"/>
                <a:gd name="connsiteY36" fmla="*/ 4557872 h 6858000"/>
                <a:gd name="connsiteX37" fmla="*/ 9265388 w 9767847"/>
                <a:gd name="connsiteY37" fmla="*/ 4461073 h 6858000"/>
                <a:gd name="connsiteX38" fmla="*/ 9276571 w 9767847"/>
                <a:gd name="connsiteY38" fmla="*/ 4411943 h 6858000"/>
                <a:gd name="connsiteX39" fmla="*/ 9281841 w 9767847"/>
                <a:gd name="connsiteY39" fmla="*/ 4387379 h 6858000"/>
                <a:gd name="connsiteX40" fmla="*/ 9286513 w 9767847"/>
                <a:gd name="connsiteY40" fmla="*/ 4364838 h 6858000"/>
                <a:gd name="connsiteX41" fmla="*/ 9296754 w 9767847"/>
                <a:gd name="connsiteY41" fmla="*/ 4312038 h 6858000"/>
                <a:gd name="connsiteX42" fmla="*/ 9301029 w 9767847"/>
                <a:gd name="connsiteY42" fmla="*/ 4289074 h 6858000"/>
                <a:gd name="connsiteX43" fmla="*/ 9302818 w 9767847"/>
                <a:gd name="connsiteY43" fmla="*/ 4278581 h 6858000"/>
                <a:gd name="connsiteX44" fmla="*/ 9304658 w 9767847"/>
                <a:gd name="connsiteY44" fmla="*/ 4266816 h 6858000"/>
                <a:gd name="connsiteX45" fmla="*/ 9312810 w 9767847"/>
                <a:gd name="connsiteY45" fmla="*/ 4215945 h 6858000"/>
                <a:gd name="connsiteX46" fmla="*/ 9316887 w 9767847"/>
                <a:gd name="connsiteY46" fmla="*/ 4190486 h 6858000"/>
                <a:gd name="connsiteX47" fmla="*/ 9318923 w 9767847"/>
                <a:gd name="connsiteY47" fmla="*/ 4177780 h 6858000"/>
                <a:gd name="connsiteX48" fmla="*/ 9320515 w 9767847"/>
                <a:gd name="connsiteY48" fmla="*/ 4164886 h 6858000"/>
                <a:gd name="connsiteX49" fmla="*/ 9332445 w 9767847"/>
                <a:gd name="connsiteY49" fmla="*/ 4064981 h 6858000"/>
                <a:gd name="connsiteX50" fmla="*/ 9336173 w 9767847"/>
                <a:gd name="connsiteY50" fmla="*/ 4018676 h 6858000"/>
                <a:gd name="connsiteX51" fmla="*/ 9340199 w 9767847"/>
                <a:gd name="connsiteY51" fmla="*/ 3965171 h 6858000"/>
                <a:gd name="connsiteX52" fmla="*/ 9347557 w 9767847"/>
                <a:gd name="connsiteY52" fmla="*/ 3765972 h 6858000"/>
                <a:gd name="connsiteX53" fmla="*/ 9346364 w 9767847"/>
                <a:gd name="connsiteY53" fmla="*/ 3664938 h 6858000"/>
                <a:gd name="connsiteX54" fmla="*/ 9344921 w 9767847"/>
                <a:gd name="connsiteY54" fmla="*/ 3615243 h 6858000"/>
                <a:gd name="connsiteX55" fmla="*/ 9344524 w 9767847"/>
                <a:gd name="connsiteY55" fmla="*/ 3603526 h 6858000"/>
                <a:gd name="connsiteX56" fmla="*/ 9343728 w 9767847"/>
                <a:gd name="connsiteY56" fmla="*/ 3590774 h 6858000"/>
                <a:gd name="connsiteX57" fmla="*/ 9342188 w 9767847"/>
                <a:gd name="connsiteY57" fmla="*/ 3565268 h 6858000"/>
                <a:gd name="connsiteX58" fmla="*/ 9339056 w 9767847"/>
                <a:gd name="connsiteY58" fmla="*/ 3514256 h 6858000"/>
                <a:gd name="connsiteX59" fmla="*/ 9334334 w 9767847"/>
                <a:gd name="connsiteY59" fmla="*/ 3463057 h 6858000"/>
                <a:gd name="connsiteX60" fmla="*/ 9329363 w 9767847"/>
                <a:gd name="connsiteY60" fmla="*/ 3411810 h 6858000"/>
                <a:gd name="connsiteX61" fmla="*/ 9328319 w 9767847"/>
                <a:gd name="connsiteY61" fmla="*/ 3400657 h 6858000"/>
                <a:gd name="connsiteX62" fmla="*/ 9327177 w 9767847"/>
                <a:gd name="connsiteY62" fmla="*/ 3390116 h 6858000"/>
                <a:gd name="connsiteX63" fmla="*/ 9324293 w 9767847"/>
                <a:gd name="connsiteY63" fmla="*/ 3366774 h 6858000"/>
                <a:gd name="connsiteX64" fmla="*/ 9320763 w 9767847"/>
                <a:gd name="connsiteY64" fmla="*/ 3340329 h 6858000"/>
                <a:gd name="connsiteX65" fmla="*/ 9317184 w 9767847"/>
                <a:gd name="connsiteY65" fmla="*/ 3311245 h 6858000"/>
                <a:gd name="connsiteX66" fmla="*/ 9311021 w 9767847"/>
                <a:gd name="connsiteY66" fmla="*/ 3266211 h 6858000"/>
                <a:gd name="connsiteX67" fmla="*/ 9302719 w 9767847"/>
                <a:gd name="connsiteY67" fmla="*/ 3215717 h 6858000"/>
                <a:gd name="connsiteX68" fmla="*/ 9293970 w 9767847"/>
                <a:gd name="connsiteY68" fmla="*/ 3165789 h 6858000"/>
                <a:gd name="connsiteX69" fmla="*/ 9252065 w 9767847"/>
                <a:gd name="connsiteY69" fmla="*/ 2967107 h 6858000"/>
                <a:gd name="connsiteX70" fmla="*/ 9227211 w 9767847"/>
                <a:gd name="connsiteY70" fmla="*/ 2868473 h 6858000"/>
                <a:gd name="connsiteX71" fmla="*/ 9220699 w 9767847"/>
                <a:gd name="connsiteY71" fmla="*/ 2844426 h 6858000"/>
                <a:gd name="connsiteX72" fmla="*/ 9213740 w 9767847"/>
                <a:gd name="connsiteY72" fmla="*/ 2820191 h 6858000"/>
                <a:gd name="connsiteX73" fmla="*/ 9199374 w 9767847"/>
                <a:gd name="connsiteY73" fmla="*/ 2771438 h 6858000"/>
                <a:gd name="connsiteX74" fmla="*/ 9061829 w 9767847"/>
                <a:gd name="connsiteY74" fmla="*/ 2385418 h 6858000"/>
                <a:gd name="connsiteX75" fmla="*/ 8978865 w 9767847"/>
                <a:gd name="connsiteY75" fmla="*/ 2196855 h 6858000"/>
                <a:gd name="connsiteX76" fmla="*/ 8956694 w 9767847"/>
                <a:gd name="connsiteY76" fmla="*/ 2150219 h 6858000"/>
                <a:gd name="connsiteX77" fmla="*/ 8934176 w 9767847"/>
                <a:gd name="connsiteY77" fmla="*/ 2103914 h 6858000"/>
                <a:gd name="connsiteX78" fmla="*/ 8887151 w 9767847"/>
                <a:gd name="connsiteY78" fmla="*/ 2011350 h 6858000"/>
                <a:gd name="connsiteX79" fmla="*/ 8787533 w 9767847"/>
                <a:gd name="connsiteY79" fmla="*/ 1828527 h 6858000"/>
                <a:gd name="connsiteX80" fmla="*/ 8761485 w 9767847"/>
                <a:gd name="connsiteY80" fmla="*/ 1783398 h 6858000"/>
                <a:gd name="connsiteX81" fmla="*/ 8734791 w 9767847"/>
                <a:gd name="connsiteY81" fmla="*/ 1737893 h 6858000"/>
                <a:gd name="connsiteX82" fmla="*/ 8680808 w 9767847"/>
                <a:gd name="connsiteY82" fmla="*/ 1648812 h 6858000"/>
                <a:gd name="connsiteX83" fmla="*/ 8567024 w 9767847"/>
                <a:gd name="connsiteY83" fmla="*/ 1472906 h 6858000"/>
                <a:gd name="connsiteX84" fmla="*/ 8537446 w 9767847"/>
                <a:gd name="connsiteY84" fmla="*/ 1429330 h 6858000"/>
                <a:gd name="connsiteX85" fmla="*/ 8507423 w 9767847"/>
                <a:gd name="connsiteY85" fmla="*/ 1385896 h 6858000"/>
                <a:gd name="connsiteX86" fmla="*/ 8446529 w 9767847"/>
                <a:gd name="connsiteY86" fmla="*/ 1300295 h 6858000"/>
                <a:gd name="connsiteX87" fmla="*/ 8319224 w 9767847"/>
                <a:gd name="connsiteY87" fmla="*/ 1131026 h 6858000"/>
                <a:gd name="connsiteX88" fmla="*/ 8286366 w 9767847"/>
                <a:gd name="connsiteY88" fmla="*/ 1089050 h 6858000"/>
                <a:gd name="connsiteX89" fmla="*/ 8270161 w 9767847"/>
                <a:gd name="connsiteY89" fmla="*/ 1068439 h 6858000"/>
                <a:gd name="connsiteX90" fmla="*/ 8253856 w 9767847"/>
                <a:gd name="connsiteY90" fmla="*/ 1048156 h 6858000"/>
                <a:gd name="connsiteX91" fmla="*/ 8186352 w 9767847"/>
                <a:gd name="connsiteY91" fmla="*/ 966275 h 6858000"/>
                <a:gd name="connsiteX92" fmla="*/ 8046768 w 9767847"/>
                <a:gd name="connsiteY92" fmla="*/ 805429 h 6858000"/>
                <a:gd name="connsiteX93" fmla="*/ 8010927 w 9767847"/>
                <a:gd name="connsiteY93" fmla="*/ 765853 h 6858000"/>
                <a:gd name="connsiteX94" fmla="*/ 7974788 w 9767847"/>
                <a:gd name="connsiteY94" fmla="*/ 726653 h 6858000"/>
                <a:gd name="connsiteX95" fmla="*/ 7901070 w 9767847"/>
                <a:gd name="connsiteY95" fmla="*/ 648724 h 6858000"/>
                <a:gd name="connsiteX96" fmla="*/ 7750054 w 9767847"/>
                <a:gd name="connsiteY96" fmla="*/ 497008 h 6858000"/>
                <a:gd name="connsiteX97" fmla="*/ 7592277 w 9767847"/>
                <a:gd name="connsiteY97" fmla="*/ 351221 h 6858000"/>
                <a:gd name="connsiteX98" fmla="*/ 7257734 w 9767847"/>
                <a:gd name="connsiteY98" fmla="*/ 76964 h 6858000"/>
                <a:gd name="connsiteX99" fmla="*/ 1886601 w 9767847"/>
                <a:gd name="connsiteY99" fmla="*/ 0 h 6858000"/>
                <a:gd name="connsiteX100" fmla="*/ 2292926 w 9767847"/>
                <a:gd name="connsiteY100" fmla="*/ 0 h 6858000"/>
                <a:gd name="connsiteX101" fmla="*/ 2135542 w 9767847"/>
                <a:gd name="connsiteY101" fmla="*/ 117781 h 6858000"/>
                <a:gd name="connsiteX102" fmla="*/ 1969576 w 9767847"/>
                <a:gd name="connsiteY102" fmla="*/ 254986 h 6858000"/>
                <a:gd name="connsiteX103" fmla="*/ 1659938 w 9767847"/>
                <a:gd name="connsiteY103" fmla="*/ 549855 h 6858000"/>
                <a:gd name="connsiteX104" fmla="*/ 729383 w 9767847"/>
                <a:gd name="connsiteY104" fmla="*/ 1936480 h 6858000"/>
                <a:gd name="connsiteX105" fmla="*/ 578465 w 9767847"/>
                <a:gd name="connsiteY105" fmla="*/ 2320807 h 6858000"/>
                <a:gd name="connsiteX106" fmla="*/ 465080 w 9767847"/>
                <a:gd name="connsiteY106" fmla="*/ 2714875 h 6858000"/>
                <a:gd name="connsiteX107" fmla="*/ 423820 w 9767847"/>
                <a:gd name="connsiteY107" fmla="*/ 2915436 h 6858000"/>
                <a:gd name="connsiteX108" fmla="*/ 392355 w 9767847"/>
                <a:gd name="connsiteY108" fmla="*/ 3118071 h 6858000"/>
                <a:gd name="connsiteX109" fmla="*/ 358801 w 9767847"/>
                <a:gd name="connsiteY109" fmla="*/ 3526915 h 6858000"/>
                <a:gd name="connsiteX110" fmla="*/ 410350 w 9767847"/>
                <a:gd name="connsiteY110" fmla="*/ 4348226 h 6858000"/>
                <a:gd name="connsiteX111" fmla="*/ 449022 w 9767847"/>
                <a:gd name="connsiteY111" fmla="*/ 4551049 h 6858000"/>
                <a:gd name="connsiteX112" fmla="*/ 498882 w 9767847"/>
                <a:gd name="connsiteY112" fmla="*/ 4752365 h 6858000"/>
                <a:gd name="connsiteX113" fmla="*/ 559775 w 9767847"/>
                <a:gd name="connsiteY113" fmla="*/ 4951657 h 6858000"/>
                <a:gd name="connsiteX114" fmla="*/ 631406 w 9767847"/>
                <a:gd name="connsiteY114" fmla="*/ 5147986 h 6858000"/>
                <a:gd name="connsiteX115" fmla="*/ 1023461 w 9767847"/>
                <a:gd name="connsiteY115" fmla="*/ 5893957 h 6858000"/>
                <a:gd name="connsiteX116" fmla="*/ 1575880 w 9767847"/>
                <a:gd name="connsiteY116" fmla="*/ 6547646 h 6858000"/>
                <a:gd name="connsiteX117" fmla="*/ 1905228 w 9767847"/>
                <a:gd name="connsiteY117" fmla="*/ 6829468 h 6858000"/>
                <a:gd name="connsiteX118" fmla="*/ 1944230 w 9767847"/>
                <a:gd name="connsiteY118" fmla="*/ 6858000 h 6858000"/>
                <a:gd name="connsiteX119" fmla="*/ 1372541 w 9767847"/>
                <a:gd name="connsiteY119" fmla="*/ 6858000 h 6858000"/>
                <a:gd name="connsiteX120" fmla="*/ 1115251 w 9767847"/>
                <a:gd name="connsiteY120" fmla="*/ 6590005 h 6858000"/>
                <a:gd name="connsiteX121" fmla="*/ 0 w 9767847"/>
                <a:gd name="connsiteY121" fmla="*/ 3649031 h 6858000"/>
                <a:gd name="connsiteX122" fmla="*/ 1777294 w 9767847"/>
                <a:gd name="connsiteY122" fmla="*/ 813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9767847" h="6858000">
                  <a:moveTo>
                    <a:pt x="7151367" y="0"/>
                  </a:moveTo>
                  <a:lnTo>
                    <a:pt x="7881247" y="0"/>
                  </a:lnTo>
                  <a:lnTo>
                    <a:pt x="7990553" y="81317"/>
                  </a:lnTo>
                  <a:cubicBezTo>
                    <a:pt x="9075991" y="929334"/>
                    <a:pt x="9767847" y="2212695"/>
                    <a:pt x="9767847" y="3649031"/>
                  </a:cubicBezTo>
                  <a:cubicBezTo>
                    <a:pt x="9767847" y="4766182"/>
                    <a:pt x="9349317" y="5790792"/>
                    <a:pt x="8652597" y="6590005"/>
                  </a:cubicBezTo>
                  <a:lnTo>
                    <a:pt x="8395306" y="6858000"/>
                  </a:lnTo>
                  <a:lnTo>
                    <a:pt x="6762603" y="6858000"/>
                  </a:lnTo>
                  <a:lnTo>
                    <a:pt x="6765962" y="6854844"/>
                  </a:lnTo>
                  <a:cubicBezTo>
                    <a:pt x="6779036" y="6842703"/>
                    <a:pt x="6791663" y="6829621"/>
                    <a:pt x="6804586" y="6817103"/>
                  </a:cubicBezTo>
                  <a:lnTo>
                    <a:pt x="6881735" y="6741197"/>
                  </a:lnTo>
                  <a:cubicBezTo>
                    <a:pt x="6907435" y="6715881"/>
                    <a:pt x="6933134" y="6690798"/>
                    <a:pt x="6958883" y="6664822"/>
                  </a:cubicBezTo>
                  <a:lnTo>
                    <a:pt x="7267925" y="6355694"/>
                  </a:lnTo>
                  <a:lnTo>
                    <a:pt x="7424360" y="6200685"/>
                  </a:lnTo>
                  <a:cubicBezTo>
                    <a:pt x="7450754" y="6174802"/>
                    <a:pt x="7477598" y="6148731"/>
                    <a:pt x="7504938" y="6122708"/>
                  </a:cubicBezTo>
                  <a:lnTo>
                    <a:pt x="7546396" y="6083697"/>
                  </a:lnTo>
                  <a:cubicBezTo>
                    <a:pt x="7560264" y="6070803"/>
                    <a:pt x="7574780" y="6057532"/>
                    <a:pt x="7588002" y="6045532"/>
                  </a:cubicBezTo>
                  <a:lnTo>
                    <a:pt x="7631000" y="6006709"/>
                  </a:lnTo>
                  <a:lnTo>
                    <a:pt x="7675440" y="5968309"/>
                  </a:lnTo>
                  <a:cubicBezTo>
                    <a:pt x="7690404" y="5955698"/>
                    <a:pt x="7705564" y="5943321"/>
                    <a:pt x="7720626" y="5930851"/>
                  </a:cubicBezTo>
                  <a:cubicBezTo>
                    <a:pt x="7735738" y="5918427"/>
                    <a:pt x="7751197" y="5906521"/>
                    <a:pt x="7766458" y="5894334"/>
                  </a:cubicBezTo>
                  <a:cubicBezTo>
                    <a:pt x="7827949" y="5846192"/>
                    <a:pt x="7890979" y="5800499"/>
                    <a:pt x="7955254" y="5756828"/>
                  </a:cubicBezTo>
                  <a:cubicBezTo>
                    <a:pt x="8083800" y="5669534"/>
                    <a:pt x="8216872" y="5590336"/>
                    <a:pt x="8352678" y="5517630"/>
                  </a:cubicBezTo>
                  <a:lnTo>
                    <a:pt x="8451350" y="5465254"/>
                  </a:lnTo>
                  <a:lnTo>
                    <a:pt x="8548532" y="5413395"/>
                  </a:lnTo>
                  <a:cubicBezTo>
                    <a:pt x="8612110" y="5379090"/>
                    <a:pt x="8673251" y="5345208"/>
                    <a:pt x="8729473" y="5309961"/>
                  </a:cubicBezTo>
                  <a:cubicBezTo>
                    <a:pt x="8743591" y="5301115"/>
                    <a:pt x="8757161" y="5292361"/>
                    <a:pt x="8770781" y="5283232"/>
                  </a:cubicBezTo>
                  <a:cubicBezTo>
                    <a:pt x="8777591" y="5278667"/>
                    <a:pt x="8784451" y="5274103"/>
                    <a:pt x="8790964" y="5269492"/>
                  </a:cubicBezTo>
                  <a:cubicBezTo>
                    <a:pt x="8797574" y="5264879"/>
                    <a:pt x="8804235" y="5260314"/>
                    <a:pt x="8810499" y="5255703"/>
                  </a:cubicBezTo>
                  <a:cubicBezTo>
                    <a:pt x="8835999" y="5237303"/>
                    <a:pt x="8860407" y="5218291"/>
                    <a:pt x="8883571" y="5198479"/>
                  </a:cubicBezTo>
                  <a:cubicBezTo>
                    <a:pt x="8929900" y="5158856"/>
                    <a:pt x="8971258" y="5116315"/>
                    <a:pt x="9006651" y="5070527"/>
                  </a:cubicBezTo>
                  <a:cubicBezTo>
                    <a:pt x="9015351" y="5059328"/>
                    <a:pt x="9024398" y="5046857"/>
                    <a:pt x="9033494" y="5034105"/>
                  </a:cubicBezTo>
                  <a:lnTo>
                    <a:pt x="9040305" y="5024551"/>
                  </a:lnTo>
                  <a:lnTo>
                    <a:pt x="9046568" y="5015281"/>
                  </a:lnTo>
                  <a:cubicBezTo>
                    <a:pt x="9050743" y="5009163"/>
                    <a:pt x="9054819" y="5002952"/>
                    <a:pt x="9058846" y="4996645"/>
                  </a:cubicBezTo>
                  <a:cubicBezTo>
                    <a:pt x="9075002" y="4971517"/>
                    <a:pt x="9090212" y="4945305"/>
                    <a:pt x="9104529" y="4918105"/>
                  </a:cubicBezTo>
                  <a:cubicBezTo>
                    <a:pt x="9133211" y="4863752"/>
                    <a:pt x="9158313" y="4805447"/>
                    <a:pt x="9181081" y="4744694"/>
                  </a:cubicBezTo>
                  <a:cubicBezTo>
                    <a:pt x="9203748" y="4684178"/>
                    <a:pt x="9223383" y="4621778"/>
                    <a:pt x="9240731" y="4557872"/>
                  </a:cubicBezTo>
                  <a:cubicBezTo>
                    <a:pt x="9249481" y="4525966"/>
                    <a:pt x="9257682" y="4493684"/>
                    <a:pt x="9265388" y="4461073"/>
                  </a:cubicBezTo>
                  <a:cubicBezTo>
                    <a:pt x="9269215" y="4444744"/>
                    <a:pt x="9272943" y="4428367"/>
                    <a:pt x="9276571" y="4411943"/>
                  </a:cubicBezTo>
                  <a:lnTo>
                    <a:pt x="9281841" y="4387379"/>
                  </a:lnTo>
                  <a:lnTo>
                    <a:pt x="9286513" y="4364838"/>
                  </a:lnTo>
                  <a:lnTo>
                    <a:pt x="9296754" y="4312038"/>
                  </a:lnTo>
                  <a:lnTo>
                    <a:pt x="9301029" y="4289074"/>
                  </a:lnTo>
                  <a:lnTo>
                    <a:pt x="9302818" y="4278581"/>
                  </a:lnTo>
                  <a:lnTo>
                    <a:pt x="9304658" y="4266816"/>
                  </a:lnTo>
                  <a:lnTo>
                    <a:pt x="9312810" y="4215945"/>
                  </a:lnTo>
                  <a:lnTo>
                    <a:pt x="9316887" y="4190486"/>
                  </a:lnTo>
                  <a:lnTo>
                    <a:pt x="9318923" y="4177780"/>
                  </a:lnTo>
                  <a:cubicBezTo>
                    <a:pt x="9319570" y="4173546"/>
                    <a:pt x="9319969" y="4169169"/>
                    <a:pt x="9320515" y="4164886"/>
                  </a:cubicBezTo>
                  <a:lnTo>
                    <a:pt x="9332445" y="4064981"/>
                  </a:lnTo>
                  <a:cubicBezTo>
                    <a:pt x="9333836" y="4052370"/>
                    <a:pt x="9334880" y="4036888"/>
                    <a:pt x="9336173" y="4018676"/>
                  </a:cubicBezTo>
                  <a:lnTo>
                    <a:pt x="9340199" y="3965171"/>
                  </a:lnTo>
                  <a:cubicBezTo>
                    <a:pt x="9345071" y="3899806"/>
                    <a:pt x="9347358" y="3832983"/>
                    <a:pt x="9347557" y="3765972"/>
                  </a:cubicBezTo>
                  <a:cubicBezTo>
                    <a:pt x="9347656" y="3732420"/>
                    <a:pt x="9347209" y="3698773"/>
                    <a:pt x="9346364" y="3664938"/>
                  </a:cubicBezTo>
                  <a:lnTo>
                    <a:pt x="9344921" y="3615243"/>
                  </a:lnTo>
                  <a:lnTo>
                    <a:pt x="9344524" y="3603526"/>
                  </a:lnTo>
                  <a:lnTo>
                    <a:pt x="9343728" y="3590774"/>
                  </a:lnTo>
                  <a:lnTo>
                    <a:pt x="9342188" y="3565268"/>
                  </a:lnTo>
                  <a:lnTo>
                    <a:pt x="9339056" y="3514256"/>
                  </a:lnTo>
                  <a:cubicBezTo>
                    <a:pt x="9337914" y="3497221"/>
                    <a:pt x="9335874" y="3480138"/>
                    <a:pt x="9334334" y="3463057"/>
                  </a:cubicBezTo>
                  <a:lnTo>
                    <a:pt x="9329363" y="3411810"/>
                  </a:lnTo>
                  <a:lnTo>
                    <a:pt x="9328319" y="3400657"/>
                  </a:lnTo>
                  <a:lnTo>
                    <a:pt x="9327177" y="3390116"/>
                  </a:lnTo>
                  <a:lnTo>
                    <a:pt x="9324293" y="3366774"/>
                  </a:lnTo>
                  <a:lnTo>
                    <a:pt x="9320763" y="3340329"/>
                  </a:lnTo>
                  <a:lnTo>
                    <a:pt x="9317184" y="3311245"/>
                  </a:lnTo>
                  <a:cubicBezTo>
                    <a:pt x="9315594" y="3296893"/>
                    <a:pt x="9313506" y="3282306"/>
                    <a:pt x="9311021" y="3266211"/>
                  </a:cubicBezTo>
                  <a:lnTo>
                    <a:pt x="9302719" y="3215717"/>
                  </a:lnTo>
                  <a:cubicBezTo>
                    <a:pt x="9299936" y="3199059"/>
                    <a:pt x="9297003" y="3182400"/>
                    <a:pt x="9293970" y="3165789"/>
                  </a:cubicBezTo>
                  <a:cubicBezTo>
                    <a:pt x="9281891" y="3099295"/>
                    <a:pt x="9267674" y="3033084"/>
                    <a:pt x="9252065" y="2967107"/>
                  </a:cubicBezTo>
                  <a:cubicBezTo>
                    <a:pt x="9244261" y="2934167"/>
                    <a:pt x="9235959" y="2901273"/>
                    <a:pt x="9227211" y="2868473"/>
                  </a:cubicBezTo>
                  <a:lnTo>
                    <a:pt x="9220699" y="2844426"/>
                  </a:lnTo>
                  <a:lnTo>
                    <a:pt x="9213740" y="2820191"/>
                  </a:lnTo>
                  <a:cubicBezTo>
                    <a:pt x="9209216" y="2804049"/>
                    <a:pt x="9204345" y="2787768"/>
                    <a:pt x="9199374" y="2771438"/>
                  </a:cubicBezTo>
                  <a:cubicBezTo>
                    <a:pt x="9159855" y="2641086"/>
                    <a:pt x="9114272" y="2512099"/>
                    <a:pt x="9061829" y="2385418"/>
                  </a:cubicBezTo>
                  <a:cubicBezTo>
                    <a:pt x="9035582" y="2322077"/>
                    <a:pt x="9008043" y="2259160"/>
                    <a:pt x="8978865" y="2196855"/>
                  </a:cubicBezTo>
                  <a:lnTo>
                    <a:pt x="8956694" y="2150219"/>
                  </a:lnTo>
                  <a:lnTo>
                    <a:pt x="8934176" y="2103914"/>
                  </a:lnTo>
                  <a:cubicBezTo>
                    <a:pt x="8918915" y="2073091"/>
                    <a:pt x="8903157" y="2042032"/>
                    <a:pt x="8887151" y="2011350"/>
                  </a:cubicBezTo>
                  <a:cubicBezTo>
                    <a:pt x="8854988" y="1949891"/>
                    <a:pt x="8822082" y="1888810"/>
                    <a:pt x="8787533" y="1828527"/>
                  </a:cubicBezTo>
                  <a:lnTo>
                    <a:pt x="8761485" y="1783398"/>
                  </a:lnTo>
                  <a:lnTo>
                    <a:pt x="8734791" y="1737893"/>
                  </a:lnTo>
                  <a:cubicBezTo>
                    <a:pt x="8717047" y="1707823"/>
                    <a:pt x="8699200" y="1678363"/>
                    <a:pt x="8680808" y="1648812"/>
                  </a:cubicBezTo>
                  <a:cubicBezTo>
                    <a:pt x="8644322" y="1589658"/>
                    <a:pt x="8606194" y="1531118"/>
                    <a:pt x="8567024" y="1472906"/>
                  </a:cubicBezTo>
                  <a:lnTo>
                    <a:pt x="8537446" y="1429330"/>
                  </a:lnTo>
                  <a:lnTo>
                    <a:pt x="8507423" y="1385896"/>
                  </a:lnTo>
                  <a:cubicBezTo>
                    <a:pt x="8487390" y="1357284"/>
                    <a:pt x="8467158" y="1328719"/>
                    <a:pt x="8446529" y="1300295"/>
                  </a:cubicBezTo>
                  <a:cubicBezTo>
                    <a:pt x="8405271" y="1243496"/>
                    <a:pt x="8362718" y="1187120"/>
                    <a:pt x="8319224" y="1131026"/>
                  </a:cubicBezTo>
                  <a:lnTo>
                    <a:pt x="8286366" y="1089050"/>
                  </a:lnTo>
                  <a:lnTo>
                    <a:pt x="8270161" y="1068439"/>
                  </a:lnTo>
                  <a:lnTo>
                    <a:pt x="8253856" y="1048156"/>
                  </a:lnTo>
                  <a:cubicBezTo>
                    <a:pt x="8231636" y="1020675"/>
                    <a:pt x="8209117" y="993381"/>
                    <a:pt x="8186352" y="966275"/>
                  </a:cubicBezTo>
                  <a:cubicBezTo>
                    <a:pt x="8140917" y="911922"/>
                    <a:pt x="8094240" y="858417"/>
                    <a:pt x="8046768" y="805429"/>
                  </a:cubicBezTo>
                  <a:lnTo>
                    <a:pt x="8010927" y="765853"/>
                  </a:lnTo>
                  <a:lnTo>
                    <a:pt x="7974788" y="726653"/>
                  </a:lnTo>
                  <a:cubicBezTo>
                    <a:pt x="7950382" y="700489"/>
                    <a:pt x="7925824" y="674465"/>
                    <a:pt x="7901070" y="648724"/>
                  </a:cubicBezTo>
                  <a:cubicBezTo>
                    <a:pt x="7851510" y="597289"/>
                    <a:pt x="7801404" y="546514"/>
                    <a:pt x="7750054" y="497008"/>
                  </a:cubicBezTo>
                  <a:cubicBezTo>
                    <a:pt x="7698902" y="447644"/>
                    <a:pt x="7645913" y="398938"/>
                    <a:pt x="7592277" y="351221"/>
                  </a:cubicBezTo>
                  <a:cubicBezTo>
                    <a:pt x="7484856" y="255786"/>
                    <a:pt x="7373308" y="164304"/>
                    <a:pt x="7257734" y="76964"/>
                  </a:cubicBezTo>
                  <a:close/>
                  <a:moveTo>
                    <a:pt x="1886601" y="0"/>
                  </a:moveTo>
                  <a:lnTo>
                    <a:pt x="2292926" y="0"/>
                  </a:lnTo>
                  <a:lnTo>
                    <a:pt x="2135542" y="117781"/>
                  </a:lnTo>
                  <a:cubicBezTo>
                    <a:pt x="2078998" y="162280"/>
                    <a:pt x="2023659" y="208045"/>
                    <a:pt x="1969576" y="254986"/>
                  </a:cubicBezTo>
                  <a:cubicBezTo>
                    <a:pt x="1861309" y="348820"/>
                    <a:pt x="1758064" y="447314"/>
                    <a:pt x="1659938" y="549855"/>
                  </a:cubicBezTo>
                  <a:cubicBezTo>
                    <a:pt x="1266987" y="960346"/>
                    <a:pt x="953820" y="1431495"/>
                    <a:pt x="729383" y="1936480"/>
                  </a:cubicBezTo>
                  <a:cubicBezTo>
                    <a:pt x="673260" y="2062362"/>
                    <a:pt x="622855" y="2190972"/>
                    <a:pt x="578465" y="2320807"/>
                  </a:cubicBezTo>
                  <a:cubicBezTo>
                    <a:pt x="534125" y="2450687"/>
                    <a:pt x="496147" y="2582216"/>
                    <a:pt x="465080" y="2714875"/>
                  </a:cubicBezTo>
                  <a:cubicBezTo>
                    <a:pt x="449769" y="2780991"/>
                    <a:pt x="435850" y="2848191"/>
                    <a:pt x="423820" y="2915436"/>
                  </a:cubicBezTo>
                  <a:cubicBezTo>
                    <a:pt x="411840" y="2982731"/>
                    <a:pt x="401054" y="3050260"/>
                    <a:pt x="392355" y="3118071"/>
                  </a:cubicBezTo>
                  <a:cubicBezTo>
                    <a:pt x="374509" y="3253646"/>
                    <a:pt x="363424" y="3389880"/>
                    <a:pt x="358801" y="3526915"/>
                  </a:cubicBezTo>
                  <a:cubicBezTo>
                    <a:pt x="349009" y="3800843"/>
                    <a:pt x="366357" y="4075570"/>
                    <a:pt x="410350" y="4348226"/>
                  </a:cubicBezTo>
                  <a:cubicBezTo>
                    <a:pt x="421286" y="4416132"/>
                    <a:pt x="434209" y="4483660"/>
                    <a:pt x="449022" y="4551049"/>
                  </a:cubicBezTo>
                  <a:cubicBezTo>
                    <a:pt x="463737" y="4618436"/>
                    <a:pt x="480389" y="4685588"/>
                    <a:pt x="498882" y="4752365"/>
                  </a:cubicBezTo>
                  <a:cubicBezTo>
                    <a:pt x="517373" y="4819141"/>
                    <a:pt x="537704" y="4885635"/>
                    <a:pt x="559775" y="4951657"/>
                  </a:cubicBezTo>
                  <a:cubicBezTo>
                    <a:pt x="581946" y="5017775"/>
                    <a:pt x="605358" y="5083375"/>
                    <a:pt x="631406" y="5147986"/>
                  </a:cubicBezTo>
                  <a:cubicBezTo>
                    <a:pt x="734055" y="5407608"/>
                    <a:pt x="865188" y="5658570"/>
                    <a:pt x="1023461" y="5893957"/>
                  </a:cubicBezTo>
                  <a:cubicBezTo>
                    <a:pt x="1181487" y="6129578"/>
                    <a:pt x="1367051" y="6349247"/>
                    <a:pt x="1575880" y="6547646"/>
                  </a:cubicBezTo>
                  <a:cubicBezTo>
                    <a:pt x="1680269" y="6646916"/>
                    <a:pt x="1790338" y="6740939"/>
                    <a:pt x="1905228" y="6829468"/>
                  </a:cubicBezTo>
                  <a:lnTo>
                    <a:pt x="1944230" y="6858000"/>
                  </a:lnTo>
                  <a:lnTo>
                    <a:pt x="1372541" y="6858000"/>
                  </a:lnTo>
                  <a:lnTo>
                    <a:pt x="1115251" y="6590005"/>
                  </a:lnTo>
                  <a:cubicBezTo>
                    <a:pt x="418530" y="5790792"/>
                    <a:pt x="0" y="4766182"/>
                    <a:pt x="0" y="3649031"/>
                  </a:cubicBezTo>
                  <a:cubicBezTo>
                    <a:pt x="0" y="2212695"/>
                    <a:pt x="691856" y="929334"/>
                    <a:pt x="1777294" y="81317"/>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1" name="Freeform: Shape 20">
              <a:extLst>
                <a:ext uri="{FF2B5EF4-FFF2-40B4-BE49-F238E27FC236}">
                  <a16:creationId xmlns:a16="http://schemas.microsoft.com/office/drawing/2014/main" id="{82B0ED5C-927D-4C5F-8F27-1B403820B9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3402" y="36937"/>
              <a:ext cx="9767847" cy="6858000"/>
            </a:xfrm>
            <a:custGeom>
              <a:avLst/>
              <a:gdLst>
                <a:gd name="connsiteX0" fmla="*/ 7145704 w 9767847"/>
                <a:gd name="connsiteY0" fmla="*/ 0 h 6858000"/>
                <a:gd name="connsiteX1" fmla="*/ 7875738 w 9767847"/>
                <a:gd name="connsiteY1" fmla="*/ 0 h 6858000"/>
                <a:gd name="connsiteX2" fmla="*/ 7990553 w 9767847"/>
                <a:gd name="connsiteY2" fmla="*/ 85415 h 6858000"/>
                <a:gd name="connsiteX3" fmla="*/ 9767847 w 9767847"/>
                <a:gd name="connsiteY3" fmla="*/ 3653129 h 6858000"/>
                <a:gd name="connsiteX4" fmla="*/ 8652597 w 9767847"/>
                <a:gd name="connsiteY4" fmla="*/ 6594103 h 6858000"/>
                <a:gd name="connsiteX5" fmla="*/ 8399240 w 9767847"/>
                <a:gd name="connsiteY5" fmla="*/ 6858000 h 6858000"/>
                <a:gd name="connsiteX6" fmla="*/ 6766926 w 9767847"/>
                <a:gd name="connsiteY6" fmla="*/ 6858000 h 6858000"/>
                <a:gd name="connsiteX7" fmla="*/ 6804586 w 9767847"/>
                <a:gd name="connsiteY7" fmla="*/ 6821201 h 6858000"/>
                <a:gd name="connsiteX8" fmla="*/ 6881735 w 9767847"/>
                <a:gd name="connsiteY8" fmla="*/ 6745295 h 6858000"/>
                <a:gd name="connsiteX9" fmla="*/ 6958883 w 9767847"/>
                <a:gd name="connsiteY9" fmla="*/ 6668920 h 6858000"/>
                <a:gd name="connsiteX10" fmla="*/ 7267925 w 9767847"/>
                <a:gd name="connsiteY10" fmla="*/ 6359792 h 6858000"/>
                <a:gd name="connsiteX11" fmla="*/ 7424360 w 9767847"/>
                <a:gd name="connsiteY11" fmla="*/ 6204783 h 6858000"/>
                <a:gd name="connsiteX12" fmla="*/ 7504938 w 9767847"/>
                <a:gd name="connsiteY12" fmla="*/ 6126806 h 6858000"/>
                <a:gd name="connsiteX13" fmla="*/ 7546396 w 9767847"/>
                <a:gd name="connsiteY13" fmla="*/ 6087795 h 6858000"/>
                <a:gd name="connsiteX14" fmla="*/ 7588002 w 9767847"/>
                <a:gd name="connsiteY14" fmla="*/ 6049630 h 6858000"/>
                <a:gd name="connsiteX15" fmla="*/ 7631000 w 9767847"/>
                <a:gd name="connsiteY15" fmla="*/ 6010807 h 6858000"/>
                <a:gd name="connsiteX16" fmla="*/ 7675440 w 9767847"/>
                <a:gd name="connsiteY16" fmla="*/ 5972407 h 6858000"/>
                <a:gd name="connsiteX17" fmla="*/ 7720626 w 9767847"/>
                <a:gd name="connsiteY17" fmla="*/ 5934949 h 6858000"/>
                <a:gd name="connsiteX18" fmla="*/ 7766458 w 9767847"/>
                <a:gd name="connsiteY18" fmla="*/ 5898432 h 6858000"/>
                <a:gd name="connsiteX19" fmla="*/ 7955254 w 9767847"/>
                <a:gd name="connsiteY19" fmla="*/ 5760926 h 6858000"/>
                <a:gd name="connsiteX20" fmla="*/ 8352678 w 9767847"/>
                <a:gd name="connsiteY20" fmla="*/ 5521728 h 6858000"/>
                <a:gd name="connsiteX21" fmla="*/ 8451350 w 9767847"/>
                <a:gd name="connsiteY21" fmla="*/ 5469352 h 6858000"/>
                <a:gd name="connsiteX22" fmla="*/ 8548532 w 9767847"/>
                <a:gd name="connsiteY22" fmla="*/ 5417493 h 6858000"/>
                <a:gd name="connsiteX23" fmla="*/ 8729473 w 9767847"/>
                <a:gd name="connsiteY23" fmla="*/ 5314059 h 6858000"/>
                <a:gd name="connsiteX24" fmla="*/ 8770781 w 9767847"/>
                <a:gd name="connsiteY24" fmla="*/ 5287330 h 6858000"/>
                <a:gd name="connsiteX25" fmla="*/ 8790964 w 9767847"/>
                <a:gd name="connsiteY25" fmla="*/ 5273590 h 6858000"/>
                <a:gd name="connsiteX26" fmla="*/ 8810499 w 9767847"/>
                <a:gd name="connsiteY26" fmla="*/ 5259801 h 6858000"/>
                <a:gd name="connsiteX27" fmla="*/ 8883571 w 9767847"/>
                <a:gd name="connsiteY27" fmla="*/ 5202577 h 6858000"/>
                <a:gd name="connsiteX28" fmla="*/ 9006651 w 9767847"/>
                <a:gd name="connsiteY28" fmla="*/ 5074625 h 6858000"/>
                <a:gd name="connsiteX29" fmla="*/ 9033494 w 9767847"/>
                <a:gd name="connsiteY29" fmla="*/ 5038203 h 6858000"/>
                <a:gd name="connsiteX30" fmla="*/ 9040305 w 9767847"/>
                <a:gd name="connsiteY30" fmla="*/ 5028649 h 6858000"/>
                <a:gd name="connsiteX31" fmla="*/ 9046568 w 9767847"/>
                <a:gd name="connsiteY31" fmla="*/ 5019379 h 6858000"/>
                <a:gd name="connsiteX32" fmla="*/ 9058846 w 9767847"/>
                <a:gd name="connsiteY32" fmla="*/ 5000743 h 6858000"/>
                <a:gd name="connsiteX33" fmla="*/ 9104529 w 9767847"/>
                <a:gd name="connsiteY33" fmla="*/ 4922203 h 6858000"/>
                <a:gd name="connsiteX34" fmla="*/ 9181081 w 9767847"/>
                <a:gd name="connsiteY34" fmla="*/ 4748792 h 6858000"/>
                <a:gd name="connsiteX35" fmla="*/ 9240731 w 9767847"/>
                <a:gd name="connsiteY35" fmla="*/ 4561970 h 6858000"/>
                <a:gd name="connsiteX36" fmla="*/ 9265388 w 9767847"/>
                <a:gd name="connsiteY36" fmla="*/ 4465171 h 6858000"/>
                <a:gd name="connsiteX37" fmla="*/ 9276571 w 9767847"/>
                <a:gd name="connsiteY37" fmla="*/ 4416041 h 6858000"/>
                <a:gd name="connsiteX38" fmla="*/ 9281841 w 9767847"/>
                <a:gd name="connsiteY38" fmla="*/ 4391477 h 6858000"/>
                <a:gd name="connsiteX39" fmla="*/ 9286513 w 9767847"/>
                <a:gd name="connsiteY39" fmla="*/ 4368936 h 6858000"/>
                <a:gd name="connsiteX40" fmla="*/ 9296754 w 9767847"/>
                <a:gd name="connsiteY40" fmla="*/ 4316136 h 6858000"/>
                <a:gd name="connsiteX41" fmla="*/ 9301029 w 9767847"/>
                <a:gd name="connsiteY41" fmla="*/ 4293172 h 6858000"/>
                <a:gd name="connsiteX42" fmla="*/ 9302818 w 9767847"/>
                <a:gd name="connsiteY42" fmla="*/ 4282679 h 6858000"/>
                <a:gd name="connsiteX43" fmla="*/ 9304658 w 9767847"/>
                <a:gd name="connsiteY43" fmla="*/ 4270914 h 6858000"/>
                <a:gd name="connsiteX44" fmla="*/ 9312810 w 9767847"/>
                <a:gd name="connsiteY44" fmla="*/ 4220043 h 6858000"/>
                <a:gd name="connsiteX45" fmla="*/ 9316887 w 9767847"/>
                <a:gd name="connsiteY45" fmla="*/ 4194584 h 6858000"/>
                <a:gd name="connsiteX46" fmla="*/ 9318923 w 9767847"/>
                <a:gd name="connsiteY46" fmla="*/ 4181878 h 6858000"/>
                <a:gd name="connsiteX47" fmla="*/ 9320515 w 9767847"/>
                <a:gd name="connsiteY47" fmla="*/ 4168984 h 6858000"/>
                <a:gd name="connsiteX48" fmla="*/ 9332445 w 9767847"/>
                <a:gd name="connsiteY48" fmla="*/ 4069079 h 6858000"/>
                <a:gd name="connsiteX49" fmla="*/ 9336173 w 9767847"/>
                <a:gd name="connsiteY49" fmla="*/ 4022774 h 6858000"/>
                <a:gd name="connsiteX50" fmla="*/ 9340199 w 9767847"/>
                <a:gd name="connsiteY50" fmla="*/ 3969269 h 6858000"/>
                <a:gd name="connsiteX51" fmla="*/ 9347557 w 9767847"/>
                <a:gd name="connsiteY51" fmla="*/ 3770070 h 6858000"/>
                <a:gd name="connsiteX52" fmla="*/ 9346364 w 9767847"/>
                <a:gd name="connsiteY52" fmla="*/ 3669036 h 6858000"/>
                <a:gd name="connsiteX53" fmla="*/ 9344921 w 9767847"/>
                <a:gd name="connsiteY53" fmla="*/ 3619341 h 6858000"/>
                <a:gd name="connsiteX54" fmla="*/ 9344524 w 9767847"/>
                <a:gd name="connsiteY54" fmla="*/ 3607624 h 6858000"/>
                <a:gd name="connsiteX55" fmla="*/ 9343728 w 9767847"/>
                <a:gd name="connsiteY55" fmla="*/ 3594872 h 6858000"/>
                <a:gd name="connsiteX56" fmla="*/ 9342188 w 9767847"/>
                <a:gd name="connsiteY56" fmla="*/ 3569366 h 6858000"/>
                <a:gd name="connsiteX57" fmla="*/ 9339056 w 9767847"/>
                <a:gd name="connsiteY57" fmla="*/ 3518354 h 6858000"/>
                <a:gd name="connsiteX58" fmla="*/ 9334334 w 9767847"/>
                <a:gd name="connsiteY58" fmla="*/ 3467155 h 6858000"/>
                <a:gd name="connsiteX59" fmla="*/ 9329363 w 9767847"/>
                <a:gd name="connsiteY59" fmla="*/ 3415908 h 6858000"/>
                <a:gd name="connsiteX60" fmla="*/ 9328319 w 9767847"/>
                <a:gd name="connsiteY60" fmla="*/ 3404755 h 6858000"/>
                <a:gd name="connsiteX61" fmla="*/ 9327177 w 9767847"/>
                <a:gd name="connsiteY61" fmla="*/ 3394214 h 6858000"/>
                <a:gd name="connsiteX62" fmla="*/ 9324293 w 9767847"/>
                <a:gd name="connsiteY62" fmla="*/ 3370872 h 6858000"/>
                <a:gd name="connsiteX63" fmla="*/ 9320763 w 9767847"/>
                <a:gd name="connsiteY63" fmla="*/ 3344427 h 6858000"/>
                <a:gd name="connsiteX64" fmla="*/ 9317184 w 9767847"/>
                <a:gd name="connsiteY64" fmla="*/ 3315343 h 6858000"/>
                <a:gd name="connsiteX65" fmla="*/ 9311021 w 9767847"/>
                <a:gd name="connsiteY65" fmla="*/ 3270309 h 6858000"/>
                <a:gd name="connsiteX66" fmla="*/ 9302719 w 9767847"/>
                <a:gd name="connsiteY66" fmla="*/ 3219815 h 6858000"/>
                <a:gd name="connsiteX67" fmla="*/ 9293970 w 9767847"/>
                <a:gd name="connsiteY67" fmla="*/ 3169887 h 6858000"/>
                <a:gd name="connsiteX68" fmla="*/ 9252065 w 9767847"/>
                <a:gd name="connsiteY68" fmla="*/ 2971205 h 6858000"/>
                <a:gd name="connsiteX69" fmla="*/ 9227211 w 9767847"/>
                <a:gd name="connsiteY69" fmla="*/ 2872571 h 6858000"/>
                <a:gd name="connsiteX70" fmla="*/ 9220699 w 9767847"/>
                <a:gd name="connsiteY70" fmla="*/ 2848524 h 6858000"/>
                <a:gd name="connsiteX71" fmla="*/ 9213740 w 9767847"/>
                <a:gd name="connsiteY71" fmla="*/ 2824289 h 6858000"/>
                <a:gd name="connsiteX72" fmla="*/ 9199374 w 9767847"/>
                <a:gd name="connsiteY72" fmla="*/ 2775536 h 6858000"/>
                <a:gd name="connsiteX73" fmla="*/ 9061829 w 9767847"/>
                <a:gd name="connsiteY73" fmla="*/ 2389515 h 6858000"/>
                <a:gd name="connsiteX74" fmla="*/ 8978865 w 9767847"/>
                <a:gd name="connsiteY74" fmla="*/ 2200953 h 6858000"/>
                <a:gd name="connsiteX75" fmla="*/ 8956694 w 9767847"/>
                <a:gd name="connsiteY75" fmla="*/ 2154317 h 6858000"/>
                <a:gd name="connsiteX76" fmla="*/ 8934176 w 9767847"/>
                <a:gd name="connsiteY76" fmla="*/ 2108012 h 6858000"/>
                <a:gd name="connsiteX77" fmla="*/ 8887151 w 9767847"/>
                <a:gd name="connsiteY77" fmla="*/ 2015448 h 6858000"/>
                <a:gd name="connsiteX78" fmla="*/ 8787533 w 9767847"/>
                <a:gd name="connsiteY78" fmla="*/ 1832625 h 6858000"/>
                <a:gd name="connsiteX79" fmla="*/ 8761485 w 9767847"/>
                <a:gd name="connsiteY79" fmla="*/ 1787496 h 6858000"/>
                <a:gd name="connsiteX80" fmla="*/ 8734791 w 9767847"/>
                <a:gd name="connsiteY80" fmla="*/ 1741991 h 6858000"/>
                <a:gd name="connsiteX81" fmla="*/ 8680808 w 9767847"/>
                <a:gd name="connsiteY81" fmla="*/ 1652910 h 6858000"/>
                <a:gd name="connsiteX82" fmla="*/ 8567024 w 9767847"/>
                <a:gd name="connsiteY82" fmla="*/ 1477004 h 6858000"/>
                <a:gd name="connsiteX83" fmla="*/ 8537446 w 9767847"/>
                <a:gd name="connsiteY83" fmla="*/ 1433428 h 6858000"/>
                <a:gd name="connsiteX84" fmla="*/ 8507423 w 9767847"/>
                <a:gd name="connsiteY84" fmla="*/ 1389994 h 6858000"/>
                <a:gd name="connsiteX85" fmla="*/ 8446529 w 9767847"/>
                <a:gd name="connsiteY85" fmla="*/ 1304393 h 6858000"/>
                <a:gd name="connsiteX86" fmla="*/ 8319224 w 9767847"/>
                <a:gd name="connsiteY86" fmla="*/ 1135124 h 6858000"/>
                <a:gd name="connsiteX87" fmla="*/ 8286366 w 9767847"/>
                <a:gd name="connsiteY87" fmla="*/ 1093148 h 6858000"/>
                <a:gd name="connsiteX88" fmla="*/ 8270161 w 9767847"/>
                <a:gd name="connsiteY88" fmla="*/ 1072538 h 6858000"/>
                <a:gd name="connsiteX89" fmla="*/ 8253856 w 9767847"/>
                <a:gd name="connsiteY89" fmla="*/ 1052254 h 6858000"/>
                <a:gd name="connsiteX90" fmla="*/ 8186352 w 9767847"/>
                <a:gd name="connsiteY90" fmla="*/ 970373 h 6858000"/>
                <a:gd name="connsiteX91" fmla="*/ 8046768 w 9767847"/>
                <a:gd name="connsiteY91" fmla="*/ 809527 h 6858000"/>
                <a:gd name="connsiteX92" fmla="*/ 8010927 w 9767847"/>
                <a:gd name="connsiteY92" fmla="*/ 769951 h 6858000"/>
                <a:gd name="connsiteX93" fmla="*/ 7974788 w 9767847"/>
                <a:gd name="connsiteY93" fmla="*/ 730751 h 6858000"/>
                <a:gd name="connsiteX94" fmla="*/ 7901070 w 9767847"/>
                <a:gd name="connsiteY94" fmla="*/ 652823 h 6858000"/>
                <a:gd name="connsiteX95" fmla="*/ 7750054 w 9767847"/>
                <a:gd name="connsiteY95" fmla="*/ 501106 h 6858000"/>
                <a:gd name="connsiteX96" fmla="*/ 7592277 w 9767847"/>
                <a:gd name="connsiteY96" fmla="*/ 355319 h 6858000"/>
                <a:gd name="connsiteX97" fmla="*/ 7257734 w 9767847"/>
                <a:gd name="connsiteY97" fmla="*/ 81062 h 6858000"/>
                <a:gd name="connsiteX98" fmla="*/ 1892109 w 9767847"/>
                <a:gd name="connsiteY98" fmla="*/ 0 h 6858000"/>
                <a:gd name="connsiteX99" fmla="*/ 2298402 w 9767847"/>
                <a:gd name="connsiteY99" fmla="*/ 0 h 6858000"/>
                <a:gd name="connsiteX100" fmla="*/ 2135542 w 9767847"/>
                <a:gd name="connsiteY100" fmla="*/ 121879 h 6858000"/>
                <a:gd name="connsiteX101" fmla="*/ 1969576 w 9767847"/>
                <a:gd name="connsiteY101" fmla="*/ 259084 h 6858000"/>
                <a:gd name="connsiteX102" fmla="*/ 1659938 w 9767847"/>
                <a:gd name="connsiteY102" fmla="*/ 553953 h 6858000"/>
                <a:gd name="connsiteX103" fmla="*/ 729383 w 9767847"/>
                <a:gd name="connsiteY103" fmla="*/ 1940578 h 6858000"/>
                <a:gd name="connsiteX104" fmla="*/ 578465 w 9767847"/>
                <a:gd name="connsiteY104" fmla="*/ 2324905 h 6858000"/>
                <a:gd name="connsiteX105" fmla="*/ 465080 w 9767847"/>
                <a:gd name="connsiteY105" fmla="*/ 2718973 h 6858000"/>
                <a:gd name="connsiteX106" fmla="*/ 423820 w 9767847"/>
                <a:gd name="connsiteY106" fmla="*/ 2919535 h 6858000"/>
                <a:gd name="connsiteX107" fmla="*/ 392355 w 9767847"/>
                <a:gd name="connsiteY107" fmla="*/ 3122169 h 6858000"/>
                <a:gd name="connsiteX108" fmla="*/ 358801 w 9767847"/>
                <a:gd name="connsiteY108" fmla="*/ 3531013 h 6858000"/>
                <a:gd name="connsiteX109" fmla="*/ 410350 w 9767847"/>
                <a:gd name="connsiteY109" fmla="*/ 4352324 h 6858000"/>
                <a:gd name="connsiteX110" fmla="*/ 449022 w 9767847"/>
                <a:gd name="connsiteY110" fmla="*/ 4555147 h 6858000"/>
                <a:gd name="connsiteX111" fmla="*/ 498882 w 9767847"/>
                <a:gd name="connsiteY111" fmla="*/ 4756463 h 6858000"/>
                <a:gd name="connsiteX112" fmla="*/ 559775 w 9767847"/>
                <a:gd name="connsiteY112" fmla="*/ 4955755 h 6858000"/>
                <a:gd name="connsiteX113" fmla="*/ 631406 w 9767847"/>
                <a:gd name="connsiteY113" fmla="*/ 5152084 h 6858000"/>
                <a:gd name="connsiteX114" fmla="*/ 1023461 w 9767847"/>
                <a:gd name="connsiteY114" fmla="*/ 5898055 h 6858000"/>
                <a:gd name="connsiteX115" fmla="*/ 1575880 w 9767847"/>
                <a:gd name="connsiteY115" fmla="*/ 6551744 h 6858000"/>
                <a:gd name="connsiteX116" fmla="*/ 1905228 w 9767847"/>
                <a:gd name="connsiteY116" fmla="*/ 6833566 h 6858000"/>
                <a:gd name="connsiteX117" fmla="*/ 1938629 w 9767847"/>
                <a:gd name="connsiteY117" fmla="*/ 6858000 h 6858000"/>
                <a:gd name="connsiteX118" fmla="*/ 1368607 w 9767847"/>
                <a:gd name="connsiteY118" fmla="*/ 6858000 h 6858000"/>
                <a:gd name="connsiteX119" fmla="*/ 1115251 w 9767847"/>
                <a:gd name="connsiteY119" fmla="*/ 6594103 h 6858000"/>
                <a:gd name="connsiteX120" fmla="*/ 0 w 9767847"/>
                <a:gd name="connsiteY120" fmla="*/ 3653129 h 6858000"/>
                <a:gd name="connsiteX121" fmla="*/ 1777294 w 9767847"/>
                <a:gd name="connsiteY121" fmla="*/ 854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9767847" h="6858000">
                  <a:moveTo>
                    <a:pt x="7145704" y="0"/>
                  </a:moveTo>
                  <a:lnTo>
                    <a:pt x="7875738" y="0"/>
                  </a:lnTo>
                  <a:lnTo>
                    <a:pt x="7990553" y="85415"/>
                  </a:lnTo>
                  <a:cubicBezTo>
                    <a:pt x="9075991" y="933432"/>
                    <a:pt x="9767847" y="2216793"/>
                    <a:pt x="9767847" y="3653129"/>
                  </a:cubicBezTo>
                  <a:cubicBezTo>
                    <a:pt x="9767847" y="4770280"/>
                    <a:pt x="9349317" y="5794890"/>
                    <a:pt x="8652597" y="6594103"/>
                  </a:cubicBezTo>
                  <a:lnTo>
                    <a:pt x="8399240" y="6858000"/>
                  </a:lnTo>
                  <a:lnTo>
                    <a:pt x="6766926" y="6858000"/>
                  </a:lnTo>
                  <a:lnTo>
                    <a:pt x="6804586" y="6821201"/>
                  </a:lnTo>
                  <a:lnTo>
                    <a:pt x="6881735" y="6745295"/>
                  </a:lnTo>
                  <a:cubicBezTo>
                    <a:pt x="6907435" y="6719979"/>
                    <a:pt x="6933134" y="6694896"/>
                    <a:pt x="6958883" y="6668920"/>
                  </a:cubicBezTo>
                  <a:lnTo>
                    <a:pt x="7267925" y="6359792"/>
                  </a:lnTo>
                  <a:lnTo>
                    <a:pt x="7424360" y="6204783"/>
                  </a:lnTo>
                  <a:cubicBezTo>
                    <a:pt x="7450754" y="6178900"/>
                    <a:pt x="7477598" y="6152829"/>
                    <a:pt x="7504938" y="6126806"/>
                  </a:cubicBezTo>
                  <a:lnTo>
                    <a:pt x="7546396" y="6087795"/>
                  </a:lnTo>
                  <a:cubicBezTo>
                    <a:pt x="7560264" y="6074901"/>
                    <a:pt x="7574780" y="6061630"/>
                    <a:pt x="7588002" y="6049630"/>
                  </a:cubicBezTo>
                  <a:lnTo>
                    <a:pt x="7631000" y="6010807"/>
                  </a:lnTo>
                  <a:lnTo>
                    <a:pt x="7675440" y="5972407"/>
                  </a:lnTo>
                  <a:cubicBezTo>
                    <a:pt x="7690404" y="5959796"/>
                    <a:pt x="7705564" y="5947419"/>
                    <a:pt x="7720626" y="5934949"/>
                  </a:cubicBezTo>
                  <a:cubicBezTo>
                    <a:pt x="7735738" y="5922525"/>
                    <a:pt x="7751197" y="5910619"/>
                    <a:pt x="7766458" y="5898432"/>
                  </a:cubicBezTo>
                  <a:cubicBezTo>
                    <a:pt x="7827949" y="5850290"/>
                    <a:pt x="7890979" y="5804597"/>
                    <a:pt x="7955254" y="5760926"/>
                  </a:cubicBezTo>
                  <a:cubicBezTo>
                    <a:pt x="8083800" y="5673632"/>
                    <a:pt x="8216872" y="5594434"/>
                    <a:pt x="8352678" y="5521728"/>
                  </a:cubicBezTo>
                  <a:lnTo>
                    <a:pt x="8451350" y="5469352"/>
                  </a:lnTo>
                  <a:lnTo>
                    <a:pt x="8548532" y="5417493"/>
                  </a:lnTo>
                  <a:cubicBezTo>
                    <a:pt x="8612110" y="5383188"/>
                    <a:pt x="8673251" y="5349306"/>
                    <a:pt x="8729473" y="5314059"/>
                  </a:cubicBezTo>
                  <a:cubicBezTo>
                    <a:pt x="8743591" y="5305213"/>
                    <a:pt x="8757161" y="5296459"/>
                    <a:pt x="8770781" y="5287330"/>
                  </a:cubicBezTo>
                  <a:cubicBezTo>
                    <a:pt x="8777591" y="5282765"/>
                    <a:pt x="8784451" y="5278201"/>
                    <a:pt x="8790964" y="5273590"/>
                  </a:cubicBezTo>
                  <a:cubicBezTo>
                    <a:pt x="8797574" y="5268977"/>
                    <a:pt x="8804235" y="5264412"/>
                    <a:pt x="8810499" y="5259801"/>
                  </a:cubicBezTo>
                  <a:cubicBezTo>
                    <a:pt x="8835999" y="5241401"/>
                    <a:pt x="8860407" y="5222389"/>
                    <a:pt x="8883571" y="5202577"/>
                  </a:cubicBezTo>
                  <a:cubicBezTo>
                    <a:pt x="8929900" y="5162954"/>
                    <a:pt x="8971258" y="5120413"/>
                    <a:pt x="9006651" y="5074625"/>
                  </a:cubicBezTo>
                  <a:cubicBezTo>
                    <a:pt x="9015351" y="5063426"/>
                    <a:pt x="9024398" y="5050955"/>
                    <a:pt x="9033494" y="5038203"/>
                  </a:cubicBezTo>
                  <a:lnTo>
                    <a:pt x="9040305" y="5028649"/>
                  </a:lnTo>
                  <a:lnTo>
                    <a:pt x="9046568" y="5019379"/>
                  </a:lnTo>
                  <a:cubicBezTo>
                    <a:pt x="9050743" y="5013261"/>
                    <a:pt x="9054819" y="5007050"/>
                    <a:pt x="9058846" y="5000743"/>
                  </a:cubicBezTo>
                  <a:cubicBezTo>
                    <a:pt x="9075002" y="4975615"/>
                    <a:pt x="9090212" y="4949403"/>
                    <a:pt x="9104529" y="4922203"/>
                  </a:cubicBezTo>
                  <a:cubicBezTo>
                    <a:pt x="9133211" y="4867850"/>
                    <a:pt x="9158313" y="4809545"/>
                    <a:pt x="9181081" y="4748792"/>
                  </a:cubicBezTo>
                  <a:cubicBezTo>
                    <a:pt x="9203748" y="4688276"/>
                    <a:pt x="9223383" y="4625876"/>
                    <a:pt x="9240731" y="4561970"/>
                  </a:cubicBezTo>
                  <a:cubicBezTo>
                    <a:pt x="9249481" y="4530064"/>
                    <a:pt x="9257682" y="4497782"/>
                    <a:pt x="9265388" y="4465171"/>
                  </a:cubicBezTo>
                  <a:cubicBezTo>
                    <a:pt x="9269215" y="4448842"/>
                    <a:pt x="9272943" y="4432465"/>
                    <a:pt x="9276571" y="4416041"/>
                  </a:cubicBezTo>
                  <a:lnTo>
                    <a:pt x="9281841" y="4391477"/>
                  </a:lnTo>
                  <a:lnTo>
                    <a:pt x="9286513" y="4368936"/>
                  </a:lnTo>
                  <a:lnTo>
                    <a:pt x="9296754" y="4316136"/>
                  </a:lnTo>
                  <a:lnTo>
                    <a:pt x="9301029" y="4293172"/>
                  </a:lnTo>
                  <a:lnTo>
                    <a:pt x="9302818" y="4282679"/>
                  </a:lnTo>
                  <a:lnTo>
                    <a:pt x="9304658" y="4270914"/>
                  </a:lnTo>
                  <a:lnTo>
                    <a:pt x="9312810" y="4220043"/>
                  </a:lnTo>
                  <a:lnTo>
                    <a:pt x="9316887" y="4194584"/>
                  </a:lnTo>
                  <a:lnTo>
                    <a:pt x="9318923" y="4181878"/>
                  </a:lnTo>
                  <a:cubicBezTo>
                    <a:pt x="9319570" y="4177644"/>
                    <a:pt x="9319969" y="4173267"/>
                    <a:pt x="9320515" y="4168984"/>
                  </a:cubicBezTo>
                  <a:lnTo>
                    <a:pt x="9332445" y="4069079"/>
                  </a:lnTo>
                  <a:cubicBezTo>
                    <a:pt x="9333836" y="4056468"/>
                    <a:pt x="9334880" y="4040986"/>
                    <a:pt x="9336173" y="4022774"/>
                  </a:cubicBezTo>
                  <a:lnTo>
                    <a:pt x="9340199" y="3969269"/>
                  </a:lnTo>
                  <a:cubicBezTo>
                    <a:pt x="9345071" y="3903904"/>
                    <a:pt x="9347358" y="3837081"/>
                    <a:pt x="9347557" y="3770070"/>
                  </a:cubicBezTo>
                  <a:cubicBezTo>
                    <a:pt x="9347656" y="3736518"/>
                    <a:pt x="9347209" y="3702871"/>
                    <a:pt x="9346364" y="3669036"/>
                  </a:cubicBezTo>
                  <a:lnTo>
                    <a:pt x="9344921" y="3619341"/>
                  </a:lnTo>
                  <a:lnTo>
                    <a:pt x="9344524" y="3607624"/>
                  </a:lnTo>
                  <a:lnTo>
                    <a:pt x="9343728" y="3594872"/>
                  </a:lnTo>
                  <a:lnTo>
                    <a:pt x="9342188" y="3569366"/>
                  </a:lnTo>
                  <a:lnTo>
                    <a:pt x="9339056" y="3518354"/>
                  </a:lnTo>
                  <a:cubicBezTo>
                    <a:pt x="9337914" y="3501319"/>
                    <a:pt x="9335874" y="3484236"/>
                    <a:pt x="9334334" y="3467155"/>
                  </a:cubicBezTo>
                  <a:lnTo>
                    <a:pt x="9329363" y="3415908"/>
                  </a:lnTo>
                  <a:lnTo>
                    <a:pt x="9328319" y="3404755"/>
                  </a:lnTo>
                  <a:lnTo>
                    <a:pt x="9327177" y="3394214"/>
                  </a:lnTo>
                  <a:lnTo>
                    <a:pt x="9324293" y="3370872"/>
                  </a:lnTo>
                  <a:lnTo>
                    <a:pt x="9320763" y="3344427"/>
                  </a:lnTo>
                  <a:lnTo>
                    <a:pt x="9317184" y="3315343"/>
                  </a:lnTo>
                  <a:cubicBezTo>
                    <a:pt x="9315594" y="3300991"/>
                    <a:pt x="9313506" y="3286404"/>
                    <a:pt x="9311021" y="3270309"/>
                  </a:cubicBezTo>
                  <a:lnTo>
                    <a:pt x="9302719" y="3219815"/>
                  </a:lnTo>
                  <a:cubicBezTo>
                    <a:pt x="9299936" y="3203157"/>
                    <a:pt x="9297003" y="3186498"/>
                    <a:pt x="9293970" y="3169887"/>
                  </a:cubicBezTo>
                  <a:cubicBezTo>
                    <a:pt x="9281891" y="3103393"/>
                    <a:pt x="9267674" y="3037182"/>
                    <a:pt x="9252065" y="2971205"/>
                  </a:cubicBezTo>
                  <a:cubicBezTo>
                    <a:pt x="9244261" y="2938265"/>
                    <a:pt x="9235959" y="2905371"/>
                    <a:pt x="9227211" y="2872571"/>
                  </a:cubicBezTo>
                  <a:lnTo>
                    <a:pt x="9220699" y="2848524"/>
                  </a:lnTo>
                  <a:lnTo>
                    <a:pt x="9213740" y="2824289"/>
                  </a:lnTo>
                  <a:cubicBezTo>
                    <a:pt x="9209216" y="2808147"/>
                    <a:pt x="9204345" y="2791866"/>
                    <a:pt x="9199374" y="2775536"/>
                  </a:cubicBezTo>
                  <a:cubicBezTo>
                    <a:pt x="9159855" y="2645184"/>
                    <a:pt x="9114272" y="2516197"/>
                    <a:pt x="9061829" y="2389515"/>
                  </a:cubicBezTo>
                  <a:cubicBezTo>
                    <a:pt x="9035582" y="2326175"/>
                    <a:pt x="9008043" y="2263258"/>
                    <a:pt x="8978865" y="2200953"/>
                  </a:cubicBezTo>
                  <a:lnTo>
                    <a:pt x="8956694" y="2154317"/>
                  </a:lnTo>
                  <a:lnTo>
                    <a:pt x="8934176" y="2108012"/>
                  </a:lnTo>
                  <a:cubicBezTo>
                    <a:pt x="8918915" y="2077189"/>
                    <a:pt x="8903157" y="2046130"/>
                    <a:pt x="8887151" y="2015448"/>
                  </a:cubicBezTo>
                  <a:cubicBezTo>
                    <a:pt x="8854988" y="1953989"/>
                    <a:pt x="8822082" y="1892908"/>
                    <a:pt x="8787533" y="1832625"/>
                  </a:cubicBezTo>
                  <a:lnTo>
                    <a:pt x="8761485" y="1787496"/>
                  </a:lnTo>
                  <a:lnTo>
                    <a:pt x="8734791" y="1741991"/>
                  </a:lnTo>
                  <a:cubicBezTo>
                    <a:pt x="8717047" y="1711921"/>
                    <a:pt x="8699200" y="1682461"/>
                    <a:pt x="8680808" y="1652910"/>
                  </a:cubicBezTo>
                  <a:cubicBezTo>
                    <a:pt x="8644322" y="1593756"/>
                    <a:pt x="8606194" y="1535216"/>
                    <a:pt x="8567024" y="1477004"/>
                  </a:cubicBezTo>
                  <a:lnTo>
                    <a:pt x="8537446" y="1433428"/>
                  </a:lnTo>
                  <a:lnTo>
                    <a:pt x="8507423" y="1389994"/>
                  </a:lnTo>
                  <a:cubicBezTo>
                    <a:pt x="8487390" y="1361382"/>
                    <a:pt x="8467158" y="1332817"/>
                    <a:pt x="8446529" y="1304393"/>
                  </a:cubicBezTo>
                  <a:cubicBezTo>
                    <a:pt x="8405271" y="1247595"/>
                    <a:pt x="8362718" y="1191218"/>
                    <a:pt x="8319224" y="1135124"/>
                  </a:cubicBezTo>
                  <a:lnTo>
                    <a:pt x="8286366" y="1093148"/>
                  </a:lnTo>
                  <a:lnTo>
                    <a:pt x="8270161" y="1072538"/>
                  </a:lnTo>
                  <a:lnTo>
                    <a:pt x="8253856" y="1052254"/>
                  </a:lnTo>
                  <a:cubicBezTo>
                    <a:pt x="8231636" y="1024773"/>
                    <a:pt x="8209117" y="997479"/>
                    <a:pt x="8186352" y="970373"/>
                  </a:cubicBezTo>
                  <a:cubicBezTo>
                    <a:pt x="8140917" y="916020"/>
                    <a:pt x="8094240" y="862515"/>
                    <a:pt x="8046768" y="809527"/>
                  </a:cubicBezTo>
                  <a:lnTo>
                    <a:pt x="8010927" y="769951"/>
                  </a:lnTo>
                  <a:lnTo>
                    <a:pt x="7974788" y="730751"/>
                  </a:lnTo>
                  <a:cubicBezTo>
                    <a:pt x="7950382" y="704587"/>
                    <a:pt x="7925824" y="678563"/>
                    <a:pt x="7901070" y="652823"/>
                  </a:cubicBezTo>
                  <a:cubicBezTo>
                    <a:pt x="7851510" y="601387"/>
                    <a:pt x="7801404" y="550612"/>
                    <a:pt x="7750054" y="501106"/>
                  </a:cubicBezTo>
                  <a:cubicBezTo>
                    <a:pt x="7698902" y="451742"/>
                    <a:pt x="7645913" y="403036"/>
                    <a:pt x="7592277" y="355319"/>
                  </a:cubicBezTo>
                  <a:cubicBezTo>
                    <a:pt x="7484856" y="259884"/>
                    <a:pt x="7373308" y="168402"/>
                    <a:pt x="7257734" y="81062"/>
                  </a:cubicBezTo>
                  <a:close/>
                  <a:moveTo>
                    <a:pt x="1892109" y="0"/>
                  </a:moveTo>
                  <a:lnTo>
                    <a:pt x="2298402" y="0"/>
                  </a:lnTo>
                  <a:lnTo>
                    <a:pt x="2135542" y="121879"/>
                  </a:lnTo>
                  <a:cubicBezTo>
                    <a:pt x="2078998" y="166378"/>
                    <a:pt x="2023659" y="212143"/>
                    <a:pt x="1969576" y="259084"/>
                  </a:cubicBezTo>
                  <a:cubicBezTo>
                    <a:pt x="1861309" y="352918"/>
                    <a:pt x="1758064" y="451412"/>
                    <a:pt x="1659938" y="553953"/>
                  </a:cubicBezTo>
                  <a:cubicBezTo>
                    <a:pt x="1266987" y="964444"/>
                    <a:pt x="953820" y="1435593"/>
                    <a:pt x="729383" y="1940578"/>
                  </a:cubicBezTo>
                  <a:cubicBezTo>
                    <a:pt x="673260" y="2066459"/>
                    <a:pt x="622855" y="2195070"/>
                    <a:pt x="578465" y="2324905"/>
                  </a:cubicBezTo>
                  <a:cubicBezTo>
                    <a:pt x="534125" y="2454785"/>
                    <a:pt x="496147" y="2586314"/>
                    <a:pt x="465080" y="2718973"/>
                  </a:cubicBezTo>
                  <a:cubicBezTo>
                    <a:pt x="449769" y="2785089"/>
                    <a:pt x="435850" y="2852289"/>
                    <a:pt x="423820" y="2919535"/>
                  </a:cubicBezTo>
                  <a:cubicBezTo>
                    <a:pt x="411840" y="2986829"/>
                    <a:pt x="401054" y="3054358"/>
                    <a:pt x="392355" y="3122169"/>
                  </a:cubicBezTo>
                  <a:cubicBezTo>
                    <a:pt x="374509" y="3257744"/>
                    <a:pt x="363424" y="3393978"/>
                    <a:pt x="358801" y="3531013"/>
                  </a:cubicBezTo>
                  <a:cubicBezTo>
                    <a:pt x="349009" y="3804941"/>
                    <a:pt x="366357" y="4079668"/>
                    <a:pt x="410350" y="4352324"/>
                  </a:cubicBezTo>
                  <a:cubicBezTo>
                    <a:pt x="421286" y="4420230"/>
                    <a:pt x="434209" y="4487758"/>
                    <a:pt x="449022" y="4555147"/>
                  </a:cubicBezTo>
                  <a:cubicBezTo>
                    <a:pt x="463737" y="4622534"/>
                    <a:pt x="480389" y="4689686"/>
                    <a:pt x="498882" y="4756463"/>
                  </a:cubicBezTo>
                  <a:cubicBezTo>
                    <a:pt x="517373" y="4823239"/>
                    <a:pt x="537704" y="4889733"/>
                    <a:pt x="559775" y="4955755"/>
                  </a:cubicBezTo>
                  <a:cubicBezTo>
                    <a:pt x="581946" y="5021873"/>
                    <a:pt x="605358" y="5087473"/>
                    <a:pt x="631406" y="5152084"/>
                  </a:cubicBezTo>
                  <a:cubicBezTo>
                    <a:pt x="734055" y="5411706"/>
                    <a:pt x="865188" y="5662668"/>
                    <a:pt x="1023461" y="5898055"/>
                  </a:cubicBezTo>
                  <a:cubicBezTo>
                    <a:pt x="1181487" y="6133676"/>
                    <a:pt x="1367051" y="6353345"/>
                    <a:pt x="1575880" y="6551744"/>
                  </a:cubicBezTo>
                  <a:cubicBezTo>
                    <a:pt x="1680269" y="6651014"/>
                    <a:pt x="1790338" y="6745037"/>
                    <a:pt x="1905228" y="6833566"/>
                  </a:cubicBezTo>
                  <a:lnTo>
                    <a:pt x="1938629" y="6858000"/>
                  </a:lnTo>
                  <a:lnTo>
                    <a:pt x="1368607" y="6858000"/>
                  </a:lnTo>
                  <a:lnTo>
                    <a:pt x="1115251" y="6594103"/>
                  </a:lnTo>
                  <a:cubicBezTo>
                    <a:pt x="418530" y="5794890"/>
                    <a:pt x="0" y="4770280"/>
                    <a:pt x="0" y="3653129"/>
                  </a:cubicBezTo>
                  <a:cubicBezTo>
                    <a:pt x="0" y="2216793"/>
                    <a:pt x="691856" y="933432"/>
                    <a:pt x="1777294" y="85415"/>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grpSp>
      <p:sp>
        <p:nvSpPr>
          <p:cNvPr id="2" name="Title 1">
            <a:extLst>
              <a:ext uri="{FF2B5EF4-FFF2-40B4-BE49-F238E27FC236}">
                <a16:creationId xmlns:a16="http://schemas.microsoft.com/office/drawing/2014/main" id="{8FB44EAD-9809-7711-9716-CB8F557A1391}"/>
              </a:ext>
            </a:extLst>
          </p:cNvPr>
          <p:cNvSpPr>
            <a:spLocks noGrp="1"/>
          </p:cNvSpPr>
          <p:nvPr>
            <p:ph type="ctrTitle"/>
          </p:nvPr>
        </p:nvSpPr>
        <p:spPr>
          <a:xfrm>
            <a:off x="876300" y="45868"/>
            <a:ext cx="10263459" cy="923925"/>
          </a:xfrm>
        </p:spPr>
        <p:txBody>
          <a:bodyPr anchor="b">
            <a:normAutofit/>
          </a:bodyPr>
          <a:lstStyle/>
          <a:p>
            <a:r>
              <a:rPr lang="en-IN" sz="4000" dirty="0">
                <a:solidFill>
                  <a:schemeClr val="tx2"/>
                </a:solidFill>
                <a:latin typeface="Engravers MT" panose="02090707080505020304" pitchFamily="18" charset="0"/>
              </a:rPr>
              <a:t>History  of MISRA-C</a:t>
            </a:r>
            <a:endParaRPr lang="en-IN" sz="4000" dirty="0">
              <a:solidFill>
                <a:schemeClr val="tx2"/>
              </a:solidFill>
            </a:endParaRPr>
          </a:p>
        </p:txBody>
      </p:sp>
      <p:grpSp>
        <p:nvGrpSpPr>
          <p:cNvPr id="23" name="Group 22">
            <a:extLst>
              <a:ext uri="{FF2B5EF4-FFF2-40B4-BE49-F238E27FC236}">
                <a16:creationId xmlns:a16="http://schemas.microsoft.com/office/drawing/2014/main" id="{87F87F1B-42BA-4AC7-A4E2-41544DDB2CE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05" y="-4155"/>
            <a:ext cx="2514948" cy="2174333"/>
            <a:chOff x="-305" y="-4155"/>
            <a:chExt cx="2514948" cy="2174333"/>
          </a:xfrm>
        </p:grpSpPr>
        <p:sp>
          <p:nvSpPr>
            <p:cNvPr id="24" name="Freeform: Shape 23">
              <a:extLst>
                <a:ext uri="{FF2B5EF4-FFF2-40B4-BE49-F238E27FC236}">
                  <a16:creationId xmlns:a16="http://schemas.microsoft.com/office/drawing/2014/main" id="{68B53067-4E48-4E71-A6A9-A8CAABAFBF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Shape 24">
              <a:extLst>
                <a:ext uri="{FF2B5EF4-FFF2-40B4-BE49-F238E27FC236}">
                  <a16:creationId xmlns:a16="http://schemas.microsoft.com/office/drawing/2014/main" id="{06D1A0D3-4BB8-41D9-9CE7-2884C83F44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reeform: Shape 25">
              <a:extLst>
                <a:ext uri="{FF2B5EF4-FFF2-40B4-BE49-F238E27FC236}">
                  <a16:creationId xmlns:a16="http://schemas.microsoft.com/office/drawing/2014/main" id="{81E20F06-3B09-4B89-A36B-AB8BFBCCA5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27" name="Freeform: Shape 26">
              <a:extLst>
                <a:ext uri="{FF2B5EF4-FFF2-40B4-BE49-F238E27FC236}">
                  <a16:creationId xmlns:a16="http://schemas.microsoft.com/office/drawing/2014/main" id="{DAE6C3D7-7D5B-4926-877D-45F117BB6B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9" name="Group 28">
            <a:extLst>
              <a:ext uri="{FF2B5EF4-FFF2-40B4-BE49-F238E27FC236}">
                <a16:creationId xmlns:a16="http://schemas.microsoft.com/office/drawing/2014/main" id="{967346A5-7569-4F15-AB5D-BE3DADF192C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9685727" y="4683666"/>
            <a:ext cx="2514948" cy="2174333"/>
            <a:chOff x="-305" y="-4155"/>
            <a:chExt cx="2514948" cy="2174333"/>
          </a:xfrm>
        </p:grpSpPr>
        <p:sp>
          <p:nvSpPr>
            <p:cNvPr id="30" name="Freeform: Shape 29">
              <a:extLst>
                <a:ext uri="{FF2B5EF4-FFF2-40B4-BE49-F238E27FC236}">
                  <a16:creationId xmlns:a16="http://schemas.microsoft.com/office/drawing/2014/main" id="{E1951533-A568-4765-AB1F-F71D9AFDEA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reeform: Shape 30">
              <a:extLst>
                <a:ext uri="{FF2B5EF4-FFF2-40B4-BE49-F238E27FC236}">
                  <a16:creationId xmlns:a16="http://schemas.microsoft.com/office/drawing/2014/main" id="{A7214F52-4F3F-4C96-A62E-F1401D6C04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Freeform: Shape 31">
              <a:extLst>
                <a:ext uri="{FF2B5EF4-FFF2-40B4-BE49-F238E27FC236}">
                  <a16:creationId xmlns:a16="http://schemas.microsoft.com/office/drawing/2014/main" id="{023146A1-291C-4FA0-AB5B-EB04D42398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33" name="Freeform: Shape 32">
              <a:extLst>
                <a:ext uri="{FF2B5EF4-FFF2-40B4-BE49-F238E27FC236}">
                  <a16:creationId xmlns:a16="http://schemas.microsoft.com/office/drawing/2014/main" id="{62977932-2B03-4899-8306-5002CEE68E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5" name="Title 1">
            <a:extLst>
              <a:ext uri="{FF2B5EF4-FFF2-40B4-BE49-F238E27FC236}">
                <a16:creationId xmlns:a16="http://schemas.microsoft.com/office/drawing/2014/main" id="{D6EE584E-84BC-FC84-2A5F-A0E7AF1256B7}"/>
              </a:ext>
            </a:extLst>
          </p:cNvPr>
          <p:cNvSpPr txBox="1">
            <a:spLocks/>
          </p:cNvSpPr>
          <p:nvPr/>
        </p:nvSpPr>
        <p:spPr>
          <a:xfrm>
            <a:off x="10382250" y="3983"/>
            <a:ext cx="1809445" cy="44767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2000" dirty="0">
                <a:solidFill>
                  <a:schemeClr val="tx2"/>
                </a:solidFill>
              </a:rPr>
              <a:t>MISRA C -2012</a:t>
            </a:r>
          </a:p>
        </p:txBody>
      </p:sp>
      <p:sp>
        <p:nvSpPr>
          <p:cNvPr id="6" name="Subtitle 2">
            <a:extLst>
              <a:ext uri="{FF2B5EF4-FFF2-40B4-BE49-F238E27FC236}">
                <a16:creationId xmlns:a16="http://schemas.microsoft.com/office/drawing/2014/main" id="{C992C8E1-40D9-45CC-B67A-D8B86D2A381E}"/>
              </a:ext>
            </a:extLst>
          </p:cNvPr>
          <p:cNvSpPr txBox="1">
            <a:spLocks/>
          </p:cNvSpPr>
          <p:nvPr/>
        </p:nvSpPr>
        <p:spPr>
          <a:xfrm>
            <a:off x="3432265" y="853500"/>
            <a:ext cx="5188034" cy="682079"/>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115000"/>
              </a:lnSpc>
              <a:spcAft>
                <a:spcPts val="800"/>
              </a:spcAft>
            </a:pPr>
            <a:r>
              <a:rPr lang="en-IN" kern="100" dirty="0">
                <a:solidFill>
                  <a:srgbClr val="666666"/>
                </a:solidFill>
                <a:effectLst/>
                <a:highlight>
                  <a:srgbClr val="FFFF00"/>
                </a:highlight>
                <a:latin typeface="Times New Roman" panose="02020603050405020304" pitchFamily="18" charset="0"/>
                <a:ea typeface="Aptos" panose="020B0004020202020204" pitchFamily="34" charset="0"/>
                <a:cs typeface="Times New Roman" panose="02020603050405020304" pitchFamily="18" charset="0"/>
              </a:rPr>
              <a:t>Misra2012:Rule-8.7</a:t>
            </a:r>
          </a:p>
        </p:txBody>
      </p:sp>
      <p:sp>
        <p:nvSpPr>
          <p:cNvPr id="12" name="TextBox 11">
            <a:extLst>
              <a:ext uri="{FF2B5EF4-FFF2-40B4-BE49-F238E27FC236}">
                <a16:creationId xmlns:a16="http://schemas.microsoft.com/office/drawing/2014/main" id="{3B6B20D6-4372-E7FE-5B7C-3A5C456054FD}"/>
              </a:ext>
            </a:extLst>
          </p:cNvPr>
          <p:cNvSpPr txBox="1"/>
          <p:nvPr/>
        </p:nvSpPr>
        <p:spPr>
          <a:xfrm>
            <a:off x="2722026" y="1545391"/>
            <a:ext cx="9107210" cy="3139321"/>
          </a:xfrm>
          <a:prstGeom prst="rect">
            <a:avLst/>
          </a:prstGeom>
          <a:noFill/>
        </p:spPr>
        <p:txBody>
          <a:bodyPr wrap="square">
            <a:spAutoFit/>
          </a:bodyPr>
          <a:lstStyle/>
          <a:p>
            <a:pPr algn="l"/>
            <a:r>
              <a:rPr lang="en-US" sz="1800" b="0" i="0" u="none" strike="noStrike" baseline="0" dirty="0">
                <a:latin typeface="Times New Roman" panose="02020603050405020304" pitchFamily="18" charset="0"/>
                <a:cs typeface="Times New Roman" panose="02020603050405020304" pitchFamily="18" charset="0"/>
              </a:rPr>
              <a:t>// File: </a:t>
            </a:r>
            <a:r>
              <a:rPr lang="en-US" sz="1800" b="0" i="0" u="none" strike="noStrike" baseline="0" dirty="0" err="1">
                <a:latin typeface="Times New Roman" panose="02020603050405020304" pitchFamily="18" charset="0"/>
                <a:cs typeface="Times New Roman" panose="02020603050405020304" pitchFamily="18" charset="0"/>
              </a:rPr>
              <a:t>main.c</a:t>
            </a:r>
            <a:endParaRPr lang="en-US" sz="1800" b="0" i="0" u="none" strike="noStrike" baseline="0" dirty="0">
              <a:latin typeface="Times New Roman" panose="02020603050405020304" pitchFamily="18" charset="0"/>
              <a:cs typeface="Times New Roman" panose="02020603050405020304" pitchFamily="18" charset="0"/>
            </a:endParaRPr>
          </a:p>
          <a:p>
            <a:pPr algn="l"/>
            <a:r>
              <a:rPr lang="en-US" sz="1800" b="0" i="0" u="none" strike="noStrike" baseline="0" dirty="0">
                <a:highlight>
                  <a:srgbClr val="FFFF00"/>
                </a:highlight>
                <a:latin typeface="Times New Roman" panose="02020603050405020304" pitchFamily="18" charset="0"/>
                <a:cs typeface="Times New Roman" panose="02020603050405020304" pitchFamily="18" charset="0"/>
              </a:rPr>
              <a:t>#include "</a:t>
            </a:r>
            <a:r>
              <a:rPr lang="en-US" sz="1800" b="0" i="0" u="none" strike="noStrike" baseline="0" dirty="0" err="1">
                <a:highlight>
                  <a:srgbClr val="FFFF00"/>
                </a:highlight>
                <a:latin typeface="Times New Roman" panose="02020603050405020304" pitchFamily="18" charset="0"/>
                <a:cs typeface="Times New Roman" panose="02020603050405020304" pitchFamily="18" charset="0"/>
              </a:rPr>
              <a:t>math_utils.h</a:t>
            </a:r>
            <a:r>
              <a:rPr lang="en-US" sz="1800" b="0" i="0" u="none" strike="noStrike" baseline="0" dirty="0">
                <a:highlight>
                  <a:srgbClr val="FFFF00"/>
                </a:highlight>
                <a:latin typeface="Times New Roman" panose="02020603050405020304" pitchFamily="18" charset="0"/>
                <a:cs typeface="Times New Roman" panose="02020603050405020304" pitchFamily="18" charset="0"/>
              </a:rPr>
              <a:t>"</a:t>
            </a:r>
          </a:p>
          <a:p>
            <a:pPr algn="l"/>
            <a:r>
              <a:rPr lang="en-US" sz="1800" b="0" i="0" u="none" strike="noStrike" baseline="0" dirty="0">
                <a:latin typeface="Times New Roman" panose="02020603050405020304" pitchFamily="18" charset="0"/>
                <a:cs typeface="Times New Roman" panose="02020603050405020304" pitchFamily="18" charset="0"/>
              </a:rPr>
              <a:t>#include &lt;</a:t>
            </a:r>
            <a:r>
              <a:rPr lang="en-US" sz="1800" b="0" i="0" u="none" strike="noStrike" baseline="0" dirty="0" err="1">
                <a:latin typeface="Times New Roman" panose="02020603050405020304" pitchFamily="18" charset="0"/>
                <a:cs typeface="Times New Roman" panose="02020603050405020304" pitchFamily="18" charset="0"/>
              </a:rPr>
              <a:t>stdio.h</a:t>
            </a:r>
            <a:r>
              <a:rPr lang="en-US" sz="1800" b="0" i="0" u="none" strike="noStrike" baseline="0" dirty="0">
                <a:latin typeface="Times New Roman" panose="02020603050405020304" pitchFamily="18" charset="0"/>
                <a:cs typeface="Times New Roman" panose="02020603050405020304" pitchFamily="18" charset="0"/>
              </a:rPr>
              <a:t>&gt;</a:t>
            </a:r>
          </a:p>
          <a:p>
            <a:pPr algn="l"/>
            <a:r>
              <a:rPr lang="en-US" b="0" i="0" dirty="0">
                <a:effectLst/>
                <a:highlight>
                  <a:srgbClr val="FFFF00"/>
                </a:highlight>
                <a:latin typeface="Söhne Mono"/>
              </a:rPr>
              <a:t>extern int add(int a, int b); // Declaration with external linkage</a:t>
            </a:r>
            <a:endParaRPr lang="en-US" sz="1800" b="0" i="0" u="none" strike="noStrike" baseline="0" dirty="0">
              <a:highlight>
                <a:srgbClr val="FFFF00"/>
              </a:highlight>
              <a:latin typeface="Times New Roman" panose="02020603050405020304" pitchFamily="18" charset="0"/>
              <a:cs typeface="Times New Roman" panose="02020603050405020304" pitchFamily="18" charset="0"/>
            </a:endParaRPr>
          </a:p>
          <a:p>
            <a:pPr algn="l"/>
            <a:r>
              <a:rPr lang="en-US" sz="1800" b="0" i="0" u="none" strike="noStrike" baseline="0" dirty="0">
                <a:latin typeface="Times New Roman" panose="02020603050405020304" pitchFamily="18" charset="0"/>
                <a:cs typeface="Times New Roman" panose="02020603050405020304" pitchFamily="18" charset="0"/>
              </a:rPr>
              <a:t>int main() {</a:t>
            </a:r>
          </a:p>
          <a:p>
            <a:pPr algn="l"/>
            <a:r>
              <a:rPr lang="en-US" sz="1800" b="0" i="0" u="none" strike="noStrike" baseline="0" dirty="0">
                <a:latin typeface="Times New Roman" panose="02020603050405020304" pitchFamily="18" charset="0"/>
                <a:cs typeface="Times New Roman" panose="02020603050405020304" pitchFamily="18" charset="0"/>
              </a:rPr>
              <a:t>    int result = add(3, 4);</a:t>
            </a:r>
          </a:p>
          <a:p>
            <a:pPr algn="l"/>
            <a:r>
              <a:rPr lang="en-US" sz="1800" b="0" i="0" u="none" strike="noStrike" baseline="0" dirty="0">
                <a:latin typeface="Times New Roman" panose="02020603050405020304" pitchFamily="18" charset="0"/>
                <a:cs typeface="Times New Roman" panose="02020603050405020304" pitchFamily="18" charset="0"/>
              </a:rPr>
              <a:t>    </a:t>
            </a:r>
            <a:r>
              <a:rPr lang="en-US" sz="1800" b="0" i="0" u="none" strike="noStrike" baseline="0" dirty="0" err="1">
                <a:latin typeface="Times New Roman" panose="02020603050405020304" pitchFamily="18" charset="0"/>
                <a:cs typeface="Times New Roman" panose="02020603050405020304" pitchFamily="18" charset="0"/>
              </a:rPr>
              <a:t>printf</a:t>
            </a:r>
            <a:r>
              <a:rPr lang="en-US" sz="1800" b="0" i="0" u="none" strike="noStrike" baseline="0" dirty="0">
                <a:latin typeface="Times New Roman" panose="02020603050405020304" pitchFamily="18" charset="0"/>
                <a:cs typeface="Times New Roman" panose="02020603050405020304" pitchFamily="18" charset="0"/>
              </a:rPr>
              <a:t>("Result: %d\n", result);</a:t>
            </a:r>
          </a:p>
          <a:p>
            <a:pPr algn="l"/>
            <a:r>
              <a:rPr lang="en-US" sz="1800" b="0" i="0" u="none" strike="noStrike" baseline="0" dirty="0">
                <a:latin typeface="Times New Roman" panose="02020603050405020304" pitchFamily="18" charset="0"/>
                <a:cs typeface="Times New Roman" panose="02020603050405020304" pitchFamily="18" charset="0"/>
              </a:rPr>
              <a:t>    return 0;</a:t>
            </a:r>
          </a:p>
          <a:p>
            <a:pPr algn="l"/>
            <a:r>
              <a:rPr lang="en-US" sz="1800" b="0" i="0" u="none" strike="noStrike" baseline="0" dirty="0">
                <a:latin typeface="Times New Roman" panose="02020603050405020304" pitchFamily="18" charset="0"/>
                <a:cs typeface="Times New Roman" panose="02020603050405020304" pitchFamily="18" charset="0"/>
              </a:rPr>
              <a:t>}</a:t>
            </a:r>
          </a:p>
          <a:p>
            <a:pPr algn="l"/>
            <a:endParaRPr lang="en-US" dirty="0">
              <a:latin typeface="Times New Roman" panose="02020603050405020304" pitchFamily="18" charset="0"/>
              <a:cs typeface="Times New Roman" panose="02020603050405020304" pitchFamily="18" charset="0"/>
            </a:endParaRPr>
          </a:p>
          <a:p>
            <a:pPr algn="l"/>
            <a:endParaRPr lang="en-US" sz="1800" b="0" i="0" u="none" strike="noStrike" baseline="0"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C571CA19-A36B-7D93-981A-5F92A3EA59D7}"/>
              </a:ext>
            </a:extLst>
          </p:cNvPr>
          <p:cNvSpPr txBox="1"/>
          <p:nvPr/>
        </p:nvSpPr>
        <p:spPr>
          <a:xfrm>
            <a:off x="1302066" y="1535579"/>
            <a:ext cx="1046338" cy="369332"/>
          </a:xfrm>
          <a:prstGeom prst="rect">
            <a:avLst/>
          </a:prstGeom>
          <a:noFill/>
        </p:spPr>
        <p:txBody>
          <a:bodyPr wrap="square">
            <a:spAutoFit/>
          </a:bodyPr>
          <a:lstStyle/>
          <a:p>
            <a:pPr algn="l"/>
            <a:r>
              <a:rPr lang="en-IN" dirty="0">
                <a:highlight>
                  <a:srgbClr val="FFFF00"/>
                </a:highlight>
              </a:rPr>
              <a:t>Example</a:t>
            </a:r>
          </a:p>
        </p:txBody>
      </p:sp>
      <p:sp>
        <p:nvSpPr>
          <p:cNvPr id="8" name="Slide Number Placeholder 7">
            <a:extLst>
              <a:ext uri="{FF2B5EF4-FFF2-40B4-BE49-F238E27FC236}">
                <a16:creationId xmlns:a16="http://schemas.microsoft.com/office/drawing/2014/main" id="{FDFE97C3-9665-1DBC-624A-5341262F5FD3}"/>
              </a:ext>
            </a:extLst>
          </p:cNvPr>
          <p:cNvSpPr>
            <a:spLocks noGrp="1"/>
          </p:cNvSpPr>
          <p:nvPr>
            <p:ph type="sldNum" sz="quarter" idx="12"/>
          </p:nvPr>
        </p:nvSpPr>
        <p:spPr/>
        <p:txBody>
          <a:bodyPr/>
          <a:lstStyle/>
          <a:p>
            <a:fld id="{91247CA1-BCEC-4DD4-9B23-E2AE1AEA27A6}" type="slidenum">
              <a:rPr lang="en-IN" smtClean="0"/>
              <a:t>48</a:t>
            </a:fld>
            <a:endParaRPr lang="en-IN"/>
          </a:p>
        </p:txBody>
      </p:sp>
      <p:sp>
        <p:nvSpPr>
          <p:cNvPr id="3" name="TextBox 2">
            <a:extLst>
              <a:ext uri="{FF2B5EF4-FFF2-40B4-BE49-F238E27FC236}">
                <a16:creationId xmlns:a16="http://schemas.microsoft.com/office/drawing/2014/main" id="{90049C67-A8DF-055A-9085-D897ECF9E3FB}"/>
              </a:ext>
            </a:extLst>
          </p:cNvPr>
          <p:cNvSpPr txBox="1"/>
          <p:nvPr/>
        </p:nvSpPr>
        <p:spPr>
          <a:xfrm>
            <a:off x="10532532" y="526059"/>
            <a:ext cx="1451144" cy="369332"/>
          </a:xfrm>
          <a:prstGeom prst="rect">
            <a:avLst/>
          </a:prstGeom>
          <a:noFill/>
        </p:spPr>
        <p:txBody>
          <a:bodyPr wrap="square">
            <a:spAutoFit/>
          </a:bodyPr>
          <a:lstStyle/>
          <a:p>
            <a:r>
              <a:rPr lang="en-IN" dirty="0"/>
              <a:t>Session 1</a:t>
            </a:r>
          </a:p>
        </p:txBody>
      </p:sp>
    </p:spTree>
    <p:extLst>
      <p:ext uri="{BB962C8B-B14F-4D97-AF65-F5344CB8AC3E}">
        <p14:creationId xmlns:p14="http://schemas.microsoft.com/office/powerpoint/2010/main" val="32652145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5A292AEA-2528-46C0-B426-95822B6141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D8B7B198-E4DF-43CD-AD8C-1998843237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34" name="Freeform: Shape 33">
            <a:extLst>
              <a:ext uri="{FF2B5EF4-FFF2-40B4-BE49-F238E27FC236}">
                <a16:creationId xmlns:a16="http://schemas.microsoft.com/office/drawing/2014/main" id="{2BE67753-EA0E-4819-8D22-0B6600CF7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96934" y="3984"/>
            <a:ext cx="9376632" cy="6858000"/>
          </a:xfrm>
          <a:custGeom>
            <a:avLst/>
            <a:gdLst>
              <a:gd name="connsiteX0" fmla="*/ 1691615 w 9376632"/>
              <a:gd name="connsiteY0" fmla="*/ 0 h 6858000"/>
              <a:gd name="connsiteX1" fmla="*/ 7685017 w 9376632"/>
              <a:gd name="connsiteY1" fmla="*/ 0 h 6858000"/>
              <a:gd name="connsiteX2" fmla="*/ 7840634 w 9376632"/>
              <a:gd name="connsiteY2" fmla="*/ 134799 h 6858000"/>
              <a:gd name="connsiteX3" fmla="*/ 9376632 w 9376632"/>
              <a:gd name="connsiteY3" fmla="*/ 3605175 h 6858000"/>
              <a:gd name="connsiteX4" fmla="*/ 8158692 w 9376632"/>
              <a:gd name="connsiteY4" fmla="*/ 6757493 h 6858000"/>
              <a:gd name="connsiteX5" fmla="*/ 8062868 w 9376632"/>
              <a:gd name="connsiteY5" fmla="*/ 6858000 h 6858000"/>
              <a:gd name="connsiteX6" fmla="*/ 1313765 w 9376632"/>
              <a:gd name="connsiteY6" fmla="*/ 6858000 h 6858000"/>
              <a:gd name="connsiteX7" fmla="*/ 1217940 w 9376632"/>
              <a:gd name="connsiteY7" fmla="*/ 6757493 h 6858000"/>
              <a:gd name="connsiteX8" fmla="*/ 0 w 9376632"/>
              <a:gd name="connsiteY8" fmla="*/ 3605175 h 6858000"/>
              <a:gd name="connsiteX9" fmla="*/ 1535999 w 9376632"/>
              <a:gd name="connsiteY9" fmla="*/ 13479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376632" h="6858000">
                <a:moveTo>
                  <a:pt x="1691615" y="0"/>
                </a:moveTo>
                <a:lnTo>
                  <a:pt x="7685017" y="0"/>
                </a:lnTo>
                <a:lnTo>
                  <a:pt x="7840634" y="134799"/>
                </a:lnTo>
                <a:cubicBezTo>
                  <a:pt x="8784230" y="992423"/>
                  <a:pt x="9376632" y="2229618"/>
                  <a:pt x="9376632" y="3605175"/>
                </a:cubicBezTo>
                <a:cubicBezTo>
                  <a:pt x="9376632" y="4818903"/>
                  <a:pt x="8915419" y="5924908"/>
                  <a:pt x="8158692" y="6757493"/>
                </a:cubicBezTo>
                <a:lnTo>
                  <a:pt x="8062868" y="6858000"/>
                </a:lnTo>
                <a:lnTo>
                  <a:pt x="1313765" y="6858000"/>
                </a:lnTo>
                <a:lnTo>
                  <a:pt x="1217940" y="6757493"/>
                </a:lnTo>
                <a:cubicBezTo>
                  <a:pt x="461213" y="5924908"/>
                  <a:pt x="0" y="4818903"/>
                  <a:pt x="0" y="3605175"/>
                </a:cubicBezTo>
                <a:cubicBezTo>
                  <a:pt x="0" y="2229618"/>
                  <a:pt x="592403" y="992423"/>
                  <a:pt x="1535999" y="134799"/>
                </a:cubicBezTo>
                <a:close/>
              </a:path>
            </a:pathLst>
          </a:cu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5" name="Group 34">
            <a:extLst>
              <a:ext uri="{FF2B5EF4-FFF2-40B4-BE49-F238E27FC236}">
                <a16:creationId xmlns:a16="http://schemas.microsoft.com/office/drawing/2014/main" id="{D76D63AC-0421-45EC-B383-E79A61A78C6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303402" y="3985"/>
            <a:ext cx="9772765" cy="6858000"/>
            <a:chOff x="1303402" y="36937"/>
            <a:chExt cx="9772765" cy="6858000"/>
          </a:xfrm>
          <a:solidFill>
            <a:schemeClr val="bg1">
              <a:alpha val="30000"/>
            </a:schemeClr>
          </a:solidFill>
        </p:grpSpPr>
        <p:sp>
          <p:nvSpPr>
            <p:cNvPr id="15" name="Freeform: Shape 14">
              <a:extLst>
                <a:ext uri="{FF2B5EF4-FFF2-40B4-BE49-F238E27FC236}">
                  <a16:creationId xmlns:a16="http://schemas.microsoft.com/office/drawing/2014/main" id="{B997A32E-7032-4107-9C8B-99DB59EDD5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6937"/>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Shape 15">
              <a:extLst>
                <a:ext uri="{FF2B5EF4-FFF2-40B4-BE49-F238E27FC236}">
                  <a16:creationId xmlns:a16="http://schemas.microsoft.com/office/drawing/2014/main" id="{943BB27F-1470-42CA-91FF-D94BC691C8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6937"/>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Freeform: Shape 16">
              <a:extLst>
                <a:ext uri="{FF2B5EF4-FFF2-40B4-BE49-F238E27FC236}">
                  <a16:creationId xmlns:a16="http://schemas.microsoft.com/office/drawing/2014/main" id="{E997B002-17FD-47B3-A06A-76802FE15C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6937"/>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Freeform: Shape 17">
              <a:extLst>
                <a:ext uri="{FF2B5EF4-FFF2-40B4-BE49-F238E27FC236}">
                  <a16:creationId xmlns:a16="http://schemas.microsoft.com/office/drawing/2014/main" id="{E401EA35-9D2E-43B7-860F-EBB8A6C3E0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6937"/>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Freeform: Shape 18">
              <a:extLst>
                <a:ext uri="{FF2B5EF4-FFF2-40B4-BE49-F238E27FC236}">
                  <a16:creationId xmlns:a16="http://schemas.microsoft.com/office/drawing/2014/main" id="{F8C44827-3D81-4FF9-B4A5-5650D1B20A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6937"/>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Freeform: Shape 19">
              <a:extLst>
                <a:ext uri="{FF2B5EF4-FFF2-40B4-BE49-F238E27FC236}">
                  <a16:creationId xmlns:a16="http://schemas.microsoft.com/office/drawing/2014/main" id="{F613D97F-F6DF-4D32-AD91-209A80E7A2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8320" y="36937"/>
              <a:ext cx="9767847" cy="6858000"/>
            </a:xfrm>
            <a:custGeom>
              <a:avLst/>
              <a:gdLst>
                <a:gd name="connsiteX0" fmla="*/ 7151367 w 9767847"/>
                <a:gd name="connsiteY0" fmla="*/ 0 h 6858000"/>
                <a:gd name="connsiteX1" fmla="*/ 7881247 w 9767847"/>
                <a:gd name="connsiteY1" fmla="*/ 0 h 6858000"/>
                <a:gd name="connsiteX2" fmla="*/ 7990553 w 9767847"/>
                <a:gd name="connsiteY2" fmla="*/ 81317 h 6858000"/>
                <a:gd name="connsiteX3" fmla="*/ 9767847 w 9767847"/>
                <a:gd name="connsiteY3" fmla="*/ 3649031 h 6858000"/>
                <a:gd name="connsiteX4" fmla="*/ 8652597 w 9767847"/>
                <a:gd name="connsiteY4" fmla="*/ 6590005 h 6858000"/>
                <a:gd name="connsiteX5" fmla="*/ 8395306 w 9767847"/>
                <a:gd name="connsiteY5" fmla="*/ 6858000 h 6858000"/>
                <a:gd name="connsiteX6" fmla="*/ 6762603 w 9767847"/>
                <a:gd name="connsiteY6" fmla="*/ 6858000 h 6858000"/>
                <a:gd name="connsiteX7" fmla="*/ 6765962 w 9767847"/>
                <a:gd name="connsiteY7" fmla="*/ 6854844 h 6858000"/>
                <a:gd name="connsiteX8" fmla="*/ 6804586 w 9767847"/>
                <a:gd name="connsiteY8" fmla="*/ 6817103 h 6858000"/>
                <a:gd name="connsiteX9" fmla="*/ 6881735 w 9767847"/>
                <a:gd name="connsiteY9" fmla="*/ 6741197 h 6858000"/>
                <a:gd name="connsiteX10" fmla="*/ 6958883 w 9767847"/>
                <a:gd name="connsiteY10" fmla="*/ 6664822 h 6858000"/>
                <a:gd name="connsiteX11" fmla="*/ 7267925 w 9767847"/>
                <a:gd name="connsiteY11" fmla="*/ 6355694 h 6858000"/>
                <a:gd name="connsiteX12" fmla="*/ 7424360 w 9767847"/>
                <a:gd name="connsiteY12" fmla="*/ 6200685 h 6858000"/>
                <a:gd name="connsiteX13" fmla="*/ 7504938 w 9767847"/>
                <a:gd name="connsiteY13" fmla="*/ 6122708 h 6858000"/>
                <a:gd name="connsiteX14" fmla="*/ 7546396 w 9767847"/>
                <a:gd name="connsiteY14" fmla="*/ 6083697 h 6858000"/>
                <a:gd name="connsiteX15" fmla="*/ 7588002 w 9767847"/>
                <a:gd name="connsiteY15" fmla="*/ 6045532 h 6858000"/>
                <a:gd name="connsiteX16" fmla="*/ 7631000 w 9767847"/>
                <a:gd name="connsiteY16" fmla="*/ 6006709 h 6858000"/>
                <a:gd name="connsiteX17" fmla="*/ 7675440 w 9767847"/>
                <a:gd name="connsiteY17" fmla="*/ 5968309 h 6858000"/>
                <a:gd name="connsiteX18" fmla="*/ 7720626 w 9767847"/>
                <a:gd name="connsiteY18" fmla="*/ 5930851 h 6858000"/>
                <a:gd name="connsiteX19" fmla="*/ 7766458 w 9767847"/>
                <a:gd name="connsiteY19" fmla="*/ 5894334 h 6858000"/>
                <a:gd name="connsiteX20" fmla="*/ 7955254 w 9767847"/>
                <a:gd name="connsiteY20" fmla="*/ 5756828 h 6858000"/>
                <a:gd name="connsiteX21" fmla="*/ 8352678 w 9767847"/>
                <a:gd name="connsiteY21" fmla="*/ 5517630 h 6858000"/>
                <a:gd name="connsiteX22" fmla="*/ 8451350 w 9767847"/>
                <a:gd name="connsiteY22" fmla="*/ 5465254 h 6858000"/>
                <a:gd name="connsiteX23" fmla="*/ 8548532 w 9767847"/>
                <a:gd name="connsiteY23" fmla="*/ 5413395 h 6858000"/>
                <a:gd name="connsiteX24" fmla="*/ 8729473 w 9767847"/>
                <a:gd name="connsiteY24" fmla="*/ 5309961 h 6858000"/>
                <a:gd name="connsiteX25" fmla="*/ 8770781 w 9767847"/>
                <a:gd name="connsiteY25" fmla="*/ 5283232 h 6858000"/>
                <a:gd name="connsiteX26" fmla="*/ 8790964 w 9767847"/>
                <a:gd name="connsiteY26" fmla="*/ 5269492 h 6858000"/>
                <a:gd name="connsiteX27" fmla="*/ 8810499 w 9767847"/>
                <a:gd name="connsiteY27" fmla="*/ 5255703 h 6858000"/>
                <a:gd name="connsiteX28" fmla="*/ 8883571 w 9767847"/>
                <a:gd name="connsiteY28" fmla="*/ 5198479 h 6858000"/>
                <a:gd name="connsiteX29" fmla="*/ 9006651 w 9767847"/>
                <a:gd name="connsiteY29" fmla="*/ 5070527 h 6858000"/>
                <a:gd name="connsiteX30" fmla="*/ 9033494 w 9767847"/>
                <a:gd name="connsiteY30" fmla="*/ 5034105 h 6858000"/>
                <a:gd name="connsiteX31" fmla="*/ 9040305 w 9767847"/>
                <a:gd name="connsiteY31" fmla="*/ 5024551 h 6858000"/>
                <a:gd name="connsiteX32" fmla="*/ 9046568 w 9767847"/>
                <a:gd name="connsiteY32" fmla="*/ 5015281 h 6858000"/>
                <a:gd name="connsiteX33" fmla="*/ 9058846 w 9767847"/>
                <a:gd name="connsiteY33" fmla="*/ 4996645 h 6858000"/>
                <a:gd name="connsiteX34" fmla="*/ 9104529 w 9767847"/>
                <a:gd name="connsiteY34" fmla="*/ 4918105 h 6858000"/>
                <a:gd name="connsiteX35" fmla="*/ 9181081 w 9767847"/>
                <a:gd name="connsiteY35" fmla="*/ 4744694 h 6858000"/>
                <a:gd name="connsiteX36" fmla="*/ 9240731 w 9767847"/>
                <a:gd name="connsiteY36" fmla="*/ 4557872 h 6858000"/>
                <a:gd name="connsiteX37" fmla="*/ 9265388 w 9767847"/>
                <a:gd name="connsiteY37" fmla="*/ 4461073 h 6858000"/>
                <a:gd name="connsiteX38" fmla="*/ 9276571 w 9767847"/>
                <a:gd name="connsiteY38" fmla="*/ 4411943 h 6858000"/>
                <a:gd name="connsiteX39" fmla="*/ 9281841 w 9767847"/>
                <a:gd name="connsiteY39" fmla="*/ 4387379 h 6858000"/>
                <a:gd name="connsiteX40" fmla="*/ 9286513 w 9767847"/>
                <a:gd name="connsiteY40" fmla="*/ 4364838 h 6858000"/>
                <a:gd name="connsiteX41" fmla="*/ 9296754 w 9767847"/>
                <a:gd name="connsiteY41" fmla="*/ 4312038 h 6858000"/>
                <a:gd name="connsiteX42" fmla="*/ 9301029 w 9767847"/>
                <a:gd name="connsiteY42" fmla="*/ 4289074 h 6858000"/>
                <a:gd name="connsiteX43" fmla="*/ 9302818 w 9767847"/>
                <a:gd name="connsiteY43" fmla="*/ 4278581 h 6858000"/>
                <a:gd name="connsiteX44" fmla="*/ 9304658 w 9767847"/>
                <a:gd name="connsiteY44" fmla="*/ 4266816 h 6858000"/>
                <a:gd name="connsiteX45" fmla="*/ 9312810 w 9767847"/>
                <a:gd name="connsiteY45" fmla="*/ 4215945 h 6858000"/>
                <a:gd name="connsiteX46" fmla="*/ 9316887 w 9767847"/>
                <a:gd name="connsiteY46" fmla="*/ 4190486 h 6858000"/>
                <a:gd name="connsiteX47" fmla="*/ 9318923 w 9767847"/>
                <a:gd name="connsiteY47" fmla="*/ 4177780 h 6858000"/>
                <a:gd name="connsiteX48" fmla="*/ 9320515 w 9767847"/>
                <a:gd name="connsiteY48" fmla="*/ 4164886 h 6858000"/>
                <a:gd name="connsiteX49" fmla="*/ 9332445 w 9767847"/>
                <a:gd name="connsiteY49" fmla="*/ 4064981 h 6858000"/>
                <a:gd name="connsiteX50" fmla="*/ 9336173 w 9767847"/>
                <a:gd name="connsiteY50" fmla="*/ 4018676 h 6858000"/>
                <a:gd name="connsiteX51" fmla="*/ 9340199 w 9767847"/>
                <a:gd name="connsiteY51" fmla="*/ 3965171 h 6858000"/>
                <a:gd name="connsiteX52" fmla="*/ 9347557 w 9767847"/>
                <a:gd name="connsiteY52" fmla="*/ 3765972 h 6858000"/>
                <a:gd name="connsiteX53" fmla="*/ 9346364 w 9767847"/>
                <a:gd name="connsiteY53" fmla="*/ 3664938 h 6858000"/>
                <a:gd name="connsiteX54" fmla="*/ 9344921 w 9767847"/>
                <a:gd name="connsiteY54" fmla="*/ 3615243 h 6858000"/>
                <a:gd name="connsiteX55" fmla="*/ 9344524 w 9767847"/>
                <a:gd name="connsiteY55" fmla="*/ 3603526 h 6858000"/>
                <a:gd name="connsiteX56" fmla="*/ 9343728 w 9767847"/>
                <a:gd name="connsiteY56" fmla="*/ 3590774 h 6858000"/>
                <a:gd name="connsiteX57" fmla="*/ 9342188 w 9767847"/>
                <a:gd name="connsiteY57" fmla="*/ 3565268 h 6858000"/>
                <a:gd name="connsiteX58" fmla="*/ 9339056 w 9767847"/>
                <a:gd name="connsiteY58" fmla="*/ 3514256 h 6858000"/>
                <a:gd name="connsiteX59" fmla="*/ 9334334 w 9767847"/>
                <a:gd name="connsiteY59" fmla="*/ 3463057 h 6858000"/>
                <a:gd name="connsiteX60" fmla="*/ 9329363 w 9767847"/>
                <a:gd name="connsiteY60" fmla="*/ 3411810 h 6858000"/>
                <a:gd name="connsiteX61" fmla="*/ 9328319 w 9767847"/>
                <a:gd name="connsiteY61" fmla="*/ 3400657 h 6858000"/>
                <a:gd name="connsiteX62" fmla="*/ 9327177 w 9767847"/>
                <a:gd name="connsiteY62" fmla="*/ 3390116 h 6858000"/>
                <a:gd name="connsiteX63" fmla="*/ 9324293 w 9767847"/>
                <a:gd name="connsiteY63" fmla="*/ 3366774 h 6858000"/>
                <a:gd name="connsiteX64" fmla="*/ 9320763 w 9767847"/>
                <a:gd name="connsiteY64" fmla="*/ 3340329 h 6858000"/>
                <a:gd name="connsiteX65" fmla="*/ 9317184 w 9767847"/>
                <a:gd name="connsiteY65" fmla="*/ 3311245 h 6858000"/>
                <a:gd name="connsiteX66" fmla="*/ 9311021 w 9767847"/>
                <a:gd name="connsiteY66" fmla="*/ 3266211 h 6858000"/>
                <a:gd name="connsiteX67" fmla="*/ 9302719 w 9767847"/>
                <a:gd name="connsiteY67" fmla="*/ 3215717 h 6858000"/>
                <a:gd name="connsiteX68" fmla="*/ 9293970 w 9767847"/>
                <a:gd name="connsiteY68" fmla="*/ 3165789 h 6858000"/>
                <a:gd name="connsiteX69" fmla="*/ 9252065 w 9767847"/>
                <a:gd name="connsiteY69" fmla="*/ 2967107 h 6858000"/>
                <a:gd name="connsiteX70" fmla="*/ 9227211 w 9767847"/>
                <a:gd name="connsiteY70" fmla="*/ 2868473 h 6858000"/>
                <a:gd name="connsiteX71" fmla="*/ 9220699 w 9767847"/>
                <a:gd name="connsiteY71" fmla="*/ 2844426 h 6858000"/>
                <a:gd name="connsiteX72" fmla="*/ 9213740 w 9767847"/>
                <a:gd name="connsiteY72" fmla="*/ 2820191 h 6858000"/>
                <a:gd name="connsiteX73" fmla="*/ 9199374 w 9767847"/>
                <a:gd name="connsiteY73" fmla="*/ 2771438 h 6858000"/>
                <a:gd name="connsiteX74" fmla="*/ 9061829 w 9767847"/>
                <a:gd name="connsiteY74" fmla="*/ 2385418 h 6858000"/>
                <a:gd name="connsiteX75" fmla="*/ 8978865 w 9767847"/>
                <a:gd name="connsiteY75" fmla="*/ 2196855 h 6858000"/>
                <a:gd name="connsiteX76" fmla="*/ 8956694 w 9767847"/>
                <a:gd name="connsiteY76" fmla="*/ 2150219 h 6858000"/>
                <a:gd name="connsiteX77" fmla="*/ 8934176 w 9767847"/>
                <a:gd name="connsiteY77" fmla="*/ 2103914 h 6858000"/>
                <a:gd name="connsiteX78" fmla="*/ 8887151 w 9767847"/>
                <a:gd name="connsiteY78" fmla="*/ 2011350 h 6858000"/>
                <a:gd name="connsiteX79" fmla="*/ 8787533 w 9767847"/>
                <a:gd name="connsiteY79" fmla="*/ 1828527 h 6858000"/>
                <a:gd name="connsiteX80" fmla="*/ 8761485 w 9767847"/>
                <a:gd name="connsiteY80" fmla="*/ 1783398 h 6858000"/>
                <a:gd name="connsiteX81" fmla="*/ 8734791 w 9767847"/>
                <a:gd name="connsiteY81" fmla="*/ 1737893 h 6858000"/>
                <a:gd name="connsiteX82" fmla="*/ 8680808 w 9767847"/>
                <a:gd name="connsiteY82" fmla="*/ 1648812 h 6858000"/>
                <a:gd name="connsiteX83" fmla="*/ 8567024 w 9767847"/>
                <a:gd name="connsiteY83" fmla="*/ 1472906 h 6858000"/>
                <a:gd name="connsiteX84" fmla="*/ 8537446 w 9767847"/>
                <a:gd name="connsiteY84" fmla="*/ 1429330 h 6858000"/>
                <a:gd name="connsiteX85" fmla="*/ 8507423 w 9767847"/>
                <a:gd name="connsiteY85" fmla="*/ 1385896 h 6858000"/>
                <a:gd name="connsiteX86" fmla="*/ 8446529 w 9767847"/>
                <a:gd name="connsiteY86" fmla="*/ 1300295 h 6858000"/>
                <a:gd name="connsiteX87" fmla="*/ 8319224 w 9767847"/>
                <a:gd name="connsiteY87" fmla="*/ 1131026 h 6858000"/>
                <a:gd name="connsiteX88" fmla="*/ 8286366 w 9767847"/>
                <a:gd name="connsiteY88" fmla="*/ 1089050 h 6858000"/>
                <a:gd name="connsiteX89" fmla="*/ 8270161 w 9767847"/>
                <a:gd name="connsiteY89" fmla="*/ 1068439 h 6858000"/>
                <a:gd name="connsiteX90" fmla="*/ 8253856 w 9767847"/>
                <a:gd name="connsiteY90" fmla="*/ 1048156 h 6858000"/>
                <a:gd name="connsiteX91" fmla="*/ 8186352 w 9767847"/>
                <a:gd name="connsiteY91" fmla="*/ 966275 h 6858000"/>
                <a:gd name="connsiteX92" fmla="*/ 8046768 w 9767847"/>
                <a:gd name="connsiteY92" fmla="*/ 805429 h 6858000"/>
                <a:gd name="connsiteX93" fmla="*/ 8010927 w 9767847"/>
                <a:gd name="connsiteY93" fmla="*/ 765853 h 6858000"/>
                <a:gd name="connsiteX94" fmla="*/ 7974788 w 9767847"/>
                <a:gd name="connsiteY94" fmla="*/ 726653 h 6858000"/>
                <a:gd name="connsiteX95" fmla="*/ 7901070 w 9767847"/>
                <a:gd name="connsiteY95" fmla="*/ 648724 h 6858000"/>
                <a:gd name="connsiteX96" fmla="*/ 7750054 w 9767847"/>
                <a:gd name="connsiteY96" fmla="*/ 497008 h 6858000"/>
                <a:gd name="connsiteX97" fmla="*/ 7592277 w 9767847"/>
                <a:gd name="connsiteY97" fmla="*/ 351221 h 6858000"/>
                <a:gd name="connsiteX98" fmla="*/ 7257734 w 9767847"/>
                <a:gd name="connsiteY98" fmla="*/ 76964 h 6858000"/>
                <a:gd name="connsiteX99" fmla="*/ 1886601 w 9767847"/>
                <a:gd name="connsiteY99" fmla="*/ 0 h 6858000"/>
                <a:gd name="connsiteX100" fmla="*/ 2292926 w 9767847"/>
                <a:gd name="connsiteY100" fmla="*/ 0 h 6858000"/>
                <a:gd name="connsiteX101" fmla="*/ 2135542 w 9767847"/>
                <a:gd name="connsiteY101" fmla="*/ 117781 h 6858000"/>
                <a:gd name="connsiteX102" fmla="*/ 1969576 w 9767847"/>
                <a:gd name="connsiteY102" fmla="*/ 254986 h 6858000"/>
                <a:gd name="connsiteX103" fmla="*/ 1659938 w 9767847"/>
                <a:gd name="connsiteY103" fmla="*/ 549855 h 6858000"/>
                <a:gd name="connsiteX104" fmla="*/ 729383 w 9767847"/>
                <a:gd name="connsiteY104" fmla="*/ 1936480 h 6858000"/>
                <a:gd name="connsiteX105" fmla="*/ 578465 w 9767847"/>
                <a:gd name="connsiteY105" fmla="*/ 2320807 h 6858000"/>
                <a:gd name="connsiteX106" fmla="*/ 465080 w 9767847"/>
                <a:gd name="connsiteY106" fmla="*/ 2714875 h 6858000"/>
                <a:gd name="connsiteX107" fmla="*/ 423820 w 9767847"/>
                <a:gd name="connsiteY107" fmla="*/ 2915436 h 6858000"/>
                <a:gd name="connsiteX108" fmla="*/ 392355 w 9767847"/>
                <a:gd name="connsiteY108" fmla="*/ 3118071 h 6858000"/>
                <a:gd name="connsiteX109" fmla="*/ 358801 w 9767847"/>
                <a:gd name="connsiteY109" fmla="*/ 3526915 h 6858000"/>
                <a:gd name="connsiteX110" fmla="*/ 410350 w 9767847"/>
                <a:gd name="connsiteY110" fmla="*/ 4348226 h 6858000"/>
                <a:gd name="connsiteX111" fmla="*/ 449022 w 9767847"/>
                <a:gd name="connsiteY111" fmla="*/ 4551049 h 6858000"/>
                <a:gd name="connsiteX112" fmla="*/ 498882 w 9767847"/>
                <a:gd name="connsiteY112" fmla="*/ 4752365 h 6858000"/>
                <a:gd name="connsiteX113" fmla="*/ 559775 w 9767847"/>
                <a:gd name="connsiteY113" fmla="*/ 4951657 h 6858000"/>
                <a:gd name="connsiteX114" fmla="*/ 631406 w 9767847"/>
                <a:gd name="connsiteY114" fmla="*/ 5147986 h 6858000"/>
                <a:gd name="connsiteX115" fmla="*/ 1023461 w 9767847"/>
                <a:gd name="connsiteY115" fmla="*/ 5893957 h 6858000"/>
                <a:gd name="connsiteX116" fmla="*/ 1575880 w 9767847"/>
                <a:gd name="connsiteY116" fmla="*/ 6547646 h 6858000"/>
                <a:gd name="connsiteX117" fmla="*/ 1905228 w 9767847"/>
                <a:gd name="connsiteY117" fmla="*/ 6829468 h 6858000"/>
                <a:gd name="connsiteX118" fmla="*/ 1944230 w 9767847"/>
                <a:gd name="connsiteY118" fmla="*/ 6858000 h 6858000"/>
                <a:gd name="connsiteX119" fmla="*/ 1372541 w 9767847"/>
                <a:gd name="connsiteY119" fmla="*/ 6858000 h 6858000"/>
                <a:gd name="connsiteX120" fmla="*/ 1115251 w 9767847"/>
                <a:gd name="connsiteY120" fmla="*/ 6590005 h 6858000"/>
                <a:gd name="connsiteX121" fmla="*/ 0 w 9767847"/>
                <a:gd name="connsiteY121" fmla="*/ 3649031 h 6858000"/>
                <a:gd name="connsiteX122" fmla="*/ 1777294 w 9767847"/>
                <a:gd name="connsiteY122" fmla="*/ 813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9767847" h="6858000">
                  <a:moveTo>
                    <a:pt x="7151367" y="0"/>
                  </a:moveTo>
                  <a:lnTo>
                    <a:pt x="7881247" y="0"/>
                  </a:lnTo>
                  <a:lnTo>
                    <a:pt x="7990553" y="81317"/>
                  </a:lnTo>
                  <a:cubicBezTo>
                    <a:pt x="9075991" y="929334"/>
                    <a:pt x="9767847" y="2212695"/>
                    <a:pt x="9767847" y="3649031"/>
                  </a:cubicBezTo>
                  <a:cubicBezTo>
                    <a:pt x="9767847" y="4766182"/>
                    <a:pt x="9349317" y="5790792"/>
                    <a:pt x="8652597" y="6590005"/>
                  </a:cubicBezTo>
                  <a:lnTo>
                    <a:pt x="8395306" y="6858000"/>
                  </a:lnTo>
                  <a:lnTo>
                    <a:pt x="6762603" y="6858000"/>
                  </a:lnTo>
                  <a:lnTo>
                    <a:pt x="6765962" y="6854844"/>
                  </a:lnTo>
                  <a:cubicBezTo>
                    <a:pt x="6779036" y="6842703"/>
                    <a:pt x="6791663" y="6829621"/>
                    <a:pt x="6804586" y="6817103"/>
                  </a:cubicBezTo>
                  <a:lnTo>
                    <a:pt x="6881735" y="6741197"/>
                  </a:lnTo>
                  <a:cubicBezTo>
                    <a:pt x="6907435" y="6715881"/>
                    <a:pt x="6933134" y="6690798"/>
                    <a:pt x="6958883" y="6664822"/>
                  </a:cubicBezTo>
                  <a:lnTo>
                    <a:pt x="7267925" y="6355694"/>
                  </a:lnTo>
                  <a:lnTo>
                    <a:pt x="7424360" y="6200685"/>
                  </a:lnTo>
                  <a:cubicBezTo>
                    <a:pt x="7450754" y="6174802"/>
                    <a:pt x="7477598" y="6148731"/>
                    <a:pt x="7504938" y="6122708"/>
                  </a:cubicBezTo>
                  <a:lnTo>
                    <a:pt x="7546396" y="6083697"/>
                  </a:lnTo>
                  <a:cubicBezTo>
                    <a:pt x="7560264" y="6070803"/>
                    <a:pt x="7574780" y="6057532"/>
                    <a:pt x="7588002" y="6045532"/>
                  </a:cubicBezTo>
                  <a:lnTo>
                    <a:pt x="7631000" y="6006709"/>
                  </a:lnTo>
                  <a:lnTo>
                    <a:pt x="7675440" y="5968309"/>
                  </a:lnTo>
                  <a:cubicBezTo>
                    <a:pt x="7690404" y="5955698"/>
                    <a:pt x="7705564" y="5943321"/>
                    <a:pt x="7720626" y="5930851"/>
                  </a:cubicBezTo>
                  <a:cubicBezTo>
                    <a:pt x="7735738" y="5918427"/>
                    <a:pt x="7751197" y="5906521"/>
                    <a:pt x="7766458" y="5894334"/>
                  </a:cubicBezTo>
                  <a:cubicBezTo>
                    <a:pt x="7827949" y="5846192"/>
                    <a:pt x="7890979" y="5800499"/>
                    <a:pt x="7955254" y="5756828"/>
                  </a:cubicBezTo>
                  <a:cubicBezTo>
                    <a:pt x="8083800" y="5669534"/>
                    <a:pt x="8216872" y="5590336"/>
                    <a:pt x="8352678" y="5517630"/>
                  </a:cubicBezTo>
                  <a:lnTo>
                    <a:pt x="8451350" y="5465254"/>
                  </a:lnTo>
                  <a:lnTo>
                    <a:pt x="8548532" y="5413395"/>
                  </a:lnTo>
                  <a:cubicBezTo>
                    <a:pt x="8612110" y="5379090"/>
                    <a:pt x="8673251" y="5345208"/>
                    <a:pt x="8729473" y="5309961"/>
                  </a:cubicBezTo>
                  <a:cubicBezTo>
                    <a:pt x="8743591" y="5301115"/>
                    <a:pt x="8757161" y="5292361"/>
                    <a:pt x="8770781" y="5283232"/>
                  </a:cubicBezTo>
                  <a:cubicBezTo>
                    <a:pt x="8777591" y="5278667"/>
                    <a:pt x="8784451" y="5274103"/>
                    <a:pt x="8790964" y="5269492"/>
                  </a:cubicBezTo>
                  <a:cubicBezTo>
                    <a:pt x="8797574" y="5264879"/>
                    <a:pt x="8804235" y="5260314"/>
                    <a:pt x="8810499" y="5255703"/>
                  </a:cubicBezTo>
                  <a:cubicBezTo>
                    <a:pt x="8835999" y="5237303"/>
                    <a:pt x="8860407" y="5218291"/>
                    <a:pt x="8883571" y="5198479"/>
                  </a:cubicBezTo>
                  <a:cubicBezTo>
                    <a:pt x="8929900" y="5158856"/>
                    <a:pt x="8971258" y="5116315"/>
                    <a:pt x="9006651" y="5070527"/>
                  </a:cubicBezTo>
                  <a:cubicBezTo>
                    <a:pt x="9015351" y="5059328"/>
                    <a:pt x="9024398" y="5046857"/>
                    <a:pt x="9033494" y="5034105"/>
                  </a:cubicBezTo>
                  <a:lnTo>
                    <a:pt x="9040305" y="5024551"/>
                  </a:lnTo>
                  <a:lnTo>
                    <a:pt x="9046568" y="5015281"/>
                  </a:lnTo>
                  <a:cubicBezTo>
                    <a:pt x="9050743" y="5009163"/>
                    <a:pt x="9054819" y="5002952"/>
                    <a:pt x="9058846" y="4996645"/>
                  </a:cubicBezTo>
                  <a:cubicBezTo>
                    <a:pt x="9075002" y="4971517"/>
                    <a:pt x="9090212" y="4945305"/>
                    <a:pt x="9104529" y="4918105"/>
                  </a:cubicBezTo>
                  <a:cubicBezTo>
                    <a:pt x="9133211" y="4863752"/>
                    <a:pt x="9158313" y="4805447"/>
                    <a:pt x="9181081" y="4744694"/>
                  </a:cubicBezTo>
                  <a:cubicBezTo>
                    <a:pt x="9203748" y="4684178"/>
                    <a:pt x="9223383" y="4621778"/>
                    <a:pt x="9240731" y="4557872"/>
                  </a:cubicBezTo>
                  <a:cubicBezTo>
                    <a:pt x="9249481" y="4525966"/>
                    <a:pt x="9257682" y="4493684"/>
                    <a:pt x="9265388" y="4461073"/>
                  </a:cubicBezTo>
                  <a:cubicBezTo>
                    <a:pt x="9269215" y="4444744"/>
                    <a:pt x="9272943" y="4428367"/>
                    <a:pt x="9276571" y="4411943"/>
                  </a:cubicBezTo>
                  <a:lnTo>
                    <a:pt x="9281841" y="4387379"/>
                  </a:lnTo>
                  <a:lnTo>
                    <a:pt x="9286513" y="4364838"/>
                  </a:lnTo>
                  <a:lnTo>
                    <a:pt x="9296754" y="4312038"/>
                  </a:lnTo>
                  <a:lnTo>
                    <a:pt x="9301029" y="4289074"/>
                  </a:lnTo>
                  <a:lnTo>
                    <a:pt x="9302818" y="4278581"/>
                  </a:lnTo>
                  <a:lnTo>
                    <a:pt x="9304658" y="4266816"/>
                  </a:lnTo>
                  <a:lnTo>
                    <a:pt x="9312810" y="4215945"/>
                  </a:lnTo>
                  <a:lnTo>
                    <a:pt x="9316887" y="4190486"/>
                  </a:lnTo>
                  <a:lnTo>
                    <a:pt x="9318923" y="4177780"/>
                  </a:lnTo>
                  <a:cubicBezTo>
                    <a:pt x="9319570" y="4173546"/>
                    <a:pt x="9319969" y="4169169"/>
                    <a:pt x="9320515" y="4164886"/>
                  </a:cubicBezTo>
                  <a:lnTo>
                    <a:pt x="9332445" y="4064981"/>
                  </a:lnTo>
                  <a:cubicBezTo>
                    <a:pt x="9333836" y="4052370"/>
                    <a:pt x="9334880" y="4036888"/>
                    <a:pt x="9336173" y="4018676"/>
                  </a:cubicBezTo>
                  <a:lnTo>
                    <a:pt x="9340199" y="3965171"/>
                  </a:lnTo>
                  <a:cubicBezTo>
                    <a:pt x="9345071" y="3899806"/>
                    <a:pt x="9347358" y="3832983"/>
                    <a:pt x="9347557" y="3765972"/>
                  </a:cubicBezTo>
                  <a:cubicBezTo>
                    <a:pt x="9347656" y="3732420"/>
                    <a:pt x="9347209" y="3698773"/>
                    <a:pt x="9346364" y="3664938"/>
                  </a:cubicBezTo>
                  <a:lnTo>
                    <a:pt x="9344921" y="3615243"/>
                  </a:lnTo>
                  <a:lnTo>
                    <a:pt x="9344524" y="3603526"/>
                  </a:lnTo>
                  <a:lnTo>
                    <a:pt x="9343728" y="3590774"/>
                  </a:lnTo>
                  <a:lnTo>
                    <a:pt x="9342188" y="3565268"/>
                  </a:lnTo>
                  <a:lnTo>
                    <a:pt x="9339056" y="3514256"/>
                  </a:lnTo>
                  <a:cubicBezTo>
                    <a:pt x="9337914" y="3497221"/>
                    <a:pt x="9335874" y="3480138"/>
                    <a:pt x="9334334" y="3463057"/>
                  </a:cubicBezTo>
                  <a:lnTo>
                    <a:pt x="9329363" y="3411810"/>
                  </a:lnTo>
                  <a:lnTo>
                    <a:pt x="9328319" y="3400657"/>
                  </a:lnTo>
                  <a:lnTo>
                    <a:pt x="9327177" y="3390116"/>
                  </a:lnTo>
                  <a:lnTo>
                    <a:pt x="9324293" y="3366774"/>
                  </a:lnTo>
                  <a:lnTo>
                    <a:pt x="9320763" y="3340329"/>
                  </a:lnTo>
                  <a:lnTo>
                    <a:pt x="9317184" y="3311245"/>
                  </a:lnTo>
                  <a:cubicBezTo>
                    <a:pt x="9315594" y="3296893"/>
                    <a:pt x="9313506" y="3282306"/>
                    <a:pt x="9311021" y="3266211"/>
                  </a:cubicBezTo>
                  <a:lnTo>
                    <a:pt x="9302719" y="3215717"/>
                  </a:lnTo>
                  <a:cubicBezTo>
                    <a:pt x="9299936" y="3199059"/>
                    <a:pt x="9297003" y="3182400"/>
                    <a:pt x="9293970" y="3165789"/>
                  </a:cubicBezTo>
                  <a:cubicBezTo>
                    <a:pt x="9281891" y="3099295"/>
                    <a:pt x="9267674" y="3033084"/>
                    <a:pt x="9252065" y="2967107"/>
                  </a:cubicBezTo>
                  <a:cubicBezTo>
                    <a:pt x="9244261" y="2934167"/>
                    <a:pt x="9235959" y="2901273"/>
                    <a:pt x="9227211" y="2868473"/>
                  </a:cubicBezTo>
                  <a:lnTo>
                    <a:pt x="9220699" y="2844426"/>
                  </a:lnTo>
                  <a:lnTo>
                    <a:pt x="9213740" y="2820191"/>
                  </a:lnTo>
                  <a:cubicBezTo>
                    <a:pt x="9209216" y="2804049"/>
                    <a:pt x="9204345" y="2787768"/>
                    <a:pt x="9199374" y="2771438"/>
                  </a:cubicBezTo>
                  <a:cubicBezTo>
                    <a:pt x="9159855" y="2641086"/>
                    <a:pt x="9114272" y="2512099"/>
                    <a:pt x="9061829" y="2385418"/>
                  </a:cubicBezTo>
                  <a:cubicBezTo>
                    <a:pt x="9035582" y="2322077"/>
                    <a:pt x="9008043" y="2259160"/>
                    <a:pt x="8978865" y="2196855"/>
                  </a:cubicBezTo>
                  <a:lnTo>
                    <a:pt x="8956694" y="2150219"/>
                  </a:lnTo>
                  <a:lnTo>
                    <a:pt x="8934176" y="2103914"/>
                  </a:lnTo>
                  <a:cubicBezTo>
                    <a:pt x="8918915" y="2073091"/>
                    <a:pt x="8903157" y="2042032"/>
                    <a:pt x="8887151" y="2011350"/>
                  </a:cubicBezTo>
                  <a:cubicBezTo>
                    <a:pt x="8854988" y="1949891"/>
                    <a:pt x="8822082" y="1888810"/>
                    <a:pt x="8787533" y="1828527"/>
                  </a:cubicBezTo>
                  <a:lnTo>
                    <a:pt x="8761485" y="1783398"/>
                  </a:lnTo>
                  <a:lnTo>
                    <a:pt x="8734791" y="1737893"/>
                  </a:lnTo>
                  <a:cubicBezTo>
                    <a:pt x="8717047" y="1707823"/>
                    <a:pt x="8699200" y="1678363"/>
                    <a:pt x="8680808" y="1648812"/>
                  </a:cubicBezTo>
                  <a:cubicBezTo>
                    <a:pt x="8644322" y="1589658"/>
                    <a:pt x="8606194" y="1531118"/>
                    <a:pt x="8567024" y="1472906"/>
                  </a:cubicBezTo>
                  <a:lnTo>
                    <a:pt x="8537446" y="1429330"/>
                  </a:lnTo>
                  <a:lnTo>
                    <a:pt x="8507423" y="1385896"/>
                  </a:lnTo>
                  <a:cubicBezTo>
                    <a:pt x="8487390" y="1357284"/>
                    <a:pt x="8467158" y="1328719"/>
                    <a:pt x="8446529" y="1300295"/>
                  </a:cubicBezTo>
                  <a:cubicBezTo>
                    <a:pt x="8405271" y="1243496"/>
                    <a:pt x="8362718" y="1187120"/>
                    <a:pt x="8319224" y="1131026"/>
                  </a:cubicBezTo>
                  <a:lnTo>
                    <a:pt x="8286366" y="1089050"/>
                  </a:lnTo>
                  <a:lnTo>
                    <a:pt x="8270161" y="1068439"/>
                  </a:lnTo>
                  <a:lnTo>
                    <a:pt x="8253856" y="1048156"/>
                  </a:lnTo>
                  <a:cubicBezTo>
                    <a:pt x="8231636" y="1020675"/>
                    <a:pt x="8209117" y="993381"/>
                    <a:pt x="8186352" y="966275"/>
                  </a:cubicBezTo>
                  <a:cubicBezTo>
                    <a:pt x="8140917" y="911922"/>
                    <a:pt x="8094240" y="858417"/>
                    <a:pt x="8046768" y="805429"/>
                  </a:cubicBezTo>
                  <a:lnTo>
                    <a:pt x="8010927" y="765853"/>
                  </a:lnTo>
                  <a:lnTo>
                    <a:pt x="7974788" y="726653"/>
                  </a:lnTo>
                  <a:cubicBezTo>
                    <a:pt x="7950382" y="700489"/>
                    <a:pt x="7925824" y="674465"/>
                    <a:pt x="7901070" y="648724"/>
                  </a:cubicBezTo>
                  <a:cubicBezTo>
                    <a:pt x="7851510" y="597289"/>
                    <a:pt x="7801404" y="546514"/>
                    <a:pt x="7750054" y="497008"/>
                  </a:cubicBezTo>
                  <a:cubicBezTo>
                    <a:pt x="7698902" y="447644"/>
                    <a:pt x="7645913" y="398938"/>
                    <a:pt x="7592277" y="351221"/>
                  </a:cubicBezTo>
                  <a:cubicBezTo>
                    <a:pt x="7484856" y="255786"/>
                    <a:pt x="7373308" y="164304"/>
                    <a:pt x="7257734" y="76964"/>
                  </a:cubicBezTo>
                  <a:close/>
                  <a:moveTo>
                    <a:pt x="1886601" y="0"/>
                  </a:moveTo>
                  <a:lnTo>
                    <a:pt x="2292926" y="0"/>
                  </a:lnTo>
                  <a:lnTo>
                    <a:pt x="2135542" y="117781"/>
                  </a:lnTo>
                  <a:cubicBezTo>
                    <a:pt x="2078998" y="162280"/>
                    <a:pt x="2023659" y="208045"/>
                    <a:pt x="1969576" y="254986"/>
                  </a:cubicBezTo>
                  <a:cubicBezTo>
                    <a:pt x="1861309" y="348820"/>
                    <a:pt x="1758064" y="447314"/>
                    <a:pt x="1659938" y="549855"/>
                  </a:cubicBezTo>
                  <a:cubicBezTo>
                    <a:pt x="1266987" y="960346"/>
                    <a:pt x="953820" y="1431495"/>
                    <a:pt x="729383" y="1936480"/>
                  </a:cubicBezTo>
                  <a:cubicBezTo>
                    <a:pt x="673260" y="2062362"/>
                    <a:pt x="622855" y="2190972"/>
                    <a:pt x="578465" y="2320807"/>
                  </a:cubicBezTo>
                  <a:cubicBezTo>
                    <a:pt x="534125" y="2450687"/>
                    <a:pt x="496147" y="2582216"/>
                    <a:pt x="465080" y="2714875"/>
                  </a:cubicBezTo>
                  <a:cubicBezTo>
                    <a:pt x="449769" y="2780991"/>
                    <a:pt x="435850" y="2848191"/>
                    <a:pt x="423820" y="2915436"/>
                  </a:cubicBezTo>
                  <a:cubicBezTo>
                    <a:pt x="411840" y="2982731"/>
                    <a:pt x="401054" y="3050260"/>
                    <a:pt x="392355" y="3118071"/>
                  </a:cubicBezTo>
                  <a:cubicBezTo>
                    <a:pt x="374509" y="3253646"/>
                    <a:pt x="363424" y="3389880"/>
                    <a:pt x="358801" y="3526915"/>
                  </a:cubicBezTo>
                  <a:cubicBezTo>
                    <a:pt x="349009" y="3800843"/>
                    <a:pt x="366357" y="4075570"/>
                    <a:pt x="410350" y="4348226"/>
                  </a:cubicBezTo>
                  <a:cubicBezTo>
                    <a:pt x="421286" y="4416132"/>
                    <a:pt x="434209" y="4483660"/>
                    <a:pt x="449022" y="4551049"/>
                  </a:cubicBezTo>
                  <a:cubicBezTo>
                    <a:pt x="463737" y="4618436"/>
                    <a:pt x="480389" y="4685588"/>
                    <a:pt x="498882" y="4752365"/>
                  </a:cubicBezTo>
                  <a:cubicBezTo>
                    <a:pt x="517373" y="4819141"/>
                    <a:pt x="537704" y="4885635"/>
                    <a:pt x="559775" y="4951657"/>
                  </a:cubicBezTo>
                  <a:cubicBezTo>
                    <a:pt x="581946" y="5017775"/>
                    <a:pt x="605358" y="5083375"/>
                    <a:pt x="631406" y="5147986"/>
                  </a:cubicBezTo>
                  <a:cubicBezTo>
                    <a:pt x="734055" y="5407608"/>
                    <a:pt x="865188" y="5658570"/>
                    <a:pt x="1023461" y="5893957"/>
                  </a:cubicBezTo>
                  <a:cubicBezTo>
                    <a:pt x="1181487" y="6129578"/>
                    <a:pt x="1367051" y="6349247"/>
                    <a:pt x="1575880" y="6547646"/>
                  </a:cubicBezTo>
                  <a:cubicBezTo>
                    <a:pt x="1680269" y="6646916"/>
                    <a:pt x="1790338" y="6740939"/>
                    <a:pt x="1905228" y="6829468"/>
                  </a:cubicBezTo>
                  <a:lnTo>
                    <a:pt x="1944230" y="6858000"/>
                  </a:lnTo>
                  <a:lnTo>
                    <a:pt x="1372541" y="6858000"/>
                  </a:lnTo>
                  <a:lnTo>
                    <a:pt x="1115251" y="6590005"/>
                  </a:lnTo>
                  <a:cubicBezTo>
                    <a:pt x="418530" y="5790792"/>
                    <a:pt x="0" y="4766182"/>
                    <a:pt x="0" y="3649031"/>
                  </a:cubicBezTo>
                  <a:cubicBezTo>
                    <a:pt x="0" y="2212695"/>
                    <a:pt x="691856" y="929334"/>
                    <a:pt x="1777294" y="81317"/>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1" name="Freeform: Shape 20">
              <a:extLst>
                <a:ext uri="{FF2B5EF4-FFF2-40B4-BE49-F238E27FC236}">
                  <a16:creationId xmlns:a16="http://schemas.microsoft.com/office/drawing/2014/main" id="{82B0ED5C-927D-4C5F-8F27-1B403820B9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3402" y="36937"/>
              <a:ext cx="9767847" cy="6858000"/>
            </a:xfrm>
            <a:custGeom>
              <a:avLst/>
              <a:gdLst>
                <a:gd name="connsiteX0" fmla="*/ 7145704 w 9767847"/>
                <a:gd name="connsiteY0" fmla="*/ 0 h 6858000"/>
                <a:gd name="connsiteX1" fmla="*/ 7875738 w 9767847"/>
                <a:gd name="connsiteY1" fmla="*/ 0 h 6858000"/>
                <a:gd name="connsiteX2" fmla="*/ 7990553 w 9767847"/>
                <a:gd name="connsiteY2" fmla="*/ 85415 h 6858000"/>
                <a:gd name="connsiteX3" fmla="*/ 9767847 w 9767847"/>
                <a:gd name="connsiteY3" fmla="*/ 3653129 h 6858000"/>
                <a:gd name="connsiteX4" fmla="*/ 8652597 w 9767847"/>
                <a:gd name="connsiteY4" fmla="*/ 6594103 h 6858000"/>
                <a:gd name="connsiteX5" fmla="*/ 8399240 w 9767847"/>
                <a:gd name="connsiteY5" fmla="*/ 6858000 h 6858000"/>
                <a:gd name="connsiteX6" fmla="*/ 6766926 w 9767847"/>
                <a:gd name="connsiteY6" fmla="*/ 6858000 h 6858000"/>
                <a:gd name="connsiteX7" fmla="*/ 6804586 w 9767847"/>
                <a:gd name="connsiteY7" fmla="*/ 6821201 h 6858000"/>
                <a:gd name="connsiteX8" fmla="*/ 6881735 w 9767847"/>
                <a:gd name="connsiteY8" fmla="*/ 6745295 h 6858000"/>
                <a:gd name="connsiteX9" fmla="*/ 6958883 w 9767847"/>
                <a:gd name="connsiteY9" fmla="*/ 6668920 h 6858000"/>
                <a:gd name="connsiteX10" fmla="*/ 7267925 w 9767847"/>
                <a:gd name="connsiteY10" fmla="*/ 6359792 h 6858000"/>
                <a:gd name="connsiteX11" fmla="*/ 7424360 w 9767847"/>
                <a:gd name="connsiteY11" fmla="*/ 6204783 h 6858000"/>
                <a:gd name="connsiteX12" fmla="*/ 7504938 w 9767847"/>
                <a:gd name="connsiteY12" fmla="*/ 6126806 h 6858000"/>
                <a:gd name="connsiteX13" fmla="*/ 7546396 w 9767847"/>
                <a:gd name="connsiteY13" fmla="*/ 6087795 h 6858000"/>
                <a:gd name="connsiteX14" fmla="*/ 7588002 w 9767847"/>
                <a:gd name="connsiteY14" fmla="*/ 6049630 h 6858000"/>
                <a:gd name="connsiteX15" fmla="*/ 7631000 w 9767847"/>
                <a:gd name="connsiteY15" fmla="*/ 6010807 h 6858000"/>
                <a:gd name="connsiteX16" fmla="*/ 7675440 w 9767847"/>
                <a:gd name="connsiteY16" fmla="*/ 5972407 h 6858000"/>
                <a:gd name="connsiteX17" fmla="*/ 7720626 w 9767847"/>
                <a:gd name="connsiteY17" fmla="*/ 5934949 h 6858000"/>
                <a:gd name="connsiteX18" fmla="*/ 7766458 w 9767847"/>
                <a:gd name="connsiteY18" fmla="*/ 5898432 h 6858000"/>
                <a:gd name="connsiteX19" fmla="*/ 7955254 w 9767847"/>
                <a:gd name="connsiteY19" fmla="*/ 5760926 h 6858000"/>
                <a:gd name="connsiteX20" fmla="*/ 8352678 w 9767847"/>
                <a:gd name="connsiteY20" fmla="*/ 5521728 h 6858000"/>
                <a:gd name="connsiteX21" fmla="*/ 8451350 w 9767847"/>
                <a:gd name="connsiteY21" fmla="*/ 5469352 h 6858000"/>
                <a:gd name="connsiteX22" fmla="*/ 8548532 w 9767847"/>
                <a:gd name="connsiteY22" fmla="*/ 5417493 h 6858000"/>
                <a:gd name="connsiteX23" fmla="*/ 8729473 w 9767847"/>
                <a:gd name="connsiteY23" fmla="*/ 5314059 h 6858000"/>
                <a:gd name="connsiteX24" fmla="*/ 8770781 w 9767847"/>
                <a:gd name="connsiteY24" fmla="*/ 5287330 h 6858000"/>
                <a:gd name="connsiteX25" fmla="*/ 8790964 w 9767847"/>
                <a:gd name="connsiteY25" fmla="*/ 5273590 h 6858000"/>
                <a:gd name="connsiteX26" fmla="*/ 8810499 w 9767847"/>
                <a:gd name="connsiteY26" fmla="*/ 5259801 h 6858000"/>
                <a:gd name="connsiteX27" fmla="*/ 8883571 w 9767847"/>
                <a:gd name="connsiteY27" fmla="*/ 5202577 h 6858000"/>
                <a:gd name="connsiteX28" fmla="*/ 9006651 w 9767847"/>
                <a:gd name="connsiteY28" fmla="*/ 5074625 h 6858000"/>
                <a:gd name="connsiteX29" fmla="*/ 9033494 w 9767847"/>
                <a:gd name="connsiteY29" fmla="*/ 5038203 h 6858000"/>
                <a:gd name="connsiteX30" fmla="*/ 9040305 w 9767847"/>
                <a:gd name="connsiteY30" fmla="*/ 5028649 h 6858000"/>
                <a:gd name="connsiteX31" fmla="*/ 9046568 w 9767847"/>
                <a:gd name="connsiteY31" fmla="*/ 5019379 h 6858000"/>
                <a:gd name="connsiteX32" fmla="*/ 9058846 w 9767847"/>
                <a:gd name="connsiteY32" fmla="*/ 5000743 h 6858000"/>
                <a:gd name="connsiteX33" fmla="*/ 9104529 w 9767847"/>
                <a:gd name="connsiteY33" fmla="*/ 4922203 h 6858000"/>
                <a:gd name="connsiteX34" fmla="*/ 9181081 w 9767847"/>
                <a:gd name="connsiteY34" fmla="*/ 4748792 h 6858000"/>
                <a:gd name="connsiteX35" fmla="*/ 9240731 w 9767847"/>
                <a:gd name="connsiteY35" fmla="*/ 4561970 h 6858000"/>
                <a:gd name="connsiteX36" fmla="*/ 9265388 w 9767847"/>
                <a:gd name="connsiteY36" fmla="*/ 4465171 h 6858000"/>
                <a:gd name="connsiteX37" fmla="*/ 9276571 w 9767847"/>
                <a:gd name="connsiteY37" fmla="*/ 4416041 h 6858000"/>
                <a:gd name="connsiteX38" fmla="*/ 9281841 w 9767847"/>
                <a:gd name="connsiteY38" fmla="*/ 4391477 h 6858000"/>
                <a:gd name="connsiteX39" fmla="*/ 9286513 w 9767847"/>
                <a:gd name="connsiteY39" fmla="*/ 4368936 h 6858000"/>
                <a:gd name="connsiteX40" fmla="*/ 9296754 w 9767847"/>
                <a:gd name="connsiteY40" fmla="*/ 4316136 h 6858000"/>
                <a:gd name="connsiteX41" fmla="*/ 9301029 w 9767847"/>
                <a:gd name="connsiteY41" fmla="*/ 4293172 h 6858000"/>
                <a:gd name="connsiteX42" fmla="*/ 9302818 w 9767847"/>
                <a:gd name="connsiteY42" fmla="*/ 4282679 h 6858000"/>
                <a:gd name="connsiteX43" fmla="*/ 9304658 w 9767847"/>
                <a:gd name="connsiteY43" fmla="*/ 4270914 h 6858000"/>
                <a:gd name="connsiteX44" fmla="*/ 9312810 w 9767847"/>
                <a:gd name="connsiteY44" fmla="*/ 4220043 h 6858000"/>
                <a:gd name="connsiteX45" fmla="*/ 9316887 w 9767847"/>
                <a:gd name="connsiteY45" fmla="*/ 4194584 h 6858000"/>
                <a:gd name="connsiteX46" fmla="*/ 9318923 w 9767847"/>
                <a:gd name="connsiteY46" fmla="*/ 4181878 h 6858000"/>
                <a:gd name="connsiteX47" fmla="*/ 9320515 w 9767847"/>
                <a:gd name="connsiteY47" fmla="*/ 4168984 h 6858000"/>
                <a:gd name="connsiteX48" fmla="*/ 9332445 w 9767847"/>
                <a:gd name="connsiteY48" fmla="*/ 4069079 h 6858000"/>
                <a:gd name="connsiteX49" fmla="*/ 9336173 w 9767847"/>
                <a:gd name="connsiteY49" fmla="*/ 4022774 h 6858000"/>
                <a:gd name="connsiteX50" fmla="*/ 9340199 w 9767847"/>
                <a:gd name="connsiteY50" fmla="*/ 3969269 h 6858000"/>
                <a:gd name="connsiteX51" fmla="*/ 9347557 w 9767847"/>
                <a:gd name="connsiteY51" fmla="*/ 3770070 h 6858000"/>
                <a:gd name="connsiteX52" fmla="*/ 9346364 w 9767847"/>
                <a:gd name="connsiteY52" fmla="*/ 3669036 h 6858000"/>
                <a:gd name="connsiteX53" fmla="*/ 9344921 w 9767847"/>
                <a:gd name="connsiteY53" fmla="*/ 3619341 h 6858000"/>
                <a:gd name="connsiteX54" fmla="*/ 9344524 w 9767847"/>
                <a:gd name="connsiteY54" fmla="*/ 3607624 h 6858000"/>
                <a:gd name="connsiteX55" fmla="*/ 9343728 w 9767847"/>
                <a:gd name="connsiteY55" fmla="*/ 3594872 h 6858000"/>
                <a:gd name="connsiteX56" fmla="*/ 9342188 w 9767847"/>
                <a:gd name="connsiteY56" fmla="*/ 3569366 h 6858000"/>
                <a:gd name="connsiteX57" fmla="*/ 9339056 w 9767847"/>
                <a:gd name="connsiteY57" fmla="*/ 3518354 h 6858000"/>
                <a:gd name="connsiteX58" fmla="*/ 9334334 w 9767847"/>
                <a:gd name="connsiteY58" fmla="*/ 3467155 h 6858000"/>
                <a:gd name="connsiteX59" fmla="*/ 9329363 w 9767847"/>
                <a:gd name="connsiteY59" fmla="*/ 3415908 h 6858000"/>
                <a:gd name="connsiteX60" fmla="*/ 9328319 w 9767847"/>
                <a:gd name="connsiteY60" fmla="*/ 3404755 h 6858000"/>
                <a:gd name="connsiteX61" fmla="*/ 9327177 w 9767847"/>
                <a:gd name="connsiteY61" fmla="*/ 3394214 h 6858000"/>
                <a:gd name="connsiteX62" fmla="*/ 9324293 w 9767847"/>
                <a:gd name="connsiteY62" fmla="*/ 3370872 h 6858000"/>
                <a:gd name="connsiteX63" fmla="*/ 9320763 w 9767847"/>
                <a:gd name="connsiteY63" fmla="*/ 3344427 h 6858000"/>
                <a:gd name="connsiteX64" fmla="*/ 9317184 w 9767847"/>
                <a:gd name="connsiteY64" fmla="*/ 3315343 h 6858000"/>
                <a:gd name="connsiteX65" fmla="*/ 9311021 w 9767847"/>
                <a:gd name="connsiteY65" fmla="*/ 3270309 h 6858000"/>
                <a:gd name="connsiteX66" fmla="*/ 9302719 w 9767847"/>
                <a:gd name="connsiteY66" fmla="*/ 3219815 h 6858000"/>
                <a:gd name="connsiteX67" fmla="*/ 9293970 w 9767847"/>
                <a:gd name="connsiteY67" fmla="*/ 3169887 h 6858000"/>
                <a:gd name="connsiteX68" fmla="*/ 9252065 w 9767847"/>
                <a:gd name="connsiteY68" fmla="*/ 2971205 h 6858000"/>
                <a:gd name="connsiteX69" fmla="*/ 9227211 w 9767847"/>
                <a:gd name="connsiteY69" fmla="*/ 2872571 h 6858000"/>
                <a:gd name="connsiteX70" fmla="*/ 9220699 w 9767847"/>
                <a:gd name="connsiteY70" fmla="*/ 2848524 h 6858000"/>
                <a:gd name="connsiteX71" fmla="*/ 9213740 w 9767847"/>
                <a:gd name="connsiteY71" fmla="*/ 2824289 h 6858000"/>
                <a:gd name="connsiteX72" fmla="*/ 9199374 w 9767847"/>
                <a:gd name="connsiteY72" fmla="*/ 2775536 h 6858000"/>
                <a:gd name="connsiteX73" fmla="*/ 9061829 w 9767847"/>
                <a:gd name="connsiteY73" fmla="*/ 2389515 h 6858000"/>
                <a:gd name="connsiteX74" fmla="*/ 8978865 w 9767847"/>
                <a:gd name="connsiteY74" fmla="*/ 2200953 h 6858000"/>
                <a:gd name="connsiteX75" fmla="*/ 8956694 w 9767847"/>
                <a:gd name="connsiteY75" fmla="*/ 2154317 h 6858000"/>
                <a:gd name="connsiteX76" fmla="*/ 8934176 w 9767847"/>
                <a:gd name="connsiteY76" fmla="*/ 2108012 h 6858000"/>
                <a:gd name="connsiteX77" fmla="*/ 8887151 w 9767847"/>
                <a:gd name="connsiteY77" fmla="*/ 2015448 h 6858000"/>
                <a:gd name="connsiteX78" fmla="*/ 8787533 w 9767847"/>
                <a:gd name="connsiteY78" fmla="*/ 1832625 h 6858000"/>
                <a:gd name="connsiteX79" fmla="*/ 8761485 w 9767847"/>
                <a:gd name="connsiteY79" fmla="*/ 1787496 h 6858000"/>
                <a:gd name="connsiteX80" fmla="*/ 8734791 w 9767847"/>
                <a:gd name="connsiteY80" fmla="*/ 1741991 h 6858000"/>
                <a:gd name="connsiteX81" fmla="*/ 8680808 w 9767847"/>
                <a:gd name="connsiteY81" fmla="*/ 1652910 h 6858000"/>
                <a:gd name="connsiteX82" fmla="*/ 8567024 w 9767847"/>
                <a:gd name="connsiteY82" fmla="*/ 1477004 h 6858000"/>
                <a:gd name="connsiteX83" fmla="*/ 8537446 w 9767847"/>
                <a:gd name="connsiteY83" fmla="*/ 1433428 h 6858000"/>
                <a:gd name="connsiteX84" fmla="*/ 8507423 w 9767847"/>
                <a:gd name="connsiteY84" fmla="*/ 1389994 h 6858000"/>
                <a:gd name="connsiteX85" fmla="*/ 8446529 w 9767847"/>
                <a:gd name="connsiteY85" fmla="*/ 1304393 h 6858000"/>
                <a:gd name="connsiteX86" fmla="*/ 8319224 w 9767847"/>
                <a:gd name="connsiteY86" fmla="*/ 1135124 h 6858000"/>
                <a:gd name="connsiteX87" fmla="*/ 8286366 w 9767847"/>
                <a:gd name="connsiteY87" fmla="*/ 1093148 h 6858000"/>
                <a:gd name="connsiteX88" fmla="*/ 8270161 w 9767847"/>
                <a:gd name="connsiteY88" fmla="*/ 1072538 h 6858000"/>
                <a:gd name="connsiteX89" fmla="*/ 8253856 w 9767847"/>
                <a:gd name="connsiteY89" fmla="*/ 1052254 h 6858000"/>
                <a:gd name="connsiteX90" fmla="*/ 8186352 w 9767847"/>
                <a:gd name="connsiteY90" fmla="*/ 970373 h 6858000"/>
                <a:gd name="connsiteX91" fmla="*/ 8046768 w 9767847"/>
                <a:gd name="connsiteY91" fmla="*/ 809527 h 6858000"/>
                <a:gd name="connsiteX92" fmla="*/ 8010927 w 9767847"/>
                <a:gd name="connsiteY92" fmla="*/ 769951 h 6858000"/>
                <a:gd name="connsiteX93" fmla="*/ 7974788 w 9767847"/>
                <a:gd name="connsiteY93" fmla="*/ 730751 h 6858000"/>
                <a:gd name="connsiteX94" fmla="*/ 7901070 w 9767847"/>
                <a:gd name="connsiteY94" fmla="*/ 652823 h 6858000"/>
                <a:gd name="connsiteX95" fmla="*/ 7750054 w 9767847"/>
                <a:gd name="connsiteY95" fmla="*/ 501106 h 6858000"/>
                <a:gd name="connsiteX96" fmla="*/ 7592277 w 9767847"/>
                <a:gd name="connsiteY96" fmla="*/ 355319 h 6858000"/>
                <a:gd name="connsiteX97" fmla="*/ 7257734 w 9767847"/>
                <a:gd name="connsiteY97" fmla="*/ 81062 h 6858000"/>
                <a:gd name="connsiteX98" fmla="*/ 1892109 w 9767847"/>
                <a:gd name="connsiteY98" fmla="*/ 0 h 6858000"/>
                <a:gd name="connsiteX99" fmla="*/ 2298402 w 9767847"/>
                <a:gd name="connsiteY99" fmla="*/ 0 h 6858000"/>
                <a:gd name="connsiteX100" fmla="*/ 2135542 w 9767847"/>
                <a:gd name="connsiteY100" fmla="*/ 121879 h 6858000"/>
                <a:gd name="connsiteX101" fmla="*/ 1969576 w 9767847"/>
                <a:gd name="connsiteY101" fmla="*/ 259084 h 6858000"/>
                <a:gd name="connsiteX102" fmla="*/ 1659938 w 9767847"/>
                <a:gd name="connsiteY102" fmla="*/ 553953 h 6858000"/>
                <a:gd name="connsiteX103" fmla="*/ 729383 w 9767847"/>
                <a:gd name="connsiteY103" fmla="*/ 1940578 h 6858000"/>
                <a:gd name="connsiteX104" fmla="*/ 578465 w 9767847"/>
                <a:gd name="connsiteY104" fmla="*/ 2324905 h 6858000"/>
                <a:gd name="connsiteX105" fmla="*/ 465080 w 9767847"/>
                <a:gd name="connsiteY105" fmla="*/ 2718973 h 6858000"/>
                <a:gd name="connsiteX106" fmla="*/ 423820 w 9767847"/>
                <a:gd name="connsiteY106" fmla="*/ 2919535 h 6858000"/>
                <a:gd name="connsiteX107" fmla="*/ 392355 w 9767847"/>
                <a:gd name="connsiteY107" fmla="*/ 3122169 h 6858000"/>
                <a:gd name="connsiteX108" fmla="*/ 358801 w 9767847"/>
                <a:gd name="connsiteY108" fmla="*/ 3531013 h 6858000"/>
                <a:gd name="connsiteX109" fmla="*/ 410350 w 9767847"/>
                <a:gd name="connsiteY109" fmla="*/ 4352324 h 6858000"/>
                <a:gd name="connsiteX110" fmla="*/ 449022 w 9767847"/>
                <a:gd name="connsiteY110" fmla="*/ 4555147 h 6858000"/>
                <a:gd name="connsiteX111" fmla="*/ 498882 w 9767847"/>
                <a:gd name="connsiteY111" fmla="*/ 4756463 h 6858000"/>
                <a:gd name="connsiteX112" fmla="*/ 559775 w 9767847"/>
                <a:gd name="connsiteY112" fmla="*/ 4955755 h 6858000"/>
                <a:gd name="connsiteX113" fmla="*/ 631406 w 9767847"/>
                <a:gd name="connsiteY113" fmla="*/ 5152084 h 6858000"/>
                <a:gd name="connsiteX114" fmla="*/ 1023461 w 9767847"/>
                <a:gd name="connsiteY114" fmla="*/ 5898055 h 6858000"/>
                <a:gd name="connsiteX115" fmla="*/ 1575880 w 9767847"/>
                <a:gd name="connsiteY115" fmla="*/ 6551744 h 6858000"/>
                <a:gd name="connsiteX116" fmla="*/ 1905228 w 9767847"/>
                <a:gd name="connsiteY116" fmla="*/ 6833566 h 6858000"/>
                <a:gd name="connsiteX117" fmla="*/ 1938629 w 9767847"/>
                <a:gd name="connsiteY117" fmla="*/ 6858000 h 6858000"/>
                <a:gd name="connsiteX118" fmla="*/ 1368607 w 9767847"/>
                <a:gd name="connsiteY118" fmla="*/ 6858000 h 6858000"/>
                <a:gd name="connsiteX119" fmla="*/ 1115251 w 9767847"/>
                <a:gd name="connsiteY119" fmla="*/ 6594103 h 6858000"/>
                <a:gd name="connsiteX120" fmla="*/ 0 w 9767847"/>
                <a:gd name="connsiteY120" fmla="*/ 3653129 h 6858000"/>
                <a:gd name="connsiteX121" fmla="*/ 1777294 w 9767847"/>
                <a:gd name="connsiteY121" fmla="*/ 854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9767847" h="6858000">
                  <a:moveTo>
                    <a:pt x="7145704" y="0"/>
                  </a:moveTo>
                  <a:lnTo>
                    <a:pt x="7875738" y="0"/>
                  </a:lnTo>
                  <a:lnTo>
                    <a:pt x="7990553" y="85415"/>
                  </a:lnTo>
                  <a:cubicBezTo>
                    <a:pt x="9075991" y="933432"/>
                    <a:pt x="9767847" y="2216793"/>
                    <a:pt x="9767847" y="3653129"/>
                  </a:cubicBezTo>
                  <a:cubicBezTo>
                    <a:pt x="9767847" y="4770280"/>
                    <a:pt x="9349317" y="5794890"/>
                    <a:pt x="8652597" y="6594103"/>
                  </a:cubicBezTo>
                  <a:lnTo>
                    <a:pt x="8399240" y="6858000"/>
                  </a:lnTo>
                  <a:lnTo>
                    <a:pt x="6766926" y="6858000"/>
                  </a:lnTo>
                  <a:lnTo>
                    <a:pt x="6804586" y="6821201"/>
                  </a:lnTo>
                  <a:lnTo>
                    <a:pt x="6881735" y="6745295"/>
                  </a:lnTo>
                  <a:cubicBezTo>
                    <a:pt x="6907435" y="6719979"/>
                    <a:pt x="6933134" y="6694896"/>
                    <a:pt x="6958883" y="6668920"/>
                  </a:cubicBezTo>
                  <a:lnTo>
                    <a:pt x="7267925" y="6359792"/>
                  </a:lnTo>
                  <a:lnTo>
                    <a:pt x="7424360" y="6204783"/>
                  </a:lnTo>
                  <a:cubicBezTo>
                    <a:pt x="7450754" y="6178900"/>
                    <a:pt x="7477598" y="6152829"/>
                    <a:pt x="7504938" y="6126806"/>
                  </a:cubicBezTo>
                  <a:lnTo>
                    <a:pt x="7546396" y="6087795"/>
                  </a:lnTo>
                  <a:cubicBezTo>
                    <a:pt x="7560264" y="6074901"/>
                    <a:pt x="7574780" y="6061630"/>
                    <a:pt x="7588002" y="6049630"/>
                  </a:cubicBezTo>
                  <a:lnTo>
                    <a:pt x="7631000" y="6010807"/>
                  </a:lnTo>
                  <a:lnTo>
                    <a:pt x="7675440" y="5972407"/>
                  </a:lnTo>
                  <a:cubicBezTo>
                    <a:pt x="7690404" y="5959796"/>
                    <a:pt x="7705564" y="5947419"/>
                    <a:pt x="7720626" y="5934949"/>
                  </a:cubicBezTo>
                  <a:cubicBezTo>
                    <a:pt x="7735738" y="5922525"/>
                    <a:pt x="7751197" y="5910619"/>
                    <a:pt x="7766458" y="5898432"/>
                  </a:cubicBezTo>
                  <a:cubicBezTo>
                    <a:pt x="7827949" y="5850290"/>
                    <a:pt x="7890979" y="5804597"/>
                    <a:pt x="7955254" y="5760926"/>
                  </a:cubicBezTo>
                  <a:cubicBezTo>
                    <a:pt x="8083800" y="5673632"/>
                    <a:pt x="8216872" y="5594434"/>
                    <a:pt x="8352678" y="5521728"/>
                  </a:cubicBezTo>
                  <a:lnTo>
                    <a:pt x="8451350" y="5469352"/>
                  </a:lnTo>
                  <a:lnTo>
                    <a:pt x="8548532" y="5417493"/>
                  </a:lnTo>
                  <a:cubicBezTo>
                    <a:pt x="8612110" y="5383188"/>
                    <a:pt x="8673251" y="5349306"/>
                    <a:pt x="8729473" y="5314059"/>
                  </a:cubicBezTo>
                  <a:cubicBezTo>
                    <a:pt x="8743591" y="5305213"/>
                    <a:pt x="8757161" y="5296459"/>
                    <a:pt x="8770781" y="5287330"/>
                  </a:cubicBezTo>
                  <a:cubicBezTo>
                    <a:pt x="8777591" y="5282765"/>
                    <a:pt x="8784451" y="5278201"/>
                    <a:pt x="8790964" y="5273590"/>
                  </a:cubicBezTo>
                  <a:cubicBezTo>
                    <a:pt x="8797574" y="5268977"/>
                    <a:pt x="8804235" y="5264412"/>
                    <a:pt x="8810499" y="5259801"/>
                  </a:cubicBezTo>
                  <a:cubicBezTo>
                    <a:pt x="8835999" y="5241401"/>
                    <a:pt x="8860407" y="5222389"/>
                    <a:pt x="8883571" y="5202577"/>
                  </a:cubicBezTo>
                  <a:cubicBezTo>
                    <a:pt x="8929900" y="5162954"/>
                    <a:pt x="8971258" y="5120413"/>
                    <a:pt x="9006651" y="5074625"/>
                  </a:cubicBezTo>
                  <a:cubicBezTo>
                    <a:pt x="9015351" y="5063426"/>
                    <a:pt x="9024398" y="5050955"/>
                    <a:pt x="9033494" y="5038203"/>
                  </a:cubicBezTo>
                  <a:lnTo>
                    <a:pt x="9040305" y="5028649"/>
                  </a:lnTo>
                  <a:lnTo>
                    <a:pt x="9046568" y="5019379"/>
                  </a:lnTo>
                  <a:cubicBezTo>
                    <a:pt x="9050743" y="5013261"/>
                    <a:pt x="9054819" y="5007050"/>
                    <a:pt x="9058846" y="5000743"/>
                  </a:cubicBezTo>
                  <a:cubicBezTo>
                    <a:pt x="9075002" y="4975615"/>
                    <a:pt x="9090212" y="4949403"/>
                    <a:pt x="9104529" y="4922203"/>
                  </a:cubicBezTo>
                  <a:cubicBezTo>
                    <a:pt x="9133211" y="4867850"/>
                    <a:pt x="9158313" y="4809545"/>
                    <a:pt x="9181081" y="4748792"/>
                  </a:cubicBezTo>
                  <a:cubicBezTo>
                    <a:pt x="9203748" y="4688276"/>
                    <a:pt x="9223383" y="4625876"/>
                    <a:pt x="9240731" y="4561970"/>
                  </a:cubicBezTo>
                  <a:cubicBezTo>
                    <a:pt x="9249481" y="4530064"/>
                    <a:pt x="9257682" y="4497782"/>
                    <a:pt x="9265388" y="4465171"/>
                  </a:cubicBezTo>
                  <a:cubicBezTo>
                    <a:pt x="9269215" y="4448842"/>
                    <a:pt x="9272943" y="4432465"/>
                    <a:pt x="9276571" y="4416041"/>
                  </a:cubicBezTo>
                  <a:lnTo>
                    <a:pt x="9281841" y="4391477"/>
                  </a:lnTo>
                  <a:lnTo>
                    <a:pt x="9286513" y="4368936"/>
                  </a:lnTo>
                  <a:lnTo>
                    <a:pt x="9296754" y="4316136"/>
                  </a:lnTo>
                  <a:lnTo>
                    <a:pt x="9301029" y="4293172"/>
                  </a:lnTo>
                  <a:lnTo>
                    <a:pt x="9302818" y="4282679"/>
                  </a:lnTo>
                  <a:lnTo>
                    <a:pt x="9304658" y="4270914"/>
                  </a:lnTo>
                  <a:lnTo>
                    <a:pt x="9312810" y="4220043"/>
                  </a:lnTo>
                  <a:lnTo>
                    <a:pt x="9316887" y="4194584"/>
                  </a:lnTo>
                  <a:lnTo>
                    <a:pt x="9318923" y="4181878"/>
                  </a:lnTo>
                  <a:cubicBezTo>
                    <a:pt x="9319570" y="4177644"/>
                    <a:pt x="9319969" y="4173267"/>
                    <a:pt x="9320515" y="4168984"/>
                  </a:cubicBezTo>
                  <a:lnTo>
                    <a:pt x="9332445" y="4069079"/>
                  </a:lnTo>
                  <a:cubicBezTo>
                    <a:pt x="9333836" y="4056468"/>
                    <a:pt x="9334880" y="4040986"/>
                    <a:pt x="9336173" y="4022774"/>
                  </a:cubicBezTo>
                  <a:lnTo>
                    <a:pt x="9340199" y="3969269"/>
                  </a:lnTo>
                  <a:cubicBezTo>
                    <a:pt x="9345071" y="3903904"/>
                    <a:pt x="9347358" y="3837081"/>
                    <a:pt x="9347557" y="3770070"/>
                  </a:cubicBezTo>
                  <a:cubicBezTo>
                    <a:pt x="9347656" y="3736518"/>
                    <a:pt x="9347209" y="3702871"/>
                    <a:pt x="9346364" y="3669036"/>
                  </a:cubicBezTo>
                  <a:lnTo>
                    <a:pt x="9344921" y="3619341"/>
                  </a:lnTo>
                  <a:lnTo>
                    <a:pt x="9344524" y="3607624"/>
                  </a:lnTo>
                  <a:lnTo>
                    <a:pt x="9343728" y="3594872"/>
                  </a:lnTo>
                  <a:lnTo>
                    <a:pt x="9342188" y="3569366"/>
                  </a:lnTo>
                  <a:lnTo>
                    <a:pt x="9339056" y="3518354"/>
                  </a:lnTo>
                  <a:cubicBezTo>
                    <a:pt x="9337914" y="3501319"/>
                    <a:pt x="9335874" y="3484236"/>
                    <a:pt x="9334334" y="3467155"/>
                  </a:cubicBezTo>
                  <a:lnTo>
                    <a:pt x="9329363" y="3415908"/>
                  </a:lnTo>
                  <a:lnTo>
                    <a:pt x="9328319" y="3404755"/>
                  </a:lnTo>
                  <a:lnTo>
                    <a:pt x="9327177" y="3394214"/>
                  </a:lnTo>
                  <a:lnTo>
                    <a:pt x="9324293" y="3370872"/>
                  </a:lnTo>
                  <a:lnTo>
                    <a:pt x="9320763" y="3344427"/>
                  </a:lnTo>
                  <a:lnTo>
                    <a:pt x="9317184" y="3315343"/>
                  </a:lnTo>
                  <a:cubicBezTo>
                    <a:pt x="9315594" y="3300991"/>
                    <a:pt x="9313506" y="3286404"/>
                    <a:pt x="9311021" y="3270309"/>
                  </a:cubicBezTo>
                  <a:lnTo>
                    <a:pt x="9302719" y="3219815"/>
                  </a:lnTo>
                  <a:cubicBezTo>
                    <a:pt x="9299936" y="3203157"/>
                    <a:pt x="9297003" y="3186498"/>
                    <a:pt x="9293970" y="3169887"/>
                  </a:cubicBezTo>
                  <a:cubicBezTo>
                    <a:pt x="9281891" y="3103393"/>
                    <a:pt x="9267674" y="3037182"/>
                    <a:pt x="9252065" y="2971205"/>
                  </a:cubicBezTo>
                  <a:cubicBezTo>
                    <a:pt x="9244261" y="2938265"/>
                    <a:pt x="9235959" y="2905371"/>
                    <a:pt x="9227211" y="2872571"/>
                  </a:cubicBezTo>
                  <a:lnTo>
                    <a:pt x="9220699" y="2848524"/>
                  </a:lnTo>
                  <a:lnTo>
                    <a:pt x="9213740" y="2824289"/>
                  </a:lnTo>
                  <a:cubicBezTo>
                    <a:pt x="9209216" y="2808147"/>
                    <a:pt x="9204345" y="2791866"/>
                    <a:pt x="9199374" y="2775536"/>
                  </a:cubicBezTo>
                  <a:cubicBezTo>
                    <a:pt x="9159855" y="2645184"/>
                    <a:pt x="9114272" y="2516197"/>
                    <a:pt x="9061829" y="2389515"/>
                  </a:cubicBezTo>
                  <a:cubicBezTo>
                    <a:pt x="9035582" y="2326175"/>
                    <a:pt x="9008043" y="2263258"/>
                    <a:pt x="8978865" y="2200953"/>
                  </a:cubicBezTo>
                  <a:lnTo>
                    <a:pt x="8956694" y="2154317"/>
                  </a:lnTo>
                  <a:lnTo>
                    <a:pt x="8934176" y="2108012"/>
                  </a:lnTo>
                  <a:cubicBezTo>
                    <a:pt x="8918915" y="2077189"/>
                    <a:pt x="8903157" y="2046130"/>
                    <a:pt x="8887151" y="2015448"/>
                  </a:cubicBezTo>
                  <a:cubicBezTo>
                    <a:pt x="8854988" y="1953989"/>
                    <a:pt x="8822082" y="1892908"/>
                    <a:pt x="8787533" y="1832625"/>
                  </a:cubicBezTo>
                  <a:lnTo>
                    <a:pt x="8761485" y="1787496"/>
                  </a:lnTo>
                  <a:lnTo>
                    <a:pt x="8734791" y="1741991"/>
                  </a:lnTo>
                  <a:cubicBezTo>
                    <a:pt x="8717047" y="1711921"/>
                    <a:pt x="8699200" y="1682461"/>
                    <a:pt x="8680808" y="1652910"/>
                  </a:cubicBezTo>
                  <a:cubicBezTo>
                    <a:pt x="8644322" y="1593756"/>
                    <a:pt x="8606194" y="1535216"/>
                    <a:pt x="8567024" y="1477004"/>
                  </a:cubicBezTo>
                  <a:lnTo>
                    <a:pt x="8537446" y="1433428"/>
                  </a:lnTo>
                  <a:lnTo>
                    <a:pt x="8507423" y="1389994"/>
                  </a:lnTo>
                  <a:cubicBezTo>
                    <a:pt x="8487390" y="1361382"/>
                    <a:pt x="8467158" y="1332817"/>
                    <a:pt x="8446529" y="1304393"/>
                  </a:cubicBezTo>
                  <a:cubicBezTo>
                    <a:pt x="8405271" y="1247595"/>
                    <a:pt x="8362718" y="1191218"/>
                    <a:pt x="8319224" y="1135124"/>
                  </a:cubicBezTo>
                  <a:lnTo>
                    <a:pt x="8286366" y="1093148"/>
                  </a:lnTo>
                  <a:lnTo>
                    <a:pt x="8270161" y="1072538"/>
                  </a:lnTo>
                  <a:lnTo>
                    <a:pt x="8253856" y="1052254"/>
                  </a:lnTo>
                  <a:cubicBezTo>
                    <a:pt x="8231636" y="1024773"/>
                    <a:pt x="8209117" y="997479"/>
                    <a:pt x="8186352" y="970373"/>
                  </a:cubicBezTo>
                  <a:cubicBezTo>
                    <a:pt x="8140917" y="916020"/>
                    <a:pt x="8094240" y="862515"/>
                    <a:pt x="8046768" y="809527"/>
                  </a:cubicBezTo>
                  <a:lnTo>
                    <a:pt x="8010927" y="769951"/>
                  </a:lnTo>
                  <a:lnTo>
                    <a:pt x="7974788" y="730751"/>
                  </a:lnTo>
                  <a:cubicBezTo>
                    <a:pt x="7950382" y="704587"/>
                    <a:pt x="7925824" y="678563"/>
                    <a:pt x="7901070" y="652823"/>
                  </a:cubicBezTo>
                  <a:cubicBezTo>
                    <a:pt x="7851510" y="601387"/>
                    <a:pt x="7801404" y="550612"/>
                    <a:pt x="7750054" y="501106"/>
                  </a:cubicBezTo>
                  <a:cubicBezTo>
                    <a:pt x="7698902" y="451742"/>
                    <a:pt x="7645913" y="403036"/>
                    <a:pt x="7592277" y="355319"/>
                  </a:cubicBezTo>
                  <a:cubicBezTo>
                    <a:pt x="7484856" y="259884"/>
                    <a:pt x="7373308" y="168402"/>
                    <a:pt x="7257734" y="81062"/>
                  </a:cubicBezTo>
                  <a:close/>
                  <a:moveTo>
                    <a:pt x="1892109" y="0"/>
                  </a:moveTo>
                  <a:lnTo>
                    <a:pt x="2298402" y="0"/>
                  </a:lnTo>
                  <a:lnTo>
                    <a:pt x="2135542" y="121879"/>
                  </a:lnTo>
                  <a:cubicBezTo>
                    <a:pt x="2078998" y="166378"/>
                    <a:pt x="2023659" y="212143"/>
                    <a:pt x="1969576" y="259084"/>
                  </a:cubicBezTo>
                  <a:cubicBezTo>
                    <a:pt x="1861309" y="352918"/>
                    <a:pt x="1758064" y="451412"/>
                    <a:pt x="1659938" y="553953"/>
                  </a:cubicBezTo>
                  <a:cubicBezTo>
                    <a:pt x="1266987" y="964444"/>
                    <a:pt x="953820" y="1435593"/>
                    <a:pt x="729383" y="1940578"/>
                  </a:cubicBezTo>
                  <a:cubicBezTo>
                    <a:pt x="673260" y="2066459"/>
                    <a:pt x="622855" y="2195070"/>
                    <a:pt x="578465" y="2324905"/>
                  </a:cubicBezTo>
                  <a:cubicBezTo>
                    <a:pt x="534125" y="2454785"/>
                    <a:pt x="496147" y="2586314"/>
                    <a:pt x="465080" y="2718973"/>
                  </a:cubicBezTo>
                  <a:cubicBezTo>
                    <a:pt x="449769" y="2785089"/>
                    <a:pt x="435850" y="2852289"/>
                    <a:pt x="423820" y="2919535"/>
                  </a:cubicBezTo>
                  <a:cubicBezTo>
                    <a:pt x="411840" y="2986829"/>
                    <a:pt x="401054" y="3054358"/>
                    <a:pt x="392355" y="3122169"/>
                  </a:cubicBezTo>
                  <a:cubicBezTo>
                    <a:pt x="374509" y="3257744"/>
                    <a:pt x="363424" y="3393978"/>
                    <a:pt x="358801" y="3531013"/>
                  </a:cubicBezTo>
                  <a:cubicBezTo>
                    <a:pt x="349009" y="3804941"/>
                    <a:pt x="366357" y="4079668"/>
                    <a:pt x="410350" y="4352324"/>
                  </a:cubicBezTo>
                  <a:cubicBezTo>
                    <a:pt x="421286" y="4420230"/>
                    <a:pt x="434209" y="4487758"/>
                    <a:pt x="449022" y="4555147"/>
                  </a:cubicBezTo>
                  <a:cubicBezTo>
                    <a:pt x="463737" y="4622534"/>
                    <a:pt x="480389" y="4689686"/>
                    <a:pt x="498882" y="4756463"/>
                  </a:cubicBezTo>
                  <a:cubicBezTo>
                    <a:pt x="517373" y="4823239"/>
                    <a:pt x="537704" y="4889733"/>
                    <a:pt x="559775" y="4955755"/>
                  </a:cubicBezTo>
                  <a:cubicBezTo>
                    <a:pt x="581946" y="5021873"/>
                    <a:pt x="605358" y="5087473"/>
                    <a:pt x="631406" y="5152084"/>
                  </a:cubicBezTo>
                  <a:cubicBezTo>
                    <a:pt x="734055" y="5411706"/>
                    <a:pt x="865188" y="5662668"/>
                    <a:pt x="1023461" y="5898055"/>
                  </a:cubicBezTo>
                  <a:cubicBezTo>
                    <a:pt x="1181487" y="6133676"/>
                    <a:pt x="1367051" y="6353345"/>
                    <a:pt x="1575880" y="6551744"/>
                  </a:cubicBezTo>
                  <a:cubicBezTo>
                    <a:pt x="1680269" y="6651014"/>
                    <a:pt x="1790338" y="6745037"/>
                    <a:pt x="1905228" y="6833566"/>
                  </a:cubicBezTo>
                  <a:lnTo>
                    <a:pt x="1938629" y="6858000"/>
                  </a:lnTo>
                  <a:lnTo>
                    <a:pt x="1368607" y="6858000"/>
                  </a:lnTo>
                  <a:lnTo>
                    <a:pt x="1115251" y="6594103"/>
                  </a:lnTo>
                  <a:cubicBezTo>
                    <a:pt x="418530" y="5794890"/>
                    <a:pt x="0" y="4770280"/>
                    <a:pt x="0" y="3653129"/>
                  </a:cubicBezTo>
                  <a:cubicBezTo>
                    <a:pt x="0" y="2216793"/>
                    <a:pt x="691856" y="933432"/>
                    <a:pt x="1777294" y="85415"/>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grpSp>
      <p:sp>
        <p:nvSpPr>
          <p:cNvPr id="2" name="Title 1">
            <a:extLst>
              <a:ext uri="{FF2B5EF4-FFF2-40B4-BE49-F238E27FC236}">
                <a16:creationId xmlns:a16="http://schemas.microsoft.com/office/drawing/2014/main" id="{8FB44EAD-9809-7711-9716-CB8F557A1391}"/>
              </a:ext>
            </a:extLst>
          </p:cNvPr>
          <p:cNvSpPr>
            <a:spLocks noGrp="1"/>
          </p:cNvSpPr>
          <p:nvPr>
            <p:ph type="ctrTitle"/>
          </p:nvPr>
        </p:nvSpPr>
        <p:spPr>
          <a:xfrm>
            <a:off x="876300" y="45868"/>
            <a:ext cx="10263459" cy="923925"/>
          </a:xfrm>
        </p:spPr>
        <p:txBody>
          <a:bodyPr anchor="b">
            <a:normAutofit/>
          </a:bodyPr>
          <a:lstStyle/>
          <a:p>
            <a:r>
              <a:rPr lang="en-IN" sz="4000" dirty="0">
                <a:solidFill>
                  <a:schemeClr val="tx2"/>
                </a:solidFill>
                <a:latin typeface="Engravers MT" panose="02090707080505020304" pitchFamily="18" charset="0"/>
              </a:rPr>
              <a:t>History  of MISRA-C</a:t>
            </a:r>
            <a:endParaRPr lang="en-IN" sz="4000" dirty="0">
              <a:solidFill>
                <a:schemeClr val="tx2"/>
              </a:solidFill>
            </a:endParaRPr>
          </a:p>
        </p:txBody>
      </p:sp>
      <p:grpSp>
        <p:nvGrpSpPr>
          <p:cNvPr id="23" name="Group 22">
            <a:extLst>
              <a:ext uri="{FF2B5EF4-FFF2-40B4-BE49-F238E27FC236}">
                <a16:creationId xmlns:a16="http://schemas.microsoft.com/office/drawing/2014/main" id="{87F87F1B-42BA-4AC7-A4E2-41544DDB2CE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05" y="-4155"/>
            <a:ext cx="2514948" cy="2174333"/>
            <a:chOff x="-305" y="-4155"/>
            <a:chExt cx="2514948" cy="2174333"/>
          </a:xfrm>
        </p:grpSpPr>
        <p:sp>
          <p:nvSpPr>
            <p:cNvPr id="24" name="Freeform: Shape 23">
              <a:extLst>
                <a:ext uri="{FF2B5EF4-FFF2-40B4-BE49-F238E27FC236}">
                  <a16:creationId xmlns:a16="http://schemas.microsoft.com/office/drawing/2014/main" id="{68B53067-4E48-4E71-A6A9-A8CAABAFBF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Shape 24">
              <a:extLst>
                <a:ext uri="{FF2B5EF4-FFF2-40B4-BE49-F238E27FC236}">
                  <a16:creationId xmlns:a16="http://schemas.microsoft.com/office/drawing/2014/main" id="{06D1A0D3-4BB8-41D9-9CE7-2884C83F44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reeform: Shape 25">
              <a:extLst>
                <a:ext uri="{FF2B5EF4-FFF2-40B4-BE49-F238E27FC236}">
                  <a16:creationId xmlns:a16="http://schemas.microsoft.com/office/drawing/2014/main" id="{81E20F06-3B09-4B89-A36B-AB8BFBCCA5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27" name="Freeform: Shape 26">
              <a:extLst>
                <a:ext uri="{FF2B5EF4-FFF2-40B4-BE49-F238E27FC236}">
                  <a16:creationId xmlns:a16="http://schemas.microsoft.com/office/drawing/2014/main" id="{DAE6C3D7-7D5B-4926-877D-45F117BB6B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9" name="Group 28">
            <a:extLst>
              <a:ext uri="{FF2B5EF4-FFF2-40B4-BE49-F238E27FC236}">
                <a16:creationId xmlns:a16="http://schemas.microsoft.com/office/drawing/2014/main" id="{967346A5-7569-4F15-AB5D-BE3DADF192C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9685727" y="4683666"/>
            <a:ext cx="2514948" cy="2174333"/>
            <a:chOff x="-305" y="-4155"/>
            <a:chExt cx="2514948" cy="2174333"/>
          </a:xfrm>
        </p:grpSpPr>
        <p:sp>
          <p:nvSpPr>
            <p:cNvPr id="30" name="Freeform: Shape 29">
              <a:extLst>
                <a:ext uri="{FF2B5EF4-FFF2-40B4-BE49-F238E27FC236}">
                  <a16:creationId xmlns:a16="http://schemas.microsoft.com/office/drawing/2014/main" id="{E1951533-A568-4765-AB1F-F71D9AFDEA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reeform: Shape 30">
              <a:extLst>
                <a:ext uri="{FF2B5EF4-FFF2-40B4-BE49-F238E27FC236}">
                  <a16:creationId xmlns:a16="http://schemas.microsoft.com/office/drawing/2014/main" id="{A7214F52-4F3F-4C96-A62E-F1401D6C04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Freeform: Shape 31">
              <a:extLst>
                <a:ext uri="{FF2B5EF4-FFF2-40B4-BE49-F238E27FC236}">
                  <a16:creationId xmlns:a16="http://schemas.microsoft.com/office/drawing/2014/main" id="{023146A1-291C-4FA0-AB5B-EB04D42398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33" name="Freeform: Shape 32">
              <a:extLst>
                <a:ext uri="{FF2B5EF4-FFF2-40B4-BE49-F238E27FC236}">
                  <a16:creationId xmlns:a16="http://schemas.microsoft.com/office/drawing/2014/main" id="{62977932-2B03-4899-8306-5002CEE68E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5" name="Title 1">
            <a:extLst>
              <a:ext uri="{FF2B5EF4-FFF2-40B4-BE49-F238E27FC236}">
                <a16:creationId xmlns:a16="http://schemas.microsoft.com/office/drawing/2014/main" id="{D6EE584E-84BC-FC84-2A5F-A0E7AF1256B7}"/>
              </a:ext>
            </a:extLst>
          </p:cNvPr>
          <p:cNvSpPr txBox="1">
            <a:spLocks/>
          </p:cNvSpPr>
          <p:nvPr/>
        </p:nvSpPr>
        <p:spPr>
          <a:xfrm>
            <a:off x="10382250" y="3983"/>
            <a:ext cx="1809445" cy="44767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2000" dirty="0">
                <a:solidFill>
                  <a:schemeClr val="tx2"/>
                </a:solidFill>
              </a:rPr>
              <a:t>MISRA C -2012</a:t>
            </a:r>
          </a:p>
        </p:txBody>
      </p:sp>
      <p:sp>
        <p:nvSpPr>
          <p:cNvPr id="6" name="Subtitle 2">
            <a:extLst>
              <a:ext uri="{FF2B5EF4-FFF2-40B4-BE49-F238E27FC236}">
                <a16:creationId xmlns:a16="http://schemas.microsoft.com/office/drawing/2014/main" id="{C992C8E1-40D9-45CC-B67A-D8B86D2A381E}"/>
              </a:ext>
            </a:extLst>
          </p:cNvPr>
          <p:cNvSpPr txBox="1">
            <a:spLocks/>
          </p:cNvSpPr>
          <p:nvPr/>
        </p:nvSpPr>
        <p:spPr>
          <a:xfrm>
            <a:off x="3432265" y="853500"/>
            <a:ext cx="5188034" cy="682079"/>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115000"/>
              </a:lnSpc>
              <a:spcAft>
                <a:spcPts val="800"/>
              </a:spcAft>
            </a:pPr>
            <a:r>
              <a:rPr lang="en-IN" kern="100" dirty="0">
                <a:solidFill>
                  <a:srgbClr val="666666"/>
                </a:solidFill>
                <a:effectLst/>
                <a:highlight>
                  <a:srgbClr val="FFFF00"/>
                </a:highlight>
                <a:latin typeface="Times New Roman" panose="02020603050405020304" pitchFamily="18" charset="0"/>
                <a:ea typeface="Aptos" panose="020B0004020202020204" pitchFamily="34" charset="0"/>
                <a:cs typeface="Times New Roman" panose="02020603050405020304" pitchFamily="18" charset="0"/>
              </a:rPr>
              <a:t>Misra2012:Rule-8.8</a:t>
            </a:r>
          </a:p>
        </p:txBody>
      </p:sp>
      <p:sp>
        <p:nvSpPr>
          <p:cNvPr id="3" name="TextBox 2">
            <a:extLst>
              <a:ext uri="{FF2B5EF4-FFF2-40B4-BE49-F238E27FC236}">
                <a16:creationId xmlns:a16="http://schemas.microsoft.com/office/drawing/2014/main" id="{F52B51FF-E201-359D-4743-DA9B627F1CC1}"/>
              </a:ext>
            </a:extLst>
          </p:cNvPr>
          <p:cNvSpPr txBox="1"/>
          <p:nvPr/>
        </p:nvSpPr>
        <p:spPr>
          <a:xfrm>
            <a:off x="1015908" y="1299575"/>
            <a:ext cx="10263459" cy="646331"/>
          </a:xfrm>
          <a:prstGeom prst="rect">
            <a:avLst/>
          </a:prstGeom>
          <a:noFill/>
        </p:spPr>
        <p:txBody>
          <a:bodyPr wrap="square">
            <a:spAutoFit/>
          </a:bodyPr>
          <a:lstStyle/>
          <a:p>
            <a:pPr marL="285750" indent="-285750" algn="l">
              <a:buFont typeface="Wingdings" panose="05000000000000000000" pitchFamily="2" charset="2"/>
              <a:buChar char="q"/>
            </a:pPr>
            <a:r>
              <a:rPr lang="en-US" sz="1800" b="1" i="0" u="none" strike="noStrike" baseline="0" dirty="0">
                <a:latin typeface="Times New Roman" panose="02020603050405020304" pitchFamily="18" charset="0"/>
                <a:cs typeface="Times New Roman" panose="02020603050405020304" pitchFamily="18" charset="0"/>
              </a:rPr>
              <a:t>The static storage class specifier shall be used in all declarations of objects and functions that have internal linkage</a:t>
            </a:r>
            <a:endParaRPr lang="en-IN" b="1" kern="100" dirty="0">
              <a:effectLst/>
              <a:highlight>
                <a:srgbClr val="FFFF00"/>
              </a:highlight>
              <a:latin typeface="Times New Roman" panose="02020603050405020304" pitchFamily="18" charset="0"/>
              <a:ea typeface="Aptos" panose="020B0004020202020204" pitchFamily="34" charset="0"/>
              <a:cs typeface="Times New Roman" panose="02020603050405020304" pitchFamily="18" charset="0"/>
            </a:endParaRPr>
          </a:p>
        </p:txBody>
      </p:sp>
      <p:sp>
        <p:nvSpPr>
          <p:cNvPr id="11" name="TextBox 10">
            <a:extLst>
              <a:ext uri="{FF2B5EF4-FFF2-40B4-BE49-F238E27FC236}">
                <a16:creationId xmlns:a16="http://schemas.microsoft.com/office/drawing/2014/main" id="{3BAF9C64-DAA2-791C-A360-DC870B79332D}"/>
              </a:ext>
            </a:extLst>
          </p:cNvPr>
          <p:cNvSpPr txBox="1"/>
          <p:nvPr/>
        </p:nvSpPr>
        <p:spPr>
          <a:xfrm>
            <a:off x="1267124" y="1844736"/>
            <a:ext cx="9642403" cy="369332"/>
          </a:xfrm>
          <a:prstGeom prst="rect">
            <a:avLst/>
          </a:prstGeom>
          <a:noFill/>
        </p:spPr>
        <p:txBody>
          <a:bodyPr wrap="square">
            <a:spAutoFit/>
          </a:bodyPr>
          <a:lstStyle/>
          <a:p>
            <a:pPr algn="l"/>
            <a:r>
              <a:rPr lang="en-IN" sz="1800" b="0" i="0" u="none" strike="noStrike" baseline="0" dirty="0">
                <a:latin typeface="OpenSans"/>
              </a:rPr>
              <a:t>Category –</a:t>
            </a:r>
            <a:r>
              <a:rPr lang="en-IN" sz="1800" b="0" i="0" u="none" strike="noStrike" baseline="0" dirty="0">
                <a:latin typeface="OpenSans-Light"/>
              </a:rPr>
              <a:t>Required    Analysis </a:t>
            </a:r>
            <a:r>
              <a:rPr lang="en-IN" sz="1800" b="0" i="0" u="none" strike="noStrike" baseline="0" dirty="0">
                <a:latin typeface="OpenSans"/>
              </a:rPr>
              <a:t> -</a:t>
            </a:r>
            <a:r>
              <a:rPr lang="en-IN" sz="1800" b="0" i="0" u="none" strike="noStrike" baseline="0" dirty="0">
                <a:latin typeface="OpenSans-Light"/>
              </a:rPr>
              <a:t> Decidable, Single Translation Unit    </a:t>
            </a:r>
            <a:r>
              <a:rPr lang="en-IN" sz="1800" b="0" i="0" u="none" strike="noStrike" baseline="0" dirty="0">
                <a:latin typeface="OpenSans"/>
              </a:rPr>
              <a:t>Applies to -</a:t>
            </a:r>
            <a:r>
              <a:rPr lang="en-IN" sz="1800" b="0" i="0" u="none" strike="noStrike" baseline="0" dirty="0">
                <a:latin typeface="OpenSans-Light"/>
              </a:rPr>
              <a:t> C90, C99</a:t>
            </a:r>
            <a:endParaRPr lang="en-IN" dirty="0"/>
          </a:p>
        </p:txBody>
      </p:sp>
      <p:sp>
        <p:nvSpPr>
          <p:cNvPr id="12" name="TextBox 11">
            <a:extLst>
              <a:ext uri="{FF2B5EF4-FFF2-40B4-BE49-F238E27FC236}">
                <a16:creationId xmlns:a16="http://schemas.microsoft.com/office/drawing/2014/main" id="{3B6B20D6-4372-E7FE-5B7C-3A5C456054FD}"/>
              </a:ext>
            </a:extLst>
          </p:cNvPr>
          <p:cNvSpPr txBox="1"/>
          <p:nvPr/>
        </p:nvSpPr>
        <p:spPr>
          <a:xfrm>
            <a:off x="2610272" y="2783811"/>
            <a:ext cx="9107210" cy="3416320"/>
          </a:xfrm>
          <a:prstGeom prst="rect">
            <a:avLst/>
          </a:prstGeom>
          <a:noFill/>
        </p:spPr>
        <p:txBody>
          <a:bodyPr wrap="square">
            <a:spAutoFit/>
          </a:bodyPr>
          <a:lstStyle/>
          <a:p>
            <a:pPr algn="l"/>
            <a:r>
              <a:rPr lang="en-IN" sz="1800" b="0" i="0" u="none" strike="noStrike" baseline="0" dirty="0">
                <a:latin typeface="Times New Roman" panose="02020603050405020304" pitchFamily="18" charset="0"/>
                <a:cs typeface="Times New Roman" panose="02020603050405020304" pitchFamily="18" charset="0"/>
              </a:rPr>
              <a:t>static int32_t x = 0; /* definition: internal linkage */</a:t>
            </a:r>
          </a:p>
          <a:p>
            <a:pPr algn="l"/>
            <a:r>
              <a:rPr lang="fr-FR" sz="1800" b="0" i="0" u="none" strike="noStrike" baseline="0" dirty="0" err="1">
                <a:highlight>
                  <a:srgbClr val="FFFF00"/>
                </a:highlight>
                <a:latin typeface="Times New Roman" panose="02020603050405020304" pitchFamily="18" charset="0"/>
                <a:cs typeface="Times New Roman" panose="02020603050405020304" pitchFamily="18" charset="0"/>
              </a:rPr>
              <a:t>extern</a:t>
            </a:r>
            <a:r>
              <a:rPr lang="fr-FR" sz="1800" b="0" i="0" u="none" strike="noStrike" baseline="0" dirty="0">
                <a:highlight>
                  <a:srgbClr val="FFFF00"/>
                </a:highlight>
                <a:latin typeface="Times New Roman" panose="02020603050405020304" pitchFamily="18" charset="0"/>
                <a:cs typeface="Times New Roman" panose="02020603050405020304" pitchFamily="18" charset="0"/>
              </a:rPr>
              <a:t> int32_t x; /* Non-compliant */</a:t>
            </a:r>
          </a:p>
          <a:p>
            <a:pPr algn="l"/>
            <a:r>
              <a:rPr lang="en-IN" sz="1800" b="0" i="0" u="none" strike="noStrike" baseline="0" dirty="0">
                <a:latin typeface="Times New Roman" panose="02020603050405020304" pitchFamily="18" charset="0"/>
                <a:cs typeface="Times New Roman" panose="02020603050405020304" pitchFamily="18" charset="0"/>
              </a:rPr>
              <a:t>static int32_t f ( void ); /* declaration: internal linkage */</a:t>
            </a:r>
          </a:p>
          <a:p>
            <a:pPr algn="l"/>
            <a:r>
              <a:rPr lang="fr-FR" sz="1800" b="0" i="0" u="none" strike="noStrike" baseline="0" dirty="0">
                <a:highlight>
                  <a:srgbClr val="FFFF00"/>
                </a:highlight>
                <a:latin typeface="Times New Roman" panose="02020603050405020304" pitchFamily="18" charset="0"/>
                <a:cs typeface="Times New Roman" panose="02020603050405020304" pitchFamily="18" charset="0"/>
              </a:rPr>
              <a:t>int32_t f ( </a:t>
            </a:r>
            <a:r>
              <a:rPr lang="fr-FR" sz="1800" b="0" i="0" u="none" strike="noStrike" baseline="0" dirty="0" err="1">
                <a:highlight>
                  <a:srgbClr val="FFFF00"/>
                </a:highlight>
                <a:latin typeface="Times New Roman" panose="02020603050405020304" pitchFamily="18" charset="0"/>
                <a:cs typeface="Times New Roman" panose="02020603050405020304" pitchFamily="18" charset="0"/>
              </a:rPr>
              <a:t>void</a:t>
            </a:r>
            <a:r>
              <a:rPr lang="fr-FR" sz="1800" b="0" i="0" u="none" strike="noStrike" baseline="0" dirty="0">
                <a:highlight>
                  <a:srgbClr val="FFFF00"/>
                </a:highlight>
                <a:latin typeface="Times New Roman" panose="02020603050405020304" pitchFamily="18" charset="0"/>
                <a:cs typeface="Times New Roman" panose="02020603050405020304" pitchFamily="18" charset="0"/>
              </a:rPr>
              <a:t> ) /* Non-compliant */</a:t>
            </a:r>
          </a:p>
          <a:p>
            <a:pPr algn="l"/>
            <a:r>
              <a:rPr lang="en-IN" sz="1800" b="0" i="0" u="none" strike="noStrike" baseline="0" dirty="0">
                <a:latin typeface="Times New Roman" panose="02020603050405020304" pitchFamily="18" charset="0"/>
                <a:cs typeface="Times New Roman" panose="02020603050405020304" pitchFamily="18" charset="0"/>
              </a:rPr>
              <a:t>{</a:t>
            </a:r>
          </a:p>
          <a:p>
            <a:pPr algn="l"/>
            <a:r>
              <a:rPr lang="en-IN" sz="1800" b="0" i="0" u="none" strike="noStrike" baseline="0" dirty="0">
                <a:latin typeface="Times New Roman" panose="02020603050405020304" pitchFamily="18" charset="0"/>
                <a:cs typeface="Times New Roman" panose="02020603050405020304" pitchFamily="18" charset="0"/>
              </a:rPr>
              <a:t>return 1;</a:t>
            </a:r>
          </a:p>
          <a:p>
            <a:pPr algn="l"/>
            <a:r>
              <a:rPr lang="en-IN" sz="1800" b="0" i="0" u="none" strike="noStrike" baseline="0" dirty="0">
                <a:latin typeface="Times New Roman" panose="02020603050405020304" pitchFamily="18" charset="0"/>
                <a:cs typeface="Times New Roman" panose="02020603050405020304" pitchFamily="18" charset="0"/>
              </a:rPr>
              <a:t>}</a:t>
            </a:r>
          </a:p>
          <a:p>
            <a:pPr algn="l"/>
            <a:r>
              <a:rPr lang="en-IN" sz="1800" b="0" i="0" u="none" strike="noStrike" baseline="0" dirty="0">
                <a:latin typeface="Times New Roman" panose="02020603050405020304" pitchFamily="18" charset="0"/>
                <a:cs typeface="Times New Roman" panose="02020603050405020304" pitchFamily="18" charset="0"/>
              </a:rPr>
              <a:t>static int32_t g ( void ); /* declaration: internal linkage */</a:t>
            </a:r>
          </a:p>
          <a:p>
            <a:pPr algn="l"/>
            <a:r>
              <a:rPr lang="fr-FR" sz="1800" b="0" i="0" u="none" strike="noStrike" baseline="0" dirty="0" err="1">
                <a:highlight>
                  <a:srgbClr val="FFFF00"/>
                </a:highlight>
                <a:latin typeface="Times New Roman" panose="02020603050405020304" pitchFamily="18" charset="0"/>
                <a:cs typeface="Times New Roman" panose="02020603050405020304" pitchFamily="18" charset="0"/>
              </a:rPr>
              <a:t>extern</a:t>
            </a:r>
            <a:r>
              <a:rPr lang="fr-FR" sz="1800" b="0" i="0" u="none" strike="noStrike" baseline="0" dirty="0">
                <a:highlight>
                  <a:srgbClr val="FFFF00"/>
                </a:highlight>
                <a:latin typeface="Times New Roman" panose="02020603050405020304" pitchFamily="18" charset="0"/>
                <a:cs typeface="Times New Roman" panose="02020603050405020304" pitchFamily="18" charset="0"/>
              </a:rPr>
              <a:t> int32_t g ( </a:t>
            </a:r>
            <a:r>
              <a:rPr lang="fr-FR" sz="1800" b="0" i="0" u="none" strike="noStrike" baseline="0" dirty="0" err="1">
                <a:highlight>
                  <a:srgbClr val="FFFF00"/>
                </a:highlight>
                <a:latin typeface="Times New Roman" panose="02020603050405020304" pitchFamily="18" charset="0"/>
                <a:cs typeface="Times New Roman" panose="02020603050405020304" pitchFamily="18" charset="0"/>
              </a:rPr>
              <a:t>void</a:t>
            </a:r>
            <a:r>
              <a:rPr lang="fr-FR" sz="1800" b="0" i="0" u="none" strike="noStrike" baseline="0" dirty="0">
                <a:highlight>
                  <a:srgbClr val="FFFF00"/>
                </a:highlight>
                <a:latin typeface="Times New Roman" panose="02020603050405020304" pitchFamily="18" charset="0"/>
                <a:cs typeface="Times New Roman" panose="02020603050405020304" pitchFamily="18" charset="0"/>
              </a:rPr>
              <a:t> ) /* Non-compliant */</a:t>
            </a:r>
          </a:p>
          <a:p>
            <a:pPr algn="l"/>
            <a:r>
              <a:rPr lang="en-IN" sz="1800" b="0" i="0" u="none" strike="noStrike" baseline="0" dirty="0">
                <a:latin typeface="Times New Roman" panose="02020603050405020304" pitchFamily="18" charset="0"/>
                <a:cs typeface="Times New Roman" panose="02020603050405020304" pitchFamily="18" charset="0"/>
              </a:rPr>
              <a:t>{</a:t>
            </a:r>
          </a:p>
          <a:p>
            <a:pPr algn="l"/>
            <a:r>
              <a:rPr lang="en-IN" sz="1800" b="0" i="0" u="none" strike="noStrike" baseline="0" dirty="0">
                <a:latin typeface="Times New Roman" panose="02020603050405020304" pitchFamily="18" charset="0"/>
                <a:cs typeface="Times New Roman" panose="02020603050405020304" pitchFamily="18" charset="0"/>
              </a:rPr>
              <a:t>return 1;</a:t>
            </a:r>
          </a:p>
          <a:p>
            <a:pPr algn="l"/>
            <a:r>
              <a:rPr lang="en-IN" sz="1800" b="0" i="0" u="none" strike="noStrike" baseline="0" dirty="0">
                <a:latin typeface="Times New Roman" panose="02020603050405020304" pitchFamily="18" charset="0"/>
                <a:cs typeface="Times New Roman" panose="02020603050405020304" pitchFamily="18" charset="0"/>
              </a:rPr>
              <a:t>}</a:t>
            </a:r>
          </a:p>
        </p:txBody>
      </p:sp>
      <p:sp>
        <p:nvSpPr>
          <p:cNvPr id="14" name="TextBox 13">
            <a:extLst>
              <a:ext uri="{FF2B5EF4-FFF2-40B4-BE49-F238E27FC236}">
                <a16:creationId xmlns:a16="http://schemas.microsoft.com/office/drawing/2014/main" id="{3BEBAFEE-B117-F80A-3238-35883C77E34C}"/>
              </a:ext>
            </a:extLst>
          </p:cNvPr>
          <p:cNvSpPr txBox="1"/>
          <p:nvPr/>
        </p:nvSpPr>
        <p:spPr>
          <a:xfrm>
            <a:off x="1266819" y="2160104"/>
            <a:ext cx="10584637" cy="646331"/>
          </a:xfrm>
          <a:prstGeom prst="rect">
            <a:avLst/>
          </a:prstGeom>
          <a:noFill/>
        </p:spPr>
        <p:txBody>
          <a:bodyPr wrap="square">
            <a:spAutoFit/>
          </a:bodyPr>
          <a:lstStyle/>
          <a:p>
            <a:pPr algn="l"/>
            <a:r>
              <a:rPr lang="en-US" dirty="0">
                <a:latin typeface="OpenSans-Light"/>
              </a:rPr>
              <a:t>M</a:t>
            </a:r>
            <a:r>
              <a:rPr lang="en-US" sz="1800" b="0" i="0" u="none" strike="noStrike" baseline="0" dirty="0">
                <a:latin typeface="OpenSans-Light"/>
              </a:rPr>
              <a:t>andates the use of the static storage class specifier in all declarations of objects and functions that have internal linkage.</a:t>
            </a:r>
          </a:p>
        </p:txBody>
      </p:sp>
      <p:sp>
        <p:nvSpPr>
          <p:cNvPr id="7" name="TextBox 6">
            <a:extLst>
              <a:ext uri="{FF2B5EF4-FFF2-40B4-BE49-F238E27FC236}">
                <a16:creationId xmlns:a16="http://schemas.microsoft.com/office/drawing/2014/main" id="{C571CA19-A36B-7D93-981A-5F92A3EA59D7}"/>
              </a:ext>
            </a:extLst>
          </p:cNvPr>
          <p:cNvSpPr txBox="1"/>
          <p:nvPr/>
        </p:nvSpPr>
        <p:spPr>
          <a:xfrm>
            <a:off x="1298161" y="2763068"/>
            <a:ext cx="1046338" cy="369332"/>
          </a:xfrm>
          <a:prstGeom prst="rect">
            <a:avLst/>
          </a:prstGeom>
          <a:noFill/>
        </p:spPr>
        <p:txBody>
          <a:bodyPr wrap="square">
            <a:spAutoFit/>
          </a:bodyPr>
          <a:lstStyle/>
          <a:p>
            <a:pPr algn="l"/>
            <a:r>
              <a:rPr lang="en-IN" dirty="0">
                <a:highlight>
                  <a:srgbClr val="FFFF00"/>
                </a:highlight>
              </a:rPr>
              <a:t>Example</a:t>
            </a:r>
          </a:p>
        </p:txBody>
      </p:sp>
      <p:pic>
        <p:nvPicPr>
          <p:cNvPr id="1027" name="Picture 3" descr="storage classes in c">
            <a:extLst>
              <a:ext uri="{FF2B5EF4-FFF2-40B4-BE49-F238E27FC236}">
                <a16:creationId xmlns:a16="http://schemas.microsoft.com/office/drawing/2014/main" id="{24A63ACF-2751-2F3D-C73A-A810A04145D9}"/>
              </a:ext>
            </a:extLst>
          </p:cNvPr>
          <p:cNvPicPr>
            <a:picLocks noChangeAspect="1" noChangeArrowheads="1"/>
          </p:cNvPicPr>
          <p:nvPr/>
        </p:nvPicPr>
        <p:blipFill>
          <a:blip r:embed="rId2">
            <a:alphaModFix amt="85000"/>
            <a:extLst>
              <a:ext uri="{28A0092B-C50C-407E-A947-70E740481C1C}">
                <a14:useLocalDpi xmlns:a14="http://schemas.microsoft.com/office/drawing/2010/main" val="0"/>
              </a:ext>
            </a:extLst>
          </a:blip>
          <a:srcRect/>
          <a:stretch>
            <a:fillRect/>
          </a:stretch>
        </p:blipFill>
        <p:spPr bwMode="auto">
          <a:xfrm>
            <a:off x="7892900" y="2786368"/>
            <a:ext cx="4195640" cy="2370398"/>
          </a:xfrm>
          <a:prstGeom prst="rect">
            <a:avLst/>
          </a:prstGeom>
          <a:noFill/>
          <a:extLst>
            <a:ext uri="{909E8E84-426E-40DD-AFC4-6F175D3DCCD1}">
              <a14:hiddenFill xmlns:a14="http://schemas.microsoft.com/office/drawing/2010/main">
                <a:solidFill>
                  <a:srgbClr val="FFFFFF"/>
                </a:solidFill>
              </a14:hiddenFill>
            </a:ext>
          </a:extLst>
        </p:spPr>
      </p:pic>
      <p:sp>
        <p:nvSpPr>
          <p:cNvPr id="9" name="Slide Number Placeholder 8">
            <a:extLst>
              <a:ext uri="{FF2B5EF4-FFF2-40B4-BE49-F238E27FC236}">
                <a16:creationId xmlns:a16="http://schemas.microsoft.com/office/drawing/2014/main" id="{60D3AC7E-6060-89D7-622C-E25B90A25017}"/>
              </a:ext>
            </a:extLst>
          </p:cNvPr>
          <p:cNvSpPr>
            <a:spLocks noGrp="1"/>
          </p:cNvSpPr>
          <p:nvPr>
            <p:ph type="sldNum" sz="quarter" idx="12"/>
          </p:nvPr>
        </p:nvSpPr>
        <p:spPr/>
        <p:txBody>
          <a:bodyPr/>
          <a:lstStyle/>
          <a:p>
            <a:fld id="{91247CA1-BCEC-4DD4-9B23-E2AE1AEA27A6}" type="slidenum">
              <a:rPr lang="en-IN" smtClean="0"/>
              <a:t>49</a:t>
            </a:fld>
            <a:endParaRPr lang="en-IN"/>
          </a:p>
        </p:txBody>
      </p:sp>
      <p:sp>
        <p:nvSpPr>
          <p:cNvPr id="8" name="TextBox 7">
            <a:extLst>
              <a:ext uri="{FF2B5EF4-FFF2-40B4-BE49-F238E27FC236}">
                <a16:creationId xmlns:a16="http://schemas.microsoft.com/office/drawing/2014/main" id="{D6D7CD3E-3B64-042F-8E5A-2489A1944806}"/>
              </a:ext>
            </a:extLst>
          </p:cNvPr>
          <p:cNvSpPr txBox="1"/>
          <p:nvPr/>
        </p:nvSpPr>
        <p:spPr>
          <a:xfrm>
            <a:off x="10532532" y="526059"/>
            <a:ext cx="1451144" cy="369332"/>
          </a:xfrm>
          <a:prstGeom prst="rect">
            <a:avLst/>
          </a:prstGeom>
          <a:noFill/>
        </p:spPr>
        <p:txBody>
          <a:bodyPr wrap="square">
            <a:spAutoFit/>
          </a:bodyPr>
          <a:lstStyle/>
          <a:p>
            <a:r>
              <a:rPr lang="en-IN" dirty="0"/>
              <a:t>Session 1</a:t>
            </a:r>
          </a:p>
        </p:txBody>
      </p:sp>
    </p:spTree>
    <p:extLst>
      <p:ext uri="{BB962C8B-B14F-4D97-AF65-F5344CB8AC3E}">
        <p14:creationId xmlns:p14="http://schemas.microsoft.com/office/powerpoint/2010/main" val="250637037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5A292AEA-2528-46C0-B426-95822B6141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D8B7B198-E4DF-43CD-AD8C-1998843237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34" name="Freeform: Shape 33">
            <a:extLst>
              <a:ext uri="{FF2B5EF4-FFF2-40B4-BE49-F238E27FC236}">
                <a16:creationId xmlns:a16="http://schemas.microsoft.com/office/drawing/2014/main" id="{2BE67753-EA0E-4819-8D22-0B6600CF7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96934" y="3984"/>
            <a:ext cx="9376632" cy="6858000"/>
          </a:xfrm>
          <a:custGeom>
            <a:avLst/>
            <a:gdLst>
              <a:gd name="connsiteX0" fmla="*/ 1691615 w 9376632"/>
              <a:gd name="connsiteY0" fmla="*/ 0 h 6858000"/>
              <a:gd name="connsiteX1" fmla="*/ 7685017 w 9376632"/>
              <a:gd name="connsiteY1" fmla="*/ 0 h 6858000"/>
              <a:gd name="connsiteX2" fmla="*/ 7840634 w 9376632"/>
              <a:gd name="connsiteY2" fmla="*/ 134799 h 6858000"/>
              <a:gd name="connsiteX3" fmla="*/ 9376632 w 9376632"/>
              <a:gd name="connsiteY3" fmla="*/ 3605175 h 6858000"/>
              <a:gd name="connsiteX4" fmla="*/ 8158692 w 9376632"/>
              <a:gd name="connsiteY4" fmla="*/ 6757493 h 6858000"/>
              <a:gd name="connsiteX5" fmla="*/ 8062868 w 9376632"/>
              <a:gd name="connsiteY5" fmla="*/ 6858000 h 6858000"/>
              <a:gd name="connsiteX6" fmla="*/ 1313765 w 9376632"/>
              <a:gd name="connsiteY6" fmla="*/ 6858000 h 6858000"/>
              <a:gd name="connsiteX7" fmla="*/ 1217940 w 9376632"/>
              <a:gd name="connsiteY7" fmla="*/ 6757493 h 6858000"/>
              <a:gd name="connsiteX8" fmla="*/ 0 w 9376632"/>
              <a:gd name="connsiteY8" fmla="*/ 3605175 h 6858000"/>
              <a:gd name="connsiteX9" fmla="*/ 1535999 w 9376632"/>
              <a:gd name="connsiteY9" fmla="*/ 13479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376632" h="6858000">
                <a:moveTo>
                  <a:pt x="1691615" y="0"/>
                </a:moveTo>
                <a:lnTo>
                  <a:pt x="7685017" y="0"/>
                </a:lnTo>
                <a:lnTo>
                  <a:pt x="7840634" y="134799"/>
                </a:lnTo>
                <a:cubicBezTo>
                  <a:pt x="8784230" y="992423"/>
                  <a:pt x="9376632" y="2229618"/>
                  <a:pt x="9376632" y="3605175"/>
                </a:cubicBezTo>
                <a:cubicBezTo>
                  <a:pt x="9376632" y="4818903"/>
                  <a:pt x="8915419" y="5924908"/>
                  <a:pt x="8158692" y="6757493"/>
                </a:cubicBezTo>
                <a:lnTo>
                  <a:pt x="8062868" y="6858000"/>
                </a:lnTo>
                <a:lnTo>
                  <a:pt x="1313765" y="6858000"/>
                </a:lnTo>
                <a:lnTo>
                  <a:pt x="1217940" y="6757493"/>
                </a:lnTo>
                <a:cubicBezTo>
                  <a:pt x="461213" y="5924908"/>
                  <a:pt x="0" y="4818903"/>
                  <a:pt x="0" y="3605175"/>
                </a:cubicBezTo>
                <a:cubicBezTo>
                  <a:pt x="0" y="2229618"/>
                  <a:pt x="592403" y="992423"/>
                  <a:pt x="1535999" y="134799"/>
                </a:cubicBezTo>
                <a:close/>
              </a:path>
            </a:pathLst>
          </a:cu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5" name="Group 34">
            <a:extLst>
              <a:ext uri="{FF2B5EF4-FFF2-40B4-BE49-F238E27FC236}">
                <a16:creationId xmlns:a16="http://schemas.microsoft.com/office/drawing/2014/main" id="{D76D63AC-0421-45EC-B383-E79A61A78C6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303402" y="3985"/>
            <a:ext cx="9772765" cy="6858000"/>
            <a:chOff x="1303402" y="36937"/>
            <a:chExt cx="9772765" cy="6858000"/>
          </a:xfrm>
          <a:solidFill>
            <a:schemeClr val="bg1">
              <a:alpha val="30000"/>
            </a:schemeClr>
          </a:solidFill>
        </p:grpSpPr>
        <p:sp>
          <p:nvSpPr>
            <p:cNvPr id="15" name="Freeform: Shape 14">
              <a:extLst>
                <a:ext uri="{FF2B5EF4-FFF2-40B4-BE49-F238E27FC236}">
                  <a16:creationId xmlns:a16="http://schemas.microsoft.com/office/drawing/2014/main" id="{B997A32E-7032-4107-9C8B-99DB59EDD5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6937"/>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Shape 15">
              <a:extLst>
                <a:ext uri="{FF2B5EF4-FFF2-40B4-BE49-F238E27FC236}">
                  <a16:creationId xmlns:a16="http://schemas.microsoft.com/office/drawing/2014/main" id="{943BB27F-1470-42CA-91FF-D94BC691C8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6937"/>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Freeform: Shape 16">
              <a:extLst>
                <a:ext uri="{FF2B5EF4-FFF2-40B4-BE49-F238E27FC236}">
                  <a16:creationId xmlns:a16="http://schemas.microsoft.com/office/drawing/2014/main" id="{E997B002-17FD-47B3-A06A-76802FE15C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6937"/>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Freeform: Shape 17">
              <a:extLst>
                <a:ext uri="{FF2B5EF4-FFF2-40B4-BE49-F238E27FC236}">
                  <a16:creationId xmlns:a16="http://schemas.microsoft.com/office/drawing/2014/main" id="{E401EA35-9D2E-43B7-860F-EBB8A6C3E0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6937"/>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Freeform: Shape 18">
              <a:extLst>
                <a:ext uri="{FF2B5EF4-FFF2-40B4-BE49-F238E27FC236}">
                  <a16:creationId xmlns:a16="http://schemas.microsoft.com/office/drawing/2014/main" id="{F8C44827-3D81-4FF9-B4A5-5650D1B20A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6937"/>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Freeform: Shape 19">
              <a:extLst>
                <a:ext uri="{FF2B5EF4-FFF2-40B4-BE49-F238E27FC236}">
                  <a16:creationId xmlns:a16="http://schemas.microsoft.com/office/drawing/2014/main" id="{F613D97F-F6DF-4D32-AD91-209A80E7A2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8320" y="36937"/>
              <a:ext cx="9767847" cy="6858000"/>
            </a:xfrm>
            <a:custGeom>
              <a:avLst/>
              <a:gdLst>
                <a:gd name="connsiteX0" fmla="*/ 7151367 w 9767847"/>
                <a:gd name="connsiteY0" fmla="*/ 0 h 6858000"/>
                <a:gd name="connsiteX1" fmla="*/ 7881247 w 9767847"/>
                <a:gd name="connsiteY1" fmla="*/ 0 h 6858000"/>
                <a:gd name="connsiteX2" fmla="*/ 7990553 w 9767847"/>
                <a:gd name="connsiteY2" fmla="*/ 81317 h 6858000"/>
                <a:gd name="connsiteX3" fmla="*/ 9767847 w 9767847"/>
                <a:gd name="connsiteY3" fmla="*/ 3649031 h 6858000"/>
                <a:gd name="connsiteX4" fmla="*/ 8652597 w 9767847"/>
                <a:gd name="connsiteY4" fmla="*/ 6590005 h 6858000"/>
                <a:gd name="connsiteX5" fmla="*/ 8395306 w 9767847"/>
                <a:gd name="connsiteY5" fmla="*/ 6858000 h 6858000"/>
                <a:gd name="connsiteX6" fmla="*/ 6762603 w 9767847"/>
                <a:gd name="connsiteY6" fmla="*/ 6858000 h 6858000"/>
                <a:gd name="connsiteX7" fmla="*/ 6765962 w 9767847"/>
                <a:gd name="connsiteY7" fmla="*/ 6854844 h 6858000"/>
                <a:gd name="connsiteX8" fmla="*/ 6804586 w 9767847"/>
                <a:gd name="connsiteY8" fmla="*/ 6817103 h 6858000"/>
                <a:gd name="connsiteX9" fmla="*/ 6881735 w 9767847"/>
                <a:gd name="connsiteY9" fmla="*/ 6741197 h 6858000"/>
                <a:gd name="connsiteX10" fmla="*/ 6958883 w 9767847"/>
                <a:gd name="connsiteY10" fmla="*/ 6664822 h 6858000"/>
                <a:gd name="connsiteX11" fmla="*/ 7267925 w 9767847"/>
                <a:gd name="connsiteY11" fmla="*/ 6355694 h 6858000"/>
                <a:gd name="connsiteX12" fmla="*/ 7424360 w 9767847"/>
                <a:gd name="connsiteY12" fmla="*/ 6200685 h 6858000"/>
                <a:gd name="connsiteX13" fmla="*/ 7504938 w 9767847"/>
                <a:gd name="connsiteY13" fmla="*/ 6122708 h 6858000"/>
                <a:gd name="connsiteX14" fmla="*/ 7546396 w 9767847"/>
                <a:gd name="connsiteY14" fmla="*/ 6083697 h 6858000"/>
                <a:gd name="connsiteX15" fmla="*/ 7588002 w 9767847"/>
                <a:gd name="connsiteY15" fmla="*/ 6045532 h 6858000"/>
                <a:gd name="connsiteX16" fmla="*/ 7631000 w 9767847"/>
                <a:gd name="connsiteY16" fmla="*/ 6006709 h 6858000"/>
                <a:gd name="connsiteX17" fmla="*/ 7675440 w 9767847"/>
                <a:gd name="connsiteY17" fmla="*/ 5968309 h 6858000"/>
                <a:gd name="connsiteX18" fmla="*/ 7720626 w 9767847"/>
                <a:gd name="connsiteY18" fmla="*/ 5930851 h 6858000"/>
                <a:gd name="connsiteX19" fmla="*/ 7766458 w 9767847"/>
                <a:gd name="connsiteY19" fmla="*/ 5894334 h 6858000"/>
                <a:gd name="connsiteX20" fmla="*/ 7955254 w 9767847"/>
                <a:gd name="connsiteY20" fmla="*/ 5756828 h 6858000"/>
                <a:gd name="connsiteX21" fmla="*/ 8352678 w 9767847"/>
                <a:gd name="connsiteY21" fmla="*/ 5517630 h 6858000"/>
                <a:gd name="connsiteX22" fmla="*/ 8451350 w 9767847"/>
                <a:gd name="connsiteY22" fmla="*/ 5465254 h 6858000"/>
                <a:gd name="connsiteX23" fmla="*/ 8548532 w 9767847"/>
                <a:gd name="connsiteY23" fmla="*/ 5413395 h 6858000"/>
                <a:gd name="connsiteX24" fmla="*/ 8729473 w 9767847"/>
                <a:gd name="connsiteY24" fmla="*/ 5309961 h 6858000"/>
                <a:gd name="connsiteX25" fmla="*/ 8770781 w 9767847"/>
                <a:gd name="connsiteY25" fmla="*/ 5283232 h 6858000"/>
                <a:gd name="connsiteX26" fmla="*/ 8790964 w 9767847"/>
                <a:gd name="connsiteY26" fmla="*/ 5269492 h 6858000"/>
                <a:gd name="connsiteX27" fmla="*/ 8810499 w 9767847"/>
                <a:gd name="connsiteY27" fmla="*/ 5255703 h 6858000"/>
                <a:gd name="connsiteX28" fmla="*/ 8883571 w 9767847"/>
                <a:gd name="connsiteY28" fmla="*/ 5198479 h 6858000"/>
                <a:gd name="connsiteX29" fmla="*/ 9006651 w 9767847"/>
                <a:gd name="connsiteY29" fmla="*/ 5070527 h 6858000"/>
                <a:gd name="connsiteX30" fmla="*/ 9033494 w 9767847"/>
                <a:gd name="connsiteY30" fmla="*/ 5034105 h 6858000"/>
                <a:gd name="connsiteX31" fmla="*/ 9040305 w 9767847"/>
                <a:gd name="connsiteY31" fmla="*/ 5024551 h 6858000"/>
                <a:gd name="connsiteX32" fmla="*/ 9046568 w 9767847"/>
                <a:gd name="connsiteY32" fmla="*/ 5015281 h 6858000"/>
                <a:gd name="connsiteX33" fmla="*/ 9058846 w 9767847"/>
                <a:gd name="connsiteY33" fmla="*/ 4996645 h 6858000"/>
                <a:gd name="connsiteX34" fmla="*/ 9104529 w 9767847"/>
                <a:gd name="connsiteY34" fmla="*/ 4918105 h 6858000"/>
                <a:gd name="connsiteX35" fmla="*/ 9181081 w 9767847"/>
                <a:gd name="connsiteY35" fmla="*/ 4744694 h 6858000"/>
                <a:gd name="connsiteX36" fmla="*/ 9240731 w 9767847"/>
                <a:gd name="connsiteY36" fmla="*/ 4557872 h 6858000"/>
                <a:gd name="connsiteX37" fmla="*/ 9265388 w 9767847"/>
                <a:gd name="connsiteY37" fmla="*/ 4461073 h 6858000"/>
                <a:gd name="connsiteX38" fmla="*/ 9276571 w 9767847"/>
                <a:gd name="connsiteY38" fmla="*/ 4411943 h 6858000"/>
                <a:gd name="connsiteX39" fmla="*/ 9281841 w 9767847"/>
                <a:gd name="connsiteY39" fmla="*/ 4387379 h 6858000"/>
                <a:gd name="connsiteX40" fmla="*/ 9286513 w 9767847"/>
                <a:gd name="connsiteY40" fmla="*/ 4364838 h 6858000"/>
                <a:gd name="connsiteX41" fmla="*/ 9296754 w 9767847"/>
                <a:gd name="connsiteY41" fmla="*/ 4312038 h 6858000"/>
                <a:gd name="connsiteX42" fmla="*/ 9301029 w 9767847"/>
                <a:gd name="connsiteY42" fmla="*/ 4289074 h 6858000"/>
                <a:gd name="connsiteX43" fmla="*/ 9302818 w 9767847"/>
                <a:gd name="connsiteY43" fmla="*/ 4278581 h 6858000"/>
                <a:gd name="connsiteX44" fmla="*/ 9304658 w 9767847"/>
                <a:gd name="connsiteY44" fmla="*/ 4266816 h 6858000"/>
                <a:gd name="connsiteX45" fmla="*/ 9312810 w 9767847"/>
                <a:gd name="connsiteY45" fmla="*/ 4215945 h 6858000"/>
                <a:gd name="connsiteX46" fmla="*/ 9316887 w 9767847"/>
                <a:gd name="connsiteY46" fmla="*/ 4190486 h 6858000"/>
                <a:gd name="connsiteX47" fmla="*/ 9318923 w 9767847"/>
                <a:gd name="connsiteY47" fmla="*/ 4177780 h 6858000"/>
                <a:gd name="connsiteX48" fmla="*/ 9320515 w 9767847"/>
                <a:gd name="connsiteY48" fmla="*/ 4164886 h 6858000"/>
                <a:gd name="connsiteX49" fmla="*/ 9332445 w 9767847"/>
                <a:gd name="connsiteY49" fmla="*/ 4064981 h 6858000"/>
                <a:gd name="connsiteX50" fmla="*/ 9336173 w 9767847"/>
                <a:gd name="connsiteY50" fmla="*/ 4018676 h 6858000"/>
                <a:gd name="connsiteX51" fmla="*/ 9340199 w 9767847"/>
                <a:gd name="connsiteY51" fmla="*/ 3965171 h 6858000"/>
                <a:gd name="connsiteX52" fmla="*/ 9347557 w 9767847"/>
                <a:gd name="connsiteY52" fmla="*/ 3765972 h 6858000"/>
                <a:gd name="connsiteX53" fmla="*/ 9346364 w 9767847"/>
                <a:gd name="connsiteY53" fmla="*/ 3664938 h 6858000"/>
                <a:gd name="connsiteX54" fmla="*/ 9344921 w 9767847"/>
                <a:gd name="connsiteY54" fmla="*/ 3615243 h 6858000"/>
                <a:gd name="connsiteX55" fmla="*/ 9344524 w 9767847"/>
                <a:gd name="connsiteY55" fmla="*/ 3603526 h 6858000"/>
                <a:gd name="connsiteX56" fmla="*/ 9343728 w 9767847"/>
                <a:gd name="connsiteY56" fmla="*/ 3590774 h 6858000"/>
                <a:gd name="connsiteX57" fmla="*/ 9342188 w 9767847"/>
                <a:gd name="connsiteY57" fmla="*/ 3565268 h 6858000"/>
                <a:gd name="connsiteX58" fmla="*/ 9339056 w 9767847"/>
                <a:gd name="connsiteY58" fmla="*/ 3514256 h 6858000"/>
                <a:gd name="connsiteX59" fmla="*/ 9334334 w 9767847"/>
                <a:gd name="connsiteY59" fmla="*/ 3463057 h 6858000"/>
                <a:gd name="connsiteX60" fmla="*/ 9329363 w 9767847"/>
                <a:gd name="connsiteY60" fmla="*/ 3411810 h 6858000"/>
                <a:gd name="connsiteX61" fmla="*/ 9328319 w 9767847"/>
                <a:gd name="connsiteY61" fmla="*/ 3400657 h 6858000"/>
                <a:gd name="connsiteX62" fmla="*/ 9327177 w 9767847"/>
                <a:gd name="connsiteY62" fmla="*/ 3390116 h 6858000"/>
                <a:gd name="connsiteX63" fmla="*/ 9324293 w 9767847"/>
                <a:gd name="connsiteY63" fmla="*/ 3366774 h 6858000"/>
                <a:gd name="connsiteX64" fmla="*/ 9320763 w 9767847"/>
                <a:gd name="connsiteY64" fmla="*/ 3340329 h 6858000"/>
                <a:gd name="connsiteX65" fmla="*/ 9317184 w 9767847"/>
                <a:gd name="connsiteY65" fmla="*/ 3311245 h 6858000"/>
                <a:gd name="connsiteX66" fmla="*/ 9311021 w 9767847"/>
                <a:gd name="connsiteY66" fmla="*/ 3266211 h 6858000"/>
                <a:gd name="connsiteX67" fmla="*/ 9302719 w 9767847"/>
                <a:gd name="connsiteY67" fmla="*/ 3215717 h 6858000"/>
                <a:gd name="connsiteX68" fmla="*/ 9293970 w 9767847"/>
                <a:gd name="connsiteY68" fmla="*/ 3165789 h 6858000"/>
                <a:gd name="connsiteX69" fmla="*/ 9252065 w 9767847"/>
                <a:gd name="connsiteY69" fmla="*/ 2967107 h 6858000"/>
                <a:gd name="connsiteX70" fmla="*/ 9227211 w 9767847"/>
                <a:gd name="connsiteY70" fmla="*/ 2868473 h 6858000"/>
                <a:gd name="connsiteX71" fmla="*/ 9220699 w 9767847"/>
                <a:gd name="connsiteY71" fmla="*/ 2844426 h 6858000"/>
                <a:gd name="connsiteX72" fmla="*/ 9213740 w 9767847"/>
                <a:gd name="connsiteY72" fmla="*/ 2820191 h 6858000"/>
                <a:gd name="connsiteX73" fmla="*/ 9199374 w 9767847"/>
                <a:gd name="connsiteY73" fmla="*/ 2771438 h 6858000"/>
                <a:gd name="connsiteX74" fmla="*/ 9061829 w 9767847"/>
                <a:gd name="connsiteY74" fmla="*/ 2385418 h 6858000"/>
                <a:gd name="connsiteX75" fmla="*/ 8978865 w 9767847"/>
                <a:gd name="connsiteY75" fmla="*/ 2196855 h 6858000"/>
                <a:gd name="connsiteX76" fmla="*/ 8956694 w 9767847"/>
                <a:gd name="connsiteY76" fmla="*/ 2150219 h 6858000"/>
                <a:gd name="connsiteX77" fmla="*/ 8934176 w 9767847"/>
                <a:gd name="connsiteY77" fmla="*/ 2103914 h 6858000"/>
                <a:gd name="connsiteX78" fmla="*/ 8887151 w 9767847"/>
                <a:gd name="connsiteY78" fmla="*/ 2011350 h 6858000"/>
                <a:gd name="connsiteX79" fmla="*/ 8787533 w 9767847"/>
                <a:gd name="connsiteY79" fmla="*/ 1828527 h 6858000"/>
                <a:gd name="connsiteX80" fmla="*/ 8761485 w 9767847"/>
                <a:gd name="connsiteY80" fmla="*/ 1783398 h 6858000"/>
                <a:gd name="connsiteX81" fmla="*/ 8734791 w 9767847"/>
                <a:gd name="connsiteY81" fmla="*/ 1737893 h 6858000"/>
                <a:gd name="connsiteX82" fmla="*/ 8680808 w 9767847"/>
                <a:gd name="connsiteY82" fmla="*/ 1648812 h 6858000"/>
                <a:gd name="connsiteX83" fmla="*/ 8567024 w 9767847"/>
                <a:gd name="connsiteY83" fmla="*/ 1472906 h 6858000"/>
                <a:gd name="connsiteX84" fmla="*/ 8537446 w 9767847"/>
                <a:gd name="connsiteY84" fmla="*/ 1429330 h 6858000"/>
                <a:gd name="connsiteX85" fmla="*/ 8507423 w 9767847"/>
                <a:gd name="connsiteY85" fmla="*/ 1385896 h 6858000"/>
                <a:gd name="connsiteX86" fmla="*/ 8446529 w 9767847"/>
                <a:gd name="connsiteY86" fmla="*/ 1300295 h 6858000"/>
                <a:gd name="connsiteX87" fmla="*/ 8319224 w 9767847"/>
                <a:gd name="connsiteY87" fmla="*/ 1131026 h 6858000"/>
                <a:gd name="connsiteX88" fmla="*/ 8286366 w 9767847"/>
                <a:gd name="connsiteY88" fmla="*/ 1089050 h 6858000"/>
                <a:gd name="connsiteX89" fmla="*/ 8270161 w 9767847"/>
                <a:gd name="connsiteY89" fmla="*/ 1068439 h 6858000"/>
                <a:gd name="connsiteX90" fmla="*/ 8253856 w 9767847"/>
                <a:gd name="connsiteY90" fmla="*/ 1048156 h 6858000"/>
                <a:gd name="connsiteX91" fmla="*/ 8186352 w 9767847"/>
                <a:gd name="connsiteY91" fmla="*/ 966275 h 6858000"/>
                <a:gd name="connsiteX92" fmla="*/ 8046768 w 9767847"/>
                <a:gd name="connsiteY92" fmla="*/ 805429 h 6858000"/>
                <a:gd name="connsiteX93" fmla="*/ 8010927 w 9767847"/>
                <a:gd name="connsiteY93" fmla="*/ 765853 h 6858000"/>
                <a:gd name="connsiteX94" fmla="*/ 7974788 w 9767847"/>
                <a:gd name="connsiteY94" fmla="*/ 726653 h 6858000"/>
                <a:gd name="connsiteX95" fmla="*/ 7901070 w 9767847"/>
                <a:gd name="connsiteY95" fmla="*/ 648724 h 6858000"/>
                <a:gd name="connsiteX96" fmla="*/ 7750054 w 9767847"/>
                <a:gd name="connsiteY96" fmla="*/ 497008 h 6858000"/>
                <a:gd name="connsiteX97" fmla="*/ 7592277 w 9767847"/>
                <a:gd name="connsiteY97" fmla="*/ 351221 h 6858000"/>
                <a:gd name="connsiteX98" fmla="*/ 7257734 w 9767847"/>
                <a:gd name="connsiteY98" fmla="*/ 76964 h 6858000"/>
                <a:gd name="connsiteX99" fmla="*/ 1886601 w 9767847"/>
                <a:gd name="connsiteY99" fmla="*/ 0 h 6858000"/>
                <a:gd name="connsiteX100" fmla="*/ 2292926 w 9767847"/>
                <a:gd name="connsiteY100" fmla="*/ 0 h 6858000"/>
                <a:gd name="connsiteX101" fmla="*/ 2135542 w 9767847"/>
                <a:gd name="connsiteY101" fmla="*/ 117781 h 6858000"/>
                <a:gd name="connsiteX102" fmla="*/ 1969576 w 9767847"/>
                <a:gd name="connsiteY102" fmla="*/ 254986 h 6858000"/>
                <a:gd name="connsiteX103" fmla="*/ 1659938 w 9767847"/>
                <a:gd name="connsiteY103" fmla="*/ 549855 h 6858000"/>
                <a:gd name="connsiteX104" fmla="*/ 729383 w 9767847"/>
                <a:gd name="connsiteY104" fmla="*/ 1936480 h 6858000"/>
                <a:gd name="connsiteX105" fmla="*/ 578465 w 9767847"/>
                <a:gd name="connsiteY105" fmla="*/ 2320807 h 6858000"/>
                <a:gd name="connsiteX106" fmla="*/ 465080 w 9767847"/>
                <a:gd name="connsiteY106" fmla="*/ 2714875 h 6858000"/>
                <a:gd name="connsiteX107" fmla="*/ 423820 w 9767847"/>
                <a:gd name="connsiteY107" fmla="*/ 2915436 h 6858000"/>
                <a:gd name="connsiteX108" fmla="*/ 392355 w 9767847"/>
                <a:gd name="connsiteY108" fmla="*/ 3118071 h 6858000"/>
                <a:gd name="connsiteX109" fmla="*/ 358801 w 9767847"/>
                <a:gd name="connsiteY109" fmla="*/ 3526915 h 6858000"/>
                <a:gd name="connsiteX110" fmla="*/ 410350 w 9767847"/>
                <a:gd name="connsiteY110" fmla="*/ 4348226 h 6858000"/>
                <a:gd name="connsiteX111" fmla="*/ 449022 w 9767847"/>
                <a:gd name="connsiteY111" fmla="*/ 4551049 h 6858000"/>
                <a:gd name="connsiteX112" fmla="*/ 498882 w 9767847"/>
                <a:gd name="connsiteY112" fmla="*/ 4752365 h 6858000"/>
                <a:gd name="connsiteX113" fmla="*/ 559775 w 9767847"/>
                <a:gd name="connsiteY113" fmla="*/ 4951657 h 6858000"/>
                <a:gd name="connsiteX114" fmla="*/ 631406 w 9767847"/>
                <a:gd name="connsiteY114" fmla="*/ 5147986 h 6858000"/>
                <a:gd name="connsiteX115" fmla="*/ 1023461 w 9767847"/>
                <a:gd name="connsiteY115" fmla="*/ 5893957 h 6858000"/>
                <a:gd name="connsiteX116" fmla="*/ 1575880 w 9767847"/>
                <a:gd name="connsiteY116" fmla="*/ 6547646 h 6858000"/>
                <a:gd name="connsiteX117" fmla="*/ 1905228 w 9767847"/>
                <a:gd name="connsiteY117" fmla="*/ 6829468 h 6858000"/>
                <a:gd name="connsiteX118" fmla="*/ 1944230 w 9767847"/>
                <a:gd name="connsiteY118" fmla="*/ 6858000 h 6858000"/>
                <a:gd name="connsiteX119" fmla="*/ 1372541 w 9767847"/>
                <a:gd name="connsiteY119" fmla="*/ 6858000 h 6858000"/>
                <a:gd name="connsiteX120" fmla="*/ 1115251 w 9767847"/>
                <a:gd name="connsiteY120" fmla="*/ 6590005 h 6858000"/>
                <a:gd name="connsiteX121" fmla="*/ 0 w 9767847"/>
                <a:gd name="connsiteY121" fmla="*/ 3649031 h 6858000"/>
                <a:gd name="connsiteX122" fmla="*/ 1777294 w 9767847"/>
                <a:gd name="connsiteY122" fmla="*/ 813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9767847" h="6858000">
                  <a:moveTo>
                    <a:pt x="7151367" y="0"/>
                  </a:moveTo>
                  <a:lnTo>
                    <a:pt x="7881247" y="0"/>
                  </a:lnTo>
                  <a:lnTo>
                    <a:pt x="7990553" y="81317"/>
                  </a:lnTo>
                  <a:cubicBezTo>
                    <a:pt x="9075991" y="929334"/>
                    <a:pt x="9767847" y="2212695"/>
                    <a:pt x="9767847" y="3649031"/>
                  </a:cubicBezTo>
                  <a:cubicBezTo>
                    <a:pt x="9767847" y="4766182"/>
                    <a:pt x="9349317" y="5790792"/>
                    <a:pt x="8652597" y="6590005"/>
                  </a:cubicBezTo>
                  <a:lnTo>
                    <a:pt x="8395306" y="6858000"/>
                  </a:lnTo>
                  <a:lnTo>
                    <a:pt x="6762603" y="6858000"/>
                  </a:lnTo>
                  <a:lnTo>
                    <a:pt x="6765962" y="6854844"/>
                  </a:lnTo>
                  <a:cubicBezTo>
                    <a:pt x="6779036" y="6842703"/>
                    <a:pt x="6791663" y="6829621"/>
                    <a:pt x="6804586" y="6817103"/>
                  </a:cubicBezTo>
                  <a:lnTo>
                    <a:pt x="6881735" y="6741197"/>
                  </a:lnTo>
                  <a:cubicBezTo>
                    <a:pt x="6907435" y="6715881"/>
                    <a:pt x="6933134" y="6690798"/>
                    <a:pt x="6958883" y="6664822"/>
                  </a:cubicBezTo>
                  <a:lnTo>
                    <a:pt x="7267925" y="6355694"/>
                  </a:lnTo>
                  <a:lnTo>
                    <a:pt x="7424360" y="6200685"/>
                  </a:lnTo>
                  <a:cubicBezTo>
                    <a:pt x="7450754" y="6174802"/>
                    <a:pt x="7477598" y="6148731"/>
                    <a:pt x="7504938" y="6122708"/>
                  </a:cubicBezTo>
                  <a:lnTo>
                    <a:pt x="7546396" y="6083697"/>
                  </a:lnTo>
                  <a:cubicBezTo>
                    <a:pt x="7560264" y="6070803"/>
                    <a:pt x="7574780" y="6057532"/>
                    <a:pt x="7588002" y="6045532"/>
                  </a:cubicBezTo>
                  <a:lnTo>
                    <a:pt x="7631000" y="6006709"/>
                  </a:lnTo>
                  <a:lnTo>
                    <a:pt x="7675440" y="5968309"/>
                  </a:lnTo>
                  <a:cubicBezTo>
                    <a:pt x="7690404" y="5955698"/>
                    <a:pt x="7705564" y="5943321"/>
                    <a:pt x="7720626" y="5930851"/>
                  </a:cubicBezTo>
                  <a:cubicBezTo>
                    <a:pt x="7735738" y="5918427"/>
                    <a:pt x="7751197" y="5906521"/>
                    <a:pt x="7766458" y="5894334"/>
                  </a:cubicBezTo>
                  <a:cubicBezTo>
                    <a:pt x="7827949" y="5846192"/>
                    <a:pt x="7890979" y="5800499"/>
                    <a:pt x="7955254" y="5756828"/>
                  </a:cubicBezTo>
                  <a:cubicBezTo>
                    <a:pt x="8083800" y="5669534"/>
                    <a:pt x="8216872" y="5590336"/>
                    <a:pt x="8352678" y="5517630"/>
                  </a:cubicBezTo>
                  <a:lnTo>
                    <a:pt x="8451350" y="5465254"/>
                  </a:lnTo>
                  <a:lnTo>
                    <a:pt x="8548532" y="5413395"/>
                  </a:lnTo>
                  <a:cubicBezTo>
                    <a:pt x="8612110" y="5379090"/>
                    <a:pt x="8673251" y="5345208"/>
                    <a:pt x="8729473" y="5309961"/>
                  </a:cubicBezTo>
                  <a:cubicBezTo>
                    <a:pt x="8743591" y="5301115"/>
                    <a:pt x="8757161" y="5292361"/>
                    <a:pt x="8770781" y="5283232"/>
                  </a:cubicBezTo>
                  <a:cubicBezTo>
                    <a:pt x="8777591" y="5278667"/>
                    <a:pt x="8784451" y="5274103"/>
                    <a:pt x="8790964" y="5269492"/>
                  </a:cubicBezTo>
                  <a:cubicBezTo>
                    <a:pt x="8797574" y="5264879"/>
                    <a:pt x="8804235" y="5260314"/>
                    <a:pt x="8810499" y="5255703"/>
                  </a:cubicBezTo>
                  <a:cubicBezTo>
                    <a:pt x="8835999" y="5237303"/>
                    <a:pt x="8860407" y="5218291"/>
                    <a:pt x="8883571" y="5198479"/>
                  </a:cubicBezTo>
                  <a:cubicBezTo>
                    <a:pt x="8929900" y="5158856"/>
                    <a:pt x="8971258" y="5116315"/>
                    <a:pt x="9006651" y="5070527"/>
                  </a:cubicBezTo>
                  <a:cubicBezTo>
                    <a:pt x="9015351" y="5059328"/>
                    <a:pt x="9024398" y="5046857"/>
                    <a:pt x="9033494" y="5034105"/>
                  </a:cubicBezTo>
                  <a:lnTo>
                    <a:pt x="9040305" y="5024551"/>
                  </a:lnTo>
                  <a:lnTo>
                    <a:pt x="9046568" y="5015281"/>
                  </a:lnTo>
                  <a:cubicBezTo>
                    <a:pt x="9050743" y="5009163"/>
                    <a:pt x="9054819" y="5002952"/>
                    <a:pt x="9058846" y="4996645"/>
                  </a:cubicBezTo>
                  <a:cubicBezTo>
                    <a:pt x="9075002" y="4971517"/>
                    <a:pt x="9090212" y="4945305"/>
                    <a:pt x="9104529" y="4918105"/>
                  </a:cubicBezTo>
                  <a:cubicBezTo>
                    <a:pt x="9133211" y="4863752"/>
                    <a:pt x="9158313" y="4805447"/>
                    <a:pt x="9181081" y="4744694"/>
                  </a:cubicBezTo>
                  <a:cubicBezTo>
                    <a:pt x="9203748" y="4684178"/>
                    <a:pt x="9223383" y="4621778"/>
                    <a:pt x="9240731" y="4557872"/>
                  </a:cubicBezTo>
                  <a:cubicBezTo>
                    <a:pt x="9249481" y="4525966"/>
                    <a:pt x="9257682" y="4493684"/>
                    <a:pt x="9265388" y="4461073"/>
                  </a:cubicBezTo>
                  <a:cubicBezTo>
                    <a:pt x="9269215" y="4444744"/>
                    <a:pt x="9272943" y="4428367"/>
                    <a:pt x="9276571" y="4411943"/>
                  </a:cubicBezTo>
                  <a:lnTo>
                    <a:pt x="9281841" y="4387379"/>
                  </a:lnTo>
                  <a:lnTo>
                    <a:pt x="9286513" y="4364838"/>
                  </a:lnTo>
                  <a:lnTo>
                    <a:pt x="9296754" y="4312038"/>
                  </a:lnTo>
                  <a:lnTo>
                    <a:pt x="9301029" y="4289074"/>
                  </a:lnTo>
                  <a:lnTo>
                    <a:pt x="9302818" y="4278581"/>
                  </a:lnTo>
                  <a:lnTo>
                    <a:pt x="9304658" y="4266816"/>
                  </a:lnTo>
                  <a:lnTo>
                    <a:pt x="9312810" y="4215945"/>
                  </a:lnTo>
                  <a:lnTo>
                    <a:pt x="9316887" y="4190486"/>
                  </a:lnTo>
                  <a:lnTo>
                    <a:pt x="9318923" y="4177780"/>
                  </a:lnTo>
                  <a:cubicBezTo>
                    <a:pt x="9319570" y="4173546"/>
                    <a:pt x="9319969" y="4169169"/>
                    <a:pt x="9320515" y="4164886"/>
                  </a:cubicBezTo>
                  <a:lnTo>
                    <a:pt x="9332445" y="4064981"/>
                  </a:lnTo>
                  <a:cubicBezTo>
                    <a:pt x="9333836" y="4052370"/>
                    <a:pt x="9334880" y="4036888"/>
                    <a:pt x="9336173" y="4018676"/>
                  </a:cubicBezTo>
                  <a:lnTo>
                    <a:pt x="9340199" y="3965171"/>
                  </a:lnTo>
                  <a:cubicBezTo>
                    <a:pt x="9345071" y="3899806"/>
                    <a:pt x="9347358" y="3832983"/>
                    <a:pt x="9347557" y="3765972"/>
                  </a:cubicBezTo>
                  <a:cubicBezTo>
                    <a:pt x="9347656" y="3732420"/>
                    <a:pt x="9347209" y="3698773"/>
                    <a:pt x="9346364" y="3664938"/>
                  </a:cubicBezTo>
                  <a:lnTo>
                    <a:pt x="9344921" y="3615243"/>
                  </a:lnTo>
                  <a:lnTo>
                    <a:pt x="9344524" y="3603526"/>
                  </a:lnTo>
                  <a:lnTo>
                    <a:pt x="9343728" y="3590774"/>
                  </a:lnTo>
                  <a:lnTo>
                    <a:pt x="9342188" y="3565268"/>
                  </a:lnTo>
                  <a:lnTo>
                    <a:pt x="9339056" y="3514256"/>
                  </a:lnTo>
                  <a:cubicBezTo>
                    <a:pt x="9337914" y="3497221"/>
                    <a:pt x="9335874" y="3480138"/>
                    <a:pt x="9334334" y="3463057"/>
                  </a:cubicBezTo>
                  <a:lnTo>
                    <a:pt x="9329363" y="3411810"/>
                  </a:lnTo>
                  <a:lnTo>
                    <a:pt x="9328319" y="3400657"/>
                  </a:lnTo>
                  <a:lnTo>
                    <a:pt x="9327177" y="3390116"/>
                  </a:lnTo>
                  <a:lnTo>
                    <a:pt x="9324293" y="3366774"/>
                  </a:lnTo>
                  <a:lnTo>
                    <a:pt x="9320763" y="3340329"/>
                  </a:lnTo>
                  <a:lnTo>
                    <a:pt x="9317184" y="3311245"/>
                  </a:lnTo>
                  <a:cubicBezTo>
                    <a:pt x="9315594" y="3296893"/>
                    <a:pt x="9313506" y="3282306"/>
                    <a:pt x="9311021" y="3266211"/>
                  </a:cubicBezTo>
                  <a:lnTo>
                    <a:pt x="9302719" y="3215717"/>
                  </a:lnTo>
                  <a:cubicBezTo>
                    <a:pt x="9299936" y="3199059"/>
                    <a:pt x="9297003" y="3182400"/>
                    <a:pt x="9293970" y="3165789"/>
                  </a:cubicBezTo>
                  <a:cubicBezTo>
                    <a:pt x="9281891" y="3099295"/>
                    <a:pt x="9267674" y="3033084"/>
                    <a:pt x="9252065" y="2967107"/>
                  </a:cubicBezTo>
                  <a:cubicBezTo>
                    <a:pt x="9244261" y="2934167"/>
                    <a:pt x="9235959" y="2901273"/>
                    <a:pt x="9227211" y="2868473"/>
                  </a:cubicBezTo>
                  <a:lnTo>
                    <a:pt x="9220699" y="2844426"/>
                  </a:lnTo>
                  <a:lnTo>
                    <a:pt x="9213740" y="2820191"/>
                  </a:lnTo>
                  <a:cubicBezTo>
                    <a:pt x="9209216" y="2804049"/>
                    <a:pt x="9204345" y="2787768"/>
                    <a:pt x="9199374" y="2771438"/>
                  </a:cubicBezTo>
                  <a:cubicBezTo>
                    <a:pt x="9159855" y="2641086"/>
                    <a:pt x="9114272" y="2512099"/>
                    <a:pt x="9061829" y="2385418"/>
                  </a:cubicBezTo>
                  <a:cubicBezTo>
                    <a:pt x="9035582" y="2322077"/>
                    <a:pt x="9008043" y="2259160"/>
                    <a:pt x="8978865" y="2196855"/>
                  </a:cubicBezTo>
                  <a:lnTo>
                    <a:pt x="8956694" y="2150219"/>
                  </a:lnTo>
                  <a:lnTo>
                    <a:pt x="8934176" y="2103914"/>
                  </a:lnTo>
                  <a:cubicBezTo>
                    <a:pt x="8918915" y="2073091"/>
                    <a:pt x="8903157" y="2042032"/>
                    <a:pt x="8887151" y="2011350"/>
                  </a:cubicBezTo>
                  <a:cubicBezTo>
                    <a:pt x="8854988" y="1949891"/>
                    <a:pt x="8822082" y="1888810"/>
                    <a:pt x="8787533" y="1828527"/>
                  </a:cubicBezTo>
                  <a:lnTo>
                    <a:pt x="8761485" y="1783398"/>
                  </a:lnTo>
                  <a:lnTo>
                    <a:pt x="8734791" y="1737893"/>
                  </a:lnTo>
                  <a:cubicBezTo>
                    <a:pt x="8717047" y="1707823"/>
                    <a:pt x="8699200" y="1678363"/>
                    <a:pt x="8680808" y="1648812"/>
                  </a:cubicBezTo>
                  <a:cubicBezTo>
                    <a:pt x="8644322" y="1589658"/>
                    <a:pt x="8606194" y="1531118"/>
                    <a:pt x="8567024" y="1472906"/>
                  </a:cubicBezTo>
                  <a:lnTo>
                    <a:pt x="8537446" y="1429330"/>
                  </a:lnTo>
                  <a:lnTo>
                    <a:pt x="8507423" y="1385896"/>
                  </a:lnTo>
                  <a:cubicBezTo>
                    <a:pt x="8487390" y="1357284"/>
                    <a:pt x="8467158" y="1328719"/>
                    <a:pt x="8446529" y="1300295"/>
                  </a:cubicBezTo>
                  <a:cubicBezTo>
                    <a:pt x="8405271" y="1243496"/>
                    <a:pt x="8362718" y="1187120"/>
                    <a:pt x="8319224" y="1131026"/>
                  </a:cubicBezTo>
                  <a:lnTo>
                    <a:pt x="8286366" y="1089050"/>
                  </a:lnTo>
                  <a:lnTo>
                    <a:pt x="8270161" y="1068439"/>
                  </a:lnTo>
                  <a:lnTo>
                    <a:pt x="8253856" y="1048156"/>
                  </a:lnTo>
                  <a:cubicBezTo>
                    <a:pt x="8231636" y="1020675"/>
                    <a:pt x="8209117" y="993381"/>
                    <a:pt x="8186352" y="966275"/>
                  </a:cubicBezTo>
                  <a:cubicBezTo>
                    <a:pt x="8140917" y="911922"/>
                    <a:pt x="8094240" y="858417"/>
                    <a:pt x="8046768" y="805429"/>
                  </a:cubicBezTo>
                  <a:lnTo>
                    <a:pt x="8010927" y="765853"/>
                  </a:lnTo>
                  <a:lnTo>
                    <a:pt x="7974788" y="726653"/>
                  </a:lnTo>
                  <a:cubicBezTo>
                    <a:pt x="7950382" y="700489"/>
                    <a:pt x="7925824" y="674465"/>
                    <a:pt x="7901070" y="648724"/>
                  </a:cubicBezTo>
                  <a:cubicBezTo>
                    <a:pt x="7851510" y="597289"/>
                    <a:pt x="7801404" y="546514"/>
                    <a:pt x="7750054" y="497008"/>
                  </a:cubicBezTo>
                  <a:cubicBezTo>
                    <a:pt x="7698902" y="447644"/>
                    <a:pt x="7645913" y="398938"/>
                    <a:pt x="7592277" y="351221"/>
                  </a:cubicBezTo>
                  <a:cubicBezTo>
                    <a:pt x="7484856" y="255786"/>
                    <a:pt x="7373308" y="164304"/>
                    <a:pt x="7257734" y="76964"/>
                  </a:cubicBezTo>
                  <a:close/>
                  <a:moveTo>
                    <a:pt x="1886601" y="0"/>
                  </a:moveTo>
                  <a:lnTo>
                    <a:pt x="2292926" y="0"/>
                  </a:lnTo>
                  <a:lnTo>
                    <a:pt x="2135542" y="117781"/>
                  </a:lnTo>
                  <a:cubicBezTo>
                    <a:pt x="2078998" y="162280"/>
                    <a:pt x="2023659" y="208045"/>
                    <a:pt x="1969576" y="254986"/>
                  </a:cubicBezTo>
                  <a:cubicBezTo>
                    <a:pt x="1861309" y="348820"/>
                    <a:pt x="1758064" y="447314"/>
                    <a:pt x="1659938" y="549855"/>
                  </a:cubicBezTo>
                  <a:cubicBezTo>
                    <a:pt x="1266987" y="960346"/>
                    <a:pt x="953820" y="1431495"/>
                    <a:pt x="729383" y="1936480"/>
                  </a:cubicBezTo>
                  <a:cubicBezTo>
                    <a:pt x="673260" y="2062362"/>
                    <a:pt x="622855" y="2190972"/>
                    <a:pt x="578465" y="2320807"/>
                  </a:cubicBezTo>
                  <a:cubicBezTo>
                    <a:pt x="534125" y="2450687"/>
                    <a:pt x="496147" y="2582216"/>
                    <a:pt x="465080" y="2714875"/>
                  </a:cubicBezTo>
                  <a:cubicBezTo>
                    <a:pt x="449769" y="2780991"/>
                    <a:pt x="435850" y="2848191"/>
                    <a:pt x="423820" y="2915436"/>
                  </a:cubicBezTo>
                  <a:cubicBezTo>
                    <a:pt x="411840" y="2982731"/>
                    <a:pt x="401054" y="3050260"/>
                    <a:pt x="392355" y="3118071"/>
                  </a:cubicBezTo>
                  <a:cubicBezTo>
                    <a:pt x="374509" y="3253646"/>
                    <a:pt x="363424" y="3389880"/>
                    <a:pt x="358801" y="3526915"/>
                  </a:cubicBezTo>
                  <a:cubicBezTo>
                    <a:pt x="349009" y="3800843"/>
                    <a:pt x="366357" y="4075570"/>
                    <a:pt x="410350" y="4348226"/>
                  </a:cubicBezTo>
                  <a:cubicBezTo>
                    <a:pt x="421286" y="4416132"/>
                    <a:pt x="434209" y="4483660"/>
                    <a:pt x="449022" y="4551049"/>
                  </a:cubicBezTo>
                  <a:cubicBezTo>
                    <a:pt x="463737" y="4618436"/>
                    <a:pt x="480389" y="4685588"/>
                    <a:pt x="498882" y="4752365"/>
                  </a:cubicBezTo>
                  <a:cubicBezTo>
                    <a:pt x="517373" y="4819141"/>
                    <a:pt x="537704" y="4885635"/>
                    <a:pt x="559775" y="4951657"/>
                  </a:cubicBezTo>
                  <a:cubicBezTo>
                    <a:pt x="581946" y="5017775"/>
                    <a:pt x="605358" y="5083375"/>
                    <a:pt x="631406" y="5147986"/>
                  </a:cubicBezTo>
                  <a:cubicBezTo>
                    <a:pt x="734055" y="5407608"/>
                    <a:pt x="865188" y="5658570"/>
                    <a:pt x="1023461" y="5893957"/>
                  </a:cubicBezTo>
                  <a:cubicBezTo>
                    <a:pt x="1181487" y="6129578"/>
                    <a:pt x="1367051" y="6349247"/>
                    <a:pt x="1575880" y="6547646"/>
                  </a:cubicBezTo>
                  <a:cubicBezTo>
                    <a:pt x="1680269" y="6646916"/>
                    <a:pt x="1790338" y="6740939"/>
                    <a:pt x="1905228" y="6829468"/>
                  </a:cubicBezTo>
                  <a:lnTo>
                    <a:pt x="1944230" y="6858000"/>
                  </a:lnTo>
                  <a:lnTo>
                    <a:pt x="1372541" y="6858000"/>
                  </a:lnTo>
                  <a:lnTo>
                    <a:pt x="1115251" y="6590005"/>
                  </a:lnTo>
                  <a:cubicBezTo>
                    <a:pt x="418530" y="5790792"/>
                    <a:pt x="0" y="4766182"/>
                    <a:pt x="0" y="3649031"/>
                  </a:cubicBezTo>
                  <a:cubicBezTo>
                    <a:pt x="0" y="2212695"/>
                    <a:pt x="691856" y="929334"/>
                    <a:pt x="1777294" y="81317"/>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1" name="Freeform: Shape 20">
              <a:extLst>
                <a:ext uri="{FF2B5EF4-FFF2-40B4-BE49-F238E27FC236}">
                  <a16:creationId xmlns:a16="http://schemas.microsoft.com/office/drawing/2014/main" id="{82B0ED5C-927D-4C5F-8F27-1B403820B9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3402" y="36937"/>
              <a:ext cx="9767847" cy="6858000"/>
            </a:xfrm>
            <a:custGeom>
              <a:avLst/>
              <a:gdLst>
                <a:gd name="connsiteX0" fmla="*/ 7145704 w 9767847"/>
                <a:gd name="connsiteY0" fmla="*/ 0 h 6858000"/>
                <a:gd name="connsiteX1" fmla="*/ 7875738 w 9767847"/>
                <a:gd name="connsiteY1" fmla="*/ 0 h 6858000"/>
                <a:gd name="connsiteX2" fmla="*/ 7990553 w 9767847"/>
                <a:gd name="connsiteY2" fmla="*/ 85415 h 6858000"/>
                <a:gd name="connsiteX3" fmla="*/ 9767847 w 9767847"/>
                <a:gd name="connsiteY3" fmla="*/ 3653129 h 6858000"/>
                <a:gd name="connsiteX4" fmla="*/ 8652597 w 9767847"/>
                <a:gd name="connsiteY4" fmla="*/ 6594103 h 6858000"/>
                <a:gd name="connsiteX5" fmla="*/ 8399240 w 9767847"/>
                <a:gd name="connsiteY5" fmla="*/ 6858000 h 6858000"/>
                <a:gd name="connsiteX6" fmla="*/ 6766926 w 9767847"/>
                <a:gd name="connsiteY6" fmla="*/ 6858000 h 6858000"/>
                <a:gd name="connsiteX7" fmla="*/ 6804586 w 9767847"/>
                <a:gd name="connsiteY7" fmla="*/ 6821201 h 6858000"/>
                <a:gd name="connsiteX8" fmla="*/ 6881735 w 9767847"/>
                <a:gd name="connsiteY8" fmla="*/ 6745295 h 6858000"/>
                <a:gd name="connsiteX9" fmla="*/ 6958883 w 9767847"/>
                <a:gd name="connsiteY9" fmla="*/ 6668920 h 6858000"/>
                <a:gd name="connsiteX10" fmla="*/ 7267925 w 9767847"/>
                <a:gd name="connsiteY10" fmla="*/ 6359792 h 6858000"/>
                <a:gd name="connsiteX11" fmla="*/ 7424360 w 9767847"/>
                <a:gd name="connsiteY11" fmla="*/ 6204783 h 6858000"/>
                <a:gd name="connsiteX12" fmla="*/ 7504938 w 9767847"/>
                <a:gd name="connsiteY12" fmla="*/ 6126806 h 6858000"/>
                <a:gd name="connsiteX13" fmla="*/ 7546396 w 9767847"/>
                <a:gd name="connsiteY13" fmla="*/ 6087795 h 6858000"/>
                <a:gd name="connsiteX14" fmla="*/ 7588002 w 9767847"/>
                <a:gd name="connsiteY14" fmla="*/ 6049630 h 6858000"/>
                <a:gd name="connsiteX15" fmla="*/ 7631000 w 9767847"/>
                <a:gd name="connsiteY15" fmla="*/ 6010807 h 6858000"/>
                <a:gd name="connsiteX16" fmla="*/ 7675440 w 9767847"/>
                <a:gd name="connsiteY16" fmla="*/ 5972407 h 6858000"/>
                <a:gd name="connsiteX17" fmla="*/ 7720626 w 9767847"/>
                <a:gd name="connsiteY17" fmla="*/ 5934949 h 6858000"/>
                <a:gd name="connsiteX18" fmla="*/ 7766458 w 9767847"/>
                <a:gd name="connsiteY18" fmla="*/ 5898432 h 6858000"/>
                <a:gd name="connsiteX19" fmla="*/ 7955254 w 9767847"/>
                <a:gd name="connsiteY19" fmla="*/ 5760926 h 6858000"/>
                <a:gd name="connsiteX20" fmla="*/ 8352678 w 9767847"/>
                <a:gd name="connsiteY20" fmla="*/ 5521728 h 6858000"/>
                <a:gd name="connsiteX21" fmla="*/ 8451350 w 9767847"/>
                <a:gd name="connsiteY21" fmla="*/ 5469352 h 6858000"/>
                <a:gd name="connsiteX22" fmla="*/ 8548532 w 9767847"/>
                <a:gd name="connsiteY22" fmla="*/ 5417493 h 6858000"/>
                <a:gd name="connsiteX23" fmla="*/ 8729473 w 9767847"/>
                <a:gd name="connsiteY23" fmla="*/ 5314059 h 6858000"/>
                <a:gd name="connsiteX24" fmla="*/ 8770781 w 9767847"/>
                <a:gd name="connsiteY24" fmla="*/ 5287330 h 6858000"/>
                <a:gd name="connsiteX25" fmla="*/ 8790964 w 9767847"/>
                <a:gd name="connsiteY25" fmla="*/ 5273590 h 6858000"/>
                <a:gd name="connsiteX26" fmla="*/ 8810499 w 9767847"/>
                <a:gd name="connsiteY26" fmla="*/ 5259801 h 6858000"/>
                <a:gd name="connsiteX27" fmla="*/ 8883571 w 9767847"/>
                <a:gd name="connsiteY27" fmla="*/ 5202577 h 6858000"/>
                <a:gd name="connsiteX28" fmla="*/ 9006651 w 9767847"/>
                <a:gd name="connsiteY28" fmla="*/ 5074625 h 6858000"/>
                <a:gd name="connsiteX29" fmla="*/ 9033494 w 9767847"/>
                <a:gd name="connsiteY29" fmla="*/ 5038203 h 6858000"/>
                <a:gd name="connsiteX30" fmla="*/ 9040305 w 9767847"/>
                <a:gd name="connsiteY30" fmla="*/ 5028649 h 6858000"/>
                <a:gd name="connsiteX31" fmla="*/ 9046568 w 9767847"/>
                <a:gd name="connsiteY31" fmla="*/ 5019379 h 6858000"/>
                <a:gd name="connsiteX32" fmla="*/ 9058846 w 9767847"/>
                <a:gd name="connsiteY32" fmla="*/ 5000743 h 6858000"/>
                <a:gd name="connsiteX33" fmla="*/ 9104529 w 9767847"/>
                <a:gd name="connsiteY33" fmla="*/ 4922203 h 6858000"/>
                <a:gd name="connsiteX34" fmla="*/ 9181081 w 9767847"/>
                <a:gd name="connsiteY34" fmla="*/ 4748792 h 6858000"/>
                <a:gd name="connsiteX35" fmla="*/ 9240731 w 9767847"/>
                <a:gd name="connsiteY35" fmla="*/ 4561970 h 6858000"/>
                <a:gd name="connsiteX36" fmla="*/ 9265388 w 9767847"/>
                <a:gd name="connsiteY36" fmla="*/ 4465171 h 6858000"/>
                <a:gd name="connsiteX37" fmla="*/ 9276571 w 9767847"/>
                <a:gd name="connsiteY37" fmla="*/ 4416041 h 6858000"/>
                <a:gd name="connsiteX38" fmla="*/ 9281841 w 9767847"/>
                <a:gd name="connsiteY38" fmla="*/ 4391477 h 6858000"/>
                <a:gd name="connsiteX39" fmla="*/ 9286513 w 9767847"/>
                <a:gd name="connsiteY39" fmla="*/ 4368936 h 6858000"/>
                <a:gd name="connsiteX40" fmla="*/ 9296754 w 9767847"/>
                <a:gd name="connsiteY40" fmla="*/ 4316136 h 6858000"/>
                <a:gd name="connsiteX41" fmla="*/ 9301029 w 9767847"/>
                <a:gd name="connsiteY41" fmla="*/ 4293172 h 6858000"/>
                <a:gd name="connsiteX42" fmla="*/ 9302818 w 9767847"/>
                <a:gd name="connsiteY42" fmla="*/ 4282679 h 6858000"/>
                <a:gd name="connsiteX43" fmla="*/ 9304658 w 9767847"/>
                <a:gd name="connsiteY43" fmla="*/ 4270914 h 6858000"/>
                <a:gd name="connsiteX44" fmla="*/ 9312810 w 9767847"/>
                <a:gd name="connsiteY44" fmla="*/ 4220043 h 6858000"/>
                <a:gd name="connsiteX45" fmla="*/ 9316887 w 9767847"/>
                <a:gd name="connsiteY45" fmla="*/ 4194584 h 6858000"/>
                <a:gd name="connsiteX46" fmla="*/ 9318923 w 9767847"/>
                <a:gd name="connsiteY46" fmla="*/ 4181878 h 6858000"/>
                <a:gd name="connsiteX47" fmla="*/ 9320515 w 9767847"/>
                <a:gd name="connsiteY47" fmla="*/ 4168984 h 6858000"/>
                <a:gd name="connsiteX48" fmla="*/ 9332445 w 9767847"/>
                <a:gd name="connsiteY48" fmla="*/ 4069079 h 6858000"/>
                <a:gd name="connsiteX49" fmla="*/ 9336173 w 9767847"/>
                <a:gd name="connsiteY49" fmla="*/ 4022774 h 6858000"/>
                <a:gd name="connsiteX50" fmla="*/ 9340199 w 9767847"/>
                <a:gd name="connsiteY50" fmla="*/ 3969269 h 6858000"/>
                <a:gd name="connsiteX51" fmla="*/ 9347557 w 9767847"/>
                <a:gd name="connsiteY51" fmla="*/ 3770070 h 6858000"/>
                <a:gd name="connsiteX52" fmla="*/ 9346364 w 9767847"/>
                <a:gd name="connsiteY52" fmla="*/ 3669036 h 6858000"/>
                <a:gd name="connsiteX53" fmla="*/ 9344921 w 9767847"/>
                <a:gd name="connsiteY53" fmla="*/ 3619341 h 6858000"/>
                <a:gd name="connsiteX54" fmla="*/ 9344524 w 9767847"/>
                <a:gd name="connsiteY54" fmla="*/ 3607624 h 6858000"/>
                <a:gd name="connsiteX55" fmla="*/ 9343728 w 9767847"/>
                <a:gd name="connsiteY55" fmla="*/ 3594872 h 6858000"/>
                <a:gd name="connsiteX56" fmla="*/ 9342188 w 9767847"/>
                <a:gd name="connsiteY56" fmla="*/ 3569366 h 6858000"/>
                <a:gd name="connsiteX57" fmla="*/ 9339056 w 9767847"/>
                <a:gd name="connsiteY57" fmla="*/ 3518354 h 6858000"/>
                <a:gd name="connsiteX58" fmla="*/ 9334334 w 9767847"/>
                <a:gd name="connsiteY58" fmla="*/ 3467155 h 6858000"/>
                <a:gd name="connsiteX59" fmla="*/ 9329363 w 9767847"/>
                <a:gd name="connsiteY59" fmla="*/ 3415908 h 6858000"/>
                <a:gd name="connsiteX60" fmla="*/ 9328319 w 9767847"/>
                <a:gd name="connsiteY60" fmla="*/ 3404755 h 6858000"/>
                <a:gd name="connsiteX61" fmla="*/ 9327177 w 9767847"/>
                <a:gd name="connsiteY61" fmla="*/ 3394214 h 6858000"/>
                <a:gd name="connsiteX62" fmla="*/ 9324293 w 9767847"/>
                <a:gd name="connsiteY62" fmla="*/ 3370872 h 6858000"/>
                <a:gd name="connsiteX63" fmla="*/ 9320763 w 9767847"/>
                <a:gd name="connsiteY63" fmla="*/ 3344427 h 6858000"/>
                <a:gd name="connsiteX64" fmla="*/ 9317184 w 9767847"/>
                <a:gd name="connsiteY64" fmla="*/ 3315343 h 6858000"/>
                <a:gd name="connsiteX65" fmla="*/ 9311021 w 9767847"/>
                <a:gd name="connsiteY65" fmla="*/ 3270309 h 6858000"/>
                <a:gd name="connsiteX66" fmla="*/ 9302719 w 9767847"/>
                <a:gd name="connsiteY66" fmla="*/ 3219815 h 6858000"/>
                <a:gd name="connsiteX67" fmla="*/ 9293970 w 9767847"/>
                <a:gd name="connsiteY67" fmla="*/ 3169887 h 6858000"/>
                <a:gd name="connsiteX68" fmla="*/ 9252065 w 9767847"/>
                <a:gd name="connsiteY68" fmla="*/ 2971205 h 6858000"/>
                <a:gd name="connsiteX69" fmla="*/ 9227211 w 9767847"/>
                <a:gd name="connsiteY69" fmla="*/ 2872571 h 6858000"/>
                <a:gd name="connsiteX70" fmla="*/ 9220699 w 9767847"/>
                <a:gd name="connsiteY70" fmla="*/ 2848524 h 6858000"/>
                <a:gd name="connsiteX71" fmla="*/ 9213740 w 9767847"/>
                <a:gd name="connsiteY71" fmla="*/ 2824289 h 6858000"/>
                <a:gd name="connsiteX72" fmla="*/ 9199374 w 9767847"/>
                <a:gd name="connsiteY72" fmla="*/ 2775536 h 6858000"/>
                <a:gd name="connsiteX73" fmla="*/ 9061829 w 9767847"/>
                <a:gd name="connsiteY73" fmla="*/ 2389515 h 6858000"/>
                <a:gd name="connsiteX74" fmla="*/ 8978865 w 9767847"/>
                <a:gd name="connsiteY74" fmla="*/ 2200953 h 6858000"/>
                <a:gd name="connsiteX75" fmla="*/ 8956694 w 9767847"/>
                <a:gd name="connsiteY75" fmla="*/ 2154317 h 6858000"/>
                <a:gd name="connsiteX76" fmla="*/ 8934176 w 9767847"/>
                <a:gd name="connsiteY76" fmla="*/ 2108012 h 6858000"/>
                <a:gd name="connsiteX77" fmla="*/ 8887151 w 9767847"/>
                <a:gd name="connsiteY77" fmla="*/ 2015448 h 6858000"/>
                <a:gd name="connsiteX78" fmla="*/ 8787533 w 9767847"/>
                <a:gd name="connsiteY78" fmla="*/ 1832625 h 6858000"/>
                <a:gd name="connsiteX79" fmla="*/ 8761485 w 9767847"/>
                <a:gd name="connsiteY79" fmla="*/ 1787496 h 6858000"/>
                <a:gd name="connsiteX80" fmla="*/ 8734791 w 9767847"/>
                <a:gd name="connsiteY80" fmla="*/ 1741991 h 6858000"/>
                <a:gd name="connsiteX81" fmla="*/ 8680808 w 9767847"/>
                <a:gd name="connsiteY81" fmla="*/ 1652910 h 6858000"/>
                <a:gd name="connsiteX82" fmla="*/ 8567024 w 9767847"/>
                <a:gd name="connsiteY82" fmla="*/ 1477004 h 6858000"/>
                <a:gd name="connsiteX83" fmla="*/ 8537446 w 9767847"/>
                <a:gd name="connsiteY83" fmla="*/ 1433428 h 6858000"/>
                <a:gd name="connsiteX84" fmla="*/ 8507423 w 9767847"/>
                <a:gd name="connsiteY84" fmla="*/ 1389994 h 6858000"/>
                <a:gd name="connsiteX85" fmla="*/ 8446529 w 9767847"/>
                <a:gd name="connsiteY85" fmla="*/ 1304393 h 6858000"/>
                <a:gd name="connsiteX86" fmla="*/ 8319224 w 9767847"/>
                <a:gd name="connsiteY86" fmla="*/ 1135124 h 6858000"/>
                <a:gd name="connsiteX87" fmla="*/ 8286366 w 9767847"/>
                <a:gd name="connsiteY87" fmla="*/ 1093148 h 6858000"/>
                <a:gd name="connsiteX88" fmla="*/ 8270161 w 9767847"/>
                <a:gd name="connsiteY88" fmla="*/ 1072538 h 6858000"/>
                <a:gd name="connsiteX89" fmla="*/ 8253856 w 9767847"/>
                <a:gd name="connsiteY89" fmla="*/ 1052254 h 6858000"/>
                <a:gd name="connsiteX90" fmla="*/ 8186352 w 9767847"/>
                <a:gd name="connsiteY90" fmla="*/ 970373 h 6858000"/>
                <a:gd name="connsiteX91" fmla="*/ 8046768 w 9767847"/>
                <a:gd name="connsiteY91" fmla="*/ 809527 h 6858000"/>
                <a:gd name="connsiteX92" fmla="*/ 8010927 w 9767847"/>
                <a:gd name="connsiteY92" fmla="*/ 769951 h 6858000"/>
                <a:gd name="connsiteX93" fmla="*/ 7974788 w 9767847"/>
                <a:gd name="connsiteY93" fmla="*/ 730751 h 6858000"/>
                <a:gd name="connsiteX94" fmla="*/ 7901070 w 9767847"/>
                <a:gd name="connsiteY94" fmla="*/ 652823 h 6858000"/>
                <a:gd name="connsiteX95" fmla="*/ 7750054 w 9767847"/>
                <a:gd name="connsiteY95" fmla="*/ 501106 h 6858000"/>
                <a:gd name="connsiteX96" fmla="*/ 7592277 w 9767847"/>
                <a:gd name="connsiteY96" fmla="*/ 355319 h 6858000"/>
                <a:gd name="connsiteX97" fmla="*/ 7257734 w 9767847"/>
                <a:gd name="connsiteY97" fmla="*/ 81062 h 6858000"/>
                <a:gd name="connsiteX98" fmla="*/ 1892109 w 9767847"/>
                <a:gd name="connsiteY98" fmla="*/ 0 h 6858000"/>
                <a:gd name="connsiteX99" fmla="*/ 2298402 w 9767847"/>
                <a:gd name="connsiteY99" fmla="*/ 0 h 6858000"/>
                <a:gd name="connsiteX100" fmla="*/ 2135542 w 9767847"/>
                <a:gd name="connsiteY100" fmla="*/ 121879 h 6858000"/>
                <a:gd name="connsiteX101" fmla="*/ 1969576 w 9767847"/>
                <a:gd name="connsiteY101" fmla="*/ 259084 h 6858000"/>
                <a:gd name="connsiteX102" fmla="*/ 1659938 w 9767847"/>
                <a:gd name="connsiteY102" fmla="*/ 553953 h 6858000"/>
                <a:gd name="connsiteX103" fmla="*/ 729383 w 9767847"/>
                <a:gd name="connsiteY103" fmla="*/ 1940578 h 6858000"/>
                <a:gd name="connsiteX104" fmla="*/ 578465 w 9767847"/>
                <a:gd name="connsiteY104" fmla="*/ 2324905 h 6858000"/>
                <a:gd name="connsiteX105" fmla="*/ 465080 w 9767847"/>
                <a:gd name="connsiteY105" fmla="*/ 2718973 h 6858000"/>
                <a:gd name="connsiteX106" fmla="*/ 423820 w 9767847"/>
                <a:gd name="connsiteY106" fmla="*/ 2919535 h 6858000"/>
                <a:gd name="connsiteX107" fmla="*/ 392355 w 9767847"/>
                <a:gd name="connsiteY107" fmla="*/ 3122169 h 6858000"/>
                <a:gd name="connsiteX108" fmla="*/ 358801 w 9767847"/>
                <a:gd name="connsiteY108" fmla="*/ 3531013 h 6858000"/>
                <a:gd name="connsiteX109" fmla="*/ 410350 w 9767847"/>
                <a:gd name="connsiteY109" fmla="*/ 4352324 h 6858000"/>
                <a:gd name="connsiteX110" fmla="*/ 449022 w 9767847"/>
                <a:gd name="connsiteY110" fmla="*/ 4555147 h 6858000"/>
                <a:gd name="connsiteX111" fmla="*/ 498882 w 9767847"/>
                <a:gd name="connsiteY111" fmla="*/ 4756463 h 6858000"/>
                <a:gd name="connsiteX112" fmla="*/ 559775 w 9767847"/>
                <a:gd name="connsiteY112" fmla="*/ 4955755 h 6858000"/>
                <a:gd name="connsiteX113" fmla="*/ 631406 w 9767847"/>
                <a:gd name="connsiteY113" fmla="*/ 5152084 h 6858000"/>
                <a:gd name="connsiteX114" fmla="*/ 1023461 w 9767847"/>
                <a:gd name="connsiteY114" fmla="*/ 5898055 h 6858000"/>
                <a:gd name="connsiteX115" fmla="*/ 1575880 w 9767847"/>
                <a:gd name="connsiteY115" fmla="*/ 6551744 h 6858000"/>
                <a:gd name="connsiteX116" fmla="*/ 1905228 w 9767847"/>
                <a:gd name="connsiteY116" fmla="*/ 6833566 h 6858000"/>
                <a:gd name="connsiteX117" fmla="*/ 1938629 w 9767847"/>
                <a:gd name="connsiteY117" fmla="*/ 6858000 h 6858000"/>
                <a:gd name="connsiteX118" fmla="*/ 1368607 w 9767847"/>
                <a:gd name="connsiteY118" fmla="*/ 6858000 h 6858000"/>
                <a:gd name="connsiteX119" fmla="*/ 1115251 w 9767847"/>
                <a:gd name="connsiteY119" fmla="*/ 6594103 h 6858000"/>
                <a:gd name="connsiteX120" fmla="*/ 0 w 9767847"/>
                <a:gd name="connsiteY120" fmla="*/ 3653129 h 6858000"/>
                <a:gd name="connsiteX121" fmla="*/ 1777294 w 9767847"/>
                <a:gd name="connsiteY121" fmla="*/ 854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9767847" h="6858000">
                  <a:moveTo>
                    <a:pt x="7145704" y="0"/>
                  </a:moveTo>
                  <a:lnTo>
                    <a:pt x="7875738" y="0"/>
                  </a:lnTo>
                  <a:lnTo>
                    <a:pt x="7990553" y="85415"/>
                  </a:lnTo>
                  <a:cubicBezTo>
                    <a:pt x="9075991" y="933432"/>
                    <a:pt x="9767847" y="2216793"/>
                    <a:pt x="9767847" y="3653129"/>
                  </a:cubicBezTo>
                  <a:cubicBezTo>
                    <a:pt x="9767847" y="4770280"/>
                    <a:pt x="9349317" y="5794890"/>
                    <a:pt x="8652597" y="6594103"/>
                  </a:cubicBezTo>
                  <a:lnTo>
                    <a:pt x="8399240" y="6858000"/>
                  </a:lnTo>
                  <a:lnTo>
                    <a:pt x="6766926" y="6858000"/>
                  </a:lnTo>
                  <a:lnTo>
                    <a:pt x="6804586" y="6821201"/>
                  </a:lnTo>
                  <a:lnTo>
                    <a:pt x="6881735" y="6745295"/>
                  </a:lnTo>
                  <a:cubicBezTo>
                    <a:pt x="6907435" y="6719979"/>
                    <a:pt x="6933134" y="6694896"/>
                    <a:pt x="6958883" y="6668920"/>
                  </a:cubicBezTo>
                  <a:lnTo>
                    <a:pt x="7267925" y="6359792"/>
                  </a:lnTo>
                  <a:lnTo>
                    <a:pt x="7424360" y="6204783"/>
                  </a:lnTo>
                  <a:cubicBezTo>
                    <a:pt x="7450754" y="6178900"/>
                    <a:pt x="7477598" y="6152829"/>
                    <a:pt x="7504938" y="6126806"/>
                  </a:cubicBezTo>
                  <a:lnTo>
                    <a:pt x="7546396" y="6087795"/>
                  </a:lnTo>
                  <a:cubicBezTo>
                    <a:pt x="7560264" y="6074901"/>
                    <a:pt x="7574780" y="6061630"/>
                    <a:pt x="7588002" y="6049630"/>
                  </a:cubicBezTo>
                  <a:lnTo>
                    <a:pt x="7631000" y="6010807"/>
                  </a:lnTo>
                  <a:lnTo>
                    <a:pt x="7675440" y="5972407"/>
                  </a:lnTo>
                  <a:cubicBezTo>
                    <a:pt x="7690404" y="5959796"/>
                    <a:pt x="7705564" y="5947419"/>
                    <a:pt x="7720626" y="5934949"/>
                  </a:cubicBezTo>
                  <a:cubicBezTo>
                    <a:pt x="7735738" y="5922525"/>
                    <a:pt x="7751197" y="5910619"/>
                    <a:pt x="7766458" y="5898432"/>
                  </a:cubicBezTo>
                  <a:cubicBezTo>
                    <a:pt x="7827949" y="5850290"/>
                    <a:pt x="7890979" y="5804597"/>
                    <a:pt x="7955254" y="5760926"/>
                  </a:cubicBezTo>
                  <a:cubicBezTo>
                    <a:pt x="8083800" y="5673632"/>
                    <a:pt x="8216872" y="5594434"/>
                    <a:pt x="8352678" y="5521728"/>
                  </a:cubicBezTo>
                  <a:lnTo>
                    <a:pt x="8451350" y="5469352"/>
                  </a:lnTo>
                  <a:lnTo>
                    <a:pt x="8548532" y="5417493"/>
                  </a:lnTo>
                  <a:cubicBezTo>
                    <a:pt x="8612110" y="5383188"/>
                    <a:pt x="8673251" y="5349306"/>
                    <a:pt x="8729473" y="5314059"/>
                  </a:cubicBezTo>
                  <a:cubicBezTo>
                    <a:pt x="8743591" y="5305213"/>
                    <a:pt x="8757161" y="5296459"/>
                    <a:pt x="8770781" y="5287330"/>
                  </a:cubicBezTo>
                  <a:cubicBezTo>
                    <a:pt x="8777591" y="5282765"/>
                    <a:pt x="8784451" y="5278201"/>
                    <a:pt x="8790964" y="5273590"/>
                  </a:cubicBezTo>
                  <a:cubicBezTo>
                    <a:pt x="8797574" y="5268977"/>
                    <a:pt x="8804235" y="5264412"/>
                    <a:pt x="8810499" y="5259801"/>
                  </a:cubicBezTo>
                  <a:cubicBezTo>
                    <a:pt x="8835999" y="5241401"/>
                    <a:pt x="8860407" y="5222389"/>
                    <a:pt x="8883571" y="5202577"/>
                  </a:cubicBezTo>
                  <a:cubicBezTo>
                    <a:pt x="8929900" y="5162954"/>
                    <a:pt x="8971258" y="5120413"/>
                    <a:pt x="9006651" y="5074625"/>
                  </a:cubicBezTo>
                  <a:cubicBezTo>
                    <a:pt x="9015351" y="5063426"/>
                    <a:pt x="9024398" y="5050955"/>
                    <a:pt x="9033494" y="5038203"/>
                  </a:cubicBezTo>
                  <a:lnTo>
                    <a:pt x="9040305" y="5028649"/>
                  </a:lnTo>
                  <a:lnTo>
                    <a:pt x="9046568" y="5019379"/>
                  </a:lnTo>
                  <a:cubicBezTo>
                    <a:pt x="9050743" y="5013261"/>
                    <a:pt x="9054819" y="5007050"/>
                    <a:pt x="9058846" y="5000743"/>
                  </a:cubicBezTo>
                  <a:cubicBezTo>
                    <a:pt x="9075002" y="4975615"/>
                    <a:pt x="9090212" y="4949403"/>
                    <a:pt x="9104529" y="4922203"/>
                  </a:cubicBezTo>
                  <a:cubicBezTo>
                    <a:pt x="9133211" y="4867850"/>
                    <a:pt x="9158313" y="4809545"/>
                    <a:pt x="9181081" y="4748792"/>
                  </a:cubicBezTo>
                  <a:cubicBezTo>
                    <a:pt x="9203748" y="4688276"/>
                    <a:pt x="9223383" y="4625876"/>
                    <a:pt x="9240731" y="4561970"/>
                  </a:cubicBezTo>
                  <a:cubicBezTo>
                    <a:pt x="9249481" y="4530064"/>
                    <a:pt x="9257682" y="4497782"/>
                    <a:pt x="9265388" y="4465171"/>
                  </a:cubicBezTo>
                  <a:cubicBezTo>
                    <a:pt x="9269215" y="4448842"/>
                    <a:pt x="9272943" y="4432465"/>
                    <a:pt x="9276571" y="4416041"/>
                  </a:cubicBezTo>
                  <a:lnTo>
                    <a:pt x="9281841" y="4391477"/>
                  </a:lnTo>
                  <a:lnTo>
                    <a:pt x="9286513" y="4368936"/>
                  </a:lnTo>
                  <a:lnTo>
                    <a:pt x="9296754" y="4316136"/>
                  </a:lnTo>
                  <a:lnTo>
                    <a:pt x="9301029" y="4293172"/>
                  </a:lnTo>
                  <a:lnTo>
                    <a:pt x="9302818" y="4282679"/>
                  </a:lnTo>
                  <a:lnTo>
                    <a:pt x="9304658" y="4270914"/>
                  </a:lnTo>
                  <a:lnTo>
                    <a:pt x="9312810" y="4220043"/>
                  </a:lnTo>
                  <a:lnTo>
                    <a:pt x="9316887" y="4194584"/>
                  </a:lnTo>
                  <a:lnTo>
                    <a:pt x="9318923" y="4181878"/>
                  </a:lnTo>
                  <a:cubicBezTo>
                    <a:pt x="9319570" y="4177644"/>
                    <a:pt x="9319969" y="4173267"/>
                    <a:pt x="9320515" y="4168984"/>
                  </a:cubicBezTo>
                  <a:lnTo>
                    <a:pt x="9332445" y="4069079"/>
                  </a:lnTo>
                  <a:cubicBezTo>
                    <a:pt x="9333836" y="4056468"/>
                    <a:pt x="9334880" y="4040986"/>
                    <a:pt x="9336173" y="4022774"/>
                  </a:cubicBezTo>
                  <a:lnTo>
                    <a:pt x="9340199" y="3969269"/>
                  </a:lnTo>
                  <a:cubicBezTo>
                    <a:pt x="9345071" y="3903904"/>
                    <a:pt x="9347358" y="3837081"/>
                    <a:pt x="9347557" y="3770070"/>
                  </a:cubicBezTo>
                  <a:cubicBezTo>
                    <a:pt x="9347656" y="3736518"/>
                    <a:pt x="9347209" y="3702871"/>
                    <a:pt x="9346364" y="3669036"/>
                  </a:cubicBezTo>
                  <a:lnTo>
                    <a:pt x="9344921" y="3619341"/>
                  </a:lnTo>
                  <a:lnTo>
                    <a:pt x="9344524" y="3607624"/>
                  </a:lnTo>
                  <a:lnTo>
                    <a:pt x="9343728" y="3594872"/>
                  </a:lnTo>
                  <a:lnTo>
                    <a:pt x="9342188" y="3569366"/>
                  </a:lnTo>
                  <a:lnTo>
                    <a:pt x="9339056" y="3518354"/>
                  </a:lnTo>
                  <a:cubicBezTo>
                    <a:pt x="9337914" y="3501319"/>
                    <a:pt x="9335874" y="3484236"/>
                    <a:pt x="9334334" y="3467155"/>
                  </a:cubicBezTo>
                  <a:lnTo>
                    <a:pt x="9329363" y="3415908"/>
                  </a:lnTo>
                  <a:lnTo>
                    <a:pt x="9328319" y="3404755"/>
                  </a:lnTo>
                  <a:lnTo>
                    <a:pt x="9327177" y="3394214"/>
                  </a:lnTo>
                  <a:lnTo>
                    <a:pt x="9324293" y="3370872"/>
                  </a:lnTo>
                  <a:lnTo>
                    <a:pt x="9320763" y="3344427"/>
                  </a:lnTo>
                  <a:lnTo>
                    <a:pt x="9317184" y="3315343"/>
                  </a:lnTo>
                  <a:cubicBezTo>
                    <a:pt x="9315594" y="3300991"/>
                    <a:pt x="9313506" y="3286404"/>
                    <a:pt x="9311021" y="3270309"/>
                  </a:cubicBezTo>
                  <a:lnTo>
                    <a:pt x="9302719" y="3219815"/>
                  </a:lnTo>
                  <a:cubicBezTo>
                    <a:pt x="9299936" y="3203157"/>
                    <a:pt x="9297003" y="3186498"/>
                    <a:pt x="9293970" y="3169887"/>
                  </a:cubicBezTo>
                  <a:cubicBezTo>
                    <a:pt x="9281891" y="3103393"/>
                    <a:pt x="9267674" y="3037182"/>
                    <a:pt x="9252065" y="2971205"/>
                  </a:cubicBezTo>
                  <a:cubicBezTo>
                    <a:pt x="9244261" y="2938265"/>
                    <a:pt x="9235959" y="2905371"/>
                    <a:pt x="9227211" y="2872571"/>
                  </a:cubicBezTo>
                  <a:lnTo>
                    <a:pt x="9220699" y="2848524"/>
                  </a:lnTo>
                  <a:lnTo>
                    <a:pt x="9213740" y="2824289"/>
                  </a:lnTo>
                  <a:cubicBezTo>
                    <a:pt x="9209216" y="2808147"/>
                    <a:pt x="9204345" y="2791866"/>
                    <a:pt x="9199374" y="2775536"/>
                  </a:cubicBezTo>
                  <a:cubicBezTo>
                    <a:pt x="9159855" y="2645184"/>
                    <a:pt x="9114272" y="2516197"/>
                    <a:pt x="9061829" y="2389515"/>
                  </a:cubicBezTo>
                  <a:cubicBezTo>
                    <a:pt x="9035582" y="2326175"/>
                    <a:pt x="9008043" y="2263258"/>
                    <a:pt x="8978865" y="2200953"/>
                  </a:cubicBezTo>
                  <a:lnTo>
                    <a:pt x="8956694" y="2154317"/>
                  </a:lnTo>
                  <a:lnTo>
                    <a:pt x="8934176" y="2108012"/>
                  </a:lnTo>
                  <a:cubicBezTo>
                    <a:pt x="8918915" y="2077189"/>
                    <a:pt x="8903157" y="2046130"/>
                    <a:pt x="8887151" y="2015448"/>
                  </a:cubicBezTo>
                  <a:cubicBezTo>
                    <a:pt x="8854988" y="1953989"/>
                    <a:pt x="8822082" y="1892908"/>
                    <a:pt x="8787533" y="1832625"/>
                  </a:cubicBezTo>
                  <a:lnTo>
                    <a:pt x="8761485" y="1787496"/>
                  </a:lnTo>
                  <a:lnTo>
                    <a:pt x="8734791" y="1741991"/>
                  </a:lnTo>
                  <a:cubicBezTo>
                    <a:pt x="8717047" y="1711921"/>
                    <a:pt x="8699200" y="1682461"/>
                    <a:pt x="8680808" y="1652910"/>
                  </a:cubicBezTo>
                  <a:cubicBezTo>
                    <a:pt x="8644322" y="1593756"/>
                    <a:pt x="8606194" y="1535216"/>
                    <a:pt x="8567024" y="1477004"/>
                  </a:cubicBezTo>
                  <a:lnTo>
                    <a:pt x="8537446" y="1433428"/>
                  </a:lnTo>
                  <a:lnTo>
                    <a:pt x="8507423" y="1389994"/>
                  </a:lnTo>
                  <a:cubicBezTo>
                    <a:pt x="8487390" y="1361382"/>
                    <a:pt x="8467158" y="1332817"/>
                    <a:pt x="8446529" y="1304393"/>
                  </a:cubicBezTo>
                  <a:cubicBezTo>
                    <a:pt x="8405271" y="1247595"/>
                    <a:pt x="8362718" y="1191218"/>
                    <a:pt x="8319224" y="1135124"/>
                  </a:cubicBezTo>
                  <a:lnTo>
                    <a:pt x="8286366" y="1093148"/>
                  </a:lnTo>
                  <a:lnTo>
                    <a:pt x="8270161" y="1072538"/>
                  </a:lnTo>
                  <a:lnTo>
                    <a:pt x="8253856" y="1052254"/>
                  </a:lnTo>
                  <a:cubicBezTo>
                    <a:pt x="8231636" y="1024773"/>
                    <a:pt x="8209117" y="997479"/>
                    <a:pt x="8186352" y="970373"/>
                  </a:cubicBezTo>
                  <a:cubicBezTo>
                    <a:pt x="8140917" y="916020"/>
                    <a:pt x="8094240" y="862515"/>
                    <a:pt x="8046768" y="809527"/>
                  </a:cubicBezTo>
                  <a:lnTo>
                    <a:pt x="8010927" y="769951"/>
                  </a:lnTo>
                  <a:lnTo>
                    <a:pt x="7974788" y="730751"/>
                  </a:lnTo>
                  <a:cubicBezTo>
                    <a:pt x="7950382" y="704587"/>
                    <a:pt x="7925824" y="678563"/>
                    <a:pt x="7901070" y="652823"/>
                  </a:cubicBezTo>
                  <a:cubicBezTo>
                    <a:pt x="7851510" y="601387"/>
                    <a:pt x="7801404" y="550612"/>
                    <a:pt x="7750054" y="501106"/>
                  </a:cubicBezTo>
                  <a:cubicBezTo>
                    <a:pt x="7698902" y="451742"/>
                    <a:pt x="7645913" y="403036"/>
                    <a:pt x="7592277" y="355319"/>
                  </a:cubicBezTo>
                  <a:cubicBezTo>
                    <a:pt x="7484856" y="259884"/>
                    <a:pt x="7373308" y="168402"/>
                    <a:pt x="7257734" y="81062"/>
                  </a:cubicBezTo>
                  <a:close/>
                  <a:moveTo>
                    <a:pt x="1892109" y="0"/>
                  </a:moveTo>
                  <a:lnTo>
                    <a:pt x="2298402" y="0"/>
                  </a:lnTo>
                  <a:lnTo>
                    <a:pt x="2135542" y="121879"/>
                  </a:lnTo>
                  <a:cubicBezTo>
                    <a:pt x="2078998" y="166378"/>
                    <a:pt x="2023659" y="212143"/>
                    <a:pt x="1969576" y="259084"/>
                  </a:cubicBezTo>
                  <a:cubicBezTo>
                    <a:pt x="1861309" y="352918"/>
                    <a:pt x="1758064" y="451412"/>
                    <a:pt x="1659938" y="553953"/>
                  </a:cubicBezTo>
                  <a:cubicBezTo>
                    <a:pt x="1266987" y="964444"/>
                    <a:pt x="953820" y="1435593"/>
                    <a:pt x="729383" y="1940578"/>
                  </a:cubicBezTo>
                  <a:cubicBezTo>
                    <a:pt x="673260" y="2066459"/>
                    <a:pt x="622855" y="2195070"/>
                    <a:pt x="578465" y="2324905"/>
                  </a:cubicBezTo>
                  <a:cubicBezTo>
                    <a:pt x="534125" y="2454785"/>
                    <a:pt x="496147" y="2586314"/>
                    <a:pt x="465080" y="2718973"/>
                  </a:cubicBezTo>
                  <a:cubicBezTo>
                    <a:pt x="449769" y="2785089"/>
                    <a:pt x="435850" y="2852289"/>
                    <a:pt x="423820" y="2919535"/>
                  </a:cubicBezTo>
                  <a:cubicBezTo>
                    <a:pt x="411840" y="2986829"/>
                    <a:pt x="401054" y="3054358"/>
                    <a:pt x="392355" y="3122169"/>
                  </a:cubicBezTo>
                  <a:cubicBezTo>
                    <a:pt x="374509" y="3257744"/>
                    <a:pt x="363424" y="3393978"/>
                    <a:pt x="358801" y="3531013"/>
                  </a:cubicBezTo>
                  <a:cubicBezTo>
                    <a:pt x="349009" y="3804941"/>
                    <a:pt x="366357" y="4079668"/>
                    <a:pt x="410350" y="4352324"/>
                  </a:cubicBezTo>
                  <a:cubicBezTo>
                    <a:pt x="421286" y="4420230"/>
                    <a:pt x="434209" y="4487758"/>
                    <a:pt x="449022" y="4555147"/>
                  </a:cubicBezTo>
                  <a:cubicBezTo>
                    <a:pt x="463737" y="4622534"/>
                    <a:pt x="480389" y="4689686"/>
                    <a:pt x="498882" y="4756463"/>
                  </a:cubicBezTo>
                  <a:cubicBezTo>
                    <a:pt x="517373" y="4823239"/>
                    <a:pt x="537704" y="4889733"/>
                    <a:pt x="559775" y="4955755"/>
                  </a:cubicBezTo>
                  <a:cubicBezTo>
                    <a:pt x="581946" y="5021873"/>
                    <a:pt x="605358" y="5087473"/>
                    <a:pt x="631406" y="5152084"/>
                  </a:cubicBezTo>
                  <a:cubicBezTo>
                    <a:pt x="734055" y="5411706"/>
                    <a:pt x="865188" y="5662668"/>
                    <a:pt x="1023461" y="5898055"/>
                  </a:cubicBezTo>
                  <a:cubicBezTo>
                    <a:pt x="1181487" y="6133676"/>
                    <a:pt x="1367051" y="6353345"/>
                    <a:pt x="1575880" y="6551744"/>
                  </a:cubicBezTo>
                  <a:cubicBezTo>
                    <a:pt x="1680269" y="6651014"/>
                    <a:pt x="1790338" y="6745037"/>
                    <a:pt x="1905228" y="6833566"/>
                  </a:cubicBezTo>
                  <a:lnTo>
                    <a:pt x="1938629" y="6858000"/>
                  </a:lnTo>
                  <a:lnTo>
                    <a:pt x="1368607" y="6858000"/>
                  </a:lnTo>
                  <a:lnTo>
                    <a:pt x="1115251" y="6594103"/>
                  </a:lnTo>
                  <a:cubicBezTo>
                    <a:pt x="418530" y="5794890"/>
                    <a:pt x="0" y="4770280"/>
                    <a:pt x="0" y="3653129"/>
                  </a:cubicBezTo>
                  <a:cubicBezTo>
                    <a:pt x="0" y="2216793"/>
                    <a:pt x="691856" y="933432"/>
                    <a:pt x="1777294" y="85415"/>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grpSp>
      <p:grpSp>
        <p:nvGrpSpPr>
          <p:cNvPr id="23" name="Group 22">
            <a:extLst>
              <a:ext uri="{FF2B5EF4-FFF2-40B4-BE49-F238E27FC236}">
                <a16:creationId xmlns:a16="http://schemas.microsoft.com/office/drawing/2014/main" id="{87F87F1B-42BA-4AC7-A4E2-41544DDB2CE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05" y="-4155"/>
            <a:ext cx="2514948" cy="2174333"/>
            <a:chOff x="-305" y="-4155"/>
            <a:chExt cx="2514948" cy="2174333"/>
          </a:xfrm>
        </p:grpSpPr>
        <p:sp>
          <p:nvSpPr>
            <p:cNvPr id="24" name="Freeform: Shape 23">
              <a:extLst>
                <a:ext uri="{FF2B5EF4-FFF2-40B4-BE49-F238E27FC236}">
                  <a16:creationId xmlns:a16="http://schemas.microsoft.com/office/drawing/2014/main" id="{68B53067-4E48-4E71-A6A9-A8CAABAFBF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Shape 24">
              <a:extLst>
                <a:ext uri="{FF2B5EF4-FFF2-40B4-BE49-F238E27FC236}">
                  <a16:creationId xmlns:a16="http://schemas.microsoft.com/office/drawing/2014/main" id="{06D1A0D3-4BB8-41D9-9CE7-2884C83F44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reeform: Shape 25">
              <a:extLst>
                <a:ext uri="{FF2B5EF4-FFF2-40B4-BE49-F238E27FC236}">
                  <a16:creationId xmlns:a16="http://schemas.microsoft.com/office/drawing/2014/main" id="{81E20F06-3B09-4B89-A36B-AB8BFBCCA5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27" name="Freeform: Shape 26">
              <a:extLst>
                <a:ext uri="{FF2B5EF4-FFF2-40B4-BE49-F238E27FC236}">
                  <a16:creationId xmlns:a16="http://schemas.microsoft.com/office/drawing/2014/main" id="{DAE6C3D7-7D5B-4926-877D-45F117BB6B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9" name="Group 28">
            <a:extLst>
              <a:ext uri="{FF2B5EF4-FFF2-40B4-BE49-F238E27FC236}">
                <a16:creationId xmlns:a16="http://schemas.microsoft.com/office/drawing/2014/main" id="{967346A5-7569-4F15-AB5D-BE3DADF192C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9685727" y="4683666"/>
            <a:ext cx="2514948" cy="2174333"/>
            <a:chOff x="-305" y="-4155"/>
            <a:chExt cx="2514948" cy="2174333"/>
          </a:xfrm>
        </p:grpSpPr>
        <p:sp>
          <p:nvSpPr>
            <p:cNvPr id="30" name="Freeform: Shape 29">
              <a:extLst>
                <a:ext uri="{FF2B5EF4-FFF2-40B4-BE49-F238E27FC236}">
                  <a16:creationId xmlns:a16="http://schemas.microsoft.com/office/drawing/2014/main" id="{E1951533-A568-4765-AB1F-F71D9AFDEA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reeform: Shape 30">
              <a:extLst>
                <a:ext uri="{FF2B5EF4-FFF2-40B4-BE49-F238E27FC236}">
                  <a16:creationId xmlns:a16="http://schemas.microsoft.com/office/drawing/2014/main" id="{A7214F52-4F3F-4C96-A62E-F1401D6C04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Freeform: Shape 31">
              <a:extLst>
                <a:ext uri="{FF2B5EF4-FFF2-40B4-BE49-F238E27FC236}">
                  <a16:creationId xmlns:a16="http://schemas.microsoft.com/office/drawing/2014/main" id="{023146A1-291C-4FA0-AB5B-EB04D42398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33" name="Freeform: Shape 32">
              <a:extLst>
                <a:ext uri="{FF2B5EF4-FFF2-40B4-BE49-F238E27FC236}">
                  <a16:creationId xmlns:a16="http://schemas.microsoft.com/office/drawing/2014/main" id="{62977932-2B03-4899-8306-5002CEE68E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5" name="Title 1">
            <a:extLst>
              <a:ext uri="{FF2B5EF4-FFF2-40B4-BE49-F238E27FC236}">
                <a16:creationId xmlns:a16="http://schemas.microsoft.com/office/drawing/2014/main" id="{D6EE584E-84BC-FC84-2A5F-A0E7AF1256B7}"/>
              </a:ext>
            </a:extLst>
          </p:cNvPr>
          <p:cNvSpPr txBox="1">
            <a:spLocks/>
          </p:cNvSpPr>
          <p:nvPr/>
        </p:nvSpPr>
        <p:spPr>
          <a:xfrm>
            <a:off x="10382250" y="3983"/>
            <a:ext cx="1809445" cy="44767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2000" dirty="0">
                <a:solidFill>
                  <a:schemeClr val="tx2"/>
                </a:solidFill>
              </a:rPr>
              <a:t>MISRA C -2012</a:t>
            </a:r>
          </a:p>
        </p:txBody>
      </p:sp>
      <p:sp>
        <p:nvSpPr>
          <p:cNvPr id="9" name="Slide Number Placeholder 8">
            <a:extLst>
              <a:ext uri="{FF2B5EF4-FFF2-40B4-BE49-F238E27FC236}">
                <a16:creationId xmlns:a16="http://schemas.microsoft.com/office/drawing/2014/main" id="{60D3AC7E-6060-89D7-622C-E25B90A25017}"/>
              </a:ext>
            </a:extLst>
          </p:cNvPr>
          <p:cNvSpPr>
            <a:spLocks noGrp="1"/>
          </p:cNvSpPr>
          <p:nvPr>
            <p:ph type="sldNum" sz="quarter" idx="12"/>
          </p:nvPr>
        </p:nvSpPr>
        <p:spPr/>
        <p:txBody>
          <a:bodyPr/>
          <a:lstStyle/>
          <a:p>
            <a:fld id="{91247CA1-BCEC-4DD4-9B23-E2AE1AEA27A6}" type="slidenum">
              <a:rPr lang="en-IN" smtClean="0"/>
              <a:t>50</a:t>
            </a:fld>
            <a:endParaRPr lang="en-IN"/>
          </a:p>
        </p:txBody>
      </p:sp>
      <p:sp>
        <p:nvSpPr>
          <p:cNvPr id="8" name="TextBox 7">
            <a:extLst>
              <a:ext uri="{FF2B5EF4-FFF2-40B4-BE49-F238E27FC236}">
                <a16:creationId xmlns:a16="http://schemas.microsoft.com/office/drawing/2014/main" id="{D6D7CD3E-3B64-042F-8E5A-2489A1944806}"/>
              </a:ext>
            </a:extLst>
          </p:cNvPr>
          <p:cNvSpPr txBox="1"/>
          <p:nvPr/>
        </p:nvSpPr>
        <p:spPr>
          <a:xfrm>
            <a:off x="10532532" y="526059"/>
            <a:ext cx="1451144" cy="369332"/>
          </a:xfrm>
          <a:prstGeom prst="rect">
            <a:avLst/>
          </a:prstGeom>
          <a:noFill/>
        </p:spPr>
        <p:txBody>
          <a:bodyPr wrap="square">
            <a:spAutoFit/>
          </a:bodyPr>
          <a:lstStyle/>
          <a:p>
            <a:r>
              <a:rPr lang="en-IN" dirty="0"/>
              <a:t>Session 1</a:t>
            </a:r>
          </a:p>
        </p:txBody>
      </p:sp>
      <p:sp>
        <p:nvSpPr>
          <p:cNvPr id="36" name="TextBox 35">
            <a:extLst>
              <a:ext uri="{FF2B5EF4-FFF2-40B4-BE49-F238E27FC236}">
                <a16:creationId xmlns:a16="http://schemas.microsoft.com/office/drawing/2014/main" id="{06AD48AA-7DC3-D125-2465-C3CB698C7685}"/>
              </a:ext>
            </a:extLst>
          </p:cNvPr>
          <p:cNvSpPr txBox="1"/>
          <p:nvPr/>
        </p:nvSpPr>
        <p:spPr>
          <a:xfrm>
            <a:off x="3590837" y="2170178"/>
            <a:ext cx="6115664" cy="2800767"/>
          </a:xfrm>
          <a:prstGeom prst="rect">
            <a:avLst/>
          </a:prstGeom>
          <a:noFill/>
        </p:spPr>
        <p:txBody>
          <a:bodyPr wrap="square">
            <a:spAutoFit/>
          </a:bodyPr>
          <a:lstStyle/>
          <a:p>
            <a:r>
              <a:rPr lang="en-IN" sz="8800" dirty="0"/>
              <a:t>Session 1 </a:t>
            </a:r>
          </a:p>
          <a:p>
            <a:r>
              <a:rPr lang="en-IN" sz="8800" dirty="0"/>
              <a:t>       </a:t>
            </a:r>
            <a:r>
              <a:rPr lang="en-IN" sz="6600" dirty="0"/>
              <a:t>END</a:t>
            </a:r>
            <a:endParaRPr lang="en-IN" sz="8800" dirty="0"/>
          </a:p>
        </p:txBody>
      </p:sp>
    </p:spTree>
    <p:extLst>
      <p:ext uri="{BB962C8B-B14F-4D97-AF65-F5344CB8AC3E}">
        <p14:creationId xmlns:p14="http://schemas.microsoft.com/office/powerpoint/2010/main" val="366395945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5424</TotalTime>
  <Words>5600</Words>
  <Application>Microsoft Office PowerPoint</Application>
  <PresentationFormat>Widescreen</PresentationFormat>
  <Paragraphs>848</Paragraphs>
  <Slides>50</Slides>
  <Notes>0</Notes>
  <HiddenSlides>0</HiddenSlides>
  <MMClips>0</MMClips>
  <ScaleCrop>false</ScaleCrop>
  <HeadingPairs>
    <vt:vector size="6" baseType="variant">
      <vt:variant>
        <vt:lpstr>Fonts Used</vt:lpstr>
      </vt:variant>
      <vt:variant>
        <vt:i4>15</vt:i4>
      </vt:variant>
      <vt:variant>
        <vt:lpstr>Theme</vt:lpstr>
      </vt:variant>
      <vt:variant>
        <vt:i4>1</vt:i4>
      </vt:variant>
      <vt:variant>
        <vt:lpstr>Slide Titles</vt:lpstr>
      </vt:variant>
      <vt:variant>
        <vt:i4>50</vt:i4>
      </vt:variant>
    </vt:vector>
  </HeadingPairs>
  <TitlesOfParts>
    <vt:vector size="66" baseType="lpstr">
      <vt:lpstr>Aptos</vt:lpstr>
      <vt:lpstr>Aptos Display</vt:lpstr>
      <vt:lpstr>Arial</vt:lpstr>
      <vt:lpstr>Engravers MT</vt:lpstr>
      <vt:lpstr>ff0</vt:lpstr>
      <vt:lpstr>GlyphLessFont</vt:lpstr>
      <vt:lpstr>Google Sans</vt:lpstr>
      <vt:lpstr>OpenSans</vt:lpstr>
      <vt:lpstr>OpenSans-Light</vt:lpstr>
      <vt:lpstr>OpenSansLight-Italic</vt:lpstr>
      <vt:lpstr>Söhne</vt:lpstr>
      <vt:lpstr>Söhne Mono</vt:lpstr>
      <vt:lpstr>Source Sans Pro</vt:lpstr>
      <vt:lpstr>Times New Roman</vt:lpstr>
      <vt:lpstr>Wingdings</vt:lpstr>
      <vt:lpstr>Office Theme</vt:lpstr>
      <vt:lpstr>MISRA C -2012</vt:lpstr>
      <vt:lpstr>PowerPoint Presentation</vt:lpstr>
      <vt:lpstr>MISRA C -2012</vt:lpstr>
      <vt:lpstr>Introduction</vt:lpstr>
      <vt:lpstr>PowerPoint Presentation</vt:lpstr>
      <vt:lpstr>PowerPoint Presentation</vt:lpstr>
      <vt:lpstr>History  of MISRA-C</vt:lpstr>
      <vt:lpstr>History  of MISRA-C</vt:lpstr>
      <vt:lpstr>History  of MISRA-C</vt:lpstr>
      <vt:lpstr>History  of MISRA-C</vt:lpstr>
      <vt:lpstr>History  of MISRA-C</vt:lpstr>
      <vt:lpstr>History  of MISRA-C</vt:lpstr>
      <vt:lpstr>History  of MISRA-C</vt:lpstr>
      <vt:lpstr>History  of MISRA-C</vt:lpstr>
      <vt:lpstr>History  of MISRA-C</vt:lpstr>
      <vt:lpstr>History  of MISRA-C</vt:lpstr>
      <vt:lpstr>History  of MISRA-C</vt:lpstr>
      <vt:lpstr>History  of MISRA-C</vt:lpstr>
      <vt:lpstr>History  of MISRA-C</vt:lpstr>
      <vt:lpstr>History  of MISRA-C</vt:lpstr>
      <vt:lpstr>History  of MISRA-C</vt:lpstr>
      <vt:lpstr>History  of MISRA-C</vt:lpstr>
      <vt:lpstr>History  of MISRA-C</vt:lpstr>
      <vt:lpstr>History  of MISRA-C</vt:lpstr>
      <vt:lpstr>History  of MISRA-C</vt:lpstr>
      <vt:lpstr>History  of MISRA-C</vt:lpstr>
      <vt:lpstr>History  of MISRA-C</vt:lpstr>
      <vt:lpstr>History  of MISRA-C</vt:lpstr>
      <vt:lpstr>History  of MISRA-C</vt:lpstr>
      <vt:lpstr>History  of MISRA-C</vt:lpstr>
      <vt:lpstr>History  of MISRA-C</vt:lpstr>
      <vt:lpstr>History  of MISRA-C</vt:lpstr>
      <vt:lpstr>History  of MISRA-C</vt:lpstr>
      <vt:lpstr>History  of MISRA-C</vt:lpstr>
      <vt:lpstr>History  of MISRA-C</vt:lpstr>
      <vt:lpstr>History  of MISRA-C</vt:lpstr>
      <vt:lpstr>History  of MISRA-C</vt:lpstr>
      <vt:lpstr>History  of MISRA-C</vt:lpstr>
      <vt:lpstr>History  of MISRA-C</vt:lpstr>
      <vt:lpstr>History  of MISRA-C</vt:lpstr>
      <vt:lpstr>History  of MISRA-C</vt:lpstr>
      <vt:lpstr>History  of MISRA-C</vt:lpstr>
      <vt:lpstr>History  of MISRA-C</vt:lpstr>
      <vt:lpstr>History  of MISRA-C</vt:lpstr>
      <vt:lpstr>History  of MISRA-C</vt:lpstr>
      <vt:lpstr>History  of MISRA-C</vt:lpstr>
      <vt:lpstr>History  of MISRA-C</vt:lpstr>
      <vt:lpstr>History  of MISRA-C</vt:lpstr>
      <vt:lpstr>History  of MISRA-C</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MISRA C -2023</dc:title>
  <dc:creator>Tipl12</dc:creator>
  <cp:lastModifiedBy>Tipl12 Apps</cp:lastModifiedBy>
  <cp:revision>248</cp:revision>
  <dcterms:created xsi:type="dcterms:W3CDTF">2024-03-22T07:02:08Z</dcterms:created>
  <dcterms:modified xsi:type="dcterms:W3CDTF">2024-06-26T09:33:04Z</dcterms:modified>
</cp:coreProperties>
</file>